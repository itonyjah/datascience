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6.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notesSlides/notesSlide7.xml" ContentType="application/vnd.openxmlformats-officedocument.presentationml.notesSlide+xml"/>
  <Override PartName="/ppt/ink/ink71.xml" ContentType="application/inkml+xml"/>
  <Override PartName="/ppt/notesSlides/notesSlide8.xml" ContentType="application/vnd.openxmlformats-officedocument.presentationml.notesSlide+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notesSlides/notesSlide16.xml" ContentType="application/vnd.openxmlformats-officedocument.presentationml.notesSlide+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1"/>
  </p:sldMasterIdLst>
  <p:notesMasterIdLst>
    <p:notesMasterId r:id="rId33"/>
  </p:notesMasterIdLst>
  <p:sldIdLst>
    <p:sldId id="674" r:id="rId2"/>
    <p:sldId id="697" r:id="rId3"/>
    <p:sldId id="701" r:id="rId4"/>
    <p:sldId id="702" r:id="rId5"/>
    <p:sldId id="704" r:id="rId6"/>
    <p:sldId id="705" r:id="rId7"/>
    <p:sldId id="706" r:id="rId8"/>
    <p:sldId id="707" r:id="rId9"/>
    <p:sldId id="708" r:id="rId10"/>
    <p:sldId id="709" r:id="rId11"/>
    <p:sldId id="710" r:id="rId12"/>
    <p:sldId id="711" r:id="rId13"/>
    <p:sldId id="712" r:id="rId14"/>
    <p:sldId id="713" r:id="rId15"/>
    <p:sldId id="715" r:id="rId16"/>
    <p:sldId id="714" r:id="rId17"/>
    <p:sldId id="716" r:id="rId18"/>
    <p:sldId id="717" r:id="rId19"/>
    <p:sldId id="718" r:id="rId20"/>
    <p:sldId id="719" r:id="rId21"/>
    <p:sldId id="720" r:id="rId22"/>
    <p:sldId id="721" r:id="rId23"/>
    <p:sldId id="722" r:id="rId24"/>
    <p:sldId id="723" r:id="rId25"/>
    <p:sldId id="724" r:id="rId26"/>
    <p:sldId id="725" r:id="rId27"/>
    <p:sldId id="726" r:id="rId28"/>
    <p:sldId id="727" r:id="rId29"/>
    <p:sldId id="728" r:id="rId30"/>
    <p:sldId id="729" r:id="rId31"/>
    <p:sldId id="730" r:id="rId3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006400"/>
    <a:srgbClr val="E335BE"/>
    <a:srgbClr val="FF0048"/>
    <a:srgbClr val="2B8911"/>
    <a:srgbClr val="FB2D2D"/>
    <a:srgbClr val="D2DEEF"/>
    <a:srgbClr val="EAEFF7"/>
    <a:srgbClr val="EAE400"/>
    <a:srgbClr val="F8F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A45F42-86A0-41A0-86D1-FBC036032410}" v="1191" dt="2022-11-06T17:05:39.187"/>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86" autoAdjust="0"/>
    <p:restoredTop sz="96106" autoAdjust="0"/>
  </p:normalViewPr>
  <p:slideViewPr>
    <p:cSldViewPr snapToGrid="0">
      <p:cViewPr varScale="1">
        <p:scale>
          <a:sx n="124" d="100"/>
          <a:sy n="124" d="100"/>
        </p:scale>
        <p:origin x="1806" y="114"/>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3:55.852"/>
    </inkml:context>
    <inkml:brush xml:id="br0">
      <inkml:brushProperty name="width" value="0.035" units="cm"/>
      <inkml:brushProperty name="height" value="0.035" units="cm"/>
      <inkml:brushProperty name="color" value="#E71224"/>
    </inkml:brush>
  </inkml:definitions>
  <inkml:trace contextRef="#ctx0" brushRef="#br0">369 277 2560 0 0,'-7'-60'5958'0'0,"4"43"-4537"0"0,-1 0 0 0 0,-1 0-1 0 0,-10-23 1 0 0,10 29-598 0 0,-1 0 0 0 0,0-1 0 0 0,-1 2 1 0 0,0-1-1 0 0,-12-12 0 0 0,13 16 77 0 0,-1 0-1 0 0,-1 1 1 0 0,1-1-1 0 0,-12-6 1 0 0,17 12-789 0 0,-1 0 0 0 0,1 0-1 0 0,-1 0 1 0 0,0 0 0 0 0,0 0 0 0 0,1 1 0 0 0,-1-1-1 0 0,0 1 1 0 0,0-1 0 0 0,0 1 0 0 0,0 0 0 0 0,0 0-1 0 0,1 1 1 0 0,-1-1 0 0 0,0 0 0 0 0,0 1 0 0 0,0 0-1 0 0,0 0 1 0 0,1 0 0 0 0,-1 0 0 0 0,0 0 0 0 0,1 0-1 0 0,-1 1 1 0 0,1-1 0 0 0,0 1 0 0 0,-1 0-1 0 0,1-1 1 0 0,0 1 0 0 0,0 0 0 0 0,-4 5 0 0 0,-4 4 119 0 0,0 1 1 0 0,1 1-1 0 0,0-1 0 0 0,-9 18 1 0 0,4-2-91 0 0,0 0 0 0 0,2 1 0 0 0,1 1 1 0 0,2 0-1 0 0,1 0 0 0 0,1 1 0 0 0,-6 62 1 0 0,10-21-155 0 0,3 0 0 0 0,13 97 0 0 0,-9-141 125 0 0,-2-13-46 0 0,0 1 0 0 0,-1-1 0 0 0,0 0 0 0 0,-2 1 0 0 0,-2 25 0 0 0,-16-132-441 0 0,16 64 23 0 0,2 0-1 0 0,0 0 1 0 0,3-30 0 0 0,-1 49 246 0 0,0 1 0 0 0,0-1 1 0 0,0 0-1 0 0,1 1 0 0 0,1 0 1 0 0,-1-1-1 0 0,1 1 0 0 0,0 0 1 0 0,1 0-1 0 0,-1 0 0 0 0,1 1 1 0 0,1-1-1 0 0,-1 1 0 0 0,1 0 1 0 0,10-9-1 0 0,-14 14 86 0 0,1-1 0 0 0,-1 1 0 0 0,1 0 0 0 0,-1 0 0 0 0,1 0 0 0 0,0 1 0 0 0,0-1 0 0 0,-1 0 0 0 0,1 0 0 0 0,0 1 0 0 0,0-1 0 0 0,0 1 0 0 0,0 0 0 0 0,0 0 0 0 0,0-1 0 0 0,0 1 0 0 0,-1 0 0 0 0,1 1 0 0 0,0-1 0 0 0,0 0 0 0 0,0 0 0 0 0,2 2 0 0 0,0-1 10 0 0,-1 1 0 0 0,1 0 0 0 0,0 0 0 0 0,-1 0 0 0 0,1 0 0 0 0,-1 1 0 0 0,0-1 1 0 0,0 1-1 0 0,0 0 0 0 0,3 3 0 0 0,1 3 41 0 0,0 1 0 0 0,0 0 0 0 0,-1 0 1 0 0,0 0-1 0 0,-1 1 0 0 0,6 15 0 0 0,3 22-390 0 0,-1 1 0 0 0,-3 0 1 0 0,-2 0-1 0 0,-2 1 0 0 0,-2 0 0 0 0,-6 99 0 0 0,-2-105 1021 0 0,-3 0 0 0 0,-1-1 1 0 0,-3 0-1 0 0,-27 74 0 0 0,15-49-509 0 0,24-67-166 0 0,0 1 0 0 0,0 0 1 0 0,0-1-1 0 0,0 1 0 0 0,0-1 0 0 0,1 1 1 0 0,-1-1-1 0 0,0 0 0 0 0,1 1 0 0 0,-1-1 1 0 0,1 0-1 0 0,0 0 0 0 0,-1 0 0 0 0,1 0 1 0 0,0 0-1 0 0,-1-1 0 0 0,1 1 0 0 0,3 0 1 0 0,11 8-134 0 0,2 7-455 0 0,0 1 0 0 0,-1 1 0 0 0,20 28 0 0 0,-22-25 698 0 0,-1 1-1 0 0,0 0 1 0 0,-2 0-1 0 0,-1 1 1 0 0,-1 1-1 0 0,-1 0 1 0 0,-1 0-1 0 0,-1 1 0 0 0,-1 0 1 0 0,3 35-1 0 0,-9-59-133 0 0,0 1-1 0 0,0-1 0 0 0,0 0 0 0 0,0 1 0 0 0,0-1 0 0 0,0 0 0 0 0,0 1 0 0 0,0-1 0 0 0,-1 0 0 0 0,1 1 1 0 0,-1-1-1 0 0,1 0 0 0 0,-1 1 0 0 0,1-1 0 0 0,-1 0 0 0 0,0 0 0 0 0,1 0 0 0 0,-1 0 0 0 0,-2 2 0 0 0,-7-2-4054 0 0,-3-12-3897 0 0,-13-32-771 0 0,11 14 6068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3:57.465"/>
    </inkml:context>
    <inkml:brush xml:id="br0">
      <inkml:brushProperty name="width" value="0.035" units="cm"/>
      <inkml:brushProperty name="height" value="0.035" units="cm"/>
      <inkml:brushProperty name="color" value="#E71224"/>
    </inkml:brush>
  </inkml:definitions>
  <inkml:trace contextRef="#ctx0" brushRef="#br0">155 197 2984 0 0,'2'-5'846'0'0,"0"-1"1"0"0,-1 1-1 0 0,0-1 0 0 0,0 0 1 0 0,0 0-1 0 0,-1 1 0 0 0,0-1 1 0 0,0 0-1 0 0,0 0 1 0 0,-1 1-1 0 0,0-1 0 0 0,0 0 1 0 0,0 1-1 0 0,-1-1 0 0 0,0 1 1 0 0,0-1-1 0 0,0 1 0 0 0,-7-10 1 0 0,8 15-747 0 0,0 0 0 0 0,0 0 0 0 0,0 0 1 0 0,0 0-1 0 0,0 0 0 0 0,0 1 0 0 0,0-1 1 0 0,0 0-1 0 0,0 1 0 0 0,0-1 0 0 0,0 1 1 0 0,0-1-1 0 0,0 1 0 0 0,1-1 0 0 0,-1 1 1 0 0,0 0-1 0 0,0-1 0 0 0,0 1 0 0 0,1 0 1 0 0,-1 0-1 0 0,0-1 0 0 0,1 1 1 0 0,-1 0-1 0 0,0 1 0 0 0,-23 25 327 0 0,12-10-331 0 0,1 0-1 0 0,1 0 1 0 0,1 1-1 0 0,1 0 1 0 0,0 0 0 0 0,1 1-1 0 0,-6 29 1 0 0,7-20-20 0 0,1 0 1 0 0,1 0-1 0 0,2 0 0 0 0,1 50 1 0 0,2-67-98 0 0,0-1 1 0 0,0 1-1 0 0,1-1 0 0 0,0 1 1 0 0,1-1-1 0 0,0 0 1 0 0,1 0-1 0 0,0 0 0 0 0,1-1 1 0 0,-1 0-1 0 0,2 1 1 0 0,10 13-1 0 0,-12-18 15 0 0,1-1 1 0 0,-1 0-1 0 0,1 0 1 0 0,0 0-1 0 0,0-1 1 0 0,0 0-1 0 0,0 0 1 0 0,1 0-1 0 0,-1 0 1 0 0,1-1-1 0 0,0 0 1 0 0,0 0-1 0 0,0-1 1 0 0,-1 0-1 0 0,1 0 1 0 0,1 0-1 0 0,-1 0 1 0 0,0-1-1 0 0,0 0 1 0 0,0-1-1 0 0,0 1 1 0 0,0-1-1 0 0,8-2 1 0 0,3-2 8 0 0,0 0 0 0 0,0-1 0 0 0,-1-1 0 0 0,0-1 0 0 0,0 0 0 0 0,-1-1 0 0 0,0 0 0 0 0,22-19 0 0 0,-10 5-10 0 0,-1-1 0 0 0,-1-1 0 0 0,28-36 1 0 0,-37 40 2 0 0,-2-1 0 0 0,0 0-1 0 0,12-26 1 0 0,-21 38 43 0 0,-1 0 1 0 0,0 0-1 0 0,0 0 0 0 0,-1-1 0 0 0,-1 1 0 0 0,1-1 0 0 0,-2 0 0 0 0,0 1 0 0 0,0-1 0 0 0,-1-13 0 0 0,0 23 2 0 0,0 0 0 0 0,0 0-1 0 0,0 0 1 0 0,0-1 0 0 0,0 1 0 0 0,0 0-1 0 0,-1 0 1 0 0,1 0 0 0 0,0 0 0 0 0,-1 0-1 0 0,1 0 1 0 0,-1 0 0 0 0,1 0-1 0 0,-1 0 1 0 0,0 0 0 0 0,1 0 0 0 0,-1 0-1 0 0,0 0 1 0 0,0 0 0 0 0,0 1 0 0 0,1-1-1 0 0,-1 0 1 0 0,0 0 0 0 0,0 1 0 0 0,0-1-1 0 0,0 1 1 0 0,0-1 0 0 0,0 1 0 0 0,-2-1-1 0 0,1 1 11 0 0,-1 0 0 0 0,1 0 0 0 0,-1 0-1 0 0,1 0 1 0 0,-1 1 0 0 0,1-1 0 0 0,-1 1-1 0 0,1 0 1 0 0,0 0 0 0 0,-1 0 0 0 0,1 0-1 0 0,0 0 1 0 0,-2 1 0 0 0,-4 3 46 0 0,1 0 0 0 0,0 0 0 0 0,0 1 1 0 0,0-1-1 0 0,1 1 0 0 0,-12 14 0 0 0,13-10-94 0 0,-1 0 0 0 0,1 0-1 0 0,1 0 1 0 0,-1 1 0 0 0,2-1-1 0 0,0 1 1 0 0,0 0 0 0 0,1 1-1 0 0,0-1 1 0 0,1 0 0 0 0,0 0-1 0 0,1 1 1 0 0,0-1 0 0 0,1 0-1 0 0,0 1 1 0 0,5 20 0 0 0,-3-23-28 0 0,0-1 0 0 0,0 1 0 0 0,1-1 0 0 0,0 0 1 0 0,0 0-1 0 0,1 0 0 0 0,0 0 0 0 0,1-1 0 0 0,0 0 0 0 0,0 0 0 0 0,0 0 1 0 0,1-1-1 0 0,0 0 0 0 0,0 0 0 0 0,0-1 0 0 0,1 0 0 0 0,0 0 0 0 0,0-1 1 0 0,0 0-1 0 0,0 0 0 0 0,12 3 0 0 0,-13-5 18 0 0,0-1 0 0 0,1 1 0 0 0,-1-1 0 0 0,0 0 0 0 0,0-1 0 0 0,1 0 0 0 0,-1 0 0 0 0,0-1-1 0 0,1 1 1 0 0,-1-2 0 0 0,0 1 0 0 0,10-4 0 0 0,-5 0-1 0 0,0 0 0 0 0,0 0 0 0 0,0-1 1 0 0,-1-1-1 0 0,0 0 0 0 0,16-13 0 0 0,-9 4 19 0 0,-1-1 0 0 0,0-1 0 0 0,-1 0 0 0 0,-1-1 0 0 0,0-1 0 0 0,-2 0 0 0 0,12-23 0 0 0,-17 25 8 0 0,0 0-1 0 0,-1 0 0 0 0,-1-1 0 0 0,-1 0 0 0 0,-1 0 0 0 0,-1 0 0 0 0,0 0 0 0 0,-1-1 0 0 0,-1-27 0 0 0,-2 40 54 0 0,1-1-1 0 0,-2 0 0 0 0,1 0 0 0 0,-1 1 0 0 0,0-1 0 0 0,0 1 0 0 0,-1 0 1 0 0,0-1-1 0 0,-1 1 0 0 0,1 1 0 0 0,-7-10 0 0 0,6 11 39 0 0,0 1-1 0 0,-1 0 0 0 0,1 0 1 0 0,-1 0-1 0 0,0 0 0 0 0,0 0 1 0 0,0 1-1 0 0,0 0 0 0 0,0 0 1 0 0,-1 1-1 0 0,0-1 0 0 0,1 1 1 0 0,-1 1-1 0 0,0-1 0 0 0,0 1 1 0 0,-8-1-1 0 0,7 0-123 0 0,0 2 1 0 0,0-1-1 0 0,0 1 0 0 0,0 0 1 0 0,0 0-1 0 0,0 1 1 0 0,0 0-1 0 0,1 0 0 0 0,-1 1 1 0 0,0-1-1 0 0,0 2 0 0 0,1-1 1 0 0,-1 1-1 0 0,1 0 1 0 0,0 0-1 0 0,0 1 0 0 0,-10 7 1 0 0,10-6-1076 0 0,0 1 1 0 0,0 0 0 0 0,1 0-1 0 0,-1 1 1 0 0,-7 13-1 0 0,6-8-2222 0 0,0 1-1 0 0,2 0 0 0 0,-6 16 1 0 0,-4 16-956 0 0,-3 5 1227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3:58.186"/>
    </inkml:context>
    <inkml:brush xml:id="br0">
      <inkml:brushProperty name="width" value="0.035" units="cm"/>
      <inkml:brushProperty name="height" value="0.035" units="cm"/>
      <inkml:brushProperty name="color" value="#E71224"/>
    </inkml:brush>
  </inkml:definitions>
  <inkml:trace contextRef="#ctx0" brushRef="#br0">1 106 1304 0 0,'2'-23'7924'0'0,"6"-2"-4126"0"0,-7 21-3592 0 0,1 0 0 0 0,-1 0 0 0 0,1 0 0 0 0,0 0 1 0 0,0 0-1 0 0,1 0 0 0 0,-1 1 0 0 0,1-1 0 0 0,0 1 0 0 0,0 0 0 0 0,0-1 0 0 0,0 1 1 0 0,1 1-1 0 0,6-6 0 0 0,-9 10-65 0 0,-1 0 1 0 0,1 0 0 0 0,-1-1-1 0 0,0 1 1 0 0,1 0-1 0 0,-1 0 1 0 0,0-1 0 0 0,0 1-1 0 0,0 0 1 0 0,0 0-1 0 0,0-1 1 0 0,0 1 0 0 0,-1 0-1 0 0,1 0 1 0 0,-1-1-1 0 0,1 1 1 0 0,-1 0 0 0 0,0-1-1 0 0,-1 4 1 0 0,-15 46 479 0 0,17-51-609 0 0,0 1 0 0 0,0-1 0 0 0,0 0 0 0 0,-1 0 0 0 0,1 0-1 0 0,0 0 1 0 0,0 0 0 0 0,-1 0 0 0 0,1 0 0 0 0,0 0 0 0 0,0 0 0 0 0,-1 0-1 0 0,1 0 1 0 0,0 0 0 0 0,0 0 0 0 0,-1 0 0 0 0,1 0 0 0 0,0 0 0 0 0,0 0 0 0 0,-1 0-1 0 0,1 0 1 0 0,0 0 0 0 0,0 0 0 0 0,-1 0 0 0 0,1 0 0 0 0,0-1 0 0 0,0 1-1 0 0,0 0 1 0 0,-1 0 0 0 0,1 0 0 0 0,0 0 0 0 0,0 0 0 0 0,0-1 0 0 0,0 1-1 0 0,-1 0 1 0 0,1 0 0 0 0,0 0 0 0 0,0-1 0 0 0,0 1 0 0 0,0 0 0 0 0,0 0 0 0 0,0-1-1 0 0,0 1 1 0 0,0 0 0 0 0,-1 0 0 0 0,1-1 0 0 0,0 1 0 0 0,0 0 0 0 0,0 0-1 0 0,0-1 1 0 0,0 1 0 0 0,0-1 0 0 0,-8-18-124 0 0,6 14-346 0 0,9 20-2365 0 0,3 5-4341 0 0,-10 23 310 0 0,-8-12 4761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3:58.579"/>
    </inkml:context>
    <inkml:brush xml:id="br0">
      <inkml:brushProperty name="width" value="0.035" units="cm"/>
      <inkml:brushProperty name="height" value="0.035" units="cm"/>
      <inkml:brushProperty name="color" value="#E71224"/>
    </inkml:brush>
  </inkml:definitions>
  <inkml:trace contextRef="#ctx0" brushRef="#br0">8 164 664 0 0,'3'-23'9139'0'0,"1"-12"-7685"0"0,5 12-540 0 0,-7 19-751 0 0,33-47 605 0 0,-34 49-689 0 0,1 0 1 0 0,-1 0-1 0 0,1 0 1 0 0,-1 0-1 0 0,1 0 1 0 0,0 1-1 0 0,0-1 1 0 0,-1 0-1 0 0,1 1 1 0 0,0 0-1 0 0,1-1 1 0 0,-1 1-1 0 0,0 0 1 0 0,0 0-1 0 0,0 0 1 0 0,1 1-1 0 0,-1-1 1 0 0,0 0-1 0 0,1 1 1 0 0,4-1-1 0 0,-7 1-11 0 0,1 1 0 0 0,-1-1 0 0 0,1 1 0 0 0,-1-1 0 0 0,0 1 0 0 0,1-1 0 0 0,-1 0-1 0 0,1 1 1 0 0,-1 0 0 0 0,0-1 0 0 0,0 1 0 0 0,1-1 0 0 0,-1 1 0 0 0,0-1 0 0 0,0 1 0 0 0,0-1 0 0 0,1 1 0 0 0,-1 0 0 0 0,0-1 0 0 0,0 1-1 0 0,0 0 1 0 0,0-1 0 0 0,0 1 0 0 0,0-1 0 0 0,0 1 0 0 0,0 0 0 0 0,-1-1 0 0 0,1 1 0 0 0,0-1 0 0 0,0 1 0 0 0,0-1 0 0 0,-1 2-1 0 0,-7 23 1224 0 0,6-21-1023 0 0,-3 12 323 0 0,2-5 167 0 0,-1-1 0 0 0,0 1 0 0 0,-10 17 0 0 0,13-26-768 0 0,0-1 0 0 0,0 1 1 0 0,0-1-1 0 0,0 1 1 0 0,0-1-1 0 0,0 0 1 0 0,0 1-1 0 0,-1-1 0 0 0,1 0 1 0 0,0 0-1 0 0,-1 0 1 0 0,1 0-1 0 0,-1 0 1 0 0,1 0-1 0 0,-1 0 0 0 0,0 0 1 0 0,1-1-1 0 0,-1 1 1 0 0,0-1-1 0 0,1 1 0 0 0,-1-1 1 0 0,0 0-1 0 0,0 1 1 0 0,1-1-1 0 0,-1 0 1 0 0,0 0-1 0 0,0 0 0 0 0,0-1 1 0 0,1 1-1 0 0,-3-1 1 0 0,2 0-609 0 0,0-1 0 0 0,1 0 0 0 0,-1 1 0 0 0,1-1 0 0 0,-1 0 0 0 0,1 0 0 0 0,0 0 0 0 0,-1 0 0 0 0,1 0 0 0 0,0 0 0 0 0,1 0 0 0 0,-1-1 0 0 0,0 1 1 0 0,0 0-1 0 0,1 0 0 0 0,0-1 0 0 0,-1 1 0 0 0,1 0 0 0 0,0-1 0 0 0,0 1 0 0 0,0 0 0 0 0,1-3 0 0 0,-2-7-1983 0 0,-2-6-586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4:00.425"/>
    </inkml:context>
    <inkml:brush xml:id="br0">
      <inkml:brushProperty name="width" value="0.035" units="cm"/>
      <inkml:brushProperty name="height" value="0.035" units="cm"/>
      <inkml:brushProperty name="color" value="#E71224"/>
    </inkml:brush>
  </inkml:definitions>
  <inkml:trace contextRef="#ctx0" brushRef="#br0">255 68 904 0 0,'1'0'310'0'0,"0"-1"1"0"0,0 0-1 0 0,0 1 1 0 0,-1-1-1 0 0,1 0 1 0 0,0 0-1 0 0,0 1 0 0 0,-1-1 1 0 0,1 0-1 0 0,0 0 1 0 0,-1 0-1 0 0,1 0 0 0 0,-1 0 1 0 0,1 0-1 0 0,-1 0 1 0 0,0 0-1 0 0,1 0 1 0 0,-1 0-1 0 0,0 0 0 0 0,0 0 1 0 0,0 0-1 0 0,0-1 1 0 0,0 1-1 0 0,0-1 0 0 0,0 1-54 0 0,-1-1 0 0 0,0 0-1 0 0,1 1 1 0 0,-1-1-1 0 0,0 1 1 0 0,0 0 0 0 0,0-1-1 0 0,0 1 1 0 0,0 0-1 0 0,0-1 1 0 0,0 1-1 0 0,0 0 1 0 0,0 0 0 0 0,-3-1-1 0 0,0-1 72 0 0,0 0 1 0 0,-1 0-1 0 0,1 1 0 0 0,-1 0 1 0 0,0 0-1 0 0,0 0 0 0 0,0 0 1 0 0,0 1-1 0 0,-9-1 0 0 0,7 2-175 0 0,0 1-1 0 0,-1 0 1 0 0,1 1 0 0 0,0 0-1 0 0,0 0 1 0 0,0 1-1 0 0,0-1 1 0 0,0 2 0 0 0,1-1-1 0 0,-1 1 1 0 0,1 0-1 0 0,0 0 1 0 0,0 0 0 0 0,0 1-1 0 0,1 0 1 0 0,-1 1-1 0 0,1-1 1 0 0,1 1 0 0 0,-1 0-1 0 0,1 0 1 0 0,-5 8-1 0 0,2-4-60 0 0,0 2 0 0 0,1-1 0 0 0,0 1 0 0 0,0 0 0 0 0,1 1 0 0 0,1-1 0 0 0,0 1 0 0 0,1 0 0 0 0,1 0 0 0 0,-1 0 0 0 0,1 17 0 0 0,2-24-112 0 0,0-1 1 0 0,1 0-1 0 0,-1 0 1 0 0,1 0-1 0 0,1 0 1 0 0,-1 0-1 0 0,1 0 0 0 0,-1-1 1 0 0,1 1-1 0 0,1 0 1 0 0,-1-1-1 0 0,1 1 1 0 0,0-1-1 0 0,0 0 1 0 0,0 0-1 0 0,7 7 0 0 0,-5-7 9 0 0,1 1-1 0 0,0-1 0 0 0,0 0 0 0 0,1-1 0 0 0,-1 0 1 0 0,1 0-1 0 0,0 0 0 0 0,0-1 0 0 0,0 0 0 0 0,12 2 1 0 0,1-1-6 0 0,1-2 1 0 0,0 0 0 0 0,0-1 0 0 0,0-1 0 0 0,-1-1 0 0 0,1-1 0 0 0,24-7 0 0 0,10-7 18 0 0,-37 11 25 0 0,0 0 1 0 0,35-5-1 0 0,-53 11-16 0 0,1 0 0 0 0,-1-1 0 0 0,0 1-1 0 0,0 0 1 0 0,1 0 0 0 0,-1 0 0 0 0,0 0 0 0 0,0 0-1 0 0,1 0 1 0 0,-1 0 0 0 0,0 0 0 0 0,0 0 0 0 0,1 0-1 0 0,-1 0 1 0 0,0 0 0 0 0,0 0 0 0 0,1 0 0 0 0,-1 0 0 0 0,0 0-1 0 0,1 0 1 0 0,-1 0 0 0 0,0 0 0 0 0,0 0 0 0 0,1 0-1 0 0,-1 0 1 0 0,0 0 0 0 0,0 0 0 0 0,1 1 0 0 0,-1-1-1 0 0,0 0 1 0 0,0 0 0 0 0,0 0 0 0 0,1 0 0 0 0,-1 1-1 0 0,0-1 1 0 0,0 0 0 0 0,0 0 0 0 0,0 1 0 0 0,1-1-1 0 0,-1 0 1 0 0,0 0 0 0 0,0 1 0 0 0,-10 10 334 0 0,-29 14 88 0 0,32-21-376 0 0,-11 8 102 0 0,-21 13 71 0 0,-41 33 0 0 0,71-51-227 0 0,0 1 1 0 0,1 0 0 0 0,0 0-1 0 0,1 0 1 0 0,-1 1 0 0 0,2 0-1 0 0,-1 1 1 0 0,1-1 0 0 0,1 1-1 0 0,-6 15 1 0 0,10-23-20 0 0,0 1-1 0 0,0 0 1 0 0,0-1 0 0 0,0 1-1 0 0,1 0 1 0 0,-1-1-1 0 0,1 1 1 0 0,0 0 0 0 0,0 0-1 0 0,0 0 1 0 0,0-1 0 0 0,0 1-1 0 0,1 0 1 0 0,-1 0 0 0 0,1-1-1 0 0,0 1 1 0 0,-1 0-1 0 0,1-1 1 0 0,1 1 0 0 0,-1-1-1 0 0,0 1 1 0 0,1-1 0 0 0,-1 1-1 0 0,1-1 1 0 0,0 0 0 0 0,-1 0-1 0 0,1 0 1 0 0,0 0-1 0 0,0 0 1 0 0,1 0 0 0 0,-1-1-1 0 0,0 1 1 0 0,1-1 0 0 0,-1 1-1 0 0,1-1 1 0 0,-1 0-1 0 0,1 0 1 0 0,-1 0 0 0 0,1 0-1 0 0,0 0 1 0 0,0-1 0 0 0,2 1-1 0 0,13 2-11 0 0,0 0 1 0 0,0-2-1 0 0,0 0 0 0 0,1-1 0 0 0,18-2 0 0 0,73-12-1 0 0,-77 8-24 0 0,2 1 0 0 0,-1 2 0 0 0,66 3 1 0 0,-98 0 83 0 0,1 0-1 0 0,-1 1 1 0 0,0-1 0 0 0,0 0 0 0 0,0 1 0 0 0,0-1 0 0 0,0 1 0 0 0,0 0 0 0 0,-1-1 0 0 0,1 1 0 0 0,0 0-1 0 0,0 0 1 0 0,0 1 0 0 0,-1-1 0 0 0,1 0 0 0 0,-1 0 0 0 0,1 1 0 0 0,-1-1 0 0 0,1 1 0 0 0,-1-1 0 0 0,0 1 0 0 0,1 0-1 0 0,-1-1 1 0 0,1 4 0 0 0,-1-1 80 0 0,0 0 0 0 0,0-1 0 0 0,-1 1 0 0 0,0 0 0 0 0,0 0 0 0 0,0 0 0 0 0,0-1 0 0 0,0 1 0 0 0,-1 0 0 0 0,1 0 1 0 0,-1-1-1 0 0,-2 6 0 0 0,-2 6 233 0 0,-1 0 1 0 0,-1-1 0 0 0,0 0-1 0 0,-1 0 1 0 0,-14 18 0 0 0,4-9-11 0 0,-1-1 0 0 0,-1-1 0 0 0,-2 0 0 0 0,0-2 1 0 0,-33 24-1 0 0,40-34-393 0 0,1-1-1 0 0,-1 0 1 0 0,-1-1 0 0 0,-23 8 0 0 0,29-12-438 0 0,0 0-1 0 0,-1-1 1 0 0,0 0 0 0 0,1-1 0 0 0,-1 0-1 0 0,0-1 1 0 0,-19-1 0 0 0,30 1 323 0 0,0 0 0 0 0,0 0 1 0 0,-1 0-1 0 0,1 0 1 0 0,0 0-1 0 0,0 0 1 0 0,-1 0-1 0 0,1 0 0 0 0,0 0 1 0 0,-1 0-1 0 0,1 0 1 0 0,0 0-1 0 0,0 0 0 0 0,-1 0 1 0 0,1 0-1 0 0,0-1 1 0 0,0 1-1 0 0,-1 0 0 0 0,1 0 1 0 0,0 0-1 0 0,0 0 1 0 0,-1 0-1 0 0,1-1 0 0 0,0 1 1 0 0,0 0-1 0 0,0 0 1 0 0,0 0-1 0 0,-1-1 0 0 0,1 1 1 0 0,0 0-1 0 0,0 0 1 0 0,0-1-1 0 0,0 1 0 0 0,0 0 1 0 0,0 0-1 0 0,-1-1 1 0 0,1 1-1 0 0,0 0 0 0 0,0 0 1 0 0,0-1-1 0 0,0 1 1 0 0,0-1-1 0 0,7-9-8338 0 0,-3 6 6866 0 0,4-7-1366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4:00.959"/>
    </inkml:context>
    <inkml:brush xml:id="br0">
      <inkml:brushProperty name="width" value="0.035" units="cm"/>
      <inkml:brushProperty name="height" value="0.035" units="cm"/>
      <inkml:brushProperty name="color" value="#E71224"/>
    </inkml:brush>
  </inkml:definitions>
  <inkml:trace contextRef="#ctx0" brushRef="#br0">98 0 744 0 0,'-2'0'636'0'0,"0"1"0"0"0,-1-1 1 0 0,1 0-1 0 0,0 1 0 0 0,0-1 0 0 0,0 1 0 0 0,0 0 1 0 0,0-1-1 0 0,0 1 0 0 0,0 0 0 0 0,0 0 0 0 0,1 1 1 0 0,-1-1-1 0 0,0 0 0 0 0,1 0 0 0 0,-1 1 0 0 0,-2 2 1 0 0,0 1-101 0 0,1 0 1 0 0,-1 0-1 0 0,1 0 1 0 0,0 0 0 0 0,1 1-1 0 0,-4 7 1 0 0,-1 10-341 0 0,1 0-1 0 0,-4 34 1 0 0,8-45 623 0 0,-3 21-719 0 0,2-1 0 0 0,1 1 0 0 0,2-1-1 0 0,1 1 1 0 0,1-1 0 0 0,2 1 0 0 0,2-1 0 0 0,0 0 0 0 0,2-1 0 0 0,2 1 0 0 0,1-2 0 0 0,23 48 0 0 0,-30-71-680 0 0,0 1 0 0 0,1-1 0 0 0,0 1 0 0 0,0-1 0 0 0,0-1 0 0 0,1 1 0 0 0,8 6 0 0 0,-12-11 141 0 0,0 0-1 0 0,1 0 1 0 0,-1-1-1 0 0,1 1 1 0 0,0-1-1 0 0,-1 1 1 0 0,1-1-1 0 0,0 0 1 0 0,0 0-1 0 0,0 0 1 0 0,0 0-1 0 0,0-1 1 0 0,0 1-1 0 0,0-1 1 0 0,0 0-1 0 0,0 0 1 0 0,0 0-1 0 0,0 0 1 0 0,0 0-1 0 0,0-1 1 0 0,0 1-1 0 0,0-1 1 0 0,6-2-1 0 0,14-11-1853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4:01.649"/>
    </inkml:context>
    <inkml:brush xml:id="br0">
      <inkml:brushProperty name="width" value="0.035" units="cm"/>
      <inkml:brushProperty name="height" value="0.035" units="cm"/>
      <inkml:brushProperty name="color" value="#E71224"/>
    </inkml:brush>
  </inkml:definitions>
  <inkml:trace contextRef="#ctx0" brushRef="#br0">20 104 824 0 0,'-8'32'10323'0'0,"-2"11"-6779"0"0,9-24-3137 0 0,0 0-1 0 0,2 0 1 0 0,0 0-1 0 0,1 0 1 0 0,1 0-1 0 0,8 28 0 0 0,-9-41-388 0 0,0 0-1 0 0,0 0 0 0 0,1 0 0 0 0,-1 0 1 0 0,1-1-1 0 0,0 1 0 0 0,1-1 0 0 0,-1 0 1 0 0,1 1-1 0 0,0-2 0 0 0,1 1 0 0 0,-1 0 0 0 0,1-1 1 0 0,0 0-1 0 0,0 0 0 0 0,0 0 0 0 0,1-1 1 0 0,-1 0-1 0 0,1 0 0 0 0,0 0 0 0 0,0 0 0 0 0,0-1 1 0 0,7 2-1 0 0,-7-3-16 0 0,-1-1 1 0 0,0 1-1 0 0,1-1 0 0 0,-1 0 1 0 0,0 0-1 0 0,1 0 0 0 0,-1-1 1 0 0,0 0-1 0 0,0 0 0 0 0,1 0 0 0 0,-1-1 1 0 0,0 0-1 0 0,0 0 0 0 0,0 0 1 0 0,4-3-1 0 0,-1 0-3 0 0,0-1 0 0 0,-1 0 0 0 0,0 0 0 0 0,0 0 0 0 0,0-1 0 0 0,-1 0 1 0 0,11-15-1 0 0,-4 1 2 0 0,-1-1 0 0 0,-1-1 1 0 0,0 0-1 0 0,-2 0 0 0 0,10-37 1 0 0,-19 60-1 0 0,14-66-76 0 0,-13 61 156 0 0,-1 0-1 0 0,1 0 1 0 0,-1 0-1 0 0,0-1 1 0 0,-1 1 0 0 0,1 0-1 0 0,-1 0 1 0 0,0 0 0 0 0,0 0-1 0 0,-4-9 1 0 0,5 13-51 0 0,0 1 0 0 0,-1 0 0 0 0,1-1 0 0 0,0 1 0 0 0,0 0-1 0 0,0-1 1 0 0,-1 1 0 0 0,1 0 0 0 0,0-1 0 0 0,0 1 0 0 0,-1 0 0 0 0,1-1 0 0 0,0 1 0 0 0,-1 0 0 0 0,1 0 0 0 0,0-1 0 0 0,-1 1-1 0 0,1 0 1 0 0,0 0 0 0 0,-1 0 0 0 0,1-1 0 0 0,-1 1 0 0 0,1 0 0 0 0,0 0 0 0 0,-1 0 0 0 0,1 0 0 0 0,-1 0 0 0 0,1 0 0 0 0,-1 0-1 0 0,1 0 1 0 0,0 0 0 0 0,-1 0 0 0 0,1 0 0 0 0,-1 0 0 0 0,1 0 0 0 0,-15 12 422 0 0,-6 21-130 0 0,14-19-305 0 0,0 2 0 0 0,1-1 1 0 0,0 1-1 0 0,1 0 0 0 0,1 0 0 0 0,-3 28 0 0 0,6-36-15 0 0,1-1-1 0 0,0 1 1 0 0,1 0 0 0 0,0-1-1 0 0,0 1 1 0 0,1-1 0 0 0,0 1 0 0 0,0-1-1 0 0,0 0 1 0 0,1 0 0 0 0,0 0-1 0 0,1 0 1 0 0,-1 0 0 0 0,1-1 0 0 0,1 0-1 0 0,-1 0 1 0 0,7 7 0 0 0,-6-7-6 0 0,1 0 1 0 0,0 0 0 0 0,0-1 0 0 0,0 0 0 0 0,1 0-1 0 0,0 0 1 0 0,-1-1 0 0 0,2 0 0 0 0,-1 0-1 0 0,0-1 1 0 0,1 0 0 0 0,0 0 0 0 0,0-1 0 0 0,0 0-1 0 0,0 0 1 0 0,0-1 0 0 0,10 1 0 0 0,-9-2 2 0 0,-1-1-1 0 0,1 0 1 0 0,-1-1 0 0 0,1 0 0 0 0,-1 0 0 0 0,0-1 0 0 0,0 0 0 0 0,0 0 0 0 0,0 0-1 0 0,-1-1 1 0 0,1-1 0 0 0,-1 1 0 0 0,0-1 0 0 0,0-1 0 0 0,0 1 0 0 0,6-8 0 0 0,-3 3 52 0 0,-1 1 1 0 0,0-1-1 0 0,-1 0 1 0 0,0-1-1 0 0,-1 0 1 0 0,0 0 0 0 0,-1 0-1 0 0,0-1 1 0 0,-1 0-1 0 0,0-1 1 0 0,-1 1-1 0 0,0-1 1 0 0,-1 1-1 0 0,0-1 1 0 0,-1 0 0 0 0,-1 0-1 0 0,0-1 1 0 0,-1 1-1 0 0,0 0 1 0 0,-1 0-1 0 0,0 0 1 0 0,-1 0-1 0 0,-5-16 1 0 0,5 24 44 0 0,-1 0 0 0 0,0 0-1 0 0,0 1 1 0 0,0-1 0 0 0,0 1 0 0 0,-1 0-1 0 0,0 0 1 0 0,0 0 0 0 0,0 0 0 0 0,0 1-1 0 0,-1-1 1 0 0,1 1 0 0 0,-1 0 0 0 0,0 1-1 0 0,0-1 1 0 0,0 1 0 0 0,0 0 0 0 0,0 0-1 0 0,-1 0 1 0 0,1 1 0 0 0,0 0 0 0 0,-8-1-1 0 0,8 2-313 0 0,0-1 1 0 0,0 1-1 0 0,0 0 0 0 0,0 0 0 0 0,0 0 0 0 0,0 1 0 0 0,0-1 0 0 0,0 1 1 0 0,1 1-1 0 0,-1-1 0 0 0,0 1 0 0 0,0-1 0 0 0,1 1 0 0 0,-1 1 0 0 0,1-1 0 0 0,-5 4 1 0 0,7-3-856 0 0,-1 0 1 0 0,0 1 0 0 0,1-1 0 0 0,0 1 0 0 0,0-1 0 0 0,0 1 0 0 0,0 0 0 0 0,1 0-1 0 0,0 0 1 0 0,0 0 0 0 0,0 0 0 0 0,0 0 0 0 0,0 7 0 0 0,-3 8-797 0 0,-5 17-637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4:03.918"/>
    </inkml:context>
    <inkml:brush xml:id="br0">
      <inkml:brushProperty name="width" value="0.035" units="cm"/>
      <inkml:brushProperty name="height" value="0.035" units="cm"/>
      <inkml:brushProperty name="color" value="#E71224"/>
    </inkml:brush>
  </inkml:definitions>
  <inkml:trace contextRef="#ctx0" brushRef="#br0">0 11 184 0 0,'2'-1'957'0'0,"0"-1"1"0"0,0 1-1 0 0,0 0 0 0 0,0 0 0 0 0,0 0 1 0 0,0 0-1 0 0,0 1 0 0 0,0-1 0 0 0,0 0 1 0 0,0 1-1 0 0,0 0 0 0 0,1-1 1 0 0,2 1-1 0 0,34 5 2448 0 0,-24 0-3226 0 0,-1 0-1 0 0,0 1 0 0 0,15 7 1 0 0,-10-1-6 0 0,-1 1 1 0 0,1 1 0 0 0,-2 0-1 0 0,0 1 1 0 0,-1 1 0 0 0,-1 1 0 0 0,0 0-1 0 0,-1 1 1 0 0,-1 0 0 0 0,-1 1-1 0 0,0 1 1 0 0,15 37 0 0 0,-11-20-43 0 0,-2 1-1 0 0,-2 0 1 0 0,-1 1 0 0 0,-2 0 0 0 0,-2 1-1 0 0,3 54 1 0 0,-9-57-5 0 0,-2-1-1 0 0,-1 0 1 0 0,-2 1 0 0 0,-2-1-1 0 0,-1-1 1 0 0,-22 67 0 0 0,10-52-669 0 0,-2-2 0 0 0,-3 0 0 0 0,-1-2 0 0 0,-35 49 0 0 0,46-79-1188 0 0,13-16 1370 0 0,0 1 1 0 0,0-1 0 0 0,0 1-1 0 0,1 0 1 0 0,-1-1-1 0 0,0 0 1 0 0,0 1 0 0 0,0-1-1 0 0,0 1 1 0 0,0-1 0 0 0,0 0-1 0 0,0 0 1 0 0,0 0 0 0 0,0 0-1 0 0,0 1 1 0 0,0-1-1 0 0,0 0 1 0 0,0-1 0 0 0,-1 1-1 0 0,-17-13-6616 0 0,8-5 5653 0 0,0-6-263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4:05.174"/>
    </inkml:context>
    <inkml:brush xml:id="br0">
      <inkml:brushProperty name="width" value="0.035" units="cm"/>
      <inkml:brushProperty name="height" value="0.035" units="cm"/>
      <inkml:brushProperty name="color" value="#E71224"/>
    </inkml:brush>
  </inkml:definitions>
  <inkml:trace contextRef="#ctx0" brushRef="#br0">201 34 2264 0 0,'15'-18'4692'0'0,"-2"3"3470"0"0,-19 34-4869 0 0,-70 125-1423 0 0,23-49-1473 0 0,33-57-224 0 0,-31 68 372 0 0,46-95-486 0 0,1 0-1 0 0,1 0 1 0 0,0 1-1 0 0,0 0 1 0 0,2 0 0 0 0,-1-1-1 0 0,1 19 1 0 0,1-26-29 0 0,1-1 0 0 0,0 1 0 0 0,0 0 0 0 0,0-1 1 0 0,1 1-1 0 0,-1-1 0 0 0,1 1 0 0 0,0-1 0 0 0,0 0 0 0 0,0 0 1 0 0,0 0-1 0 0,0 0 0 0 0,1 0 0 0 0,-1 0 0 0 0,1 0 0 0 0,0-1 1 0 0,0 0-1 0 0,0 1 0 0 0,0-1 0 0 0,0 0 0 0 0,1 0 0 0 0,-1-1 1 0 0,0 1-1 0 0,1-1 0 0 0,0 0 0 0 0,-1 0 0 0 0,1 0 0 0 0,6 1 1 0 0,12 2 148 0 0,-1 0 0 0 0,1-2 0 0 0,33 0 0 0 0,-52-2-170 0 0,259-7 1164 0 0,-246 10-1505 0 0,-28 4-3695 0 0,-35 7-6109 0 0,43-13 9129 0 0,-70 18-6113 0 0,34-16 5240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4:06.037"/>
    </inkml:context>
    <inkml:brush xml:id="br0">
      <inkml:brushProperty name="width" value="0.035" units="cm"/>
      <inkml:brushProperty name="height" value="0.035" units="cm"/>
      <inkml:brushProperty name="color" value="#E71224"/>
    </inkml:brush>
  </inkml:definitions>
  <inkml:trace contextRef="#ctx0" brushRef="#br0">0 236 2664 0 0,'0'-14'1905'0'0,"1"1"0"0"0,0 0 0 0 0,1 0 0 0 0,0 0 0 0 0,1 0 0 0 0,9-23 0 0 0,15-8 561 0 0,-11 16-1607 0 0,-14 24-727 0 0,-1 0 0 0 0,1 0-1 0 0,0 0 1 0 0,1 0 0 0 0,-1 0-1 0 0,1 1 1 0 0,0-1 0 0 0,-1 1 0 0 0,1 0-1 0 0,1 0 1 0 0,6-5 0 0 0,-11 19 174 0 0,0 0 1 0 0,0 1 0 0 0,-2-1-1 0 0,-4 16 1 0 0,-7 26-2 0 0,-13 97 0 0 0,25-126-302 0 0,0 1 0 0 0,2 0 1 0 0,1 0-1 0 0,1 0 0 0 0,1-1 0 0 0,8 35 0 0 0,-10-54-12 0 0,1 1-1 0 0,0-1 1 0 0,0 1-1 0 0,0-1 1 0 0,0 0-1 0 0,1 0 1 0 0,0 0-1 0 0,0 0 1 0 0,0-1-1 0 0,1 1 1 0 0,0-1-1 0 0,-1 0 0 0 0,2 0 1 0 0,-1 0-1 0 0,0-1 1 0 0,8 6-1 0 0,-8-8-13 0 0,-1 1 0 0 0,1-1-1 0 0,0 0 1 0 0,0 0-1 0 0,0 0 1 0 0,0-1 0 0 0,-1 1-1 0 0,1-1 1 0 0,0 0-1 0 0,0 0 1 0 0,0 0 0 0 0,0 0-1 0 0,0-1 1 0 0,0 0-1 0 0,0 0 1 0 0,0 0 0 0 0,-1 0-1 0 0,1 0 1 0 0,0-1-1 0 0,-1 0 1 0 0,1 0 0 0 0,-1 0-1 0 0,0 0 1 0 0,6-4-1 0 0,5-5 15 0 0,1 0 1 0 0,-1-1-1 0 0,-1-1 0 0 0,0 0 0 0 0,-1 0 0 0 0,0-2 0 0 0,-1 1 0 0 0,-1-1 0 0 0,0-1 0 0 0,-1 0 1 0 0,7-19-1 0 0,-16 35 17 0 0,0 0 0 0 0,1 0 1 0 0,-1 0-1 0 0,0-1 0 0 0,0 1 0 0 0,0 0 1 0 0,0 0-1 0 0,0 0 0 0 0,0 0 1 0 0,0-1-1 0 0,0 1 0 0 0,0 0 1 0 0,0 0-1 0 0,0 0 0 0 0,0 0 0 0 0,0-1 1 0 0,0 1-1 0 0,0 0 0 0 0,0 0 1 0 0,0 0-1 0 0,0 0 0 0 0,0-1 1 0 0,0 1-1 0 0,0 0 0 0 0,0 0 0 0 0,0 0 1 0 0,0 0-1 0 0,0-1 0 0 0,0 1 1 0 0,0 0-1 0 0,0 0 0 0 0,-1 0 0 0 0,1 0 1 0 0,0 0-1 0 0,0-1 0 0 0,0 1 1 0 0,0 0-1 0 0,0 0 0 0 0,0 0 1 0 0,-1 0-1 0 0,1 0 0 0 0,0 0 0 0 0,0 0 1 0 0,0 0-1 0 0,0 0 0 0 0,-1 0 1 0 0,1-1-1 0 0,0 1 0 0 0,0 0 1 0 0,-13 4 321 0 0,-10 15 239 0 0,21-15-550 0 0,0 0 0 0 0,0 1 0 0 0,0-1-1 0 0,1 1 1 0 0,0-1 0 0 0,0 1-1 0 0,0 0 1 0 0,0-1 0 0 0,1 1-1 0 0,0 0 1 0 0,0 0 0 0 0,0 0 0 0 0,1 4-1 0 0,-1-6-24 0 0,1 0 0 0 0,0 0 0 0 0,-1-1-1 0 0,1 1 1 0 0,0 0 0 0 0,0-1 0 0 0,1 1-1 0 0,-1-1 1 0 0,1 1 0 0 0,-1-1 0 0 0,1 0-1 0 0,0 1 1 0 0,-1-1 0 0 0,1 0 0 0 0,0 0-1 0 0,1 0 1 0 0,-1-1 0 0 0,0 1 0 0 0,0 0-1 0 0,1-1 1 0 0,-1 0 0 0 0,1 1 0 0 0,2 0-1 0 0,-20-14 606 0 0,-13-9-3637 0 0,25 19 2320 0 0,0 1 0 0 0,0-1 1 0 0,0 1-1 0 0,0 0 0 0 0,0 0 1 0 0,0 0-1 0 0,0 0 1 0 0,0 1-1 0 0,0-1 0 0 0,-6 1 1 0 0,-5 1-1377 0 0,0 1 0 0 0,0 1 0 0 0,0 0 0 0 0,-18 8 0 0 0,17-7 1163 0 0,-21 9-842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4:06.522"/>
    </inkml:context>
    <inkml:brush xml:id="br0">
      <inkml:brushProperty name="width" value="0.035" units="cm"/>
      <inkml:brushProperty name="height" value="0.035" units="cm"/>
      <inkml:brushProperty name="color" value="#E71224"/>
    </inkml:brush>
  </inkml:definitions>
  <inkml:trace contextRef="#ctx0" brushRef="#br0">19 351 1304 0 0,'-4'-6'1211'0'0,"2"-1"0"0"0,-1 1 0 0 0,1-1-1 0 0,0 0 1 0 0,0 0 0 0 0,1 0 0 0 0,0 0 0 0 0,0 0 0 0 0,1 0-1 0 0,-1-1 1 0 0,2-9 0 0 0,1 7-667 0 0,0 0 0 0 0,0 1 0 0 0,1-1 0 0 0,0 1 0 0 0,1-1 0 0 0,0 1 0 0 0,7-12 0 0 0,3 0-318 0 0,1 0 1 0 0,1 2-1 0 0,1 0 1 0 0,0 0-1 0 0,31-24 1 0 0,-45 41-181 0 0,1-1 0 0 0,-1 0 1 0 0,1 1-1 0 0,-1-1 0 0 0,1 1 1 0 0,0 0-1 0 0,0 0 0 0 0,0 0 1 0 0,0 1-1 0 0,0 0 0 0 0,1-1 1 0 0,-1 2-1 0 0,0-1 0 0 0,9 0 1 0 0,-10 1-24 0 0,0 1 0 0 0,1-1 0 0 0,-1 1 0 0 0,0 0-1 0 0,0 0 1 0 0,0 0 0 0 0,0 1 0 0 0,0-1 0 0 0,0 1 0 0 0,0-1 0 0 0,0 1 0 0 0,0 0 0 0 0,-1 0 0 0 0,1 1 0 0 0,-1-1 0 0 0,1 0 0 0 0,-1 1 0 0 0,0 0 0 0 0,0-1 0 0 0,0 1 0 0 0,1 4 0 0 0,6 8 20 0 0,-2 0 0 0 0,0 1 1 0 0,-1 1-1 0 0,-1-1 0 0 0,0 1 1 0 0,4 25-1 0 0,8 111 237 0 0,-15-128-271 0 0,2 36 112 0 0,-2 1 0 0 0,-7 77 1 0 0,1-108-65 0 0,0 0 1 0 0,-3-1 0 0 0,0 0 0 0 0,-2 0-1 0 0,-1 0 1 0 0,-19 39 0 0 0,27-64-40 0 0,0-1 0 0 0,-1 0 0 0 0,1 1-1 0 0,-1-1 1 0 0,0 0 0 0 0,0 0 0 0 0,0-1 0 0 0,-1 1 0 0 0,1-1 0 0 0,-1 1 0 0 0,0-1 0 0 0,0 0 0 0 0,0-1 0 0 0,0 1 0 0 0,0-1 0 0 0,-6 3 0 0 0,7-5-14 0 0,0 1 0 0 0,0-1 0 0 0,0 0 1 0 0,0 0-1 0 0,0 0 0 0 0,0 0 0 0 0,0-1 0 0 0,0 1 1 0 0,1-1-1 0 0,-1 1 0 0 0,0-1 0 0 0,0 0 0 0 0,0 0 1 0 0,0-1-1 0 0,1 1 0 0 0,-1-1 0 0 0,1 1 0 0 0,-1-1 1 0 0,1 0-1 0 0,0 0 0 0 0,-1 0 0 0 0,1 0 1 0 0,0 0-1 0 0,0 0 0 0 0,0-1 0 0 0,-2-4 0 0 0,-3-2-48 0 0,2 0 0 0 0,-1 0-1 0 0,1-1 1 0 0,1 0 0 0 0,-1 0-1 0 0,-3-14 1 0 0,7 18 22 0 0,-1 1 1 0 0,1-1-1 0 0,0 1 0 0 0,0-1 1 0 0,0 0-1 0 0,1 1 1 0 0,0-1-1 0 0,0 0 0 0 0,1 1 1 0 0,-1-1-1 0 0,1 0 0 0 0,1 1 1 0 0,2-11-1 0 0,-2 14 24 0 0,-1 0-1 0 0,0 1 1 0 0,1-1 0 0 0,-1 1-1 0 0,1 0 1 0 0,-1-1 0 0 0,1 1-1 0 0,0 0 1 0 0,0 0 0 0 0,-1 0-1 0 0,1 0 1 0 0,0 0 0 0 0,0 1 0 0 0,0-1-1 0 0,0 1 1 0 0,0-1 0 0 0,0 1-1 0 0,0-1 1 0 0,0 1 0 0 0,0 0-1 0 0,0 0 1 0 0,0 0 0 0 0,3 1-1 0 0,50 6 314 0 0,315 89 933 0 0,-332-85-1123 0 0,-10-4-262 0 0,-1 1-1 0 0,-1 2 0 0 0,0 1 1 0 0,35 19-1 0 0,-76-46-10218 0 0,-4-11 4263 0 0,-34-68-579 0 0,24 36 4979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04:07.192"/>
    </inkml:context>
    <inkml:brush xml:id="br0">
      <inkml:brushProperty name="width" value="0.035" units="cm"/>
      <inkml:brushProperty name="height" value="0.035" units="cm"/>
      <inkml:brushProperty name="color" value="#E71224"/>
    </inkml:brush>
  </inkml:definitions>
  <inkml:trace contextRef="#ctx0" brushRef="#br0">76 52 904 0 0,'2'-4'469'0'0,"17"-36"9307"0"0,-19 40-9672 0 0,0-1 0 0 0,1 1 0 0 0,-1 0 0 0 0,0 0 0 0 0,0 0 0 0 0,0 0 0 0 0,0 0 0 0 0,0 0 0 0 0,0-1 0 0 0,0 1 0 0 0,0 0 0 0 0,1 0 0 0 0,-1 0 0 0 0,0 0 0 0 0,0-1 0 0 0,0 1 0 0 0,0 0 0 0 0,0 0 0 0 0,0 0 0 0 0,0 0 0 0 0,0-1 0 0 0,0 1 0 0 0,0 0 0 0 0,0 0 0 0 0,0 0 0 0 0,0 0 0 0 0,0-1 0 0 0,0 1 0 0 0,-1 0 0 0 0,1 0 0 0 0,0 0 0 0 0,0 0 0 0 0,0-1 0 0 0,0 1 0 0 0,0 0 0 0 0,0 0 0 0 0,0 0 0 0 0,0 0 0 0 0,0 0 0 0 0,-1 0 0 0 0,1-1 0 0 0,0 1 0 0 0,0 0 0 0 0,0 0 0 0 0,0 0 0 0 0,0 0 0 0 0,-1 0 0 0 0,1 0 0 0 0,0 0 0 0 0,0 0 0 0 0,0 0 0 0 0,0 0 0 0 0,-1 0 0 0 0,1 0 0 0 0,-20 15 2172 0 0,13-8-2119 0 0,0 1 0 0 0,0 0 0 0 0,1 0 0 0 0,-1 1 0 0 0,2-1 1 0 0,0 1-1 0 0,0 1 0 0 0,0-1 0 0 0,1 1 0 0 0,0-1 0 0 0,1 1 0 0 0,0 0 1 0 0,1 1-1 0 0,0-1 0 0 0,1 0 0 0 0,0 1 0 0 0,0-1 0 0 0,3 21 1 0 0,-1-22-165 0 0,0-1 1 0 0,1 0 0 0 0,0 0 0 0 0,0-1 0 0 0,1 1 0 0 0,0 0-1 0 0,1-1 1 0 0,-1 0 0 0 0,1 1 0 0 0,1-1 0 0 0,0-1 0 0 0,0 1 0 0 0,0-1-1 0 0,0 0 1 0 0,1 0 0 0 0,0 0 0 0 0,0-1 0 0 0,1 0 0 0 0,0 0-1 0 0,-1-1 1 0 0,2 0 0 0 0,-1 0 0 0 0,0-1 0 0 0,13 5 0 0 0,29 8-13 0 0,-1 3 0 0 0,0 1 1 0 0,-2 3-1 0 0,82 52 0 0 0,-120-68-17 0 0,16 10-1 0 0,-16-14 50 0 0,-7-7 29 0 0,7 22 65 0 0,1-1 1 0 0,18 28 0 0 0,15 29-31 0 0,20 78-89 0 0,-56-133 218 0 0,0 1-1 0 0,-2 0 1 0 0,0 0-1 0 0,-2 0 0 0 0,0 0 1 0 0,-1 22-1 0 0,-2-36-113 0 0,-1-1 0 0 0,1 0 0 0 0,-1 1 0 0 0,0-1-1 0 0,-1 0 1 0 0,1 0 0 0 0,-1 0 0 0 0,0-1 0 0 0,0 1 0 0 0,-1-1-1 0 0,1 1 1 0 0,-1-1 0 0 0,0 0 0 0 0,0 0 0 0 0,-1-1-1 0 0,1 1 1 0 0,-1-1 0 0 0,1 0 0 0 0,-1 0 0 0 0,-6 2 0 0 0,-1 2-155 0 0,-1-1 1 0 0,1-1 0 0 0,-1 0 0 0 0,0 0 0 0 0,0-2 0 0 0,-1 1 0 0 0,-17 1 0 0 0,7-4-1851 0 0,20-2 668 0 0,1 1 0 0 0,0 0 0 0 0,0 0 0 0 0,-1 1-1 0 0,1-1 1 0 0,0 1 0 0 0,0-1 0 0 0,0 1 0 0 0,0 0 0 0 0,-1 0 0 0 0,1 0-1 0 0,0 1 1 0 0,1-1 0 0 0,-6 4 0 0 0,-12 18-979 0 0,-1 12 51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29.882"/>
    </inkml:context>
    <inkml:brush xml:id="br0">
      <inkml:brushProperty name="width" value="0.035" units="cm"/>
      <inkml:brushProperty name="height" value="0.035" units="cm"/>
      <inkml:brushProperty name="color" value="#E71224"/>
    </inkml:brush>
  </inkml:definitions>
  <inkml:trace contextRef="#ctx0" brushRef="#br0">242 0 2504 0 0,'-22'28'8636'0'0,"1"-1"-2616"0"0,19-24-5802 0 0,0 1 0 0 0,0 0 0 0 0,1-1 0 0 0,-1 1 0 0 0,1 0 0 0 0,0 0 0 0 0,0 8 1 0 0,-30 202 1501 0 0,-83 304 0 0 0,102-476-1849 0 0,3-13-555 0 0,2 0-1 0 0,-6 46 1 0 0,13-70-2598 0 0,6-24-3244 0 0,4-31 2014 0 0,-7-14 1392 0 0,-4-14 933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0.133"/>
    </inkml:context>
    <inkml:brush xml:id="br0">
      <inkml:brushProperty name="width" value="0.035" units="cm"/>
      <inkml:brushProperty name="height" value="0.035" units="cm"/>
      <inkml:brushProperty name="color" value="#E71224"/>
    </inkml:brush>
  </inkml:definitions>
  <inkml:trace contextRef="#ctx0" brushRef="#br0">0 96 584 0 0,'3'1'1115'0'0,"1"-1"-1"0"0,-1 1 1 0 0,0-1-1 0 0,1 0 1 0 0,-1 0-1 0 0,0 0 1 0 0,1-1-1 0 0,-1 1 1 0 0,6-2-1 0 0,-1-2-146 0 0,-1 1-1 0 0,1-1 0 0 0,-1 0 1 0 0,0 0-1 0 0,7-6 0 0 0,31-17 365 0 0,-23 18-1063 0 0,1 2 0 0 0,0 0 1 0 0,30-4-1 0 0,-46 9-502 0 0,1 1 1 0 0,-1 0-1 0 0,1 1 0 0 0,-1-1 0 0 0,1 1 1 0 0,0 1-1 0 0,-1 0 0 0 0,1 0 0 0 0,-1 0 0 0 0,1 1 1 0 0,-1 0-1 0 0,0 0 0 0 0,14 7 0 0 0,-20-8-60 0 0,0-1 1 0 0,0 0-1 0 0,0 1 0 0 0,0-1 0 0 0,0 1 1 0 0,-1-1-1 0 0,1 1 0 0 0,0 0 0 0 0,0-1 0 0 0,0 1 1 0 0,0 0-1 0 0,-1 0 0 0 0,1-1 0 0 0,0 1 1 0 0,-1 0-1 0 0,1 0 0 0 0,-1 0 0 0 0,1 0 0 0 0,-1 0 1 0 0,1 0-1 0 0,-1 0 0 0 0,1 0 0 0 0,-1 0 1 0 0,0 0-1 0 0,0 0 0 0 0,0 0 0 0 0,1 0 0 0 0,-1 0 1 0 0,0 0-1 0 0,0 0 0 0 0,0 1 0 0 0,-1-1 1 0 0,1 0-1 0 0,0 0 0 0 0,0 0 0 0 0,-1 0 1 0 0,1 0-1 0 0,0 0 0 0 0,-1 0 0 0 0,1 0 0 0 0,-1 0 1 0 0,1 0-1 0 0,-1 0 0 0 0,0-1 0 0 0,1 1 1 0 0,-2 1-1 0 0,-19 11-1774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0.354"/>
    </inkml:context>
    <inkml:brush xml:id="br0">
      <inkml:brushProperty name="width" value="0.035" units="cm"/>
      <inkml:brushProperty name="height" value="0.035" units="cm"/>
      <inkml:brushProperty name="color" value="#E71224"/>
    </inkml:brush>
  </inkml:definitions>
  <inkml:trace contextRef="#ctx0" brushRef="#br0">1 35 344 0 0,'21'16'3520'0'0,"3"-2"0"0"0,6-2-640 0 0,6-11-560 0 0,7-9-560 0 0,8-1-640 0 0,1-1-320 0 0,-1 1-479 0 0,-5 0-369 0 0,-5 0-753 0 0,-9 0-1359 0 0,-4 2-1600 0 0,-10 3-80 0 0,-13 0 880 0 0,-9 4 960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0.968"/>
    </inkml:context>
    <inkml:brush xml:id="br0">
      <inkml:brushProperty name="width" value="0.035" units="cm"/>
      <inkml:brushProperty name="height" value="0.035" units="cm"/>
      <inkml:brushProperty name="color" value="#E71224"/>
    </inkml:brush>
  </inkml:definitions>
  <inkml:trace contextRef="#ctx0" brushRef="#br0">99 0 2744 0 0,'0'13'9805'0'0,"-9"1"-5131"0"0,-22 13-3838 0 0,1-1-404 0 0,27-20-394 0 0,-1 1 0 0 0,0-1-1 0 0,1 0 1 0 0,0 1 0 0 0,1 0 0 0 0,-1-1-1 0 0,1 1 1 0 0,-2 14 0 0 0,4-20-40 0 0,0 1 0 0 0,0-1 0 0 0,0 1 1 0 0,0 0-1 0 0,0-1 0 0 0,0 1 0 0 0,1-1 0 0 0,-1 1 1 0 0,0 0-1 0 0,1-1 0 0 0,-1 1 0 0 0,1-1 0 0 0,0 1 1 0 0,0-1-1 0 0,-1 0 0 0 0,1 1 0 0 0,0-1 0 0 0,0 0 1 0 0,0 1-1 0 0,0-1 0 0 0,0 0 0 0 0,1 0 0 0 0,-1 0 1 0 0,0 0-1 0 0,0 0 0 0 0,1 0 0 0 0,-1 0 0 0 0,1-1 1 0 0,-1 1-1 0 0,1 0 0 0 0,-1-1 0 0 0,1 1 0 0 0,-1-1 1 0 0,1 1-1 0 0,-1-1 0 0 0,1 0 0 0 0,0 0 0 0 0,-1 0 1 0 0,1 0-1 0 0,-1 0 0 0 0,1 0 0 0 0,0 0 1 0 0,-1 0-1 0 0,4-2 0 0 0,41-5 59 0 0,-35 5-36 0 0,-1 0-1 0 0,1 1 1 0 0,0 0 0 0 0,-1 1 0 0 0,14 0-1 0 0,-22 0-7 0 0,-1 1 0 0 0,0-1 0 0 0,1 0 0 0 0,-1 1 0 0 0,0-1 0 0 0,0 1 0 0 0,0 0 0 0 0,1-1 0 0 0,-1 1 0 0 0,0 0 0 0 0,0 0 0 0 0,0-1 0 0 0,0 1 0 0 0,0 0 0 0 0,0 0 0 0 0,0 0 0 0 0,0 0 0 0 0,-1 1 0 0 0,1-1 0 0 0,0 0 0 0 0,-1 0 0 0 0,1 0 0 0 0,-1 0 0 0 0,1 1 0 0 0,-1-1 0 0 0,1 0 0 0 0,-1 1-1 0 0,0-1 1 0 0,0 0 0 0 0,0 1 0 0 0,1-1 0 0 0,-1 0 0 0 0,-1 1 0 0 0,1-1 0 0 0,0 0 0 0 0,0 1 0 0 0,0-1 0 0 0,-1 0 0 0 0,1 1 0 0 0,-1 1 0 0 0,-20 54 295 0 0,-12 0-134 0 0,24-45-172 0 0,2 0 1 0 0,-1 1 0 0 0,2 0-1 0 0,0 0 1 0 0,0 1 0 0 0,-6 25-1 0 0,12-38-23 0 0,0-1 1 0 0,0 1-1 0 0,0 0 0 0 0,0-1 0 0 0,0 1 0 0 0,0 0 0 0 0,1 0 0 0 0,-1-1 0 0 0,0 1 1 0 0,0 0-1 0 0,1-1 0 0 0,-1 1 0 0 0,0 0 0 0 0,1-1 0 0 0,-1 1 0 0 0,1-1 0 0 0,-1 1 0 0 0,1-1 1 0 0,-1 1-1 0 0,1-1 0 0 0,-1 1 0 0 0,1-1 0 0 0,0 1 0 0 0,-1-1 0 0 0,1 0 0 0 0,-1 1 1 0 0,1-1-1 0 0,0 0 0 0 0,-1 1 0 0 0,1-1 0 0 0,0 0 0 0 0,0 0 0 0 0,-1 0 0 0 0,1 0 1 0 0,0 0-1 0 0,-1 0 0 0 0,1 0 0 0 0,0 0 0 0 0,0 0 0 0 0,-1 0 0 0 0,1 0 0 0 0,0 0 1 0 0,0 0-1 0 0,-1-1 0 0 0,2 1 0 0 0,45-10-302 0 0,-36 6 260 0 0,-3 3 98 0 0,0-1 0 0 0,0 1 1 0 0,0 1-1 0 0,0-1 1 0 0,0 1-1 0 0,9 1 1 0 0,-15 0 3 0 0,-1-1-1 0 0,0 0 1 0 0,0 0 0 0 0,0 0 0 0 0,0 1 0 0 0,0-1 0 0 0,0 1 0 0 0,0-1 0 0 0,0 1 0 0 0,-1-1 0 0 0,1 1 0 0 0,0-1 0 0 0,0 1 0 0 0,0 0 0 0 0,0-1 0 0 0,-1 1 0 0 0,1 0-1 0 0,0 0 1 0 0,-1 0 0 0 0,1 0 0 0 0,0 1 0 0 0,0 0 19 0 0,-1 0 0 0 0,0-1 0 0 0,0 1 1 0 0,0 0-1 0 0,0 0 0 0 0,0-1 0 0 0,-1 1 0 0 0,1 0 0 0 0,0 0 0 0 0,-1-1 0 0 0,1 1 0 0 0,-1 0 0 0 0,0-1 0 0 0,1 1 0 0 0,-1-1 0 0 0,0 1 0 0 0,0-1 1 0 0,-1 2-1 0 0,-14 19 665 0 0,-31 35 0 0 0,-10 13-284 0 0,50-60-514 0 0,0 3-687 0 0,-2-1 1 0 0,0 0 0 0 0,-17 17 0 0 0,31-54-12430 0 0,9-40 9448 0 0,4-8 1463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1.341"/>
    </inkml:context>
    <inkml:brush xml:id="br0">
      <inkml:brushProperty name="width" value="0.035" units="cm"/>
      <inkml:brushProperty name="height" value="0.035" units="cm"/>
      <inkml:brushProperty name="color" value="#E71224"/>
    </inkml:brush>
  </inkml:definitions>
  <inkml:trace contextRef="#ctx0" brushRef="#br0">385 0 1944 0 0,'-71'35'12181'0'0,"10"7"-6862"0"0,47-30-5101 0 0,0 1 0 0 0,1 1 0 0 0,0 0 0 0 0,1 0 0 0 0,1 2 0 0 0,0-1 0 0 0,1 1 0 0 0,1 1 1 0 0,-14 33-1 0 0,3 6 19 0 0,2 1 0 0 0,-20 113 0 0 0,1 123-309 0 0,33-256-21 0 0,4-33 16 0 0,-3 20-357 0 0,1 0-1 0 0,2 0 1 0 0,3 41 0 0 0,-2-60 48 0 0,0 1 1 0 0,0 0-1 0 0,1-1 1 0 0,-1 1-1 0 0,1-1 1 0 0,1 1-1 0 0,-1-1 1 0 0,1 0-1 0 0,4 7 1 0 0,-5-10-46 0 0,0 1 1 0 0,0-1 0 0 0,0 0 0 0 0,1 0-1 0 0,-1-1 1 0 0,0 1 0 0 0,1 0 0 0 0,-1-1-1 0 0,1 1 1 0 0,-1-1 0 0 0,1 0-1 0 0,0 0 1 0 0,-1 0 0 0 0,1 0 0 0 0,0-1-1 0 0,0 1 1 0 0,0-1 0 0 0,0 1 0 0 0,5-1-1 0 0,-3-1-75 0 0,1 1-1 0 0,-1-1 0 0 0,0-1 1 0 0,1 1-1 0 0,-1-1 0 0 0,0 0 0 0 0,0 0 1 0 0,0 0-1 0 0,-1-1 0 0 0,1 0 1 0 0,8-6-1 0 0,25-20-1173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1.590"/>
    </inkml:context>
    <inkml:brush xml:id="br0">
      <inkml:brushProperty name="width" value="0.035" units="cm"/>
      <inkml:brushProperty name="height" value="0.035" units="cm"/>
      <inkml:brushProperty name="color" value="#E71224"/>
    </inkml:brush>
  </inkml:definitions>
  <inkml:trace contextRef="#ctx0" brushRef="#br0">9 1 1384 0 0,'0'0'454'0'0,"-1"1"1"0"0,0-1-1 0 0,1 0 0 0 0,-1 1 0 0 0,0 0 1 0 0,1-1-1 0 0,-1 1 0 0 0,1-1 0 0 0,-1 1 1 0 0,1 0-1 0 0,0-1 0 0 0,-1 1 0 0 0,1 0 1 0 0,-1-1-1 0 0,1 1 0 0 0,0 0 0 0 0,0-1 1 0 0,-1 1-1 0 0,1 0 0 0 0,0 1 0 0 0,7 12 4472 0 0,29 13-2093 0 0,-20-17-2184 0 0,21 18-146 0 0,-1 1 0 0 0,-2 2 0 0 0,47 54 0 0 0,-62-62-516 0 0,-1 1 0 0 0,-2 1 0 0 0,0 1 0 0 0,-2 0 0 0 0,-1 1-1 0 0,16 44 1 0 0,2 36-1516 0 0,-20-36-4083 0 0,-12-53 1038 0 0,1-18 4474 0 0,0-1-1 0 0,0 1 1 0 0,0 0 0 0 0,0 0-1 0 0,0 0 1 0 0,0-1-1 0 0,0 1 1 0 0,0 0 0 0 0,0 0-1 0 0,0 0 1 0 0,0-1-1 0 0,-1 1 1 0 0,1 0 0 0 0,0 0-1 0 0,0 0 1 0 0,0 0 0 0 0,0 0-1 0 0,-1-1 1 0 0,1 1-1 0 0,0 0 1 0 0,0 0 0 0 0,0 0-1 0 0,0 0 1 0 0,-1 0-1 0 0,1 0 1 0 0,0 0 0 0 0,0 0-1 0 0,-1 0 1 0 0,1 0-1 0 0,0-1 1 0 0,0 1 0 0 0,0 0-1 0 0,-1 0 1 0 0,1 0-1 0 0,0 0 1 0 0,0 1 0 0 0,0-1-1 0 0,-1 0 1 0 0,1 0-1 0 0,0 0 1 0 0,0 0 0 0 0,0 0-1 0 0,-1 0 1 0 0,1 0-1 0 0,0 0 1 0 0,0 0 0 0 0,0 0-1 0 0,-1 1 1 0 0,1-1 0 0 0,0 0-1 0 0,0 0 1 0 0,0 0-1 0 0,0 0 1 0 0,0 1 0 0 0,-1-1-1 0 0,1 0 1 0 0,0 0-1 0 0,0 0 1 0 0,0 0 0 0 0,0 1-1 0 0,0-1 1 0 0,0 0-1 0 0,0 0 1 0 0,0 1 0 0 0,0-1-1 0 0,0 0 1 0 0,0 1-1 0 0,-10-17-1992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1.811"/>
    </inkml:context>
    <inkml:brush xml:id="br0">
      <inkml:brushProperty name="width" value="0.035" units="cm"/>
      <inkml:brushProperty name="height" value="0.035" units="cm"/>
      <inkml:brushProperty name="color" value="#E71224"/>
    </inkml:brush>
  </inkml:definitions>
  <inkml:trace contextRef="#ctx0" brushRef="#br0">373 1 824 0 0,'-77'71'10244'0'0,"10"9"-4214"0"0,42-44-4714 0 0,2 0 0 0 0,-33 72 0 0 0,30-42-2097 0 0,2 0 1 0 0,4 2-1 0 0,-23 130 0 0 0,40-182 250 0 0,-5 52-2717 0 0,7-64 2700 0 0,1 1-1 0 0,0-1 1 0 0,1 1 0 0 0,-1-1 0 0 0,1 0-1 0 0,0 1 1 0 0,0-1 0 0 0,0 0-1 0 0,1 1 1 0 0,-1-1 0 0 0,1 0 0 0 0,2 4-1 0 0,-3-7 379 0 0,0 0-1 0 0,-1 0 0 0 0,1 0 1 0 0,0-1-1 0 0,0 1 0 0 0,-1 0 1 0 0,1-1-1 0 0,0 1 0 0 0,0 0 0 0 0,0-1 1 0 0,0 1-1 0 0,0-1 0 0 0,0 0 1 0 0,-1 1-1 0 0,1-1 0 0 0,0 0 1 0 0,0 1-1 0 0,0-1 0 0 0,2 0 1 0 0,23-4-2337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2.174"/>
    </inkml:context>
    <inkml:brush xml:id="br0">
      <inkml:brushProperty name="width" value="0.035" units="cm"/>
      <inkml:brushProperty name="height" value="0.035" units="cm"/>
      <inkml:brushProperty name="color" value="#E71224"/>
    </inkml:brush>
  </inkml:definitions>
  <inkml:trace contextRef="#ctx0" brushRef="#br0">24 0 3144 0 0,'-1'2'646'0'0,"1"0"0"0"0,-1 1 0 0 0,1-1 0 0 0,0 0 0 0 0,0 0 0 0 0,0 0 0 0 0,0 0 0 0 0,0 0 0 0 0,0 0 0 0 0,0 0 0 0 0,1 0 0 0 0,-1 0 0 0 0,2 3 0 0 0,17 23 3492 0 0,-8-18-3796 0 0,0 0-1 0 0,1-1 0 0 0,15 8 1 0 0,-2 0 497 0 0,5 5-685 0 0,-2 1-1 0 0,0 2 0 0 0,-2 0 1 0 0,-1 2-1 0 0,-1 1 0 0 0,-1 1 1 0 0,36 60-1 0 0,-49-70-112 0 0,0 1 0 0 0,-2-1-1 0 0,0 1 1 0 0,-2 1 0 0 0,0-1 0 0 0,-1 1 0 0 0,-1 0 0 0 0,-1 0-1 0 0,-1 0 1 0 0,0 1 0 0 0,-2-1 0 0 0,-1 1 0 0 0,0-1 0 0 0,-2 0-1 0 0,-5 23 1 0 0,-1-11 28 0 0,-2 0 0 0 0,-1-1 0 0 0,-1-1 0 0 0,-2 0 0 0 0,-1-1 0 0 0,-2 0 1 0 0,-27 34-1 0 0,17-28-961 0 0,-49 49 0 0 0,42-52-2510 0 0,-49 35 0 0 0,81-66 2937 0 0,2 0 135 0 0,-1 0 0 0 0,0-1 1 0 0,1 1-1 0 0,-1-1 0 0 0,0 0 0 0 0,0 1 0 0 0,1-1 0 0 0,-1 0 0 0 0,0 0 0 0 0,0 0 0 0 0,0-1 0 0 0,0 1 0 0 0,-1 0 0 0 0,1-1 0 0 0,0 1 0 0 0,0-1 0 0 0,0 0 0 0 0,0 0 1 0 0,-1 0-1 0 0,1 0 0 0 0,0 0 0 0 0,-3-1 0 0 0,-4-14-2417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2.456"/>
    </inkml:context>
    <inkml:brush xml:id="br0">
      <inkml:brushProperty name="width" value="0.035" units="cm"/>
      <inkml:brushProperty name="height" value="0.035" units="cm"/>
      <inkml:brushProperty name="color" value="#E71224"/>
    </inkml:brush>
  </inkml:definitions>
  <inkml:trace contextRef="#ctx0" brushRef="#br0">13 0 1544 0 0,'-4'13'4240'0'0,"-1"0"-80"0"0,2-5-800 0 0,2-4-880 0 0,7 0-719 0 0,7-2-561 0 0,15-2-400 0 0,12-3-320 0 0,13-4-240 0 0,4 1-288 0 0,-1 0-672 0 0,-5 3-800 0 0,-6 1-1841 0 0,-9-2-1359 0 0,-10 1 640 0 0,-9 6 1120 0 0,-12 3 1040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2.612"/>
    </inkml:context>
    <inkml:brush xml:id="br0">
      <inkml:brushProperty name="width" value="0.035" units="cm"/>
      <inkml:brushProperty name="height" value="0.035" units="cm"/>
      <inkml:brushProperty name="color" value="#E71224"/>
    </inkml:brush>
  </inkml:definitions>
  <inkml:trace contextRef="#ctx0" brushRef="#br0">60 93 104 0 0,'-31'30'3760'0'0,"9"-6"160"0"0,15-6-560 0 0,17-7-640 0 0,20-5-480 0 0,16-5-639 0 0,21-4-561 0 0,12-5-400 0 0,7-7-480 0 0,-1-2-928 0 0,-6-8-2513 0 0,-8-1-1599 0 0,-13 0 480 0 0,-13-4 1200 0 0,-9-2 960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3.537"/>
    </inkml:context>
    <inkml:brush xml:id="br0">
      <inkml:brushProperty name="width" value="0.035" units="cm"/>
      <inkml:brushProperty name="height" value="0.035" units="cm"/>
      <inkml:brushProperty name="color" value="#E71224"/>
    </inkml:brush>
  </inkml:definitions>
  <inkml:trace contextRef="#ctx0" brushRef="#br0">223 0 2504 0 0,'-4'156'11949'0'0,"-7"-2"-5990"0"0,-32 129-4375 0 0,15-157-1696 0 0,-58 163-1 0 0,82-280 102 0 0,2-1-19 0 0,0-1 0 0 0,-1 0 0 0 0,0 0 0 0 0,-1 0 0 0 0,1-1 0 0 0,-8 11 0 0 0,10-17 9 0 0,1 0-1 0 0,-1 0 1 0 0,1 0-1 0 0,0 0 1 0 0,-1 0 0 0 0,1 0-1 0 0,0 0 1 0 0,-1 0-1 0 0,1 0 1 0 0,0 0 0 0 0,-1 0-1 0 0,1 0 1 0 0,-1 0 0 0 0,1 0-1 0 0,0 0 1 0 0,-1 0-1 0 0,1 0 1 0 0,0 0 0 0 0,-1-1-1 0 0,1 1 1 0 0,0 0-1 0 0,-1 0 1 0 0,1 0 0 0 0,0-1-1 0 0,-1 1 1 0 0,1 0-1 0 0,0-1 1 0 0,0 1 0 0 0,0 0-1 0 0,-1 0 1 0 0,1-1-1 0 0,0 1 1 0 0,0 0 0 0 0,0-1-1 0 0,-1 1 1 0 0,1 0-1 0 0,0-1 1 0 0,0 1 0 0 0,0-1-1 0 0,0 1 1 0 0,0 0 0 0 0,0-1-1 0 0,0 1 1 0 0,0 0-1 0 0,0-1 1 0 0,0 1 0 0 0,0 0-1 0 0,0-1 1 0 0,0 1-1 0 0,0-1 1 0 0,0 1 0 0 0,-4-25-627 0 0,1-40-296 0 0,3 0 0 0 0,4 0 0 0 0,18-111 0 0 0,-19 158 941 0 0,5-33 533 0 0,1 0-1 0 0,3 1 1 0 0,2 0-1 0 0,2 1 1 0 0,29-61-1 0 0,-36 92-403 0 0,0 1 0 0 0,1 1 0 0 0,0-1-1 0 0,1 2 1 0 0,1 0 0 0 0,1 0-1 0 0,0 1 1 0 0,1 0 0 0 0,0 1 0 0 0,1 1-1 0 0,0 0 1 0 0,1 2 0 0 0,1-1-1 0 0,0 2 1 0 0,0 0 0 0 0,0 1 0 0 0,24-7-1 0 0,-37 14-122 0 0,0 0-1 0 0,0-1 0 0 0,0 2 1 0 0,1-1-1 0 0,-1 0 0 0 0,0 1 1 0 0,1 0-1 0 0,-1 0 1 0 0,1 0-1 0 0,-1 1 0 0 0,0-1 1 0 0,1 1-1 0 0,-1 0 0 0 0,0 1 1 0 0,0-1-1 0 0,7 4 0 0 0,-8-3-2 0 0,0 0 0 0 0,0 0-1 0 0,-1 1 1 0 0,1-1-1 0 0,-1 1 1 0 0,1 0 0 0 0,-1 0-1 0 0,0 0 1 0 0,0 0 0 0 0,0 0-1 0 0,-1 0 1 0 0,1 0-1 0 0,-1 1 1 0 0,1-1 0 0 0,-1 1-1 0 0,0-1 1 0 0,-1 1-1 0 0,1-1 1 0 0,-1 1 0 0 0,1 5-1 0 0,-1 11 66 0 0,0-1-1 0 0,-1 1 1 0 0,-1 0 0 0 0,-1-1-1 0 0,-1 1 1 0 0,-1-1-1 0 0,-8 22 1 0 0,-5 7 401 0 0,-38 72-1 0 0,31-74 337 0 0,-47 67-1 0 0,60-96-687 0 0,-1-2-1 0 0,-1 1 1 0 0,0-2 0 0 0,0 1-1 0 0,-2-2 1 0 0,0 0 0 0 0,-18 11-1 0 0,33-23-168 0 0,-1 0 0 0 0,1 0-1 0 0,-1 0 1 0 0,1 0-1 0 0,-1 0 1 0 0,1 0-1 0 0,-1 0 1 0 0,0-1-1 0 0,1 1 1 0 0,-1-1 0 0 0,0 1-1 0 0,0-1 1 0 0,0 0-1 0 0,1 1 1 0 0,-1-1-1 0 0,0 0 1 0 0,0 0-1 0 0,0 0 1 0 0,0-1-1 0 0,1 1 1 0 0,-1 0 0 0 0,-3-1-1 0 0,4-1-162 0 0,0 1 0 0 0,1 0 1 0 0,-1 0-1 0 0,0 0 0 0 0,0-1 0 0 0,1 1 0 0 0,-1 0 0 0 0,1-1 1 0 0,-1 1-1 0 0,1-1 0 0 0,-1 1 0 0 0,1 0 0 0 0,0-1 0 0 0,0 1 1 0 0,0-1-1 0 0,0 1 0 0 0,0-1 0 0 0,0 1 0 0 0,0-1 0 0 0,0 1 1 0 0,1-2-1 0 0,2-11-1974 0 0,0 1 0 0 0,1-1 0 0 0,0 1 0 0 0,9-17 0 0 0,27-47-4248 0 0,-15 42 4600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5.597"/>
    </inkml:context>
    <inkml:brush xml:id="br0">
      <inkml:brushProperty name="width" value="0.035" units="cm"/>
      <inkml:brushProperty name="height" value="0.035" units="cm"/>
      <inkml:brushProperty name="color" value="#E71224"/>
    </inkml:brush>
  </inkml:definitions>
  <inkml:trace contextRef="#ctx0" brushRef="#br0">314 125 2664 0 0,'-1'0'458'0'0,"0"0"-1"0"0,1-1 1 0 0,-1 1-1 0 0,0-1 1 0 0,0 1-1 0 0,1-1 1 0 0,-1 0-1 0 0,0 1 1 0 0,1-1-1 0 0,-1 0 1 0 0,0 1-1 0 0,1-1 0 0 0,-1 0 1 0 0,1 0-1 0 0,0 1 1 0 0,-1-1-1 0 0,1 0 1 0 0,-1-2-1 0 0,1-19 4600 0 0,16-31-790 0 0,-6 22-1576 0 0,-10 30-2662 0 0,0 1-1 0 0,0 0 0 0 0,0 0 0 0 0,0 0 1 0 0,0-1-1 0 0,0 1 0 0 0,0 0 0 0 0,-1 0 1 0 0,1 0-1 0 0,0-1 0 0 0,0 1 0 0 0,0 0 0 0 0,0 0 1 0 0,0 0-1 0 0,-1 0 0 0 0,1 0 0 0 0,0 0 1 0 0,0-1-1 0 0,0 1 0 0 0,-1 0 0 0 0,1 0 1 0 0,0 0-1 0 0,0 0 0 0 0,0 0 0 0 0,-1 0 1 0 0,1 0-1 0 0,0 0 0 0 0,0 0 0 0 0,0 0 0 0 0,-1 0 1 0 0,1 0-1 0 0,0 0 0 0 0,0 0 0 0 0,0 0 1 0 0,-1 0-1 0 0,1 0 0 0 0,0 0 0 0 0,0 0 1 0 0,0 0-1 0 0,-1 0 0 0 0,1 0 0 0 0,0 0 1 0 0,0 0-1 0 0,0 1 0 0 0,-1-1 0 0 0,1 0 0 0 0,0 0 1 0 0,0 0-1 0 0,0 0 0 0 0,0 0 0 0 0,0 1 1 0 0,-1-1-1 0 0,1 0 0 0 0,0 0 0 0 0,0 1 1 0 0,-13 7 136 0 0,-9 12-87 0 0,0 1-1 0 0,1 1 1 0 0,-32 43 0 0 0,-44 83 87 0 0,90-137-148 0 0,0 1-15 0 0,-9 11-91 0 0,2 1 0 0 0,1 0 0 0 0,-19 51 0 0 0,31-75 84 0 0,1 0 0 0 0,0 0 1 0 0,0 0-1 0 0,0 1 0 0 0,0-1 0 0 0,0 0 1 0 0,0 0-1 0 0,0 0 0 0 0,0 0 0 0 0,0 0 1 0 0,0 0-1 0 0,0 1 0 0 0,0-1 0 0 0,0 0 1 0 0,0 0-1 0 0,0 0 0 0 0,0 0 0 0 0,0 1 1 0 0,0-1-1 0 0,0 0 0 0 0,0 0 1 0 0,0 0-1 0 0,0 0 0 0 0,0 0 0 0 0,0 0 1 0 0,0 1-1 0 0,0-1 0 0 0,1 0 0 0 0,-1 0 1 0 0,0 0-1 0 0,0 0 0 0 0,0 0 0 0 0,0 0 1 0 0,0 0-1 0 0,0 1 0 0 0,0-1 0 0 0,1 0 1 0 0,-1 0-1 0 0,0 0 0 0 0,0 0 1 0 0,0 0-1 0 0,0 0 0 0 0,0 0 0 0 0,0 0 1 0 0,1 0-1 0 0,-1 0 0 0 0,0 0 0 0 0,0 0 1 0 0,0 0-1 0 0,0 0 0 0 0,0 0 0 0 0,1 0 1 0 0,-1 0-1 0 0,0 0 0 0 0,0 0 0 0 0,0 0 1 0 0,0 0-1 0 0,0 0 0 0 0,1 0 0 0 0,-1 0 1 0 0,16-7-47 0 0,28-21 236 0 0,-31 19-156 0 0,15-8-25 0 0,-16 8-37 0 0,1 0 0 0 0,-1 1 0 0 0,2 1 0 0 0,-1 0 0 0 0,1 1-1 0 0,0 1 1 0 0,26-7 0 0 0,-39 12 32 0 0,0 0 0 0 0,0-1 1 0 0,1 1-1 0 0,-1 1 0 0 0,0-1 0 0 0,0 0 0 0 0,0 0 0 0 0,1 0 0 0 0,-1 1 1 0 0,0-1-1 0 0,0 0 0 0 0,0 1 0 0 0,1-1 0 0 0,-1 1 0 0 0,0 0 0 0 0,0-1 0 0 0,0 1 1 0 0,0 0-1 0 0,0 0 0 0 0,0 0 0 0 0,0-1 0 0 0,-1 1 0 0 0,1 0 0 0 0,0 0 1 0 0,0 0-1 0 0,-1 0 0 0 0,1 0 0 0 0,0 1 0 0 0,-1-1 0 0 0,1 0 0 0 0,-1 0 1 0 0,0 0-1 0 0,1 0 0 0 0,-1 1 0 0 0,0-1 0 0 0,0 0 0 0 0,0 0 0 0 0,0 1 1 0 0,0-1-1 0 0,0 0 0 0 0,0 3 0 0 0,-7 53 58 0 0,2-33-21 0 0,-35 131 232 0 0,33-136-210 0 0,0-1 0 0 0,-1 1 1 0 0,0-1-1 0 0,-2-1 0 0 0,-22 32 1 0 0,23-42-50 0 0,8-15-198 0 0,9-16-253 0 0,-8 23 415 0 0,1 0-1 0 0,0 0 1 0 0,-1 0 0 0 0,1 0-1 0 0,0 1 1 0 0,0-1-1 0 0,0 0 1 0 0,-1 0-1 0 0,1 0 1 0 0,0 1-1 0 0,0-1 1 0 0,0 1-1 0 0,0-1 1 0 0,0 0-1 0 0,0 1 1 0 0,0 0-1 0 0,1-1 1 0 0,-1 1-1 0 0,0 0 1 0 0,0-1-1 0 0,0 1 1 0 0,0 0-1 0 0,0 0 1 0 0,1 0-1 0 0,-1 0 1 0 0,0 0-1 0 0,0 0 1 0 0,2 1-1 0 0,1 0 5 0 0,-2 1 0 0 0,1-1 0 0 0,0 1 0 0 0,0 0-1 0 0,0 0 1 0 0,-1-1 0 0 0,1 2 0 0 0,-1-1-1 0 0,1 0 1 0 0,2 4 0 0 0,3 4 40 0 0,-1 1 1 0 0,0-1-1 0 0,0 1 1 0 0,8 19-1 0 0,-4 4 239 0 0,-2 1 1 0 0,-1 1-1 0 0,-1 0 0 0 0,-2-1 1 0 0,-2 2-1 0 0,-1-1 0 0 0,-2 0 1 0 0,-9 71-1 0 0,6-87-175 0 0,-1-1 0 0 0,0 1 0 0 0,-2-1 0 0 0,0 1 0 0 0,-1-1 0 0 0,-1-1 1 0 0,-1 0-1 0 0,0 0 0 0 0,-2-1 0 0 0,0 0 0 0 0,-21 25 0 0 0,32-42-121 0 0,0-1 0 0 0,0 1 1 0 0,0 0-1 0 0,1 0 0 0 0,-1 0 0 0 0,0-1 0 0 0,0 1 0 0 0,0 0 0 0 0,0 0 1 0 0,0 0-1 0 0,-1-1 0 0 0,1 1 0 0 0,0 0 0 0 0,0 0 0 0 0,0 0 0 0 0,0-1 1 0 0,0 1-1 0 0,0 0 0 0 0,0 0 0 0 0,0 0 0 0 0,0-1 0 0 0,0 1 1 0 0,-1 0-1 0 0,1 0 0 0 0,0 0 0 0 0,0 0 0 0 0,0-1 0 0 0,0 1 0 0 0,-1 0 1 0 0,1 0-1 0 0,0 0 0 0 0,0 0 0 0 0,0 0 0 0 0,0 0 0 0 0,-1 0 0 0 0,1 0 1 0 0,0 0-1 0 0,0-1 0 0 0,0 1 0 0 0,-1 0 0 0 0,1 0 0 0 0,0 0 0 0 0,0 0 1 0 0,0 0-1 0 0,-1 0 0 0 0,1 0 0 0 0,0 0 0 0 0,0 0 0 0 0,-1 1 0 0 0,1-1 1 0 0,0 0-1 0 0,0 0 0 0 0,0 0 0 0 0,-1 0 0 0 0,1 0 0 0 0,0 0 0 0 0,0 0 1 0 0,0 0-1 0 0,0 0 0 0 0,-1 1 0 0 0,1-1 0 0 0,0 0 0 0 0,0 0 0 0 0,0 0 1 0 0,0 1-1 0 0,1-20-2538 0 0,3 4-148 0 0,0 0 0 0 0,1 0 0 0 0,14-26 0 0 0,27-42-4061 0 0,-36 66 5917 0 0,27-46-1663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6.190"/>
    </inkml:context>
    <inkml:brush xml:id="br0">
      <inkml:brushProperty name="width" value="0.035" units="cm"/>
      <inkml:brushProperty name="height" value="0.035" units="cm"/>
      <inkml:brushProperty name="color" value="#E71224"/>
    </inkml:brush>
  </inkml:definitions>
  <inkml:trace contextRef="#ctx0" brushRef="#br0">292 1 1464 0 0,'-41'22'10009'0'0,"-1"3"-4079"0"0,-39 37-1748 0 0,67-50-4107 0 0,0 2-1 0 0,0 0 1 0 0,1 0 0 0 0,1 2-1 0 0,1-1 1 0 0,0 1-1 0 0,1 1 1 0 0,-11 25 0 0 0,20-41-85 0 0,0 1 1 0 0,0 0 0 0 0,0 0-1 0 0,0 0 1 0 0,1 0 0 0 0,-1 1-1 0 0,1-1 1 0 0,-1 0 0 0 0,1 0 0 0 0,0 0-1 0 0,0 0 1 0 0,0 1 0 0 0,0-1-1 0 0,0 0 1 0 0,0 0 0 0 0,1 0-1 0 0,-1 0 1 0 0,1 0 0 0 0,-1 0-1 0 0,1 1 1 0 0,0-1 0 0 0,0 0-1 0 0,0-1 1 0 0,0 1 0 0 0,0 0 0 0 0,0 0-1 0 0,1 0 1 0 0,-1-1 0 0 0,1 1-1 0 0,-1-1 1 0 0,1 1 0 0 0,-1-1-1 0 0,1 1 1 0 0,0-1 0 0 0,0 0-1 0 0,0 0 1 0 0,0 0 0 0 0,0 0-1 0 0,0 0 1 0 0,0 0 0 0 0,0-1-1 0 0,4 2 1 0 0,11 2-130 0 0,0-1 0 0 0,0-1 0 0 0,0 0 0 0 0,27-1 0 0 0,-13 0 61 0 0,-21-1 28 0 0,-3 0 30 0 0,0 1 1 0 0,1-1-1 0 0,-1 1 0 0 0,0 1 1 0 0,0-1-1 0 0,0 1 0 0 0,8 4 1 0 0,-13-5 42 0 0,0 0 1 0 0,-1 0-1 0 0,1 0 0 0 0,-1 1 1 0 0,1-1-1 0 0,-1 1 1 0 0,0-1-1 0 0,1 1 0 0 0,-1-1 1 0 0,0 1-1 0 0,0 0 1 0 0,0-1-1 0 0,0 1 0 0 0,0 0 1 0 0,-1 0-1 0 0,1 0 1 0 0,-1 0-1 0 0,1 0 0 0 0,-1 0 1 0 0,1 0-1 0 0,-1 0 1 0 0,0 0-1 0 0,0 0 0 0 0,0 0 1 0 0,0 0-1 0 0,-1 0 1 0 0,1 0-1 0 0,0 0 0 0 0,-1 0 1 0 0,1 0-1 0 0,-2 2 1 0 0,-3 9 97 0 0,0 0 0 0 0,-1-1 0 0 0,0 1 0 0 0,-1-1 0 0 0,0-1 0 0 0,-1 1 0 0 0,0-1 0 0 0,-1-1 0 0 0,0 1 0 0 0,-1-1 0 0 0,-14 11 0 0 0,10-9-109 0 0,1 1 0 0 0,0 1 1 0 0,1 0-1 0 0,1 1 0 0 0,-13 20 0 0 0,24-34-26 0 0,-1 0 1 0 0,0 0-1 0 0,0 0 0 0 0,1 1 0 0 0,-1-1 1 0 0,1 0-1 0 0,-1 0 0 0 0,1 0 1 0 0,-1 0-1 0 0,1 1 0 0 0,0-1 1 0 0,0 0-1 0 0,0 0 0 0 0,0 1 0 0 0,-1-1 1 0 0,2 0-1 0 0,-1 1 0 0 0,0-1 1 0 0,0 0-1 0 0,0 0 0 0 0,0 1 0 0 0,1-1 1 0 0,-1 0-1 0 0,1 0 0 0 0,-1 0 1 0 0,1 0-1 0 0,-1 1 0 0 0,1-1 0 0 0,0 0 1 0 0,-1 0-1 0 0,1 0 0 0 0,0 0 1 0 0,0 0-1 0 0,0-1 0 0 0,0 1 1 0 0,0 0-1 0 0,0 0 0 0 0,0 0 0 0 0,0-1 1 0 0,0 1-1 0 0,0-1 0 0 0,0 1 1 0 0,1-1-1 0 0,-1 1 0 0 0,0-1 0 0 0,3 1 1 0 0,7 1-114 0 0,0 0 0 0 0,0-1-1 0 0,0 0 1 0 0,17-1 0 0 0,-6 1 167 0 0,-11 0-27 0 0,48 5-10 0 0,-56-5 74 0 0,0-1 0 0 0,0 1 0 0 0,0 0 0 0 0,0 0 0 0 0,0 0 0 0 0,-1 0 0 0 0,1 1 0 0 0,0-1 0 0 0,0 1 0 0 0,-1-1 0 0 0,1 1 0 0 0,-1 0 0 0 0,0 0 0 0 0,1 0 0 0 0,2 4 0 0 0,-4-4-5 0 0,-1-1 0 0 0,1 1-1 0 0,-1-1 1 0 0,0 1 0 0 0,1-1 0 0 0,-1 1 0 0 0,0 0 0 0 0,0-1-1 0 0,0 1 1 0 0,0 0 0 0 0,0-1 0 0 0,0 1 0 0 0,-1-1-1 0 0,1 1 1 0 0,0 0 0 0 0,-1-1 0 0 0,1 1 0 0 0,-1-1 0 0 0,0 1-1 0 0,1-1 1 0 0,-1 1 0 0 0,0-1 0 0 0,0 0 0 0 0,-2 3-1 0 0,-28 30 654 0 0,4-11-436 0 0,0-1-1 0 0,-37 23 1 0 0,50-36-976 0 0,0-2 0 0 0,-1 0 1 0 0,1 0-1 0 0,-18 4 0 0 0,31-11 328 0 0,0 1 0 0 0,-1-1-1 0 0,1 1 1 0 0,0-1 0 0 0,0 0 0 0 0,-1 1-1 0 0,1-1 1 0 0,0 0 0 0 0,-1 0 0 0 0,1 0-1 0 0,0 0 1 0 0,0 0 0 0 0,-1-1 0 0 0,1 1-1 0 0,0 0 1 0 0,-1-1 0 0 0,1 1 0 0 0,0 0-1 0 0,0-1 1 0 0,0 1 0 0 0,-1-1 0 0 0,1 0-1 0 0,0 1 1 0 0,0-1 0 0 0,0 0 0 0 0,0 0-1 0 0,-1-1 1 0 0,1 0-70 0 0,0 1 0 0 0,1-1 0 0 0,-1 0 0 0 0,1 1 0 0 0,-1-1 0 0 0,1 0 0 0 0,0 0 0 0 0,-1 1 0 0 0,1-1 0 0 0,0 0 0 0 0,0 0 1 0 0,0 0-1 0 0,1 1 0 0 0,-1-1 0 0 0,0 0 0 0 0,1 0 0 0 0,-1 1 0 0 0,1-1 0 0 0,-1 0 0 0 0,2-1 0 0 0,14-27-2438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6.851"/>
    </inkml:context>
    <inkml:brush xml:id="br0">
      <inkml:brushProperty name="width" value="0.035" units="cm"/>
      <inkml:brushProperty name="height" value="0.035" units="cm"/>
      <inkml:brushProperty name="color" value="#E71224"/>
    </inkml:brush>
  </inkml:definitions>
  <inkml:trace contextRef="#ctx0" brushRef="#br0">348 0 984 0 0,'2'3'7787'0'0,"-1"3"-3701"0"0,-1-6-3993 0 0,0 1-1 0 0,0-1 0 0 0,0 0 0 0 0,0 0 0 0 0,0 0 0 0 0,0 0 0 0 0,0 1 0 0 0,0-1 0 0 0,0 0 1 0 0,0 0-1 0 0,0 0 0 0 0,0 0 0 0 0,0 1 0 0 0,0-1 0 0 0,0 0 0 0 0,0 0 0 0 0,0 0 1 0 0,0 0-1 0 0,0 1 0 0 0,0-1 0 0 0,-1 0 0 0 0,1 0 0 0 0,0 0 0 0 0,0 0 0 0 0,0 1 0 0 0,0-1 1 0 0,0 0-1 0 0,0 0 0 0 0,0 0 0 0 0,-1 0 0 0 0,1 0 0 0 0,0 0 0 0 0,0 0 0 0 0,0 1 1 0 0,0-1-1 0 0,-1 0 0 0 0,1 0 0 0 0,0 0 0 0 0,0 0 0 0 0,0 0 0 0 0,0 0 0 0 0,-1 0 1 0 0,1 0-1 0 0,0 0 0 0 0,0 0 0 0 0,0 0 0 0 0,0 0 0 0 0,-1 0 0 0 0,1 0 0 0 0,0 0 0 0 0,0 0 1 0 0,0 0-1 0 0,0 0 0 0 0,-1 0 0 0 0,1 0 0 0 0,0 0 0 0 0,0-1 0 0 0,0 1 0 0 0,-1 0 1 0 0,-1 1 84 0 0,0 0 1 0 0,0 0 0 0 0,0 0 0 0 0,-1 0-1 0 0,1 0 1 0 0,0 0 0 0 0,0 1 0 0 0,1-1-1 0 0,-1 0 1 0 0,0 1 0 0 0,0 0 0 0 0,1 0 0 0 0,-1-1-1 0 0,1 1 1 0 0,-1 0 0 0 0,0 3 0 0 0,-6 3 293 0 0,-102 87 2119 0 0,84-75-2445 0 0,0 0 0 0 0,1 2 0 0 0,2 1 0 0 0,0 1 0 0 0,1 1 0 0 0,-18 28 0 0 0,39-51-146 0 0,0-1-1 0 0,0 1 1 0 0,0 0-1 0 0,0 0 1 0 0,0 1-1 0 0,1-1 1 0 0,-1 0-1 0 0,1 0 0 0 0,-1 0 1 0 0,1 0-1 0 0,0 0 1 0 0,0 1-1 0 0,0-1 1 0 0,0 0-1 0 0,0 0 1 0 0,0 0-1 0 0,1 1 0 0 0,-1-1 1 0 0,1 0-1 0 0,0 0 1 0 0,-1 0-1 0 0,1 0 1 0 0,0 0-1 0 0,0 0 1 0 0,0 0-1 0 0,0 0 0 0 0,1-1 1 0 0,-1 1-1 0 0,1 0 1 0 0,-1-1-1 0 0,1 1 1 0 0,-1-1-1 0 0,1 1 1 0 0,0-1-1 0 0,-1 0 0 0 0,1 1 1 0 0,4 0-1 0 0,9 7 232 0 0,0-2-1 0 0,0 0 1 0 0,1 0-1 0 0,17 4 1 0 0,-13-5-217 0 0,-6-1 84 0 0,151 59 611 0 0,-144-54-678 0 0,-1 0 0 0 0,0 2 1 0 0,0 0-1 0 0,-1 2 0 0 0,28 24 1 0 0,-45-36-2 0 0,0 0 1 0 0,0 0 0 0 0,0 1-1 0 0,-1-1 1 0 0,1 1 0 0 0,0-1-1 0 0,-1 1 1 0 0,0 0 0 0 0,1-1-1 0 0,-1 1 1 0 0,0 0 0 0 0,-1 0 0 0 0,1 0-1 0 0,0 0 1 0 0,-1 0 0 0 0,1 4-1 0 0,-1-6-158 0 0,-1 0-1 0 0,1 0 0 0 0,0 0 0 0 0,0 0 0 0 0,0-1 1 0 0,0 1-1 0 0,-1 0 0 0 0,1 0 0 0 0,0 0 1 0 0,-1-1-1 0 0,1 1 0 0 0,-1 0 0 0 0,1 0 1 0 0,-1-1-1 0 0,1 1 0 0 0,-1 0 0 0 0,0-1 1 0 0,1 1-1 0 0,-1-1 0 0 0,0 1 0 0 0,1-1 1 0 0,-2 1-1 0 0,0 0-516 0 0,1 0 0 0 0,-1-1 0 0 0,0 0 0 0 0,0 1 0 0 0,0-1 0 0 0,1 0 0 0 0,-1 0 1 0 0,0 0-1 0 0,0 0 0 0 0,0 0 0 0 0,0-1 0 0 0,1 1 0 0 0,-1 0 0 0 0,-3-2 0 0 0,-37-16-9674 0 0,19 5 6973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7.512"/>
    </inkml:context>
    <inkml:brush xml:id="br0">
      <inkml:brushProperty name="width" value="0.035" units="cm"/>
      <inkml:brushProperty name="height" value="0.035" units="cm"/>
      <inkml:brushProperty name="color" value="#E71224"/>
    </inkml:brush>
  </inkml:definitions>
  <inkml:trace contextRef="#ctx0" brushRef="#br0">12 56 2184 0 0,'0'-9'2081'0'0,"-1"-21"3267"0"0,1 30-4951 0 0,0-1 0 0 0,0 0 0 0 0,0 1 0 0 0,0-1 0 0 0,0 0 0 0 0,0 0 0 0 0,0 1 0 0 0,0-1 0 0 0,-1 0 0 0 0,1 1 0 0 0,0-1 0 0 0,0 0 0 0 0,0 1 0 0 0,-1-1 0 0 0,1 1 0 0 0,-1-1 0 0 0,1 0 0 0 0,0 1 0 0 0,-1-1-1 0 0,1 1 1 0 0,-1-1 0 0 0,1 1 0 0 0,-1-1 0 0 0,1 1 0 0 0,-1-1 0 0 0,0 0 0 0 0,-1 12 4406 0 0,6 12-3286 0 0,12 22-1192 0 0,1-1 0 0 0,2-1 0 0 0,30 50 0 0 0,85 114-28 0 0,-78-126 31 0 0,70 136 1 0 0,-112-187-199 0 0,14 47 0 0 0,-25-68-104 0 0,0-1 0 0 0,-1 1-1 0 0,-1 0 1 0 0,1-1 0 0 0,-1 1 0 0 0,-1 0 0 0 0,0 0 0 0 0,0 0-1 0 0,0 0 1 0 0,-4 15 0 0 0,-17-76-6112 0 0,15-58-12568 0 0,2 86 15601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7.858"/>
    </inkml:context>
    <inkml:brush xml:id="br0">
      <inkml:brushProperty name="width" value="0.035" units="cm"/>
      <inkml:brushProperty name="height" value="0.035" units="cm"/>
      <inkml:brushProperty name="color" value="#E71224"/>
    </inkml:brush>
  </inkml:definitions>
  <inkml:trace contextRef="#ctx0" brushRef="#br0">477 1 1464 0 0,'-26'0'9011'0'0,"4"4"-4236"0"0,18-3-4495 0 0,-1 0 0 0 0,1 0 0 0 0,0 1 0 0 0,0 0 0 0 0,1 0 1 0 0,-1 0-1 0 0,0 0 0 0 0,1 1 0 0 0,-1 0 0 0 0,1-1 0 0 0,0 1 0 0 0,0 0 0 0 0,0 0 0 0 0,-4 7 0 0 0,-19 27 778 0 0,2 2 0 0 0,-31 71 0 0 0,17-34-165 0 0,-25 41 164 0 0,-37 73-265 0 0,47-60-748 0 0,52-126 31 0 0,-9 40-2318 0 0,10-43 2076 0 0,0 0-1 0 0,0-1 1 0 0,0 1-1 0 0,0-1 1 0 0,0 1-1 0 0,0 0 1 0 0,0-1-1 0 0,0 1 1 0 0,1 0-1 0 0,-1-1 1 0 0,0 1-1 0 0,0-1 1 0 0,1 1-1 0 0,-1-1 1 0 0,0 1-1 0 0,1-1 1 0 0,-1 1-1 0 0,0-1 1 0 0,1 1-1 0 0,-1-1 1 0 0,1 1-1 0 0,-1-1 1 0 0,2 1-1 0 0,-1-1-226 0 0,0 1 0 0 0,0-1 0 0 0,1 0 0 0 0,-1 0-1 0 0,0 0 1 0 0,0 0 0 0 0,1 0 0 0 0,-1 0 0 0 0,0 0 0 0 0,0-1 0 0 0,1 1 0 0 0,-1 0 0 0 0,0-1-1 0 0,0 1 1 0 0,0-1 0 0 0,3 0 0 0 0,7-5-1783 0 0,-1 0 1 0 0,1-1-1 0 0,14-11 0 0 0,11-12-383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16:38.943"/>
    </inkml:context>
    <inkml:brush xml:id="br0">
      <inkml:brushProperty name="width" value="0.035" units="cm"/>
      <inkml:brushProperty name="height" value="0.035" units="cm"/>
      <inkml:brushProperty name="color" value="#E71224"/>
    </inkml:brush>
  </inkml:definitions>
  <inkml:trace contextRef="#ctx0" brushRef="#br0">186 222 424 0 0,'4'-38'9243'0'0,"5"-2"-4774"0"0,-3 21-3264 0 0,1 0 1 0 0,0 1-1 0 0,20-34 1 0 0,-26 49-1093 0 0,0 1 0 0 0,0 0-1 0 0,0 0 1 0 0,0 0 0 0 0,1 0 0 0 0,-1 0 0 0 0,1 0 0 0 0,-1 1-1 0 0,1-1 1 0 0,0 0 0 0 0,-1 1 0 0 0,1-1 0 0 0,0 1 0 0 0,0-1-1 0 0,0 1 1 0 0,0 0 0 0 0,1 0 0 0 0,-1 0 0 0 0,0 0 0 0 0,0 1-1 0 0,1-1 1 0 0,-1 0 0 0 0,0 1 0 0 0,1 0 0 0 0,-1-1 0 0 0,0 1-1 0 0,1 0 1 0 0,-1 0 0 0 0,0 0 0 0 0,1 1 0 0 0,3 0 0 0 0,-4 0-60 0 0,1 1-1 0 0,-1 0 1 0 0,0 0 0 0 0,0-1 0 0 0,1 2 0 0 0,-1-1 0 0 0,0 0 0 0 0,-1 0 0 0 0,1 0 0 0 0,0 1 0 0 0,-1-1 0 0 0,1 1 0 0 0,-1 0 0 0 0,0-1 0 0 0,0 1-1 0 0,0 0 1 0 0,0 0 0 0 0,0-1 0 0 0,-1 1 0 0 0,1 0 0 0 0,-1 0 0 0 0,0 0 0 0 0,0 0 0 0 0,0 0 0 0 0,0 4 0 0 0,-4 19 60 0 0,0-1-1 0 0,-2 0 1 0 0,-1-1 0 0 0,-1 0 0 0 0,0 0 0 0 0,-2 0-1 0 0,-22 37 1 0 0,13-24 32 0 0,-22 63 0 0 0,37-87-144 0 0,-3 10-3 0 0,0-1 0 0 0,-3 30-1 0 0,9-47-12 0 0,0 0 0 0 0,0 0 0 0 0,1 0-1 0 0,0 0 1 0 0,0 0 0 0 0,1 0 0 0 0,-1-1-1 0 0,1 1 1 0 0,0 0 0 0 0,0 0 0 0 0,1-1-1 0 0,-1 1 1 0 0,1 0 0 0 0,0-1 0 0 0,0 0-1 0 0,1 1 1 0 0,3 4 0 0 0,-4-7 1 0 0,0 0 0 0 0,0 0 0 0 0,0-1 0 0 0,0 1 1 0 0,1-1-1 0 0,-1 1 0 0 0,1-1 0 0 0,-1 0 0 0 0,1 0 1 0 0,0 0-1 0 0,-1 0 0 0 0,1 0 0 0 0,0-1 0 0 0,0 1 0 0 0,-1-1 1 0 0,1 0-1 0 0,0 0 0 0 0,0 0 0 0 0,0 0 0 0 0,-1 0 0 0 0,1 0 1 0 0,0-1-1 0 0,0 0 0 0 0,0 1 0 0 0,-1-1 0 0 0,1 0 0 0 0,-1 0 1 0 0,1-1-1 0 0,-1 1 0 0 0,5-3 0 0 0,3-2 5 0 0,-1 0 0 0 0,0 0-1 0 0,-1-1 1 0 0,0 0 0 0 0,0 0 0 0 0,12-15-1 0 0,-8 7-11 0 0,0-1-1 0 0,-1-1 1 0 0,-1 0-1 0 0,0 0 1 0 0,-1-1-1 0 0,-1 0 1 0 0,-1 0-1 0 0,-1-1 0 0 0,0 0 1 0 0,-2 0-1 0 0,5-31 1 0 0,-9 49 30 0 0,0 1 0 0 0,0-1 0 0 0,0 1 1 0 0,1-1-1 0 0,-1 1 0 0 0,0-1 0 0 0,0 1 1 0 0,0-1-1 0 0,0 1 0 0 0,0-1 0 0 0,0 1 1 0 0,0-1-1 0 0,0 1 0 0 0,0-1 0 0 0,0 1 1 0 0,0-1-1 0 0,-1 1 0 0 0,1-1 0 0 0,0 1 0 0 0,0-1 1 0 0,0 1-1 0 0,-1-1 0 0 0,1 1 0 0 0,0 0 1 0 0,-1-1-1 0 0,1 1 0 0 0,0-1 0 0 0,-1 1 1 0 0,1 0-1 0 0,0-1 0 0 0,-1 1 0 0 0,1 0 1 0 0,-1 0-1 0 0,1-1 0 0 0,0 1 0 0 0,-1 0 0 0 0,1 0 1 0 0,-1-1-1 0 0,1 1 0 0 0,-1 0 0 0 0,1 0 1 0 0,-1 0-1 0 0,1 0 0 0 0,-1 0 0 0 0,1 0 1 0 0,-1 0-1 0 0,1 0 0 0 0,-1 0 0 0 0,1 0 1 0 0,-1 0-1 0 0,1 0 0 0 0,-1 0 0 0 0,1 0 0 0 0,-1 1 1 0 0,1-1-1 0 0,-1 0 0 0 0,1 0 0 0 0,-1 0 1 0 0,1 1-1 0 0,0-1 0 0 0,-1 0 0 0 0,1 1 1 0 0,-1-1-1 0 0,1 0 0 0 0,0 1 0 0 0,-1-1 1 0 0,1 0-1 0 0,0 1 0 0 0,-1 0 0 0 0,-28 28 438 0 0,18-12-387 0 0,2 0 0 0 0,0 1 0 0 0,1 0 0 0 0,1 0 0 0 0,0 1 0 0 0,1 0 0 0 0,2 0 0 0 0,0 0 0 0 0,1 1 0 0 0,-1 23 0 0 0,1 20 64 0 0,12 120-1 0 0,0-99-35 0 0,-2-40-10 0 0,-3 1 0 0 0,-2-1 0 0 0,-5 84 0 0 0,1-122 20 0 0,0 0 0 0 0,0 0 0 0 0,-1 0 0 0 0,1 0 1 0 0,-1-1-1 0 0,-1 1 0 0 0,1-1 0 0 0,-1 0 0 0 0,0 0 0 0 0,0 0 0 0 0,0 0 1 0 0,-1-1-1 0 0,0 0 0 0 0,1 0 0 0 0,-2 0 0 0 0,1 0 0 0 0,0-1 0 0 0,-1 0 1 0 0,1 0-1 0 0,-1-1 0 0 0,-11 4 0 0 0,-1 1 139 0 0,0-1-1 0 0,-1-1 1 0 0,0-1-1 0 0,0 0 1 0 0,-36 1 0 0 0,16-8-2817 0 0,29-2-2061 0 0,-2-3-3926 0 0,2 6 2746 0 0,-7 11 1415 0 0,-5 10 1353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35.790"/>
    </inkml:context>
    <inkml:brush xml:id="br0">
      <inkml:brushProperty name="width" value="0.035" units="cm"/>
      <inkml:brushProperty name="height" value="0.035" units="cm"/>
      <inkml:brushProperty name="color" value="#E71224"/>
    </inkml:brush>
  </inkml:definitions>
  <inkml:trace contextRef="#ctx0" brushRef="#br0">248 85 1864 0 0,'3'-4'1166'0'0,"-1"0"1"0"0,0-1-1 0 0,1 1 0 0 0,-2-1 0 0 0,1 0 0 0 0,0 1 1 0 0,0-7-1 0 0,-1 9-919 0 0,-1 1 1 0 0,0-1-1 0 0,1 0 0 0 0,-1 0 1 0 0,0 1-1 0 0,0-1 1 0 0,0 0-1 0 0,0 0 0 0 0,0 1 1 0 0,-1-1-1 0 0,1 0 1 0 0,0 0-1 0 0,-1 1 0 0 0,0-1 1 0 0,1 1-1 0 0,-1-1 0 0 0,0 0 1 0 0,0 1-1 0 0,1-1 1 0 0,-1 1-1 0 0,0-1 0 0 0,-1 1 1 0 0,0-2-1 0 0,-10 4 1315 0 0,11-4-297 0 0,1 3-1251 0 0,1 0 0 0 0,-1 1 0 0 0,0-1 0 0 0,0 0 1 0 0,0 0-1 0 0,0 0 0 0 0,0 0 0 0 0,0 0 0 0 0,0 0 0 0 0,0 0 0 0 0,0 1 1 0 0,0-1-1 0 0,0 0 0 0 0,0 0 0 0 0,0 0 0 0 0,0 0 0 0 0,0 0 0 0 0,0 0 1 0 0,0 1-1 0 0,0-1 0 0 0,0 0 0 0 0,0 0 0 0 0,0 0 0 0 0,0 0 0 0 0,0 0 0 0 0,0 0 1 0 0,0 1-1 0 0,0-1 0 0 0,0 0 0 0 0,0 0 0 0 0,0 0 0 0 0,0 0 0 0 0,0 0 1 0 0,0 0-1 0 0,0 0 0 0 0,0 0 0 0 0,0 1 0 0 0,-1-1 0 0 0,1 0 0 0 0,0 0 0 0 0,0 0 1 0 0,0 0-1 0 0,0 0 0 0 0,0 0 0 0 0,0 0 0 0 0,0 0 0 0 0,-1 0 0 0 0,1 0 1 0 0,0 0-1 0 0,-5 1 5 0 0,0 1 1 0 0,1-1 0 0 0,-1 1-1 0 0,0-1 1 0 0,1 1 0 0 0,-1 1-1 0 0,1-1 1 0 0,-1 1 0 0 0,1-1-1 0 0,0 1 1 0 0,0 0 0 0 0,1 1 0 0 0,-1-1-1 0 0,0 1 1 0 0,1 0 0 0 0,0-1-1 0 0,0 2 1 0 0,0-1 0 0 0,1 0-1 0 0,-5 8 1 0 0,-38 83 208 0 0,26-60-178 0 0,2 1 1 0 0,1 0-1 0 0,2 2 1 0 0,-10 41-1 0 0,18-54 2 0 0,3-13-49 0 0,0-1 0 0 0,0 1 1 0 0,1 0-1 0 0,-1 19 0 0 0,3-29 2 0 0,0 0 0 0 0,0 0-1 0 0,0 0 1 0 0,1 0 0 0 0,-1 0-1 0 0,0 0 1 0 0,1 0 0 0 0,-1-1-1 0 0,1 1 1 0 0,0 0 0 0 0,0 0-1 0 0,-1 0 1 0 0,1 0 0 0 0,0-1-1 0 0,1 1 1 0 0,-1-1 0 0 0,0 1-1 0 0,0-1 1 0 0,1 1 0 0 0,-1-1-1 0 0,0 1 1 0 0,1-1-1 0 0,0 0 1 0 0,-1 0 0 0 0,1 0-1 0 0,0 0 1 0 0,-1 0 0 0 0,1 0-1 0 0,0-1 1 0 0,0 1 0 0 0,0 0-1 0 0,0-1 1 0 0,3 1 0 0 0,12 1 18 0 0,1-1 0 0 0,0 0 0 0 0,0-2 1 0 0,0 0-1 0 0,-1-1 0 0 0,33-7 0 0 0,102-39-93 0 0,-109 33-17 0 0,-25 8 1322 0 0,-45 17-21444 0 0,23-7 17609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37.418"/>
    </inkml:context>
    <inkml:brush xml:id="br0">
      <inkml:brushProperty name="width" value="0.035" units="cm"/>
      <inkml:brushProperty name="height" value="0.035" units="cm"/>
      <inkml:brushProperty name="color" value="#E71224"/>
    </inkml:brush>
  </inkml:definitions>
  <inkml:trace contextRef="#ctx0" brushRef="#br0">1 144 104 0 0,'21'2'4160'0'0,"-1"-1"-1"0"0,34-4 1 0 0,-31 1-2415 0 0,-1-2 0 0 0,30-8 0 0 0,-32 5-2315 0 0,-1 0-1 0 0,33-17 1 0 0,-37 16-1696 0 0,-1-1 0 0 0,0 0 0 0 0,22-20 0 0 0,-23 14-1188 0 0,-2-2 801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37.935"/>
    </inkml:context>
    <inkml:brush xml:id="br0">
      <inkml:brushProperty name="width" value="0.035" units="cm"/>
      <inkml:brushProperty name="height" value="0.035" units="cm"/>
      <inkml:brushProperty name="color" value="#E71224"/>
    </inkml:brush>
  </inkml:definitions>
  <inkml:trace contextRef="#ctx0" brushRef="#br0">27 137 504 0 0,'0'-2'13690'0'0,"1"12"-11246"0"0,4 8-2265 0 0,0 0-1 0 0,1 0 1 0 0,1 0 0 0 0,1 0 0 0 0,0-1 0 0 0,1-1 0 0 0,1 0-1 0 0,14 19 1 0 0,-19-29-104 0 0,0-1-1 0 0,0 1 0 0 0,1-1 1 0 0,-1 0-1 0 0,1 0 0 0 0,0-1 1 0 0,1 0-1 0 0,-1 0 0 0 0,1 0 1 0 0,9 3-1 0 0,-12-5-53 0 0,1-1-1 0 0,0 0 1 0 0,0 0 0 0 0,1 0-1 0 0,-1-1 1 0 0,0 0 0 0 0,0 0-1 0 0,0 0 1 0 0,0 0 0 0 0,0-1-1 0 0,0 0 1 0 0,0 0 0 0 0,0 0 0 0 0,0-1-1 0 0,0 1 1 0 0,7-5 0 0 0,-7 4-7 0 0,-1 0 0 0 0,1-1 1 0 0,-1 1-1 0 0,0-1 0 0 0,0 0 1 0 0,0 0-1 0 0,0-1 0 0 0,-1 1 1 0 0,1-1-1 0 0,-1 0 0 0 0,0 0 1 0 0,0 0-1 0 0,0 0 0 0 0,0 0 1 0 0,-1-1-1 0 0,0 1 0 0 0,0-1 1 0 0,0 1-1 0 0,2-9 0 0 0,-3 5 41 0 0,0-1 0 0 0,0 1 0 0 0,-1 0 1 0 0,0 0-1 0 0,-1-1 0 0 0,0 1 0 0 0,0 0 0 0 0,-1 0 0 0 0,1 0 0 0 0,-2 0 0 0 0,-3-10 0 0 0,1 5 28 0 0,-1 1 0 0 0,0-1 0 0 0,-1 1 1 0 0,0 0-1 0 0,-1 1 0 0 0,0 0 0 0 0,-1 0 0 0 0,0 1 0 0 0,0 0 1 0 0,-1 0-1 0 0,-1 1 0 0 0,1 1 0 0 0,-2-1 0 0 0,-16-8 0 0 0,22 15 6 0 0,-1 0-1 0 0,-1 0 0 0 0,1 0 1 0 0,0 1-1 0 0,0 0 0 0 0,-1 0 1 0 0,1 1-1 0 0,0 0 0 0 0,-1 0 1 0 0,1 1-1 0 0,0 0 1 0 0,0 0-1 0 0,-1 1 0 0 0,1 0 1 0 0,0 0-1 0 0,0 1 0 0 0,-9 4 1 0 0,13-5-121 0 0,0-1 1 0 0,0 1 0 0 0,0 0-1 0 0,0 0 1 0 0,0 0 0 0 0,0 1-1 0 0,1-1 1 0 0,-1 1 0 0 0,1-1 0 0 0,-1 1-1 0 0,1 0 1 0 0,0 0 0 0 0,0 0-1 0 0,1 0 1 0 0,-1 0 0 0 0,0 0-1 0 0,1 1 1 0 0,0-1 0 0 0,0 0 0 0 0,0 1-1 0 0,0-1 1 0 0,0 1 0 0 0,1-1-1 0 0,0 1 1 0 0,0 0 0 0 0,0-1-1 0 0,0 1 1 0 0,0-1 0 0 0,1 1-1 0 0,-1-1 1 0 0,1 1 0 0 0,0-1 0 0 0,0 1-1 0 0,0-1 1 0 0,1 1 0 0 0,2 4-1 0 0,1 1-629 0 0,0-1-1 0 0,0 1 1 0 0,1-1 0 0 0,0 0-1 0 0,1-1 1 0 0,0 1-1 0 0,0-1 1 0 0,12 9-1 0 0,74 45-8421 0 0,-44-31 5439 0 0,7 7 497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38.455"/>
    </inkml:context>
    <inkml:brush xml:id="br0">
      <inkml:brushProperty name="width" value="0.035" units="cm"/>
      <inkml:brushProperty name="height" value="0.035" units="cm"/>
      <inkml:brushProperty name="color" value="#E71224"/>
    </inkml:brush>
  </inkml:definitions>
  <inkml:trace contextRef="#ctx0" brushRef="#br0">151 0 2264 0 0,'-7'34'11635'0'0,"-20"19"-7950"0"0,4-10-2498 0 0,1 9-480 0 0,3 1 0 0 0,3 0-1 0 0,-19 105 1 0 0,34-156-700 0 0,1 1 0 0 0,0 0 0 0 0,0 0 0 0 0,0 0 0 0 0,0 0 0 0 0,1 0-1 0 0,-1 0 1 0 0,1 0 0 0 0,-1-1 0 0 0,1 1 0 0 0,0 0 0 0 0,0 0 0 0 0,1-1 0 0 0,-1 1 0 0 0,0-1 0 0 0,1 1 0 0 0,0-1 0 0 0,-1 0 0 0 0,1 1 0 0 0,0-1-1 0 0,0 0 1 0 0,1 0 0 0 0,-1 0 0 0 0,0-1 0 0 0,0 1 0 0 0,1 0 0 0 0,-1-1 0 0 0,1 0 0 0 0,0 1 0 0 0,-1-1 0 0 0,1 0 0 0 0,0 0 0 0 0,0-1 0 0 0,-1 1-1 0 0,1 0 1 0 0,5-1 0 0 0,10 3-31 0 0,1-2-1 0 0,0 0 0 0 0,-1-2 1 0 0,28-2-1 0 0,-40 2 25 0 0,70-9-7 0 0,40-3-343 0 0,-43 16-6688 0 0,-73-3 6892 0 0,0 0 0 0 0,0-1 0 0 0,1 1 0 0 0,-1 0 0 0 0,0 0 0 0 0,0 0 0 0 0,1 0 0 0 0,-1 0 0 0 0,0 0 0 0 0,0 1 0 0 0,1-1 0 0 0,-1 0 0 0 0,0 0 0 0 0,0 0 0 0 0,1 0 0 0 0,-1 0 0 0 0,0 0 0 0 0,0 0 0 0 0,0 0 0 0 0,1 1 0 0 0,-1-1 0 0 0,0 0 0 0 0,0 0 0 0 0,0 0 0 0 0,1 0 0 0 0,-1 1 0 0 0,0-1 0 0 0,0 0 0 0 0,0 0 0 0 0,0 0 0 0 0,0 1 0 0 0,1-1 0 0 0,-1 0 0 0 0,0 0 0 0 0,0 1 0 0 0,0-1-1 0 0,0 0 1 0 0,0 0 0 0 0,0 1 0 0 0,0-1 0 0 0,0 0 0 0 0,0 0 0 0 0,0 1 0 0 0,0-1 0 0 0,0 0 0 0 0,0 0 0 0 0,0 1 0 0 0,0-1 0 0 0,0 0 0 0 0,0 0 0 0 0,0 1 0 0 0,-1-1 0 0 0,1 0 0 0 0,0 0 0 0 0,0 0 0 0 0,0 1 0 0 0,0-1 0 0 0,0 0 0 0 0,-1 0 0 0 0,1 0 0 0 0,0 1 0 0 0,-6 7-3321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38.689"/>
    </inkml:context>
    <inkml:brush xml:id="br0">
      <inkml:brushProperty name="width" value="0.035" units="cm"/>
      <inkml:brushProperty name="height" value="0.035" units="cm"/>
      <inkml:brushProperty name="color" value="#E71224"/>
    </inkml:brush>
  </inkml:definitions>
  <inkml:trace contextRef="#ctx0" brushRef="#br0">1 87 3624 0 0,'1'0'3920'0'0,"3"0"-800"0"0,4-2-640 0 0,7 0-640 0 0,8-6-560 0 0,4-3-399 0 0,5 0-241 0 0,4 1-240 0 0,0 0-160 0 0,0 2-368 0 0,6 1-752 0 0,1 2-1601 0 0,-3 2-1999 0 0,-4 1 80 0 0,-9-1 960 0 0,-4-2 1120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39.018"/>
    </inkml:context>
    <inkml:brush xml:id="br0">
      <inkml:brushProperty name="width" value="0.035" units="cm"/>
      <inkml:brushProperty name="height" value="0.035" units="cm"/>
      <inkml:brushProperty name="color" value="#E71224"/>
    </inkml:brush>
  </inkml:definitions>
  <inkml:trace contextRef="#ctx0" brushRef="#br0">24 0 2184 0 0,'4'3'11104'0'0,"8"10"-9558"0"0,-8-8-702 0 0,7 14-470 0 0,-10-16-115 0 0,-6-15-394 0 0,-1 4-942 0 0,-3 6-4651 0 0,-2 9 65 0 0,4-1 4704 0 0,6-5 999 0 0,-15 14-2373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0.232"/>
    </inkml:context>
    <inkml:brush xml:id="br0">
      <inkml:brushProperty name="width" value="0.035" units="cm"/>
      <inkml:brushProperty name="height" value="0.035" units="cm"/>
      <inkml:brushProperty name="color" value="#E71224"/>
    </inkml:brush>
  </inkml:definitions>
  <inkml:trace contextRef="#ctx0" brushRef="#br0">33 147 2904 0 0,'-4'-29'6259'0'0,"-1"18"-2082"0"0,-1 18-92 0 0,5 0-3865 0 0,0 0 0 0 0,1 1 0 0 0,0-1 0 0 0,1 0 0 0 0,0 0 0 0 0,0 0 0 0 0,0 0 1 0 0,1 0-1 0 0,0 0 0 0 0,4 8 0 0 0,-4-5-41 0 0,19 47 251 0 0,45 90 0 0 0,-18-44-237 0 0,-19-37-125 0 0,2-1 0 0 0,3-2 0 0 0,47 66 0 0 0,-80-127-69 0 0,-1-1 0 0 0,1 0 1 0 0,-1-1-1 0 0,1 1 0 0 0,-1 0 0 0 0,1 0 0 0 0,0 0 1 0 0,-1 0-1 0 0,1 0 0 0 0,0-1 0 0 0,0 1 0 0 0,0 0 1 0 0,0 0-1 0 0,-1-1 0 0 0,1 1 0 0 0,0-1 0 0 0,0 1 0 0 0,0-1 1 0 0,0 1-1 0 0,0-1 0 0 0,2 1 0 0 0,-4-20-18 0 0,-16-36 11 0 0,7 30 39 0 0,-247-541 751 0 0,254 560-641 0 0,0-1 0 0 0,0 1 0 0 0,-1 0 0 0 0,0 0 0 0 0,0 0 0 0 0,0 0 0 0 0,-1 0 0 0 0,0 1 0 0 0,0 0 0 0 0,-1 0 0 0 0,1 1-1 0 0,-1-1 1 0 0,-6-2 0 0 0,11 45 198 0 0,6-11-313 0 0,0 0-1 0 0,2 0 1 0 0,1 0-1 0 0,1-1 1 0 0,14 27-1 0 0,72 119-154 0 0,-30-58 185 0 0,-58-100-47 0 0,1 1-68 0 0,-1-1 0 0 0,2 0 0 0 0,19 25 0 0 0,-30-59-374 0 0,-8-16 373 0 0,-44-123 130 0 0,24 62-29 0 0,-4 2 0 0 0,-4 2 1 0 0,-59-106-1 0 0,82 179 263 0 0,14 30-24 0 0,16 41 74 0 0,-12-43-332 0 0,30 84 11 0 0,5-2 0 0 0,65 116-1 0 0,-31-48-80 0 0,-40-81-570 0 0,-25-55-2085 0 0,-20-52-2074 0 0,-11-58-3956 0 0,0 1 4238 0 0,-3-1 1642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0.595"/>
    </inkml:context>
    <inkml:brush xml:id="br0">
      <inkml:brushProperty name="width" value="0.035" units="cm"/>
      <inkml:brushProperty name="height" value="0.035" units="cm"/>
      <inkml:brushProperty name="color" value="#E71224"/>
    </inkml:brush>
  </inkml:definitions>
  <inkml:trace contextRef="#ctx0" brushRef="#br0">4 313 2664 0 0,'0'0'257'0'0,"0"0"1"0"0,-1 1-1 0 0,1-1 0 0 0,0 0 0 0 0,0 0 1 0 0,-1 1-1 0 0,1-1 0 0 0,0 0 0 0 0,0 1 1 0 0,0-1-1 0 0,-1 0 0 0 0,1 1 0 0 0,0-1 1 0 0,0 0-1 0 0,0 1 0 0 0,0-1 0 0 0,0 1 1 0 0,0-1-1 0 0,0 0 0 0 0,0 1 0 0 0,0-1 1 0 0,0 0-1 0 0,0 1 0 0 0,0-1 0 0 0,0 0 1 0 0,0 1-1 0 0,0-1 0 0 0,0 1 0 0 0,0-1 1 0 0,1 0-1 0 0,-1 1 0 0 0,0-1 0 0 0,0 0 1 0 0,0 1-1 0 0,0-1 0 0 0,1 0 0 0 0,-1 0 1 0 0,0 1-1 0 0,0-1 0 0 0,1 0 0 0 0,-1 1 1 0 0,0-1-1 0 0,1 0 0 0 0,0 1 0 0 0,17-13 3314 0 0,28-33-3688 0 0,-42 41 901 0 0,264-262 541 0 0,-344 358-4738 0 0,39-47 3182 0 0,1 1 1 0 0,3 2 0 0 0,1 1-1 0 0,-45 98 1 0 0,75-142 271 0 0,-12 27 566 0 0,14-24-97 0 0,13-16 105 0 0,96-112 1555 0 0,-11 12-1500 0 0,-57 62-491 0 0,-31 33-339 0 0,0 1 0 0 0,1 1 0 0 0,0 0 0 0 0,19-14 0 0 0,-30 25 65 0 0,0 0 0 0 0,0 0 1 0 0,0 0-1 0 0,1-1 0 0 0,-1 1 1 0 0,0 0-1 0 0,0 0 0 0 0,0 0 0 0 0,1 0 1 0 0,-1-1-1 0 0,0 1 0 0 0,0 0 1 0 0,1 0-1 0 0,-1 0 0 0 0,0 0 0 0 0,0 0 1 0 0,1 0-1 0 0,-1 0 0 0 0,0 0 0 0 0,0 0 1 0 0,1 0-1 0 0,-1 0 0 0 0,0 0 1 0 0,1 0-1 0 0,-1 0 0 0 0,0 0 0 0 0,0 0 1 0 0,1 0-1 0 0,-1 0 0 0 0,0 0 0 0 0,0 0 1 0 0,1 0-1 0 0,-1 1 0 0 0,0-1 1 0 0,0 0-1 0 0,1 0 0 0 0,-1 0 0 0 0,0 0 1 0 0,0 1-1 0 0,1-1 0 0 0,-1 14-3507 0 0,-9 20-1614 0 0,8-32 4851 0 0,-11 37-3075 0 0,-2 8 933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0.987"/>
    </inkml:context>
    <inkml:brush xml:id="br0">
      <inkml:brushProperty name="width" value="0.035" units="cm"/>
      <inkml:brushProperty name="height" value="0.035" units="cm"/>
      <inkml:brushProperty name="color" value="#E71224"/>
    </inkml:brush>
  </inkml:definitions>
  <inkml:trace contextRef="#ctx0" brushRef="#br0">11 187 424 0 0,'-1'0'256'0'0,"1"0"-1"0"0,0 0 1 0 0,-1 0-1 0 0,1 0 1 0 0,0 0-1 0 0,-1 0 1 0 0,1 0 0 0 0,0 0-1 0 0,0 0 1 0 0,-1 0-1 0 0,1 0 1 0 0,0 0-1 0 0,-1-1 1 0 0,1 1 0 0 0,0 0-1 0 0,0 0 1 0 0,-1 0-1 0 0,1 0 1 0 0,0 0-1 0 0,0-1 1 0 0,0 1-1 0 0,-1 0 1 0 0,1 0 0 0 0,0-1-1 0 0,0 1 1 0 0,0 0-1 0 0,-1 0 1 0 0,1-1-1 0 0,0 1 1 0 0,0 0 0 0 0,0 0-1 0 0,0-1 1 0 0,0 1-1 0 0,0 0 1 0 0,0 0-1 0 0,0-1 1 0 0,-1 1 0 0 0,1 0-1 0 0,0-1 1 0 0,0 1-1 0 0,0 0 1 0 0,0-1-1 0 0,0 1 1 0 0,1 0 0 0 0,-1 0-1 0 0,0-1 1 0 0,0 1-1 0 0,0 0 1 0 0,0-1-1 0 0,0 1 1 0 0,0 0-1 0 0,0 0 1 0 0,1-1 0 0 0,16-19 3446 0 0,29-16-3218 0 0,-9 13-35 0 0,40-20-1 0 0,6-2-65 0 0,-64 36-339 0 0,-29 22-79 0 0,-29 20-155 0 0,13-13 225 0 0,1 1 1 0 0,0 0-1 0 0,2 2 1 0 0,1 1-1 0 0,0 1 1 0 0,2 0-1 0 0,1 2 1 0 0,1 0-1 0 0,-15 32 1 0 0,33-59-36 0 0,0 0 0 0 0,0 0 0 0 0,0 0 1 0 0,0 0-1 0 0,-1 0 0 0 0,1 1 0 0 0,0-1 1 0 0,0 0-1 0 0,0 0 0 0 0,0 0 0 0 0,0 0 1 0 0,0 0-1 0 0,0 0 0 0 0,0 1 0 0 0,0-1 1 0 0,0 0-1 0 0,0 0 0 0 0,0 0 0 0 0,0 0 1 0 0,0 0-1 0 0,0 0 0 0 0,0 0 0 0 0,0 1 1 0 0,0-1-1 0 0,0 0 0 0 0,0 0 0 0 0,0 0 1 0 0,1 0-1 0 0,-1 0 0 0 0,0 0 0 0 0,0 0 1 0 0,0 1-1 0 0,0-1 0 0 0,0 0 0 0 0,0 0 1 0 0,0 0-1 0 0,0 0 0 0 0,0 0 1 0 0,0 0-1 0 0,1 0 0 0 0,-1 0 0 0 0,0 0 1 0 0,0 0-1 0 0,0 0 0 0 0,0 0 0 0 0,0 1 1 0 0,0-1-1 0 0,0 0 0 0 0,1 0 0 0 0,-1 0 1 0 0,0 0-1 0 0,0 0 0 0 0,0 0 0 0 0,0 0 1 0 0,0 0-1 0 0,0 0 0 0 0,1 0 0 0 0,-1 0 1 0 0,0-1-1 0 0,0 1 0 0 0,0 0 0 0 0,0 0 1 0 0,0 0-1 0 0,0 0 0 0 0,0 0 0 0 0,1 0 1 0 0,-1 0-1 0 0,0 0 0 0 0,16-7 43 0 0,18-13 57 0 0,32-25 86 0 0,99-91 1 0 0,-154 126-372 0 0,-8 6-204 0 0,1 1 0 0 0,0 0 0 0 0,-1-1-1 0 0,1 1 1 0 0,1 0 0 0 0,-1 1-1 0 0,0-1 1 0 0,7-2 0 0 0,-11 5 249 0 0,0 0 1 0 0,0 0-1 0 0,0 0 0 0 0,1 0 1 0 0,-1 0-1 0 0,0 0 0 0 0,0 0 1 0 0,0 0-1 0 0,1 0 0 0 0,-1 0 1 0 0,0 0-1 0 0,0 0 0 0 0,0 0 1 0 0,1 0-1 0 0,-1 0 0 0 0,0 0 1 0 0,0 0-1 0 0,1 0 0 0 0,-1 0 1 0 0,0 0-1 0 0,0 0 1 0 0,0 0-1 0 0,0 0 0 0 0,1 0 1 0 0,-1 1-1 0 0,0-1 0 0 0,0 0 1 0 0,0 0-1 0 0,0 0 0 0 0,1 0 1 0 0,-1 0-1 0 0,0 1 0 0 0,0-1 1 0 0,0 0-1 0 0,0 0 0 0 0,0 0 1 0 0,0 1-1 0 0,0-1 0 0 0,1 0 1 0 0,-1 0-1 0 0,0 0 1 0 0,0 1-1 0 0,0-1 0 0 0,0 0 1 0 0,0 0-1 0 0,0 0 0 0 0,0 1 1 0 0,0-1-1 0 0,0 0 0 0 0,0 0 1 0 0,0 1-1 0 0,0-1 0 0 0,0 0 1 0 0,0 0-1 0 0,-1 1 0 0 0,-2 12-4532 0 0,2-12 4391 0 0,-5 15-2719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1.491"/>
    </inkml:context>
    <inkml:brush xml:id="br0">
      <inkml:brushProperty name="width" value="0.035" units="cm"/>
      <inkml:brushProperty name="height" value="0.035" units="cm"/>
      <inkml:brushProperty name="color" value="#E71224"/>
    </inkml:brush>
  </inkml:definitions>
  <inkml:trace contextRef="#ctx0" brushRef="#br0">61 0 2424 0 0,'-4'2'533'0'0,"0"0"0"0"0,0 1 0 0 0,1-1 0 0 0,-1 1 0 0 0,0 0 0 0 0,1 0 0 0 0,0 0 0 0 0,0 0 1 0 0,0 1-1 0 0,0 0 0 0 0,0-1 0 0 0,1 1 0 0 0,-1 0 0 0 0,1 0 0 0 0,0 0 0 0 0,0 0 0 0 0,1 1 0 0 0,-3 6 0 0 0,4-9-323 0 0,-1 0 0 0 0,0 0 0 0 0,1 0 0 0 0,-1 0 0 0 0,1 0 0 0 0,-1 0 1 0 0,1 1-1 0 0,0-1 0 0 0,0 0 0 0 0,0 0 0 0 0,0 1 0 0 0,1-1 0 0 0,-1 0 0 0 0,0 0 0 0 0,1 0 0 0 0,0 0 0 0 0,-1 1 0 0 0,1-1 0 0 0,0 0 0 0 0,0 0 0 0 0,0 0 1 0 0,0-1-1 0 0,1 1 0 0 0,-1 0 0 0 0,0 0 0 0 0,1-1 0 0 0,-1 1 0 0 0,1 0 0 0 0,0-1 0 0 0,0 0 0 0 0,-1 1 0 0 0,1-1 0 0 0,0 0 0 0 0,0 0 0 0 0,0 0 0 0 0,0 0 0 0 0,0 0 1 0 0,4 0-1 0 0,-2 0-212 0 0,0-1 0 0 0,0 0 0 0 0,-1 0 0 0 0,1 0 0 0 0,0-1 0 0 0,0 0 0 0 0,0 1 0 0 0,-1-1 0 0 0,1 0 0 0 0,0-1 0 0 0,-1 1 1 0 0,1-1-1 0 0,5-3 0 0 0,48-32-68 0 0,-35 21 25 0 0,47-30-253 0 0,-86 95 1218 0 0,-3-11-334 0 0,13-27-521 0 0,1 0 0 0 0,0 1-1 0 0,1 0 1 0 0,0 0 0 0 0,1 0 0 0 0,-5 23 0 0 0,9-33-69 0 0,0-1 0 0 0,0 0 1 0 0,0 0-1 0 0,0 0 1 0 0,1 0-1 0 0,-1 0 0 0 0,0 1 1 0 0,1-1-1 0 0,-1 0 1 0 0,0 0-1 0 0,1 0 0 0 0,-1 0 1 0 0,1 0-1 0 0,0 0 1 0 0,-1 0-1 0 0,1 0 0 0 0,0 0 1 0 0,-1-1-1 0 0,1 1 1 0 0,0 0-1 0 0,0 0 0 0 0,0 0 1 0 0,0-1-1 0 0,0 1 1 0 0,0-1-1 0 0,0 1 0 0 0,0-1 1 0 0,0 1-1 0 0,0-1 1 0 0,0 1-1 0 0,0-1 0 0 0,0 0 1 0 0,0 0-1 0 0,1 1 1 0 0,-1-1-1 0 0,0 0 0 0 0,0 0 1 0 0,0 0-1 0 0,0 0 1 0 0,0-1-1 0 0,1 1 0 0 0,-1 0 1 0 0,1-1-1 0 0,60-11-409 0 0,-51 9 390 0 0,-7 1 39 0 0,0 1 0 0 0,0 0 0 0 0,0 1 0 0 0,0-1 0 0 0,0 1 0 0 0,0-1 0 0 0,0 1-1 0 0,0 1 1 0 0,0-1 0 0 0,0 0 0 0 0,0 1 0 0 0,0 0 0 0 0,0 0 0 0 0,0 0 0 0 0,-1 0 0 0 0,8 4 0 0 0,-9-3 33 0 0,0 0 1 0 0,0 0-1 0 0,0 0 0 0 0,0 0 1 0 0,0 1-1 0 0,-1-1 0 0 0,1 1 1 0 0,-1-1-1 0 0,0 1 1 0 0,1-1-1 0 0,-1 1 0 0 0,0 0 1 0 0,-1 0-1 0 0,1-1 1 0 0,0 1-1 0 0,-1 0 0 0 0,0 0 1 0 0,1 0-1 0 0,-1 0 0 0 0,0-1 1 0 0,-1 1-1 0 0,1 0 1 0 0,0 0-1 0 0,-1 0 0 0 0,0 2 1 0 0,-5 28 439 0 0,-1-2-1 0 0,-16 48 1 0 0,17-64-720 0 0,0-1 0 0 0,-1 0 0 0 0,0 0 0 0 0,-1 0 0 0 0,0-1 0 0 0,-1 0 0 0 0,-14 15 0 0 0,22-27 22 0 0,1-1-1 0 0,-1 1 0 0 0,1 0 1 0 0,-1 0-1 0 0,0-1 0 0 0,0 1 1 0 0,1-1-1 0 0,-1 1 0 0 0,0-1 1 0 0,0 1-1 0 0,0-1 0 0 0,1 1 1 0 0,-1-1-1 0 0,0 0 0 0 0,0 1 1 0 0,0-1-1 0 0,0 0 0 0 0,0 0 1 0 0,-1 0-1 0 0,-7-10-4725 0 0,6-35-2474 0 0,2 35 6919 0 0,0-46-3190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1.945"/>
    </inkml:context>
    <inkml:brush xml:id="br0">
      <inkml:brushProperty name="width" value="0.035" units="cm"/>
      <inkml:brushProperty name="height" value="0.035" units="cm"/>
      <inkml:brushProperty name="color" value="#E71224"/>
    </inkml:brush>
  </inkml:definitions>
  <inkml:trace contextRef="#ctx0" brushRef="#br0">71 1 2824 0 0,'-1'0'566'0'0,"-1"0"1"0"0,1 0-1 0 0,-1 0 0 0 0,0 1 1 0 0,1-1-1 0 0,-1 1 0 0 0,1-1 1 0 0,-1 1-1 0 0,1 0 0 0 0,0-1 1 0 0,-1 1-1 0 0,1 0 0 0 0,0 0 1 0 0,-1 0-1 0 0,1 0 0 0 0,0 0 0 0 0,-2 2 1 0 0,-16 28 2795 0 0,1 36-1744 0 0,14-43-1411 0 0,2-1 0 0 0,1 1 0 0 0,1 0 0 0 0,1-1 0 0 0,1 1 0 0 0,1-1 0 0 0,1 0 0 0 0,1 1 1 0 0,10 26-1 0 0,13 29-73 0 0,44 88 1 0 0,-70-163-123 0 0,5 12-143 0 0,7 14 6 0 0,32 52-1 0 0,-42-75-258 0 0,0-1 0 0 0,0 0-1 0 0,1 0 1 0 0,0-1 0 0 0,0 1-1 0 0,1-1 1 0 0,0 0 0 0 0,0 0-1 0 0,0-1 1 0 0,0 0-1 0 0,0 0 1 0 0,1 0 0 0 0,0-1-1 0 0,7 3 1 0 0,-10-5-85 0 0,-1-1-1 0 0,0 0 1 0 0,1 0 0 0 0,-1 0-1 0 0,1 0 1 0 0,-1 0 0 0 0,1-1-1 0 0,-1 1 1 0 0,0-1 0 0 0,1 0-1 0 0,-1 0 1 0 0,0 0 0 0 0,0-1-1 0 0,1 1 1 0 0,-1-1 0 0 0,0 1-1 0 0,-1-1 1 0 0,1 0 0 0 0,0-1-1 0 0,0 1 1 0 0,-1 0-1 0 0,1-1 1 0 0,-1 1 0 0 0,4-6-1 0 0,15-24-1783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2.165"/>
    </inkml:context>
    <inkml:brush xml:id="br0">
      <inkml:brushProperty name="width" value="0.035" units="cm"/>
      <inkml:brushProperty name="height" value="0.035" units="cm"/>
      <inkml:brushProperty name="color" value="#E71224"/>
    </inkml:brush>
  </inkml:definitions>
  <inkml:trace contextRef="#ctx0" brushRef="#br0">3 0 3224 0 0,'0'2'517'0'0,"-1"-1"-1"0"0,1 1 1 0 0,-1 0-1 0 0,1-1 1 0 0,0 1 0 0 0,0-1-1 0 0,0 1 1 0 0,0 0-1 0 0,0-1 1 0 0,0 1-1 0 0,0 0 1 0 0,0-1 0 0 0,1 1-1 0 0,-1 0 1 0 0,1-1-1 0 0,0 3 1 0 0,1-2-112 0 0,-1 1 1 0 0,1-1-1 0 0,-1 0 1 0 0,1 0-1 0 0,-1-1 1 0 0,1 1-1 0 0,0 0 1 0 0,0-1-1 0 0,0 1 1 0 0,3 1-1 0 0,6 3 116 0 0,1-1 0 0 0,0 0 0 0 0,23 6 0 0 0,-1 1 60 0 0,23 15-78 0 0,64 40-1 0 0,-33-16-2741 0 0,-49-35-2827 0 0,-38-16 4751 0 0,0 1 0 0 0,1-1-1 0 0,-1 0 1 0 0,0 1 0 0 0,0-1-1 0 0,1 0 1 0 0,-1 0 0 0 0,0 0-1 0 0,0 0 1 0 0,1 0 0 0 0,-1-1-1 0 0,0 1 1 0 0,0 0 0 0 0,0-1-1 0 0,1 1 1 0 0,-1 0 0 0 0,0-1-1 0 0,0 1 1 0 0,0-1 0 0 0,0 0-1 0 0,0 1 1 0 0,0-1 0 0 0,0 0-1 0 0,0 0 1 0 0,0 0 0 0 0,0 1-1 0 0,0-1 1 0 0,0 0 0 0 0,-1 0-1 0 0,2-2 1 0 0,3-13-2205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2.367"/>
    </inkml:context>
    <inkml:brush xml:id="br0">
      <inkml:brushProperty name="width" value="0.035" units="cm"/>
      <inkml:brushProperty name="height" value="0.035" units="cm"/>
      <inkml:brushProperty name="color" value="#E71224"/>
    </inkml:brush>
  </inkml:definitions>
  <inkml:trace contextRef="#ctx0" brushRef="#br0">27 1 264 0 0,'-3'3'1892'0'0,"1"1"1"0"0,-1 0-1 0 0,1-1 1 0 0,0 1-1 0 0,0 0 1 0 0,0 1-1 0 0,-3 7 1 0 0,-1 33 3904 0 0,8-23-5702 0 0,0 0 1 0 0,6 29-1 0 0,-1-14 1136 0 0,17 281-2006 0 0,-20-217-3431 0 0,-4-94 2870 0 0,0 1 1 0 0,1 0 0 0 0,0-1-1 0 0,1 1 1 0 0,0-1 0 0 0,2 8 0 0 0,3-7-2719 0 0,3-15 974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2.996"/>
    </inkml:context>
    <inkml:brush xml:id="br0">
      <inkml:brushProperty name="width" value="0.035" units="cm"/>
      <inkml:brushProperty name="height" value="0.035" units="cm"/>
      <inkml:brushProperty name="color" value="#E71224"/>
    </inkml:brush>
  </inkml:definitions>
  <inkml:trace contextRef="#ctx0" brushRef="#br0">19 21 1144 0 0,'-1'0'605'0'0,"0"0"0"0"0,0-1 0 0 0,0 1 0 0 0,0 0-1 0 0,0-1 1 0 0,0 1 0 0 0,0-1 0 0 0,0 1 0 0 0,0-1 0 0 0,0 0 0 0 0,0 1 0 0 0,0-1-1 0 0,0 0 1 0 0,0 0 0 0 0,0 1 0 0 0,1-1 0 0 0,-1 0 0 0 0,-1-2 0 0 0,8-3 4644 0 0,6 4-4737 0 0,6 3-310 0 0,-1 1 1 0 0,1 0-1 0 0,-1 1 1 0 0,0 1-1 0 0,0 0 1 0 0,0 2-1 0 0,-1 0 1 0 0,0 1-1 0 0,0 0 1 0 0,0 1-1 0 0,-1 1 1 0 0,0 0-1 0 0,26 23 1 0 0,-27-19-135 0 0,0-1 0 0 0,-1 2 0 0 0,-1 0 0 0 0,0 0 0 0 0,-1 1 0 0 0,0 1 0 0 0,-1 0 0 0 0,-1 0 1 0 0,-1 1-1 0 0,0 0 0 0 0,-1 0 0 0 0,9 35 0 0 0,-10-15-13 0 0,-1-1-1 0 0,-1 1 1 0 0,-3 0-1 0 0,0 0 1 0 0,-3 0 0 0 0,-7 44-1 0 0,2-40-1339 0 0,-2 0-1 0 0,-26 71 0 0 0,23-88-1879 0 0,12-24 3045 0 0,0 0 0 0 0,0 0-1 0 0,0 1 1 0 0,0-1 0 0 0,0 0 0 0 0,0 0-1 0 0,-1 0 1 0 0,1 0 0 0 0,0 0 0 0 0,0 1-1 0 0,0-1 1 0 0,0 0 0 0 0,-1 0 0 0 0,1 0-1 0 0,0 0 1 0 0,0 0 0 0 0,0 0 0 0 0,0 0 0 0 0,-1 0-1 0 0,1 0 1 0 0,0 0 0 0 0,0 1 0 0 0,0-1-1 0 0,-1 0 1 0 0,1 0 0 0 0,0 0 0 0 0,0 0-1 0 0,0 0 1 0 0,0 0 0 0 0,-1 0 0 0 0,1-1-1 0 0,0 1 1 0 0,0 0 0 0 0,0 0 0 0 0,-1 0 0 0 0,1 0-1 0 0,0 0 1 0 0,0 0 0 0 0,0 0 0 0 0,0 0-1 0 0,-1 0 1 0 0,1 0 0 0 0,0-1 0 0 0,0 1-1 0 0,0 0 1 0 0,0 0 0 0 0,0 0 0 0 0,-1 0-1 0 0,1-1 1 0 0,-5-20-6034 0 0,4-1 5431 0 0,0-30-1570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3.355"/>
    </inkml:context>
    <inkml:brush xml:id="br0">
      <inkml:brushProperty name="width" value="0.035" units="cm"/>
      <inkml:brushProperty name="height" value="0.035" units="cm"/>
      <inkml:brushProperty name="color" value="#E71224"/>
    </inkml:brush>
  </inkml:definitions>
  <inkml:trace contextRef="#ctx0" brushRef="#br0">104 0 184 0 0,'-5'28'12200'0'0,"-12"18"-8331"0"0,9-26-2617 0 0,-4 14-353 0 0,-1-5-325 0 0,2 2 1 0 0,1-1 0 0 0,2 1-1 0 0,1 0 1 0 0,-6 64-1 0 0,13-92-572 0 0,1 0 0 0 0,-1-1-1 0 0,0 1 1 0 0,1 0 0 0 0,0-1-1 0 0,0 1 1 0 0,0-1-1 0 0,0 1 1 0 0,0-1 0 0 0,0 1-1 0 0,0-1 1 0 0,1 0 0 0 0,0 1-1 0 0,-1-1 1 0 0,1 0-1 0 0,0 0 1 0 0,0 0 0 0 0,0 0-1 0 0,0-1 1 0 0,0 1 0 0 0,0-1-1 0 0,1 1 1 0 0,-1-1 0 0 0,1 0-1 0 0,-1 1 1 0 0,1-1-1 0 0,-1-1 1 0 0,1 1 0 0 0,-1 0-1 0 0,1 0 1 0 0,2-1 0 0 0,12 3-4 0 0,-1-1 0 0 0,1 0 1 0 0,30-2-1 0 0,-37 0 2 0 0,212-21-2292 0 0,-144 11 1224 0 0,-71 9 1270 0 0,3 2-4978 0 0,-10-1 4625 0 0,0 0 1 0 0,-1 0-1 0 0,1 0 0 0 0,0 0 0 0 0,0 0 0 0 0,0 0 0 0 0,-1 0 1 0 0,1 0-1 0 0,0 0 0 0 0,0 0 0 0 0,0 1 0 0 0,-1-1 0 0 0,1 0 0 0 0,0 0 1 0 0,0 0-1 0 0,0 0 0 0 0,0 0 0 0 0,0 0 0 0 0,-1 0 0 0 0,1 1 0 0 0,0-1 1 0 0,0 0-1 0 0,0 0 0 0 0,0 0 0 0 0,0 0 0 0 0,0 0 0 0 0,-1 1 0 0 0,1-1 1 0 0,0 0-1 0 0,0 0 0 0 0,0 0 0 0 0,0 0 0 0 0,0 1 0 0 0,0-1 0 0 0,0 0 1 0 0,0 0-1 0 0,0 0 0 0 0,0 1 0 0 0,0-1 0 0 0,0 0 0 0 0,0 0 0 0 0,0 0 1 0 0,0 1-1 0 0,0-1 0 0 0,0 0 0 0 0,0 0 0 0 0,0 0 0 0 0,0 0 1 0 0,0 1-1 0 0,0-1 0 0 0,1 0 0 0 0,-1 0 0 0 0,0 0 0 0 0,0 0 0 0 0,0 1 1 0 0,0-1-1 0 0,0 0 0 0 0,0 0 0 0 0,1 0 0 0 0,-1 0 0 0 0,0 0 0 0 0,0 0 1 0 0,0 1-1 0 0,0-1 0 0 0,1 0 0 0 0,-1 0 0 0 0,-12 7-2609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3.577"/>
    </inkml:context>
    <inkml:brush xml:id="br0">
      <inkml:brushProperty name="width" value="0.035" units="cm"/>
      <inkml:brushProperty name="height" value="0.035" units="cm"/>
      <inkml:brushProperty name="color" value="#E71224"/>
    </inkml:brush>
  </inkml:definitions>
  <inkml:trace contextRef="#ctx0" brushRef="#br0">14 191 104 0 0,'-7'16'4080'0'0,"1"-5"-80"0"0,5-2-720 0 0,4-8-880 0 0,8-3-560 0 0,7-5-479 0 0,4-2-401 0 0,12-6-320 0 0,5-6-320 0 0,8-3 0 0 0,-1 1-240 0 0,-2 1-288 0 0,-3 5-752 0 0,-3 3-1841 0 0,-7-4-1919 0 0,-2-1 160 0 0,0 2 1120 0 0,-5-3 1120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0:44.392"/>
    </inkml:context>
    <inkml:brush xml:id="br0">
      <inkml:brushProperty name="width" value="0.035" units="cm"/>
      <inkml:brushProperty name="height" value="0.035" units="cm"/>
      <inkml:brushProperty name="color" value="#E71224"/>
    </inkml:brush>
  </inkml:definitions>
  <inkml:trace contextRef="#ctx0" brushRef="#br0">49 582 344 0 0,'6'-34'9952'0'0,"-5"-2"-4747"0"0,-13-75-1891 0 0,6 75-2064 0 0,-2-115 354 0 0,8 107-845 0 0,-2 1-1 0 0,-12-63 1 0 0,6 86 180 0 0,4 40-713 0 0,3 37-271 0 0,8-26 171 0 0,2 0-1 0 0,1 0 1 0 0,2 0 0 0 0,0-2 0 0 0,3 1 0 0 0,19 30-1 0 0,-10-16-179 0 0,8 17 20 0 0,0-6 143 0 0,-2 3-1 0 0,-3 0 1 0 0,33 107-1 0 0,-60-164-185 0 0,-1-1 0 0 0,1 1 0 0 0,0 0 0 0 0,0 0 0 0 0,0 0 0 0 0,-1-1 0 0 0,1 1 0 0 0,0 0 0 0 0,-1-1 0 0 0,1 1 0 0 0,-1 0 0 0 0,1-1 0 0 0,-1 1 0 0 0,1 0 0 0 0,-1-1 0 0 0,1 1 0 0 0,-1-1 0 0 0,1 1 0 0 0,-1-1 0 0 0,0 1 0 0 0,1-1 0 0 0,-1 1 0 0 0,0-1 0 0 0,0 0 0 0 0,1 1 0 0 0,-1-1 0 0 0,0 0 0 0 0,0 0 0 0 0,1 0 0 0 0,-1 0 0 0 0,-1 1 0 0 0,-40 8-9886 0 0,14-3 848 0 0,14-1 5862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7:24:38.977"/>
    </inkml:context>
    <inkml:brush xml:id="br0">
      <inkml:brushProperty name="width" value="0.035" units="cm"/>
      <inkml:brushProperty name="height" value="0.035" units="cm"/>
      <inkml:brushProperty name="color" value="#E71224"/>
    </inkml:brush>
  </inkml:definitions>
  <inkml:trace contextRef="#ctx0" brushRef="#br0">65 44 21884,'0'-1'0,"0"0"0,0 0 0,0 0 0,0 0 0,0 0 0,0-1 0,0 1 0,0-1 0,-1 1 0,1-1 0,-1 0 0,1 0 0,-1 0 0,0 0 0,0 1 0,0-1 0,0 0 0,-1 0 0,1 0 0,-1 0 0,1 1 0,-1-1 0,0 1 0,0-1 0,0 1 0,0 0 0,0 0 0,-1 0 0,1 1 0,0-1 0,0 1 0,-1 0 0,1 0 0,0 1 0,0-1 0,-1 1 0,1 0 0,0 1 0,0-1 0,1 1 0,-1 0 0,0 0 0,1 0 0,-1 0 0,1 1 0,0 0 0,0 0 0,1 0 0,-1 0 0,1 0 0,-1 0 0,1 1 0,0-1 0,0 1 0,1 0 0,-1-1 0,0 1 0,1 0 0,0-1 0,0 1 0,0-1 0,0 1 0,0-1 0,0 1 0,0-1 0,0 0 0,1 0 0,-1 0 0,0 0 0,0 0 0,1-1 0,-1 1 0,0-1 0,0 0 0,0 0 0,0 0 0,0 0 0,0 0 0,0-1 0,0 1 0,-1-1 0,1 0 0,-1 0 0,1 0 0,-1 0 0,1 0 0,-1 0 0,0 0 0,0-2 0,1 1 0,0 0 0,-1-1 0,1 1 0,0 0 0,-1-1 0,1 1 0,1 0 0,-1-1 0,0 1 0,1-1 0,0 1 0,0-1 0,0 1 0,0-1 0,0 0 0,1 1 0,-1-1 0,1 0 0,0 0 0,0 0 0,0-1 0,0 1 0,0 0 0,0-1 0,1 1 0,-1-1 0,0 0 0,0 1 0,0-1 0,1 0 0,-1 0 0,0-1 0,-1 1 0,1 0 0,0-1 0,-1 1 0,1-1 0,-1 1 0,0-1 0,0 0 0,-1 1 0,1-1 0,-1 0 0,0 1 0,0-1 0,-1 0 0,1 1 0,-1-1 0,0 1 0,0-1 0,-1 1 0,0 0 0,0 0 0,0 0 0,0 0 0,0 0 0,-1 1 0,0-1 0,0 1 0,0-1 0,0 1 0,0 1 0,0-1 0,0 0 0,-1 1 0,1-1 0,-1 1 0,1 0 0,0 0 0,-1 0 0,1 1 0,0-1 0,0 1 0,0-1 0,0 1 0,0 0 0,0 0 0,0 0 0,1-1 0,-1 1 0,1 0 0,0 0 0,0 0 0,0 0 0,0 0 0,0 0 0,1 0 0,-1-1 0,1 1 0,0-1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24.251"/>
    </inkml:context>
    <inkml:brush xml:id="br0">
      <inkml:brushProperty name="width" value="0.035" units="cm"/>
      <inkml:brushProperty name="height" value="0.035" units="cm"/>
      <inkml:brushProperty name="color" value="#E71224"/>
    </inkml:brush>
  </inkml:definitions>
  <inkml:trace contextRef="#ctx0" brushRef="#br0">183 78 24 0 0,'-1'-11'5966'0'0,"-4"12"-4488"0"0,-6 18-2793 0 0,4-8 10786 0 0,7-19-4773 0 0,0 12-3384 0 0,-2-15-912 0 0,-15-11 145 0 0,2 138-307 0 0,0 56 0 0 0,-52 418-1328 0 0,25-391 528 0 0,52-292-2160 0 0,33-240 1752 0 0,13-65 1277 0 0,-50 372-113 0 0,1-1 0 0 0,1 1 1 0 0,2 1-1 0 0,0 0 0 0 0,2 0 1 0 0,1 1-1 0 0,18-26 0 0 0,-25 42-114 0 0,0 1 0 0 0,0 0-1 0 0,1 0 1 0 0,0 0 0 0 0,0 1-1 0 0,1 0 1 0 0,0 0 0 0 0,0 1 0 0 0,0 0-1 0 0,11-5 1 0 0,-12 7-57 0 0,0 1 0 0 0,0 0 0 0 0,0 1-1 0 0,0-1 1 0 0,0 1 0 0 0,0 1 0 0 0,0-1 0 0 0,0 1 0 0 0,1 1 0 0 0,-1-1-1 0 0,0 1 1 0 0,0 0 0 0 0,0 1 0 0 0,0 0 0 0 0,8 3 0 0 0,-8-3-19 0 0,0 1 0 0 0,-1 0 1 0 0,1 0-1 0 0,-1 1 0 0 0,0 0 0 0 0,0 0 1 0 0,0 0-1 0 0,-1 1 0 0 0,1-1 1 0 0,-1 1-1 0 0,0 1 0 0 0,-1-1 1 0 0,1 1-1 0 0,-1 0 0 0 0,5 9 0 0 0,-4-5 9 0 0,-1 1 0 0 0,0-1 0 0 0,-1 1 0 0 0,0 0 0 0 0,0 0 0 0 0,-1 0 0 0 0,-1 0 0 0 0,0 0 0 0 0,0 13-1 0 0,-3 4 87 0 0,-1-1-1 0 0,0 1 1 0 0,-2-1-1 0 0,-2 0 1 0 0,0-1-1 0 0,-2 0 1 0 0,-15 35-1 0 0,14-42 44 0 0,0-1 0 0 0,0 0 0 0 0,-2 0 0 0 0,0-1 0 0 0,-16 16 0 0 0,23-27-93 0 0,0-1 0 0 0,-1 1 0 0 0,0-1 0 0 0,0 0 0 0 0,0 0 1 0 0,0-1-1 0 0,-1 1 0 0 0,0-1 0 0 0,0-1 0 0 0,0 0 0 0 0,0 0 1 0 0,-1 0-1 0 0,1-1 0 0 0,-1 0 0 0 0,0 0 0 0 0,-12 1 0 0 0,15-4-124 0 0,1 0-1 0 0,0 1 1 0 0,0-1-1 0 0,0 0 1 0 0,0-1-1 0 0,0 1 1 0 0,0-1-1 0 0,0 0 1 0 0,0 0-1 0 0,1 0 1 0 0,-1 0-1 0 0,1-1 1 0 0,-1 0-1 0 0,1 1 1 0 0,0-1-1 0 0,0 0 1 0 0,0 0-1 0 0,1-1 1 0 0,-1 1-1 0 0,1-1 0 0 0,-1 1 1 0 0,1-1-1 0 0,0 0 1 0 0,1 0-1 0 0,-1 0 1 0 0,-1-6-1 0 0,0 0-766 0 0,0 1 1 0 0,0-1-1 0 0,1 0 0 0 0,-1-15 0 0 0,3 17-551 0 0,-1 0 1 0 0,2 0-1 0 0,-1 1 0 0 0,1-1 1 0 0,2-11-1 0 0,-1 13 431 0 0,0 1 0 0 0,0-1 0 0 0,0 0 0 0 0,1 1 0 0 0,-1-1 0 0 0,7-8 0 0 0,4-2-1027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25.258"/>
    </inkml:context>
    <inkml:brush xml:id="br0">
      <inkml:brushProperty name="width" value="0.035" units="cm"/>
      <inkml:brushProperty name="height" value="0.035" units="cm"/>
      <inkml:brushProperty name="color" value="#E71224"/>
    </inkml:brush>
  </inkml:definitions>
  <inkml:trace contextRef="#ctx0" brushRef="#br0">255 108 3704 0 0,'2'-6'999'0'0,"0"1"-1"0"0,-1-1 1 0 0,0 1-1 0 0,0-1 1 0 0,0 1-1 0 0,-1-1 1 0 0,0 1 0 0 0,0-1-1 0 0,0 0 1 0 0,-1 1-1 0 0,0-1 1 0 0,0 1-1 0 0,0-1 1 0 0,-1 1-1 0 0,0 0 1 0 0,0-1-1 0 0,-4-7 1 0 0,-10 41 1188 0 0,-120 234-975 0 0,111-205-1361 0 0,3 1 0 0 0,-25 108 0 0 0,49-178-120 0 0,1-7 119 0 0,1 0 0 0 0,11-31 1 0 0,-14 46 133 0 0,1 1 1 0 0,-1-1 0 0 0,1 0 0 0 0,-1 1 0 0 0,1-1-1 0 0,0 1 1 0 0,0-1 0 0 0,1 1 0 0 0,-1 0-1 0 0,1 0 1 0 0,-1 0 0 0 0,1 0 0 0 0,0 1 0 0 0,0-1-1 0 0,0 1 1 0 0,1 0 0 0 0,-1 0 0 0 0,1 0-1 0 0,-1 0 1 0 0,1 0 0 0 0,5-1 0 0 0,-5 3 10 0 0,0 0-1 0 0,0 1 1 0 0,0 0 0 0 0,0-1 0 0 0,-1 1 0 0 0,1 1 0 0 0,0-1-1 0 0,0 0 1 0 0,-1 1 0 0 0,1 0 0 0 0,-1 0 0 0 0,1 0 0 0 0,-1 0 0 0 0,0 1-1 0 0,0-1 1 0 0,0 1 0 0 0,4 4 0 0 0,4 5 3 0 0,0 0 0 0 0,18 25 0 0 0,-19-20 76 0 0,-1 0 1 0 0,0 1-1 0 0,-1 0 0 0 0,-1 0 0 0 0,0 1 1 0 0,-2 0-1 0 0,0 0 0 0 0,-1 1 0 0 0,-1-1 1 0 0,-1 1-1 0 0,-1 0 0 0 0,0 0 1 0 0,-2-1-1 0 0,0 1 0 0 0,-8 38 0 0 0,-3-4 459 0 0,-3-1 0 0 0,-2 0 0 0 0,-2-1 0 0 0,-37 71 1 0 0,25-43-2777 0 0,30-77 1851 0 0,23-36-20916 0 0,-13 18 18775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27.162"/>
    </inkml:context>
    <inkml:brush xml:id="br0">
      <inkml:brushProperty name="width" value="0.035" units="cm"/>
      <inkml:brushProperty name="height" value="0.035" units="cm"/>
      <inkml:brushProperty name="color" value="#E71224"/>
    </inkml:brush>
  </inkml:definitions>
  <inkml:trace contextRef="#ctx0" brushRef="#br0">236 209 2344 0 0,'9'-6'1035'0'0,"-1"-1"0"0"0,0 0 0 0 0,0 0 0 0 0,0 0 0 0 0,-1-1 0 0 0,0 0 0 0 0,0-1 0 0 0,-1 0 0 0 0,7-14 0 0 0,-11 20-824 0 0,-1 0-1 0 0,1 0 1 0 0,-1-1 0 0 0,0 1 0 0 0,-1-1-1 0 0,1 1 1 0 0,0-1 0 0 0,-1 0 0 0 0,0 1-1 0 0,0-1 1 0 0,0 1 0 0 0,0-1 0 0 0,-1 0-1 0 0,1 1 1 0 0,-1-1 0 0 0,0 1 0 0 0,0-1-1 0 0,0 1 1 0 0,-1 0 0 0 0,1-1 0 0 0,-1 1-1 0 0,0 0 1 0 0,0 0 0 0 0,0 0 0 0 0,0 0-1 0 0,0 0 1 0 0,0 1 0 0 0,-1-1 0 0 0,0 1-1 0 0,1-1 1 0 0,-6-2 0 0 0,5 3-136 0 0,0 1 1 0 0,0-1-1 0 0,0 1 0 0 0,0 0 0 0 0,0 0 1 0 0,0 0-1 0 0,-1 0 0 0 0,1 0 1 0 0,0 1-1 0 0,-1-1 0 0 0,1 1 1 0 0,-1 0-1 0 0,1 0 0 0 0,-1 0 0 0 0,1 1 1 0 0,0-1-1 0 0,-1 1 0 0 0,1 0 1 0 0,0 0-1 0 0,0 0 0 0 0,-1 0 1 0 0,1 0-1 0 0,0 1 0 0 0,0 0 0 0 0,0-1 1 0 0,0 1-1 0 0,-4 4 0 0 0,-6 4 37 0 0,1-1 0 0 0,0 2-1 0 0,0 0 1 0 0,-17 21 0 0 0,15-12-116 0 0,0 0 1 0 0,2 1-1 0 0,0 0 1 0 0,1 1 0 0 0,1 1-1 0 0,1-1 1 0 0,2 2-1 0 0,0-1 1 0 0,1 1-1 0 0,1 0 1 0 0,1 0 0 0 0,2 0-1 0 0,0 26 1 0 0,2-46-21 0 0,0-1 0 0 0,0 1 0 0 0,0-1 0 0 0,1 1 0 0 0,-1-1 0 0 0,1 1 0 0 0,0-1 0 0 0,0 0 0 0 0,1 1 0 0 0,-1-1 0 0 0,1 0 0 0 0,-1 0 0 0 0,1 0 0 0 0,0 0 0 0 0,0 0 0 0 0,0-1 0 0 0,1 1 0 0 0,-1 0 0 0 0,5 3 0 0 0,-4-5 7 0 0,-1 1 0 0 0,1-1 1 0 0,0 0-1 0 0,-1 0 0 0 0,1 0 1 0 0,0 0-1 0 0,0-1 0 0 0,0 1 1 0 0,0-1-1 0 0,-1 0 0 0 0,1 0 1 0 0,0 0-1 0 0,0 0 0 0 0,0 0 1 0 0,0-1-1 0 0,0 1 0 0 0,0-1 1 0 0,-1 0-1 0 0,1 0 0 0 0,0 0 1 0 0,0 0-1 0 0,-1 0 0 0 0,5-3 1 0 0,9-6 29 0 0,-1 0 0 0 0,-1-1 0 0 0,0-1 0 0 0,0 0 0 0 0,-1-1 0 0 0,0 0 0 0 0,-1-1 0 0 0,11-18 0 0 0,-10 13 27 0 0,0 0-1 0 0,-2-1 1 0 0,-1-1-1 0 0,0 0 1 0 0,-1 0 0 0 0,6-25-1 0 0,-13 37 76 0 0,0 3 27 0 0,0 1 0 0 0,0-1 0 0 0,-1 0 0 0 0,0 0 0 0 0,0 1-1 0 0,0-1 1 0 0,-1 0 0 0 0,0 0 0 0 0,0 0 0 0 0,-1 0 0 0 0,1 0 0 0 0,-3-8 0 0 0,2 14-118 0 0,1 0 0 0 0,0 0 0 0 0,-1-1 1 0 0,1 1-1 0 0,0 0 0 0 0,-1 0 0 0 0,1 0 0 0 0,-1 0 0 0 0,1 0 0 0 0,0 0 0 0 0,-1 0 0 0 0,1-1 0 0 0,-1 1 0 0 0,1 0 0 0 0,-1 1 0 0 0,1-1 0 0 0,0 0 0 0 0,-1 0 0 0 0,1 0 0 0 0,-1 0 0 0 0,1 0 0 0 0,0 0 0 0 0,-1 0 0 0 0,1 1 0 0 0,-1-1 0 0 0,1 0 0 0 0,0 0 0 0 0,-1 0 0 0 0,1 1 0 0 0,0-1 0 0 0,-1 0 0 0 0,1 1 0 0 0,0-1 0 0 0,0 0 1 0 0,-1 1-1 0 0,1-1 0 0 0,0 0 0 0 0,0 1 0 0 0,-1-1 0 0 0,1 0 0 0 0,0 1 0 0 0,0-1 0 0 0,0 1 0 0 0,-16 21 38 0 0,13-18 18 0 0,-7 12-19 0 0,1 1-1 0 0,0 0 0 0 0,1 0 0 0 0,1 1 1 0 0,0 0-1 0 0,2 0 0 0 0,0 1 0 0 0,1-1 1 0 0,1 1-1 0 0,-2 24 0 0 0,4-18-202 0 0,2 0 0 0 0,0 0 0 0 0,1 0-1 0 0,2-1 1 0 0,0 1 0 0 0,1-1 0 0 0,14 36 0 0 0,-10-43-1278 0 0,8-3-7285 0 0,-16-14 8357 0 0,-1 0 0 0 0,1 0 0 0 0,0 0 0 0 0,-1 0 0 0 0,1 0 0 0 0,0 0-1 0 0,-1 0 1 0 0,1 0 0 0 0,0 0 0 0 0,-1 0 0 0 0,1 0 0 0 0,0-1 0 0 0,-1 1 0 0 0,1 0 0 0 0,0 0 0 0 0,-1-1 0 0 0,1 1 0 0 0,-1 0-1 0 0,1-1 1 0 0,-1 1 0 0 0,1-1 0 0 0,-1 1 0 0 0,1-1 0 0 0,-1 1 0 0 0,1-1 0 0 0,0 0 0 0 0,7-19-2303 0 0,-2-4 704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27.710"/>
    </inkml:context>
    <inkml:brush xml:id="br0">
      <inkml:brushProperty name="width" value="0.035" units="cm"/>
      <inkml:brushProperty name="height" value="0.035" units="cm"/>
      <inkml:brushProperty name="color" value="#E71224"/>
    </inkml:brush>
  </inkml:definitions>
  <inkml:trace contextRef="#ctx0" brushRef="#br0">301 0 824 0 0,'-17'15'10735'0'0,"-3"-1"-7101"0"0,-7 7-1789 0 0,-3 5-1146 0 0,2 1 0 0 0,1 1 0 0 0,2 2 0 0 0,0 0 0 0 0,2 2 0 0 0,-38 68 0 0 0,59-94-674 0 0,-1-1 1 0 0,1 0-1 0 0,0 1 0 0 0,0 0 0 0 0,0-1 0 0 0,1 1 0 0 0,0 0 1 0 0,0 0-1 0 0,0 0 0 0 0,1 11 0 0 0,0-14-20 0 0,1-1 0 0 0,0 1 0 0 0,0-1 0 0 0,-1 1-1 0 0,1-1 1 0 0,1 0 0 0 0,-1 1 0 0 0,0-1 0 0 0,1 0 0 0 0,-1 0 0 0 0,1 0 0 0 0,-1 0-1 0 0,1 0 1 0 0,0 0 0 0 0,0-1 0 0 0,0 1 0 0 0,0 0 0 0 0,0-1 0 0 0,0 0 0 0 0,1 1 0 0 0,-1-1-1 0 0,0 0 1 0 0,1 0 0 0 0,-1 0 0 0 0,0-1 0 0 0,1 1 0 0 0,3 0 0 0 0,10 2-524 0 0,1-1 0 0 0,0 0 0 0 0,-1-1 1 0 0,1-1-1 0 0,0-1 0 0 0,21-3 1 0 0,-16 1-821 0 0,1 2-1 0 0,28 1 1 0 0,-43 4-5399 0 0,-16 2 1743 0 0,-8 0 2808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27.866"/>
    </inkml:context>
    <inkml:brush xml:id="br0">
      <inkml:brushProperty name="width" value="0.035" units="cm"/>
      <inkml:brushProperty name="height" value="0.035" units="cm"/>
      <inkml:brushProperty name="color" value="#E71224"/>
    </inkml:brush>
  </inkml:definitions>
  <inkml:trace contextRef="#ctx0" brushRef="#br0">0 78 2424 0 0,'0'7'4160'0'0,"5"-2"-480"0"0,8-7-800 0 0,7-2-800 0 0,9-5-639 0 0,10-5-481 0 0,8-1-480 0 0,4 6-448 0 0,2 3-832 0 0,0-2-1201 0 0,0 0-1919 0 0,-3 2-320 0 0,-5 0 880 0 0,-9 3 960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28.639"/>
    </inkml:context>
    <inkml:brush xml:id="br0">
      <inkml:brushProperty name="width" value="0.035" units="cm"/>
      <inkml:brushProperty name="height" value="0.035" units="cm"/>
      <inkml:brushProperty name="color" value="#E71224"/>
    </inkml:brush>
  </inkml:definitions>
  <inkml:trace contextRef="#ctx0" brushRef="#br0">61 10 1544 0 0,'-2'-10'16782'0'0,"2"10"-16694"0"0,-1 0-1 0 0,1 1 0 0 0,0-1 1 0 0,-1 0-1 0 0,1 0 1 0 0,0 1-1 0 0,-1-1 0 0 0,1 0 1 0 0,0 1-1 0 0,-1-1 0 0 0,1 0 1 0 0,0 1-1 0 0,0-1 1 0 0,-1 0-1 0 0,1 1 0 0 0,0-1 1 0 0,0 0-1 0 0,-1 1 1 0 0,1-1-1 0 0,0 1 0 0 0,0-1 1 0 0,0 1-1 0 0,0-1 0 0 0,0 1 1 0 0,0-1-1 0 0,0 0 1 0 0,0 1-1 0 0,0-1 0 0 0,0 1 1 0 0,0-1-1 0 0,0 1 0 0 0,0-1 1 0 0,0 1-1 0 0,1 0 1 0 0,-2 8-62 0 0,0 0 1 0 0,-1 0 0 0 0,0 0-1 0 0,0 0 1 0 0,-5 12-1 0 0,4-12 5 0 0,0 0-1 0 0,1 1 1 0 0,-1 0-1 0 0,0 17 1 0 0,2-23-39 0 0,1 1 0 0 0,0-1 0 0 0,0 1 1 0 0,1-1-1 0 0,-1 0 0 0 0,1 1 0 0 0,0-1 0 0 0,0 0 1 0 0,1 0-1 0 0,-1 0 0 0 0,1 0 0 0 0,0 0 1 0 0,0 0-1 0 0,0 0 0 0 0,3 4 0 0 0,1-2-81 0 0,1 0 0 0 0,0 0 1 0 0,0-1-1 0 0,1 0 0 0 0,-1 0 0 0 0,11 4 0 0 0,-17-8 93 0 0,-1-1 0 0 0,1 1 0 0 0,0-1 0 0 0,-1 1 1 0 0,1-1-1 0 0,0 1 0 0 0,-1-1 0 0 0,1 1 0 0 0,-1 0 0 0 0,1-1 0 0 0,-1 1 0 0 0,1 0 1 0 0,-1 0-1 0 0,1-1 0 0 0,-1 1 0 0 0,0 0 0 0 0,1 0 0 0 0,-1 0 0 0 0,0-1 0 0 0,0 1 1 0 0,0 0-1 0 0,0 0 0 0 0,1 0 0 0 0,-1 0 0 0 0,0-1 0 0 0,0 1 0 0 0,-1 0 0 0 0,1 0 0 0 0,0 0 1 0 0,0 0-1 0 0,0 0 0 0 0,-1-1 0 0 0,1 1 0 0 0,0 0 0 0 0,-1 0 0 0 0,1-1 0 0 0,0 1 1 0 0,-1 0-1 0 0,0 1 0 0 0,-27 32 261 0 0,17-23-194 0 0,1 1-12 0 0,-34 48 68 0 0,42-57-141 0 0,0 1 0 0 0,0 0 0 0 0,0 0 1 0 0,0 0-1 0 0,1 0 0 0 0,-1 0 0 0 0,1 0 0 0 0,0 0 1 0 0,1 0-1 0 0,-1 0 0 0 0,1 1 0 0 0,-1-1 1 0 0,1 0-1 0 0,1 6 0 0 0,0-8-3 0 0,0-1 0 0 0,1 1 0 0 0,-1 0 0 0 0,0-1-1 0 0,1 1 1 0 0,-1 0 0 0 0,1-1 0 0 0,0 0 0 0 0,-1 1 0 0 0,1-1 0 0 0,0 0 0 0 0,0 0 0 0 0,0 0-1 0 0,0 0 1 0 0,0 0 0 0 0,0-1 0 0 0,0 1 0 0 0,0-1 0 0 0,0 1 0 0 0,0-1 0 0 0,1 0 0 0 0,1 1-1 0 0,54 4-148 0 0,-56-5 153 0 0,19 1-28 0 0,-10-2 24 0 0,-1 1-1 0 0,1 0 1 0 0,-1 1-1 0 0,1 0 1 0 0,-1 1 0 0 0,1 0-1 0 0,-1 1 1 0 0,0 0-1 0 0,0 0 1 0 0,18 10 0 0 0,-26-11 41 0 0,0 0 0 0 0,0 1 0 0 0,0-1 0 0 0,0 1 0 0 0,-1-1 0 0 0,1 1 0 0 0,-1 0 0 0 0,1-1 0 0 0,-1 1 0 0 0,0 0 1 0 0,0 0-1 0 0,0 0 0 0 0,-1 0 0 0 0,1 0 0 0 0,-1 0 0 0 0,0 0 0 0 0,0 0 0 0 0,0 0 0 0 0,0 0 0 0 0,0 0 0 0 0,0 0 0 0 0,-1 0 1 0 0,0 0-1 0 0,-1 6 0 0 0,-2 5 149 0 0,-1-1 0 0 0,0 0-1 0 0,-1 0 1 0 0,-7 13 0 0 0,0-1 104 0 0,-2 0-1 0 0,-1-1 0 0 0,0-1 0 0 0,-2 0 0 0 0,-1-1 1 0 0,-31 28-1 0 0,50-50-288 0 0,-1 0 1 0 0,1 1-1 0 0,0-1 0 0 0,-1 1 1 0 0,1-1-1 0 0,-1 0 1 0 0,1 1-1 0 0,0-1 1 0 0,-1 0-1 0 0,1 1 0 0 0,-1-1 1 0 0,1 0-1 0 0,-1 1 1 0 0,0-1-1 0 0,1 0 1 0 0,-1 0-1 0 0,1 0 0 0 0,-1 0 1 0 0,1 0-1 0 0,-1 0 1 0 0,1 0-1 0 0,-1 0 1 0 0,0 0-1 0 0,1 0 0 0 0,-1 0 1 0 0,1 0-1 0 0,-1 0 1 0 0,1 0-1 0 0,-1 0 1 0 0,1 0-1 0 0,-1-1 0 0 0,0 1 1 0 0,-3-18-3529 0 0,13-24-6120 0 0,8 4 2020 0 0,-10 22 5373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0.020"/>
    </inkml:context>
    <inkml:brush xml:id="br0">
      <inkml:brushProperty name="width" value="0.035" units="cm"/>
      <inkml:brushProperty name="height" value="0.035" units="cm"/>
      <inkml:brushProperty name="color" value="#E71224"/>
    </inkml:brush>
  </inkml:definitions>
  <inkml:trace contextRef="#ctx0" brushRef="#br0">360 5 2264 0 0,'13'-5'14737'0'0,"-31"23"-9475"0"0,8-7-5740 0 0,-128 108 2764 0 0,90-81-1436 0 0,-78 82 0 0 0,122-117-825 0 0,1 0 0 0 0,0 1-1 0 0,0 0 1 0 0,0 0 0 0 0,1 0-1 0 0,-1 0 1 0 0,1 0 0 0 0,0 0-1 0 0,0 1 1 0 0,0-1 0 0 0,1 1-1 0 0,-2 4 1 0 0,4-7-15 0 0,-1 1 0 0 0,0-1 0 0 0,1 0 0 0 0,-1 1 0 0 0,1-1 0 0 0,0 0 0 0 0,0 0-1 0 0,0 1 1 0 0,0-1 0 0 0,0 0 0 0 0,0 0 0 0 0,1 0 0 0 0,-1 0 0 0 0,1 0 0 0 0,-1-1 0 0 0,1 1 0 0 0,0 0 0 0 0,-1-1 0 0 0,1 1 0 0 0,0-1-1 0 0,0 0 1 0 0,0 1 0 0 0,0-1 0 0 0,1 0 0 0 0,2 1 0 0 0,12 6-4 0 0,0 0 1 0 0,1-1-1 0 0,-1-1 0 0 0,1-1 1 0 0,33 6-1 0 0,95 3 12 0 0,-118-12-221 0 0,20-2-2913 0 0,-24-6-2931 0 0,-6-6-5604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0.504"/>
    </inkml:context>
    <inkml:brush xml:id="br0">
      <inkml:brushProperty name="width" value="0.035" units="cm"/>
      <inkml:brushProperty name="height" value="0.035" units="cm"/>
      <inkml:brushProperty name="color" value="#E71224"/>
    </inkml:brush>
  </inkml:definitions>
  <inkml:trace contextRef="#ctx0" brushRef="#br0">1 752 2584 0 0,'4'2'11874'0'0,"-4"-2"-11631"0"0,18-13 3138 0 0,27-25-3603 0 0,-42 35 813 0 0,197-189 304 0 0,-178 168-807 0 0,-1-2-1 0 0,-2 0 0 0 0,0-2 1 0 0,-2 0-1 0 0,-1-1 1 0 0,17-42-1 0 0,-22 45 283 0 0,-2-1 0 0 0,0-1 0 0 0,-2 1 0 0 0,-1-1 0 0 0,-1 0 0 0 0,-1 0 0 0 0,0-31 0 0 0,-4 58-324 0 0,0 0-1 0 0,0 0 1 0 0,0 0-1 0 0,0 0 1 0 0,0 0-1 0 0,0 0 1 0 0,-1 0-1 0 0,1 0 1 0 0,0 0-1 0 0,0 0 1 0 0,-1 1-1 0 0,1-1 1 0 0,-1 0-1 0 0,1 0 1 0 0,-1 0-1 0 0,1 0 1 0 0,-1 1-1 0 0,1-1 1 0 0,-1 0-1 0 0,0 0 1 0 0,1 1-1 0 0,-1-1 1 0 0,0 1 0 0 0,0-1-1 0 0,1 0 1 0 0,-1 1-1 0 0,0 0 1 0 0,0-1-1 0 0,0 1 1 0 0,0-1-1 0 0,0 1 1 0 0,0 0-1 0 0,0 0 1 0 0,1-1-1 0 0,-1 1 1 0 0,0 0-1 0 0,0 0 1 0 0,0 0-1 0 0,0 0 1 0 0,0 0-1 0 0,0 0 1 0 0,0 0-1 0 0,0 1 1 0 0,0-1-1 0 0,0 0 1 0 0,0 1-1 0 0,0-1 1 0 0,0 0 0 0 0,0 1-1 0 0,1-1 1 0 0,-1 1-1 0 0,-1 0 1 0 0,-48 30 567 0 0,49-30-599 0 0,-20 16 50 0 0,-1 2-1 0 0,2 1 1 0 0,1 0-1 0 0,0 1 1 0 0,2 1 0 0 0,0 1-1 0 0,1 1 1 0 0,2 0-1 0 0,-21 46 1 0 0,21-36-46 0 0,2 1 0 0 0,2 0 0 0 0,1 1-1 0 0,1 0 1 0 0,3 0 0 0 0,0 0 0 0 0,2 42 0 0 0,2-61-100 0 0,2-1 1 0 0,0 1-1 0 0,1-1 1 0 0,0 0-1 0 0,2 0 1 0 0,0 0 0 0 0,0 0-1 0 0,2 0 1 0 0,0-1-1 0 0,11 20 1 0 0,-13-28 4 0 0,1 0 1 0 0,-1-1-1 0 0,1 1 1 0 0,1-1 0 0 0,-1-1-1 0 0,1 1 1 0 0,0-1-1 0 0,1 0 1 0 0,-1 0 0 0 0,1 0-1 0 0,0-1 1 0 0,0 0-1 0 0,0-1 1 0 0,1 1 0 0 0,-1-2-1 0 0,1 1 1 0 0,-1-1-1 0 0,1 0 1 0 0,0 0 0 0 0,0-1-1 0 0,0 0 1 0 0,15-1-1 0 0,-6 0 56 0 0,0-1 0 0 0,-1-1 0 0 0,1-1 0 0 0,-1 0 0 0 0,23-8 0 0 0,-35 10 52 0 0,1-1 1 0 0,0 0-1 0 0,0-1 0 0 0,-1 1 1 0 0,0-1-1 0 0,1 0 0 0 0,-1 0 1 0 0,0 0-1 0 0,6-7 0 0 0,-8 8 12 0 0,-1 0 0 0 0,1 0 0 0 0,-1 0-1 0 0,0 0 1 0 0,0 0 0 0 0,0-1 0 0 0,0 1 0 0 0,0 0-1 0 0,-1-1 1 0 0,1 1 0 0 0,-1 0 0 0 0,1-1-1 0 0,-1 1 1 0 0,0-1 0 0 0,0 1 0 0 0,0 0 0 0 0,0-1-1 0 0,0 1 1 0 0,-1-1 0 0 0,1 1 0 0 0,-2-4-1 0 0,0 1 11 0 0,-1 0-1 0 0,1 0 1 0 0,-1 0-1 0 0,0 0 1 0 0,-1 0-1 0 0,1 1 0 0 0,-1 0 1 0 0,0-1-1 0 0,0 1 1 0 0,0 1-1 0 0,-1-1 0 0 0,1 1 1 0 0,-1-1-1 0 0,0 1 1 0 0,0 1-1 0 0,0-1 0 0 0,0 1 1 0 0,-1 0-1 0 0,1 0 1 0 0,-1 0-1 0 0,1 1 0 0 0,-12-2 1 0 0,3 0-523 0 0,0 1 0 0 0,0 1 0 0 0,-1 0 0 0 0,1 1 0 0 0,-1 0 0 0 0,1 2 0 0 0,-28 4 0 0 0,19 4-3441 0 0,20-8 2995 0 0,0-1 0 0 0,1 1 1 0 0,-1 0-1 0 0,1 0 1 0 0,0 1-1 0 0,-1-1 0 0 0,1 0 1 0 0,0 1-1 0 0,1-1 1 0 0,-1 1-1 0 0,0 0 0 0 0,1-1 1 0 0,-1 1-1 0 0,1 0 1 0 0,-1 3-1 0 0,-4 10-1924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1.150"/>
    </inkml:context>
    <inkml:brush xml:id="br0">
      <inkml:brushProperty name="width" value="0.035" units="cm"/>
      <inkml:brushProperty name="height" value="0.035" units="cm"/>
      <inkml:brushProperty name="color" value="#E71224"/>
    </inkml:brush>
  </inkml:definitions>
  <inkml:trace contextRef="#ctx0" brushRef="#br0">1 1 3064 0 0,'8'8'10741'0'0,"3"8"-6192"0"0,3 3-3078 0 0,7 2-1096 0 0,0 1 0 0 0,-2 1 1 0 0,-1 0-1 0 0,0 2 1 0 0,-2 0-1 0 0,20 40 1 0 0,-30-53-353 0 0,-1 1 0 0 0,0 1 0 0 0,0-1 1 0 0,-1 1-1 0 0,-1-1 0 0 0,-1 1 0 0 0,0 0 1 0 0,0 0-1 0 0,-1 1 0 0 0,-1-1 0 0 0,-1 0 1 0 0,0 0-1 0 0,-1 0 0 0 0,0 0 0 0 0,-8 25 1 0 0,-7 3 177 0 0,-29 50-1 0 0,-11 28 185 0 0,56-120-385 0 0,1 1-1 0 0,0-1 0 0 0,-1 0 0 0 0,1 1 0 0 0,0-1 0 0 0,0 0 0 0 0,-1 1 1 0 0,1-1-1 0 0,0 0 0 0 0,0 1 0 0 0,0-1 0 0 0,-1 1 0 0 0,1-1 0 0 0,0 0 1 0 0,0 1-1 0 0,0-1 0 0 0,0 1 0 0 0,0-1 0 0 0,0 0 0 0 0,0 1 0 0 0,0-1 1 0 0,0 1-1 0 0,0-1 0 0 0,0 0 0 0 0,0 1 0 0 0,0-1 0 0 0,0 1 0 0 0,0-1 1 0 0,1 0-1 0 0,-1 1 0 0 0,0-1 0 0 0,0 1 0 0 0,0-1 0 0 0,1 0 1 0 0,-1 1-1 0 0,0-1 0 0 0,0 0 0 0 0,1 1 0 0 0,-1-1 0 0 0,0 0 0 0 0,1 0 1 0 0,0 1-1 0 0,18-10-106 0 0,23-26-56 0 0,9-12 363 0 0,70-51 0 0 0,-121 97-167 0 0,1 1 0 0 0,-1 0 0 0 0,0-1 0 0 0,1 1 0 0 0,-1 0 0 0 0,0 0 0 0 0,1-1 0 0 0,-1 1 0 0 0,1 0 0 0 0,-1 0 0 0 0,0-1 0 0 0,1 1 0 0 0,-1 0 0 0 0,1 0 0 0 0,-1 0 0 0 0,1 0 0 0 0,-1 0 0 0 0,1 0 0 0 0,-1 0 0 0 0,0 0 0 0 0,1 0 0 0 0,-1 0 0 0 0,1 0 0 0 0,-1 0 0 0 0,1 0 0 0 0,-1 0 0 0 0,1 0 0 0 0,-1 0 0 0 0,0 0 0 0 0,1 1 0 0 0,-1-1 0 0 0,1 0 0 0 0,3 17 449 0 0,-12 35-351 0 0,5-35-7 0 0,1 17-131 0 0,2 0-1 0 0,2 0 0 0 0,1 0 1 0 0,1 0-1 0 0,14 51 0 0 0,6 42 148 0 0,-20-85 49 0 0,0 49 0 0 0,-4-76-61 0 0,0-1-1 0 0,-2 0 1 0 0,1 0 0 0 0,-2 0 0 0 0,0 0-1 0 0,-1-1 1 0 0,-7 19 0 0 0,10-29-40 0 0,-1 0 1 0 0,0 0 0 0 0,0 0-1 0 0,-1 0 1 0 0,1 0-1 0 0,0 0 1 0 0,-1-1-1 0 0,0 1 1 0 0,0-1-1 0 0,1 0 1 0 0,-1 0 0 0 0,-1 0-1 0 0,1 0 1 0 0,0 0-1 0 0,0-1 1 0 0,-1 0-1 0 0,1 1 1 0 0,-1-1 0 0 0,1 0-1 0 0,-1-1 1 0 0,1 1-1 0 0,-5 0 1 0 0,-2-1-203 0 0,1 1 0 0 0,0-2 0 0 0,-1 1 0 0 0,1-1 0 0 0,0-1 0 0 0,-1 1 0 0 0,-13-6 0 0 0,21 6-242 0 0,1 1 1 0 0,0-1-1 0 0,0 1 0 0 0,0-1 0 0 0,-1 0 1 0 0,1 0-1 0 0,0 1 0 0 0,0-1 0 0 0,0 0 1 0 0,0 0-1 0 0,0 0 0 0 0,1 0 0 0 0,-1 0 0 0 0,0 0 1 0 0,0 0-1 0 0,1 0 0 0 0,-1-1 0 0 0,0 1 1 0 0,1 0-1 0 0,-1 0 0 0 0,1-1 0 0 0,0 1 1 0 0,-1 0-1 0 0,1-1 0 0 0,0 1 0 0 0,0 0 0 0 0,0-1 1 0 0,0 1-1 0 0,0-3 0 0 0,10-43-11964 0 0,-6 35 10046 0 0,1-9-153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1.403"/>
    </inkml:context>
    <inkml:brush xml:id="br0">
      <inkml:brushProperty name="width" value="0.035" units="cm"/>
      <inkml:brushProperty name="height" value="0.035" units="cm"/>
      <inkml:brushProperty name="color" value="#E71224"/>
    </inkml:brush>
  </inkml:definitions>
  <inkml:trace contextRef="#ctx0" brushRef="#br0">1 16 3144 0 0,'6'-5'3760'0'0,"6"2"-400"0"0,3 0-800 0 0,12 3-800 0 0,6-2-560 0 0,8 1-479 0 0,7 1-321 0 0,0 0-320 0 0,-2-2-688 0 0,-5 5-1473 0 0,-8-1-1759 0 0,-9 2-160 0 0,-11 2 880 0 0,-12 1 1040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1.545"/>
    </inkml:context>
    <inkml:brush xml:id="br0">
      <inkml:brushProperty name="width" value="0.035" units="cm"/>
      <inkml:brushProperty name="height" value="0.035" units="cm"/>
      <inkml:brushProperty name="color" value="#E71224"/>
    </inkml:brush>
  </inkml:definitions>
  <inkml:trace contextRef="#ctx0" brushRef="#br0">71 19 24 0 0,'-32'23'4000'0'0,"8"-5"320"0"0,11-6-880 0 0,11-5-1040 0 0,12-5-640 0 0,11-4-639 0 0,19-2-321 0 0,15-1-400 0 0,16 0-448 0 0,11-1-752 0 0,10 1-1921 0 0,5-6-1759 0 0,-5-2 320 0 0,-5-2 960 0 0,-7 0 1040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2.231"/>
    </inkml:context>
    <inkml:brush xml:id="br0">
      <inkml:brushProperty name="width" value="0.035" units="cm"/>
      <inkml:brushProperty name="height" value="0.035" units="cm"/>
      <inkml:brushProperty name="color" value="#E71224"/>
    </inkml:brush>
  </inkml:definitions>
  <inkml:trace contextRef="#ctx0" brushRef="#br0">490 110 2024 0 0,'-2'-7'1193'0'0,"0"0"-1"0"0,0 0 1 0 0,-1 0 0 0 0,0 0-1 0 0,0 0 1 0 0,-1 0-1 0 0,0 1 1 0 0,0 0 0 0 0,0-1-1 0 0,-1 2 1 0 0,-8-10-1 0 0,10 13-991 0 0,0-1 0 0 0,0 1 0 0 0,-1 0 0 0 0,1 0 0 0 0,0 0 0 0 0,-1 1 0 0 0,1-1 0 0 0,-1 1 0 0 0,0 0-1 0 0,0 0 1 0 0,1 0 0 0 0,-1 0 0 0 0,0 1 0 0 0,0-1 0 0 0,0 1 0 0 0,1 0 0 0 0,-1 1 0 0 0,0-1 0 0 0,0 0-1 0 0,0 1 1 0 0,0 0 0 0 0,1 0 0 0 0,-1 0 0 0 0,-6 3 0 0 0,-2 1-90 0 0,0 1 0 0 0,0 0-1 0 0,1 0 1 0 0,-1 1 0 0 0,2 1 0 0 0,-1 0 0 0 0,1 0-1 0 0,0 1 1 0 0,0 1 0 0 0,1-1 0 0 0,1 1-1 0 0,0 1 1 0 0,0 0 0 0 0,1 0 0 0 0,0 0 0 0 0,1 1-1 0 0,0 0 1 0 0,1 0 0 0 0,0 1 0 0 0,1-1 0 0 0,1 1-1 0 0,-4 21 1 0 0,4-4-112 0 0,1 0-1 0 0,1 0 0 0 0,2 0 1 0 0,1 1-1 0 0,1-2 0 0 0,1 1 1 0 0,2 0-1 0 0,18 56 0 0 0,24 48 81 0 0,-19-55-105 0 0,-2 1 1 0 0,24 133-1 0 0,-47-186 61 0 0,-1 0-1 0 0,-1 0 1 0 0,-2 0 0 0 0,-1 1 0 0 0,0-1-1 0 0,-2 0 1 0 0,-2-1 0 0 0,0 1 0 0 0,-2 0-1 0 0,0-1 1 0 0,-2-1 0 0 0,-15 32 0 0 0,10-27 383 0 0,-1-1 0 0 0,-2-1 1 0 0,0 0-1 0 0,-2-1 0 0 0,-1-1 1 0 0,-1-1-1 0 0,-33 31 1 0 0,52-54-383 0 0,0 0 1 0 0,0-1-1 0 0,0 1 1 0 0,0 0-1 0 0,0-1 1 0 0,-1 0-1 0 0,1 1 1 0 0,-1-1-1 0 0,1 0 1 0 0,-1 0-1 0 0,1 0 1 0 0,-1-1-1 0 0,0 1 1 0 0,1-1-1 0 0,-1 1 1 0 0,0-1-1 0 0,1 0 1 0 0,-1 0-1 0 0,0 0 1 0 0,0 0-1 0 0,1-1 1 0 0,-1 1-1 0 0,0-1 1 0 0,1 1-1 0 0,-1-1 1 0 0,-4-2-1 0 0,4 1-208 0 0,1 1-1 0 0,0-1 0 0 0,0 0 1 0 0,0 0-1 0 0,0 0 0 0 0,0 0 0 0 0,0 0 1 0 0,0 0-1 0 0,0-1 0 0 0,-2-3 1 0 0,2 1-547 0 0,1 1 1 0 0,-1 0-1 0 0,0-1 1 0 0,1 1-1 0 0,0-1 1 0 0,0 0-1 0 0,0-5 1 0 0,0 7-529 0 0,1 0 0 0 0,0 0 0 0 0,0-1-1 0 0,0 1 1 0 0,0 0 0 0 0,0 0 0 0 0,1 0 0 0 0,0 0 0 0 0,-1 0-1 0 0,1 0 1 0 0,0 0 0 0 0,0 0 0 0 0,1 0 0 0 0,2-5 0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3.860"/>
    </inkml:context>
    <inkml:brush xml:id="br0">
      <inkml:brushProperty name="width" value="0.035" units="cm"/>
      <inkml:brushProperty name="height" value="0.035" units="cm"/>
      <inkml:brushProperty name="color" value="#E71224"/>
    </inkml:brush>
  </inkml:definitions>
  <inkml:trace contextRef="#ctx0" brushRef="#br0">251 187 1224 0 0,'1'-15'2861'0'0,"-1"-1"0"0"0,-1 1 0 0 0,-2-21 0 0 0,2 31-2414 0 0,1 1 0 0 0,-1-1 1 0 0,0 1-1 0 0,0-1 0 0 0,-1 1 1 0 0,1 0-1 0 0,-1-1 0 0 0,0 1 0 0 0,0 0 1 0 0,-1 0-1 0 0,1 0 0 0 0,-1 1 1 0 0,1-1-1 0 0,-1 1 0 0 0,-6-6 1 0 0,7 8-365 0 0,0 1 1 0 0,0-1 0 0 0,0 0 0 0 0,0 1 0 0 0,0 0 0 0 0,0 0-1 0 0,0-1 1 0 0,0 1 0 0 0,0 0 0 0 0,0 0 0 0 0,0 1-1 0 0,0-1 1 0 0,0 0 0 0 0,1 1 0 0 0,-1-1 0 0 0,0 1 0 0 0,0 0-1 0 0,0-1 1 0 0,0 1 0 0 0,1 0 0 0 0,-1 0 0 0 0,0 0-1 0 0,1 1 1 0 0,-1-1 0 0 0,1 0 0 0 0,-1 0 0 0 0,-1 3 0 0 0,-40 40 422 0 0,42-43-466 0 0,-18 22 76 0 0,1 2 0 0 0,-30 52 0 0 0,43-69-147 0 0,1 0 0 0 0,0 1 0 0 0,1-1 1 0 0,-1 1-1 0 0,2 0 0 0 0,-1 0 0 0 0,1 0 0 0 0,1 0 0 0 0,0 0 1 0 0,0 1-1 0 0,0-1 0 0 0,2 0 0 0 0,-1 1 0 0 0,2 9 0 0 0,-1-16 21 0 0,-1-1 0 0 0,1 0 0 0 0,-1 1 0 0 0,1-1 0 0 0,0 1 0 0 0,0-1 0 0 0,0 0 0 0 0,0 1 0 0 0,1-1 0 0 0,-1 0 0 0 0,0 0 0 0 0,1 0 0 0 0,0 0-1 0 0,-1 0 1 0 0,1-1 0 0 0,0 1 0 0 0,0 0 0 0 0,0-1 0 0 0,0 1 0 0 0,0-1 0 0 0,5 2 0 0 0,-4-2 0 0 0,0 0 1 0 0,1-1-1 0 0,-1 0 1 0 0,0 0-1 0 0,0 0 1 0 0,1 0-1 0 0,-1 0 1 0 0,0-1-1 0 0,0 1 0 0 0,1-1 1 0 0,-1 0-1 0 0,0 0 1 0 0,0 0-1 0 0,5-3 1 0 0,7-4-14 0 0,1-2 0 0 0,-2 0-1 0 0,1 0 1 0 0,23-24 0 0 0,-14 10-10 0 0,0-1-1 0 0,-2-1 0 0 0,28-42 0 0 0,-39 51 369 0 0,-1-1 0 0 0,0 1-1 0 0,-1-2 1 0 0,-1 1-1 0 0,-1-1 1 0 0,-1 0-1 0 0,5-26 1 0 0,-11 45-291 0 0,1-1 0 0 0,-1 1 0 0 0,0 0 0 0 0,0-1 0 0 0,0 1 1 0 0,0 0-1 0 0,0-1 0 0 0,0 1 0 0 0,0-1 0 0 0,1 1 0 0 0,-1 0 0 0 0,0-1 0 0 0,0 1 1 0 0,0 0-1 0 0,-1-1 0 0 0,1 1 0 0 0,0-1 0 0 0,0 1 0 0 0,0 0 0 0 0,0-1 1 0 0,0 1-1 0 0,0 0 0 0 0,0-1 0 0 0,-1 1 0 0 0,1 0 0 0 0,0-1 0 0 0,0 1 0 0 0,0 0 1 0 0,-1 0-1 0 0,1-1 0 0 0,0 1 0 0 0,-1 0 0 0 0,1 0 0 0 0,0-1 0 0 0,0 1 1 0 0,-1 0-1 0 0,-12 6 840 0 0,-13 20-228 0 0,13-6-568 0 0,1 0 1 0 0,0 1-1 0 0,2 0 0 0 0,0 1 1 0 0,-12 44-1 0 0,17-50-335 0 0,2-1 0 0 0,0 1 0 0 0,0-1-1 0 0,2 1 1 0 0,0 0 0 0 0,0 0 0 0 0,2 0 0 0 0,0 0 0 0 0,6 30 0 0 0,3-25-2587 0 0,-9-21 2502 0 0,0 1 0 0 0,-1 0 0 0 0,1-1 0 0 0,0 1 0 0 0,-1-1 0 0 0,1 1 0 0 0,0-1 0 0 0,-1 1 0 0 0,1-1 0 0 0,0 0 0 0 0,0 1 0 0 0,-1-1 0 0 0,1 0 0 0 0,0 0 0 0 0,0 1 0 0 0,0-1 0 0 0,0 0 0 0 0,-1 0 0 0 0,1 0 0 0 0,0 0 0 0 0,0 0 0 0 0,0 0 0 0 0,0 0 0 0 0,0-1 0 0 0,1 1 0 0 0,19-16-7975 0 0,-9-2 6052 0 0,2-15-678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4.900"/>
    </inkml:context>
    <inkml:brush xml:id="br0">
      <inkml:brushProperty name="width" value="0.035" units="cm"/>
      <inkml:brushProperty name="height" value="0.035" units="cm"/>
      <inkml:brushProperty name="color" value="#E71224"/>
    </inkml:brush>
  </inkml:definitions>
  <inkml:trace contextRef="#ctx0" brushRef="#br0">103 522 1224 0 0,'-1'62'9494'0'0,"9"-68"-3954"0"0,6-17-4107 0 0,-1 4-1001 0 0,1-1 1 0 0,26-29-1 0 0,20-26-115 0 0,-32 30-106 0 0,30-64 1 0 0,-50 91-65 0 0,-1-1 1 0 0,0 1-1 0 0,-2-1 0 0 0,0 0 0 0 0,0 0 0 0 0,2-40 0 0 0,-7 56-93 0 0,0-1 1 0 0,0 1 0 0 0,0-1-1 0 0,0 0 1 0 0,-1 1-1 0 0,0-1 1 0 0,1 1-1 0 0,-1-1 1 0 0,-1 1-1 0 0,1-1 1 0 0,0 1-1 0 0,-1 0 1 0 0,0-1-1 0 0,0 1 1 0 0,-2-3-1 0 0,3 5-34 0 0,0 0-1 0 0,0 0 0 0 0,0 1 1 0 0,0-1-1 0 0,0 0 1 0 0,0 1-1 0 0,0-1 0 0 0,0 1 1 0 0,0-1-1 0 0,0 1 1 0 0,0 0-1 0 0,0-1 0 0 0,0 1 1 0 0,0 0-1 0 0,-1 0 1 0 0,1 0-1 0 0,0 0 1 0 0,0 0-1 0 0,-2 0 0 0 0,0 1-11 0 0,0-1-1 0 0,1 1 0 0 0,-1 0 0 0 0,0 0 0 0 0,1 0 1 0 0,-1 1-1 0 0,1-1 0 0 0,-1 1 0 0 0,1-1 0 0 0,0 1 1 0 0,-3 2-1 0 0,-11 11 43 0 0,0 1 0 0 0,2 1 0 0 0,0 0 1 0 0,0 1-1 0 0,2 0 0 0 0,-13 26 0 0 0,2 0-19 0 0,-28 81 0 0 0,35-81-11 0 0,3 1 0 0 0,-14 76-1 0 0,25-106-16 0 0,0 0 0 0 0,1 0 0 0 0,1 0 0 0 0,0 0 0 0 0,1 0 1 0 0,0 0-1 0 0,2 0 0 0 0,-1 0 0 0 0,2 0 0 0 0,0-1 0 0 0,1 0 0 0 0,8 18 0 0 0,-11-28-15 0 0,0 0 0 0 0,0 0 0 0 0,1-1 1 0 0,-1 1-1 0 0,1 0 0 0 0,0-1 0 0 0,0 0 1 0 0,0 0-1 0 0,1 0 0 0 0,-1 0 0 0 0,1 0 1 0 0,0-1-1 0 0,0 1 0 0 0,-1-1 0 0 0,1 0 1 0 0,1 0-1 0 0,-1-1 0 0 0,6 2 0 0 0,-7-2 4 0 0,0-1-1 0 0,0 0 0 0 0,0 0 1 0 0,1 0-1 0 0,-1-1 0 0 0,0 1 1 0 0,0-1-1 0 0,0 0 0 0 0,0 0 0 0 0,0 0 1 0 0,0 0-1 0 0,-1 0 0 0 0,1-1 1 0 0,0 1-1 0 0,0-1 0 0 0,-1 1 1 0 0,1-1-1 0 0,-1 0 0 0 0,0 0 1 0 0,1-1-1 0 0,-1 1 0 0 0,0 0 0 0 0,0-1 1 0 0,-1 1-1 0 0,1-1 0 0 0,0 0 1 0 0,1-3-1 0 0,4-7 16 0 0,-1 0 0 0 0,0-1 0 0 0,-1 0 0 0 0,0 0 0 0 0,-1 0 0 0 0,3-24 0 0 0,-6 31 33 0 0,0 0 1 0 0,0 0 0 0 0,-1 0 0 0 0,0 0-1 0 0,0 0 1 0 0,0 0 0 0 0,-1 0 0 0 0,0 1-1 0 0,-1-1 1 0 0,0 0 0 0 0,0 0 0 0 0,0 1-1 0 0,-1-1 1 0 0,1 1 0 0 0,-2 0 0 0 0,-4-7-1 0 0,7 10-52 0 0,-1 1-1 0 0,0 0 1 0 0,0 0-1 0 0,0 0 1 0 0,0 0 0 0 0,0 0-1 0 0,0 1 1 0 0,-1-1-1 0 0,1 1 1 0 0,-1-1-1 0 0,1 1 1 0 0,-1 0-1 0 0,1 0 1 0 0,-1 0-1 0 0,0 0 1 0 0,1 0-1 0 0,-1 1 1 0 0,0-1-1 0 0,0 1 1 0 0,0 0-1 0 0,1 0 1 0 0,-1 0 0 0 0,0 0-1 0 0,0 0 1 0 0,0 1-1 0 0,1-1 1 0 0,-1 1-1 0 0,0 0 1 0 0,0-1-1 0 0,1 1 1 0 0,-1 1-1 0 0,1-1 1 0 0,-5 3-1 0 0,0 0-565 0 0,1 1 0 0 0,-1 0 0 0 0,1 0 0 0 0,0 0 1 0 0,1 1-1 0 0,-1 0 0 0 0,1 0 0 0 0,0 1 0 0 0,1-1 0 0 0,-7 12 0 0 0,-53 126-12023 0 0,32-76 10188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6.936"/>
    </inkml:context>
    <inkml:brush xml:id="br0">
      <inkml:brushProperty name="width" value="0.035" units="cm"/>
      <inkml:brushProperty name="height" value="0.035" units="cm"/>
      <inkml:brushProperty name="color" value="#E71224"/>
    </inkml:brush>
  </inkml:definitions>
  <inkml:trace contextRef="#ctx0" brushRef="#br0">110 477 2104 0 0,'4'-27'1924'0'0,"4"-52"2869"0"0,-8 73-3859 0 0,0-1-1 0 0,0 1 1 0 0,-1 0 0 0 0,0-1-1 0 0,0 1 1 0 0,-1 0 0 0 0,1 0 0 0 0,-1 0-1 0 0,-6-12 1 0 0,8 34 2003 0 0,-10 57-2181 0 0,-72 650 619 0 0,80-706-1363 0 0,1-12 339 0 0,-1-8-144 0 0,-1-22-88 0 0,-2-40-103 0 0,6-54 19 0 0,5-1 0 0 0,5 1-1 0 0,5 1 1 0 0,59-217 0 0 0,-73 330-38 0 0,6-23 57 0 0,1 1 0 0 0,1 0 0 0 0,20-39 1 0 0,-26 60-36 0 0,0-1 1 0 0,1 1-1 0 0,0 0 0 0 0,0 0 1 0 0,0 0-1 0 0,0 1 1 0 0,1 0-1 0 0,6-5 1 0 0,-8 8-15 0 0,-1 0 1 0 0,1 0 0 0 0,-1 0-1 0 0,1 0 1 0 0,0 1 0 0 0,0 0-1 0 0,0 0 1 0 0,0 0 0 0 0,-1 0-1 0 0,2 0 1 0 0,-1 1 0 0 0,0 0-1 0 0,0-1 1 0 0,0 2 0 0 0,0-1-1 0 0,4 1 1 0 0,-2 1-9 0 0,-1-1 1 0 0,0 1-1 0 0,1 0 0 0 0,-1 1 1 0 0,0-1-1 0 0,-1 1 0 0 0,1 0 1 0 0,0 0-1 0 0,-1 1 0 0 0,0-1 0 0 0,0 1 1 0 0,0 0-1 0 0,0 0 0 0 0,0 0 1 0 0,-1 1-1 0 0,0-1 0 0 0,0 1 1 0 0,0 0-1 0 0,0 0 0 0 0,-1 0 0 0 0,0 0 1 0 0,3 10-1 0 0,0 1 2 0 0,-1-1-1 0 0,-1 1 1 0 0,0 0-1 0 0,-1 0 1 0 0,-1 0 0 0 0,-1 30-1 0 0,-4-14 71 0 0,0 0 0 0 0,-2-1 0 0 0,-2 1 0 0 0,-1-2-1 0 0,-1 1 1 0 0,-2-1 0 0 0,0-1 0 0 0,-3 0 0 0 0,-17 27 0 0 0,3-11-942 0 0,-2-1 0 0 0,-3-2 1 0 0,-1-1-1 0 0,-64 57 0 0 0,86-87-3970 0 0,16-17-2692 0 0,11-19 3846 0 0,3-16 902 0 0,4-2 934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7.454"/>
    </inkml:context>
    <inkml:brush xml:id="br0">
      <inkml:brushProperty name="width" value="0.035" units="cm"/>
      <inkml:brushProperty name="height" value="0.035" units="cm"/>
      <inkml:brushProperty name="color" value="#E71224"/>
    </inkml:brush>
  </inkml:definitions>
  <inkml:trace contextRef="#ctx0" brushRef="#br0">104 91 2104 0 0,'42'-36'9416'0'0,"-40"35"-9196"0"0,-1 0 1 0 0,0-1 0 0 0,1 1-1 0 0,-1 0 1 0 0,0-1 0 0 0,0 1-1 0 0,0-1 1 0 0,0 1 0 0 0,0-1-1 0 0,0 0 1 0 0,-1 1 0 0 0,1-1-1 0 0,0 0 1 0 0,-1 0 0 0 0,1 1-1 0 0,-1-1 1 0 0,0 0 0 0 0,0 0-1 0 0,0 0 1 0 0,0 0 0 0 0,0 1 0 0 0,0-1-1 0 0,0 0 1 0 0,0 0 0 0 0,-1 0-1 0 0,0-2 1 0 0,0 3-152 0 0,0 0-1 0 0,0 0 1 0 0,0 1 0 0 0,-1-1 0 0 0,1 0-1 0 0,0 1 1 0 0,0-1 0 0 0,0 1-1 0 0,-1-1 1 0 0,1 1 0 0 0,0 0 0 0 0,-1-1-1 0 0,1 1 1 0 0,0 0 0 0 0,-1 0 0 0 0,1 0-1 0 0,-1 0 1 0 0,1 0 0 0 0,0 0 0 0 0,-1 1-1 0 0,1-1 1 0 0,0 0 0 0 0,0 1 0 0 0,-1-1-1 0 0,1 1 1 0 0,0-1 0 0 0,0 1-1 0 0,-1-1 1 0 0,1 1 0 0 0,0 0 0 0 0,-1 1-1 0 0,-40 24 256 0 0,41-25-300 0 0,-6 4-19 0 0,0 1 0 0 0,0-1 0 0 0,1 1 0 0 0,0 1 0 0 0,0-1 0 0 0,0 1 0 0 0,1 1 0 0 0,0-1 0 0 0,1 0 1 0 0,-6 12-1 0 0,9-16-6 0 0,0 0 0 0 0,0 0 0 0 0,0 0 1 0 0,0 0-1 0 0,1 0 0 0 0,-1 1 0 0 0,1-1 1 0 0,0 0-1 0 0,0 0 0 0 0,0 1 0 0 0,0-1 1 0 0,1 0-1 0 0,-1 0 0 0 0,1 0 0 0 0,0 1 1 0 0,0-1-1 0 0,0 0 0 0 0,0 0 0 0 0,0 0 1 0 0,1 0-1 0 0,0-1 0 0 0,-1 1 0 0 0,1 0 1 0 0,0-1-1 0 0,0 1 0 0 0,0-1 0 0 0,1 1 1 0 0,-1-1-1 0 0,1 0 0 0 0,-1 0 0 0 0,5 3 1 0 0,5 1-5 0 0,-1-1 0 0 0,0 0 1 0 0,1 0-1 0 0,0-1 1 0 0,0-1-1 0 0,0 0 0 0 0,1 0 1 0 0,-1-1-1 0 0,23 0 0 0 0,-21-1 2 0 0,0 0-1 0 0,0 1 0 0 0,0 1 1 0 0,0 0-1 0 0,0 1 0 0 0,25 10 1 0 0,-37-13 34 0 0,-1-1-1 0 0,0 1 1 0 0,1 0 0 0 0,-1 0 0 0 0,0-1 0 0 0,0 1 0 0 0,0 0 0 0 0,0 0 0 0 0,0 0 0 0 0,0 0 0 0 0,0 0 0 0 0,0 0 0 0 0,0 0 0 0 0,0 0-1 0 0,-1 0 1 0 0,1 1 0 0 0,0-1 0 0 0,-1 0 0 0 0,1 1 0 0 0,-1-1 0 0 0,0 0 0 0 0,1 1 0 0 0,-1-1 0 0 0,1 3 0 0 0,-2-2 23 0 0,1 0 1 0 0,-1 0-1 0 0,0 1 1 0 0,1-1 0 0 0,-1 0-1 0 0,0 0 1 0 0,0 0-1 0 0,0 0 1 0 0,0 0-1 0 0,-1 0 1 0 0,1 0-1 0 0,-1 0 1 0 0,-2 2 0 0 0,-9 8 195 0 0,0-2 0 0 0,0 0 1 0 0,-22 13-1 0 0,20-14-202 0 0,-35 20 145 0 0,36-22-161 0 0,1 0 1 0 0,1 0-1 0 0,-1 2 0 0 0,1-1 0 0 0,1 1 1 0 0,-12 12-1 0 0,23-21-45 0 0,-1 1 1 0 0,1-1-1 0 0,-1 0 1 0 0,1 1-1 0 0,0-1 0 0 0,-1 1 1 0 0,1-1-1 0 0,0 0 1 0 0,-1 1-1 0 0,1-1 0 0 0,0 1 1 0 0,-1-1-1 0 0,1 1 1 0 0,0-1-1 0 0,0 1 0 0 0,0-1 1 0 0,0 1-1 0 0,0 0 1 0 0,0-1-1 0 0,-1 1 0 0 0,1-1 1 0 0,0 1-1 0 0,0-1 1 0 0,0 1-1 0 0,1-1 0 0 0,-1 1 1 0 0,0-1-1 0 0,0 1 1 0 0,0 0-1 0 0,0-1 0 0 0,0 1 1 0 0,1-1-1 0 0,-1 1 1 0 0,21 6-374 0 0,38-9-171 0 0,-49 2 461 0 0,6-1 39 0 0,58 1-284 0 0,-70 0 407 0 0,0 0 0 0 0,0 1 0 0 0,0 0 1 0 0,1-1-1 0 0,-1 1 0 0 0,0 1 0 0 0,0-1 0 0 0,0 0 0 0 0,-1 1 1 0 0,1 0-1 0 0,0 0 0 0 0,-1 0 0 0 0,6 5 0 0 0,-8-6-18 0 0,-1-1 0 0 0,1 1 0 0 0,-1 0 0 0 0,0 0 1 0 0,1 0-1 0 0,-1 0 0 0 0,0 0 0 0 0,0-1 0 0 0,0 1 0 0 0,1 0 0 0 0,-1 0 0 0 0,0 0 0 0 0,0 0 0 0 0,-1 0 0 0 0,1 0 0 0 0,0 0 0 0 0,0 0 0 0 0,0 0 0 0 0,-1-1 0 0 0,1 1 0 0 0,0 0 0 0 0,-1 0 0 0 0,1 0 0 0 0,0 0 0 0 0,-1-1 0 0 0,1 1 0 0 0,-1 0 0 0 0,0 0 0 0 0,1-1 0 0 0,-1 1 1 0 0,0 0-1 0 0,1-1 0 0 0,-2 1 0 0 0,-27 24 636 0 0,28-24-655 0 0,-4 3-121 0 0,-69 44 1035 0 0,32-31-2132 0 0,39-17 761 0 0,0 1-1 0 0,0-1 1 0 0,0 1 0 0 0,0-1 0 0 0,0 0 0 0 0,0 0 0 0 0,0 0-1 0 0,0-1 1 0 0,0 1 0 0 0,-5-2 0 0 0,7 1 89 0 0,0 1-1 0 0,1 0 1 0 0,-1-1-1 0 0,0 1 1 0 0,0-1 0 0 0,1 1-1 0 0,-1-1 1 0 0,0 1 0 0 0,1-1-1 0 0,-1 0 1 0 0,1 1 0 0 0,-1-1-1 0 0,1 0 1 0 0,-1 1 0 0 0,1-1-1 0 0,-1 0 1 0 0,1 0-1 0 0,0 1 1 0 0,-1-1 0 0 0,1 0-1 0 0,0 0 1 0 0,-1-1 0 0 0,3-30-6342 0 0,-2 31 6513 0 0,5-28-2872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37.970"/>
    </inkml:context>
    <inkml:brush xml:id="br0">
      <inkml:brushProperty name="width" value="0.035" units="cm"/>
      <inkml:brushProperty name="height" value="0.035" units="cm"/>
      <inkml:brushProperty name="color" value="#E71224"/>
    </inkml:brush>
  </inkml:definitions>
  <inkml:trace contextRef="#ctx0" brushRef="#br0">395 37 1144 0 0,'0'-1'406'0'0,"0"-1"-1"0"0,0 1 1 0 0,0-1-1 0 0,0 1 1 0 0,0-1-1 0 0,0 0 1 0 0,0 1-1 0 0,-1-1 1 0 0,1 1-1 0 0,-1-1 1 0 0,1 1-1 0 0,-1-1 1 0 0,1 1-1 0 0,-1-1 1 0 0,0 1-1 0 0,0 0 1 0 0,0-1-1 0 0,0 1 1 0 0,0 0-1 0 0,0 0 1 0 0,0-1-1 0 0,-1 0 1 0 0,0 2-153 0 0,1-1 0 0 0,-1 1 0 0 0,1-1 0 0 0,-1 1 0 0 0,1 0 1 0 0,-1 0-1 0 0,1-1 0 0 0,-1 1 0 0 0,1 0 0 0 0,-1 1 0 0 0,0-1 0 0 0,1 0 0 0 0,-1 0 0 0 0,1 1 0 0 0,-1-1 1 0 0,1 0-1 0 0,-1 1 0 0 0,-1 0 0 0 0,-4 3 135 0 0,-1 0 0 0 0,1 1 1 0 0,-1-1-1 0 0,1 1 0 0 0,0 1 1 0 0,-10 10-1 0 0,-8 14 38 0 0,1 0 1 0 0,1 2-1 0 0,2 1 1 0 0,1 0-1 0 0,2 1 0 0 0,-26 70 1 0 0,17-25-80 0 0,4 1 0 0 0,-16 95 1 0 0,28-110-77 0 0,-3 94 0 0 0,13-129-558 0 0,2 0 0 0 0,0 0-1 0 0,3 0 1 0 0,0 0 0 0 0,12 40-1 0 0,-14-63-201 0 0,0 0 0 0 0,1-1 0 0 0,-1 1-1 0 0,1-1 1 0 0,1 0 0 0 0,-1 0-1 0 0,1 0 1 0 0,0 0 0 0 0,1 0 0 0 0,-1-1-1 0 0,7 6 1 0 0,-8-9 147 0 0,-1-1-1 0 0,0 1 1 0 0,1-1 0 0 0,-1 0-1 0 0,0 0 1 0 0,1 0 0 0 0,0 0-1 0 0,-1 0 1 0 0,1-1-1 0 0,0 1 1 0 0,-1-1 0 0 0,1 1-1 0 0,0-1 1 0 0,-1 0 0 0 0,1 0-1 0 0,0 0 1 0 0,-1-1-1 0 0,1 1 1 0 0,0-1 0 0 0,-1 1-1 0 0,1-1 1 0 0,0 0 0 0 0,-1 0-1 0 0,1 0 1 0 0,-1 0-1 0 0,0-1 1 0 0,1 1 0 0 0,-1-1-1 0 0,0 1 1 0 0,0-1 0 0 0,4-3-1 0 0,27-25-2257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51.376"/>
    </inkml:context>
    <inkml:brush xml:id="br0">
      <inkml:brushProperty name="width" value="0.035" units="cm"/>
      <inkml:brushProperty name="height" value="0.035" units="cm"/>
      <inkml:brushProperty name="color" value="#E71224"/>
    </inkml:brush>
  </inkml:definitions>
  <inkml:trace contextRef="#ctx0" brushRef="#br0">2 31 1064 0 0,'0'-14'9745'0'0,"1"6"-3463"0"0,-3 0-5508 0 0,23 19 3610 0 0,17 8-4382 0 0,6 10 82 0 0,-2 3 0 0 0,-1 0-1 0 0,-2 3 1 0 0,42 47-1 0 0,-58-56-5 0 0,-1 2 0 0 0,-1 0 0 0 0,-1 1-1 0 0,-2 2 1 0 0,-1 0 0 0 0,-2 0 0 0 0,15 40-1 0 0,-29-69-124 0 0,-1 0-1 0 0,1-1 0 0 0,0 1 0 0 0,0 0 0 0 0,-1-1 0 0 0,1 1 1 0 0,-1 0-1 0 0,0 0 0 0 0,1 0 0 0 0,-1 0 0 0 0,0 0 0 0 0,0-1 0 0 0,0 1 1 0 0,-1 0-1 0 0,1 0 0 0 0,-1 3 0 0 0,0-5-265 0 0,0 0-1 0 0,0 0 0 0 0,1 0 1 0 0,-1 0-1 0 0,0 0 0 0 0,0 0 1 0 0,0 0-1 0 0,0 0 0 0 0,1-1 1 0 0,-1 1-1 0 0,0 0 1 0 0,0-1-1 0 0,1 1 0 0 0,-1 0 1 0 0,0-1-1 0 0,0 1 0 0 0,1-1 1 0 0,-1 1-1 0 0,0-1 1 0 0,1 0-1 0 0,-1 1 0 0 0,1-1 1 0 0,-2-1-1 0 0,-29-32-9125 0 0,17 14 7703 0 0,-6-10-944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51.708"/>
    </inkml:context>
    <inkml:brush xml:id="br0">
      <inkml:brushProperty name="width" value="0.035" units="cm"/>
      <inkml:brushProperty name="height" value="0.035" units="cm"/>
      <inkml:brushProperty name="color" value="#E71224"/>
    </inkml:brush>
  </inkml:definitions>
  <inkml:trace contextRef="#ctx0" brushRef="#br0">545 9 744 0 0,'0'-8'10922'0'0,"0"8"-10712"0"0,0 0 0 0 0,0 0 0 0 0,-1 0 0 0 0,1 0 0 0 0,0 0 0 0 0,0-1 0 0 0,-1 1 0 0 0,-17 4 3535 0 0,-20 14-2198 0 0,25-7-1223 0 0,1 1 1 0 0,0 1-1 0 0,0-1 1 0 0,1 2-1 0 0,1 0 0 0 0,-9 15 1 0 0,-20 27 164 0 0,-301 409 530 0 0,322-431-4088 0 0,20-23-1205 0 0,16-16-477 0 0,56-44-2543 0 0,-19 10 5121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52.113"/>
    </inkml:context>
    <inkml:brush xml:id="br0">
      <inkml:brushProperty name="width" value="0.035" units="cm"/>
      <inkml:brushProperty name="height" value="0.035" units="cm"/>
      <inkml:brushProperty name="color" value="#E71224"/>
    </inkml:brush>
  </inkml:definitions>
  <inkml:trace contextRef="#ctx0" brushRef="#br0">433 0 3624 0 0,'-8'10'9837'0'0,"-26"37"-6287"0"0,29-36-3260 0 0,0 1-1 0 0,1-1 1 0 0,0 1-1 0 0,1 0 1 0 0,1 1-1 0 0,-1-1 1 0 0,1 20-1 0 0,3 95 541 0 0,1-64-389 0 0,-1 19 251 0 0,-5 1 1 0 0,-17 104 0 0 0,14-150-593 0 0,-1-1 0 0 0,-1 0 0 0 0,-2-1 1 0 0,-2 0-1 0 0,-1 0 0 0 0,-2-2 1 0 0,-29 48-1 0 0,30-60-603 0 0,-1-1 0 0 0,0-1 1 0 0,-32 28-1 0 0,34-35-856 0 0,0-1-1 0 0,0-1 1 0 0,-18 10 0 0 0,30-19 953 0 0,0 0 1 0 0,0 0-1 0 0,0 0 1 0 0,0 0 0 0 0,0-1-1 0 0,0 1 1 0 0,0-1-1 0 0,0 1 1 0 0,0-1-1 0 0,0 0 1 0 0,0 0-1 0 0,0 1 1 0 0,-1-2-1 0 0,1 1 1 0 0,-2 0-1 0 0,3-1 224 0 0,0 1-1 0 0,0-1 0 0 0,0 1 1 0 0,0-1-1 0 0,0 1 1 0 0,1-1-1 0 0,-1 1 0 0 0,0-1 1 0 0,1 0-1 0 0,-1 0 0 0 0,0 1 1 0 0,1-1-1 0 0,-1 0 0 0 0,1 0 1 0 0,-1 0-1 0 0,1 1 0 0 0,-1-1 1 0 0,1 0-1 0 0,0 0 0 0 0,-1 0 1 0 0,1 0-1 0 0,0 0 0 0 0,0 0 1 0 0,0 0-1 0 0,-1 0 0 0 0,1 0 1 0 0,0 0-1 0 0,0 0 0 0 0,1 0 1 0 0,-1 0-1 0 0,0 0 0 0 0,0 0 1 0 0,0 0-1 0 0,1 0 0 0 0,10-31-2190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52.648"/>
    </inkml:context>
    <inkml:brush xml:id="br0">
      <inkml:brushProperty name="width" value="0.035" units="cm"/>
      <inkml:brushProperty name="height" value="0.035" units="cm"/>
      <inkml:brushProperty name="color" value="#E71224"/>
    </inkml:brush>
  </inkml:definitions>
  <inkml:trace contextRef="#ctx0" brushRef="#br0">103 722 1944 0 0,'19'-9'3350'0'0,"-1"-1"0"0"0,30-20 0 0 0,-30 16-2148 0 0,0-1-1 0 0,24-26 1 0 0,-32 31-885 0 0,0-1-1 0 0,-1 0 1 0 0,-1-1 0 0 0,0 0-1 0 0,0 0 1 0 0,-1-1-1 0 0,-1 0 1 0 0,0 0-1 0 0,-1-1 1 0 0,0 0-1 0 0,4-25 1 0 0,-8 36-207 0 0,0 0 0 0 0,-1 1 0 0 0,0-1 0 0 0,0 0-1 0 0,0 1 1 0 0,0-1 0 0 0,0 1 0 0 0,0-1 0 0 0,-1 0 0 0 0,1 1 0 0 0,-1-1 0 0 0,0 1 0 0 0,1-1-1 0 0,-1 1 1 0 0,-1-1 0 0 0,1 1 0 0 0,0 0 0 0 0,0-1 0 0 0,-1 1 0 0 0,-1-2 0 0 0,1 2-31 0 0,-1 1 1 0 0,1-1-1 0 0,0 1 1 0 0,0 0 0 0 0,-1 0-1 0 0,1 0 1 0 0,-1 0-1 0 0,1 0 1 0 0,-1 1-1 0 0,1-1 1 0 0,-1 1 0 0 0,1-1-1 0 0,-1 1 1 0 0,0 0-1 0 0,1 0 1 0 0,-5 0-1 0 0,-5 2 22 0 0,0 0 0 0 0,0 1 0 0 0,1 0 0 0 0,-1 1-1 0 0,1 0 1 0 0,-1 1 0 0 0,-12 8 0 0 0,6-3-83 0 0,2 2 1 0 0,-1 0 0 0 0,2 1-1 0 0,-1 0 1 0 0,-17 21 0 0 0,24-24-22 0 0,0 1 0 0 0,1 0 0 0 0,0 0 0 0 0,1 1 0 0 0,0 0 0 0 0,1 0 0 0 0,1 0 0 0 0,-9 26 0 0 0,13-34-14 0 0,0-1 0 0 0,1 1 0 0 0,-1-1-1 0 0,0 1 1 0 0,1-1 0 0 0,0 1 0 0 0,0 0 0 0 0,0-1-1 0 0,0 1 1 0 0,1-1 0 0 0,0 1 0 0 0,-1-1 0 0 0,1 1 0 0 0,0-1-1 0 0,1 0 1 0 0,-1 1 0 0 0,0-1 0 0 0,1 0 0 0 0,0 0-1 0 0,0 0 1 0 0,0 0 0 0 0,4 5 0 0 0,-2-5-16 0 0,-1-1 1 0 0,1 0-1 0 0,0 1 1 0 0,0-1-1 0 0,0 0 1 0 0,0-1-1 0 0,0 1 1 0 0,0-1-1 0 0,0 0 1 0 0,0 0-1 0 0,1 0 0 0 0,-1 0 1 0 0,0-1-1 0 0,1 0 1 0 0,-1 0-1 0 0,1 0 1 0 0,-1 0-1 0 0,8-3 1 0 0,14-2-6 0 0,0-2 0 0 0,-1-1 0 0 0,0-1 0 0 0,-1-1 0 0 0,0-1 0 0 0,0-1 0 0 0,-1-1 0 0 0,-1-1 1 0 0,0-1-1 0 0,-1-1 0 0 0,-1-1 0 0 0,19-20 0 0 0,27-33 22 0 0,111-153 0 0 0,-123 150 141 0 0,24-14 1174 0 0,-52 59 1095 0 0,30-39 1 0 0,-77 106-1595 0 0,-19 48 0 0 0,19-43-1871 0 0,-31 48 1 0 0,-15 29-264 0 0,-62 214 515 0 0,83-203-1402 0 0,37-105 1677 0 0,5 0-4561 0 0,4-26 4860 0 0,0 0-1 0 0,0-1 1 0 0,0 1 0 0 0,0-1 0 0 0,0 1 0 0 0,0 0-1 0 0,0-1 1 0 0,0 1 0 0 0,0-1 0 0 0,1 1 0 0 0,-1-1-1 0 0,0 1 1 0 0,0 0 0 0 0,0-1 0 0 0,1 1 0 0 0,-1-1-1 0 0,0 1 1 0 0,1-1 0 0 0,-1 1 0 0 0,1-1 0 0 0,-1 0-1 0 0,0 1 1 0 0,1-1 0 0 0,-1 1 0 0 0,1-1 0 0 0,-1 0-1 0 0,1 1 1 0 0,0-1 0 0 0,1 0-165 0 0,0 0 0 0 0,0 0 0 0 0,-1 0 0 0 0,1-1 0 0 0,0 1 0 0 0,-1 0 0 0 0,1-1 0 0 0,0 0 0 0 0,-1 1 0 0 0,1-1 0 0 0,0 0 0 0 0,-1 0 0 0 0,1 0 0 0 0,-1 0 0 0 0,2-2-1 0 0,26-19-2722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52.911"/>
    </inkml:context>
    <inkml:brush xml:id="br0">
      <inkml:brushProperty name="width" value="0.035" units="cm"/>
      <inkml:brushProperty name="height" value="0.035" units="cm"/>
      <inkml:brushProperty name="color" value="#E71224"/>
    </inkml:brush>
  </inkml:definitions>
  <inkml:trace contextRef="#ctx0" brushRef="#br0">1 0 664 0 0,'8'1'9360'0'0,"2"11"-4956"0"0,10 24-2315 0 0,-10-18-568 0 0,31 44-148 0 0,84 147 2090 0 0,-76-99-4553 0 0,-39-83-459 0 0,-2 0 0 0 0,5 36 0 0 0,-13-48-2788 0 0,-5-15-1389 0 0,-3-12 669 0 0,3 1 4856 0 0,-3-19-1479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4:53.144"/>
    </inkml:context>
    <inkml:brush xml:id="br0">
      <inkml:brushProperty name="width" value="0.035" units="cm"/>
      <inkml:brushProperty name="height" value="0.035" units="cm"/>
      <inkml:brushProperty name="color" value="#E71224"/>
    </inkml:brush>
  </inkml:definitions>
  <inkml:trace contextRef="#ctx0" brushRef="#br0">844 0 3864 0 0,'-65'84'12038'0'0,"1"-1"-5464"0"0,-14 19-3527 0 0,-116 128-1527 0 0,191-227-1482 0 0,-86 87-431 0 0,-7-3-3287 0 0,68-65-172 0 0,-49 30 1 0 0,58-41 735 0 0,-2-1 1 0 0,1-1-1 0 0,-34 11 1 0 0,18-11 408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28:38.046"/>
    </inkml:context>
    <inkml:brush xml:id="br0">
      <inkml:brushProperty name="width" value="0.035" units="cm"/>
      <inkml:brushProperty name="height" value="0.035" units="cm"/>
      <inkml:brushProperty name="color" value="#E71224"/>
    </inkml:brush>
  </inkml:definitions>
  <inkml:trace contextRef="#ctx0" brushRef="#br0">0 1 4904 0 0,'1'2'80'0'0,"4"2"-80"0"0,2 5 0 0 0,2 4 80 0 0,4 6-80 0 0,2 4 32 0 0,0 4-192 0 0,1 8-80 0 0,-1 5-80 0 0,-4 5-160 0 0,1 3-80 0 0,-4 4-160 0 0,-1 2-160 0 0,-2 1-80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39:46.088"/>
    </inkml:context>
    <inkml:brush xml:id="br0">
      <inkml:brushProperty name="width" value="0.035" units="cm"/>
      <inkml:brushProperty name="height" value="0.035" units="cm"/>
      <inkml:brushProperty name="color" value="#E71224"/>
    </inkml:brush>
  </inkml:definitions>
  <inkml:trace contextRef="#ctx0" brushRef="#br0">397 181 2104 0 0,'33'6'8456'0'0,"-15"11"-4075"0"0,-16-12-4083 0 0,0 1 0 0 0,0-1 0 0 0,-1 1 1 0 0,0-1-1 0 0,0 1 0 0 0,0-1 0 0 0,-1 1 0 0 0,0 10 1 0 0,-1 33 414 0 0,-2 0 0 0 0,-3 0 1 0 0,-1-1-1 0 0,-15 50 0 0 0,-72 181 1561 0 0,85-256-1860 0 0,7-15-217 0 0,-1 0 0 0 0,0 0 0 0 0,0-1 0 0 0,0 1 0 0 0,-1-1 0 0 0,-1 0 0 0 0,1 0-1 0 0,-10 10 1 0 0,13-16-163 0 0,1-1-1 0 0,-1 0 0 0 0,0 0 1 0 0,1 0-1 0 0,-1 0 0 0 0,0 0 1 0 0,1 0-1 0 0,-1-1 0 0 0,0 1 1 0 0,1 0-1 0 0,-1 0 0 0 0,0 0 1 0 0,1-1-1 0 0,-1 1 0 0 0,0 0 1 0 0,1 0-1 0 0,-1-1 0 0 0,1 1 1 0 0,-1-1-1 0 0,1 1 0 0 0,-1-1 1 0 0,1 1-1 0 0,-1-1 0 0 0,1 1 1 0 0,-1-1-1 0 0,1 1 0 0 0,-1-1 1 0 0,1 1-1 0 0,0-1 0 0 0,0 0 1 0 0,-1 1-1 0 0,1-1 0 0 0,0 0 1 0 0,0 1-1 0 0,-1-1 0 0 0,1 0 1 0 0,0-1-1 0 0,-11-27-393 0 0,9 19 210 0 0,0 1-1 0 0,1-1 1 0 0,0 1-1 0 0,0-1 1 0 0,1 0-1 0 0,0 1 1 0 0,1-1-1 0 0,0 0 1 0 0,0 1-1 0 0,1-1 1 0 0,1 1-1 0 0,-1 0 1 0 0,2-1-1 0 0,-1 1 1 0 0,9-15-1 0 0,-10 22 111 0 0,-1 1 0 0 0,1-1-1 0 0,-1 1 1 0 0,1-1 0 0 0,-1 1 0 0 0,1 0-1 0 0,0 0 1 0 0,0 0 0 0 0,0 0-1 0 0,0 0 1 0 0,0 0 0 0 0,-1 0 0 0 0,2 0-1 0 0,-1 1 1 0 0,0-1 0 0 0,0 1 0 0 0,0 0-1 0 0,0 0 1 0 0,4 0 0 0 0,47 5-709 0 0,-26 0 570 0 0,12-3 144 0 0,0-2 1 0 0,46-4-1 0 0,-67 2 31 0 0,1-1 0 0 0,0-1-1 0 0,-1 0 1 0 0,0-1 0 0 0,0-1 0 0 0,27-14-1 0 0,-41 18 11 0 0,0-1 0 0 0,0 1 0 0 0,-1-1 0 0 0,1 0 0 0 0,-1 0 0 0 0,0-1 0 0 0,0 1 0 0 0,0-1 0 0 0,0 1 0 0 0,-1-1 0 0 0,1 0 0 0 0,-1 0 0 0 0,0 0 0 0 0,0 0 0 0 0,0-1 0 0 0,-1 1 0 0 0,0 0 0 0 0,0-1 0 0 0,0 1 0 0 0,0-1 0 0 0,0 0 0 0 0,-1 1 0 0 0,0-1 0 0 0,0 1 0 0 0,0-1 0 0 0,-1 1 0 0 0,0-1 0 0 0,-1-5 0 0 0,-2-8 93 0 0,0 0 0 0 0,-2 0 0 0 0,0 0 0 0 0,-1 0 0 0 0,-16-27 0 0 0,0 2 175 0 0,-2 2-1 0 0,-2 0 0 0 0,-2 2 0 0 0,-1 1 0 0 0,-63-60 0 0 0,80 85-49 0 0,-1 2-1 0 0,0 0 1 0 0,0 1-1 0 0,-1 0 0 0 0,0 1 1 0 0,-1 0-1 0 0,0 2 1 0 0,-1 0-1 0 0,1 0 0 0 0,-1 2 1 0 0,0 0-1 0 0,-1 1 1 0 0,1 1-1 0 0,-1 0 0 0 0,0 2 1 0 0,1 0-1 0 0,-1 0 0 0 0,0 2 1 0 0,-19 3-1 0 0,29-3-188 0 0,0 1 0 0 0,1 0 0 0 0,-1 0 0 0 0,1 1 0 0 0,0 0-1 0 0,0 0 1 0 0,0 0 0 0 0,0 1 0 0 0,1 0 0 0 0,-1 1 0 0 0,1-1 0 0 0,-10 11 0 0 0,13-12-134 0 0,0 1 0 0 0,0 0 0 0 0,0 1 0 0 0,0-1 1 0 0,0 0-1 0 0,1 1 0 0 0,0 0 0 0 0,0-1 0 0 0,0 1 1 0 0,1 0-1 0 0,0 0 0 0 0,-1 0 0 0 0,2 0 0 0 0,-1 0 1 0 0,1 0-1 0 0,-1 0 0 0 0,1 0 0 0 0,1 0 0 0 0,-1 1 1 0 0,2 6-1 0 0,5 11-1966 0 0,0 0 1 0 0,2-1-1 0 0,0 0 1 0 0,2 0-1 0 0,23 35 1 0 0,12 25-4856 0 0,-14-8 2519 0 0,-6-1 1268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39:46.623"/>
    </inkml:context>
    <inkml:brush xml:id="br0">
      <inkml:brushProperty name="width" value="0.035" units="cm"/>
      <inkml:brushProperty name="height" value="0.035" units="cm"/>
      <inkml:brushProperty name="color" value="#E71224"/>
    </inkml:brush>
  </inkml:definitions>
  <inkml:trace contextRef="#ctx0" brushRef="#br0">150 0 664 0 0,'-43'54'9175'0'0,"6"1"-4605"0"0,27-37-4115 0 0,1 0 1 0 0,0 1-1 0 0,1 0 0 0 0,1 0 0 0 0,1 1 1 0 0,1 0-1 0 0,-5 36 0 0 0,6-16-471 0 0,3 0-1 0 0,1 1 0 0 0,1-1 0 0 0,3 0 1 0 0,1 0-1 0 0,2 0 0 0 0,2-1 1 0 0,1 1-1 0 0,30 69 0 0 0,-21-67-2234 0 0,35 58 0 0 0,-28-61-2645 0 0,42 52-1 0 0,-37-59 2791 0 0,1-7 759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46.546"/>
    </inkml:context>
    <inkml:brush xml:id="br0">
      <inkml:brushProperty name="width" value="0.035" units="cm"/>
      <inkml:brushProperty name="height" value="0.035" units="cm"/>
      <inkml:brushProperty name="color" value="#E71224"/>
    </inkml:brush>
  </inkml:definitions>
  <inkml:trace contextRef="#ctx0" brushRef="#br0">174 112 2184 0 0,'1'0'333'0'0,"-1"0"-1"0"0,0 0 1 0 0,1 0 0 0 0,-1 0-1 0 0,1 0 1 0 0,-1 0-1 0 0,1 0 1 0 0,-1 0 0 0 0,0 0-1 0 0,1 0 1 0 0,-1-1 0 0 0,1 1-1 0 0,-1 0 1 0 0,0 0 0 0 0,1 0-1 0 0,-1-1 1 0 0,0 1-1 0 0,1 0 1 0 0,-1-1 0 0 0,0 1-1 0 0,1 0 1 0 0,-1-1 0 0 0,0 1-1 0 0,0 0 1 0 0,1-1-1 0 0,-1 1 1 0 0,0-1 0 0 0,7-19 3845 0 0,-1-27-1495 0 0,-5 37-951 0 0,0 9-1582 0 0,-1 0-1 0 0,0 0 1 0 0,1 0-1 0 0,-1 1 1 0 0,0-1-1 0 0,0 0 0 0 0,0 0 1 0 0,0 0-1 0 0,1 0 1 0 0,-1 0-1 0 0,0 0 1 0 0,-1 0-1 0 0,1 0 1 0 0,0 0-1 0 0,0 0 0 0 0,0 1 1 0 0,0-1-1 0 0,-1 0 1 0 0,1 0-1 0 0,0 0 1 0 0,-1 0-1 0 0,1 0 1 0 0,-1 1-1 0 0,1-1 0 0 0,-1 0 1 0 0,1 0-1 0 0,-1 1 1 0 0,0-1-1 0 0,1 0 1 0 0,-1 1-1 0 0,0-1 1 0 0,-1 0-1 0 0,0 1-44 0 0,0 0 0 0 0,0 1 0 0 0,0-1 0 0 0,0 0 0 0 0,0 1 0 0 0,1 0 1 0 0,-1 0-1 0 0,0-1 0 0 0,0 1 0 0 0,1 0 0 0 0,-1 0 0 0 0,0 1 0 0 0,1-1 0 0 0,-2 2 0 0 0,-53 51 144 0 0,56-53-192 0 0,-18 19 66 0 0,2 1 0 0 0,-19 30 0 0 0,30-42-139 0 0,0 0 0 0 0,0 0-1 0 0,1 1 1 0 0,0-1-1 0 0,1 1 1 0 0,0 0-1 0 0,1 0 1 0 0,0 0 0 0 0,-1 12-1 0 0,3-20 3 0 0,-1 1-1 0 0,1-1 1 0 0,0 1 0 0 0,1 0-1 0 0,-1-1 1 0 0,0 1-1 0 0,1-1 1 0 0,0 0 0 0 0,-1 1-1 0 0,1-1 1 0 0,0 1 0 0 0,0-1-1 0 0,0 0 1 0 0,1 0-1 0 0,-1 1 1 0 0,0-1 0 0 0,1 0-1 0 0,0 0 1 0 0,-1-1 0 0 0,4 4-1 0 0,-2-3 12 0 0,1 0-1 0 0,-1 0 0 0 0,1 0 1 0 0,-1-1-1 0 0,1 1 1 0 0,0-1-1 0 0,0 0 1 0 0,0 0-1 0 0,0 0 0 0 0,0 0 1 0 0,7 0-1 0 0,3-1 15 0 0,-1-1-1 0 0,1 0 0 0 0,0-1 1 0 0,-1 0-1 0 0,1-1 1 0 0,18-7-1 0 0,130-63-197 0 0,-162 77 286 0 0,0 0-1 0 0,-1 0 0 0 0,1 0 0 0 0,-1-1 1 0 0,0 1-1 0 0,0 0 0 0 0,0-1 0 0 0,0 1 0 0 0,-3 4 1 0 0,2-1 25 0 0,-24 57 190 0 0,17-43-248 0 0,0 0-1 0 0,-8 32 0 0 0,16-46-65 0 0,0 0 0 0 0,0-1-1 0 0,0 1 1 0 0,1 0 0 0 0,0 0 0 0 0,0 0-1 0 0,0 0 1 0 0,1 0 0 0 0,0 0 0 0 0,1 0-1 0 0,0-1 1 0 0,3 10 0 0 0,-4-14-35 0 0,0 0 1 0 0,0 0-1 0 0,0-1 1 0 0,0 1 0 0 0,0 0-1 0 0,1-1 1 0 0,-1 1-1 0 0,0-1 1 0 0,1 1-1 0 0,-1-1 1 0 0,1 0-1 0 0,0 0 1 0 0,-1 1-1 0 0,1-1 1 0 0,0 0-1 0 0,0-1 1 0 0,0 1-1 0 0,0 0 1 0 0,0 0-1 0 0,4 0 1 0 0,47 2-569 0 0,-47-4 553 0 0,0 1 0 0 0,0 0 0 0 0,0 0-1 0 0,0 1 1 0 0,0 0 0 0 0,0 0 0 0 0,9 3 0 0 0,-14-4 74 0 0,0 1 0 0 0,0 0 1 0 0,0 0-1 0 0,0 0 0 0 0,0 0 1 0 0,0 1-1 0 0,0-1 1 0 0,0 0-1 0 0,0 0 0 0 0,-1 1 1 0 0,1-1-1 0 0,0 0 0 0 0,-1 1 1 0 0,1-1-1 0 0,-1 0 0 0 0,1 1 1 0 0,-1-1-1 0 0,0 1 0 0 0,0-1 1 0 0,0 1-1 0 0,1-1 0 0 0,-1 1 1 0 0,-1-1-1 0 0,1 1 0 0 0,0-1 1 0 0,0 1-1 0 0,0-1 0 0 0,-1 0 1 0 0,0 3-1 0 0,-18 47 622 0 0,15-42-614 0 0,-29 59-269 0 0,14-41-3961 0 0,15-53-18456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48.051"/>
    </inkml:context>
    <inkml:brush xml:id="br0">
      <inkml:brushProperty name="width" value="0.035" units="cm"/>
      <inkml:brushProperty name="height" value="0.035" units="cm"/>
      <inkml:brushProperty name="color" value="#E71224"/>
    </inkml:brush>
  </inkml:definitions>
  <inkml:trace contextRef="#ctx0" brushRef="#br0">0 0 3144 0 0,'6'0'1639'0'0,"1"1"0"0"0,-1 0 0 0 0,0 0-1 0 0,1 0 1 0 0,-1 1 0 0 0,0 0 0 0 0,6 3 0 0 0,44 27 1327 0 0,-33-15-3079 0 0,-1 1 1 0 0,26 28-1 0 0,-30-27-85 0 0,-10-13-286 0 0,0 2 1 0 0,-1-1-1 0 0,0 1 1 0 0,0 0-1 0 0,-1 1 1 0 0,0-1-1 0 0,6 13 0 0 0,-11-20 226 0 0,-1 0 0 0 0,0 0 1 0 0,0 0-1 0 0,0 0 0 0 0,0 0 0 0 0,0 0 0 0 0,0 0 0 0 0,0 0 0 0 0,0 1 0 0 0,0-1 0 0 0,0 0 0 0 0,0 0 0 0 0,-1 0 0 0 0,1 0 0 0 0,0 0 0 0 0,-1 0 0 0 0,1 0 0 0 0,-1 0 0 0 0,1 0 0 0 0,-1-1 0 0 0,0 1 0 0 0,1 0 0 0 0,-1 0 0 0 0,0 0 0 0 0,0 0 0 0 0,1-1 0 0 0,-1 1 0 0 0,0 0 0 0 0,0-1 0 0 0,0 1 0 0 0,0-1 0 0 0,0 1 0 0 0,0-1 0 0 0,0 1 0 0 0,0-1 0 0 0,0 0 0 0 0,0 0 0 0 0,0 1 0 0 0,0-1 0 0 0,0 0 0 0 0,0 0 0 0 0,0 0 0 0 0,0 0 0 0 0,0 0 0 0 0,-3 0 0 0 0,-19-2-1835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48.194"/>
    </inkml:context>
    <inkml:brush xml:id="br0">
      <inkml:brushProperty name="width" value="0.035" units="cm"/>
      <inkml:brushProperty name="height" value="0.035" units="cm"/>
      <inkml:brushProperty name="color" value="#E71224"/>
    </inkml:brush>
  </inkml:definitions>
  <inkml:trace contextRef="#ctx0" brushRef="#br0">82 229 2504 0 0,'-27'2'3600'0'0,"5"1"-320"0"0,5 1-480 0 0,5 0-400 0 0,8 0 2721 0 0,11-8-4241 0 0,5-3-240 0 0,8-3-160 0 0,7-6-240 0 0,8-6-240 0 0,4-3-688 0 0,5-4-1312 0 0,-1-5-2561 0 0,-3-2-719 0 0,-5 2 880 0 0,-9 6 1360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49.675"/>
    </inkml:context>
    <inkml:brush xml:id="br0">
      <inkml:brushProperty name="width" value="0.035" units="cm"/>
      <inkml:brushProperty name="height" value="0.035" units="cm"/>
      <inkml:brushProperty name="color" value="#E71224"/>
    </inkml:brush>
  </inkml:definitions>
  <inkml:trace contextRef="#ctx0" brushRef="#br0">1 48 3224 0 0,'4'-8'920'0'0,"6"-9"8198"0"0,-2 18-4460 0 0,-1 8-4313 0 0,13 27 46 0 0,-1 1 0 0 0,-2 0 0 0 0,-1 2 1 0 0,-2 0-1 0 0,11 56 0 0 0,-10-42-165 0 0,-9-35-358 0 0,16 59 1380 0 0,-22-67-340 0 0,-16-49-319 0 0,-4-11-432 0 0,1 6-135 0 0,2-1 0 0 0,2-1 0 0 0,2 0 0 0 0,-13-91 0 0 0,26 134-18 0 0,-1 1 0 0 0,1-1 1 0 0,0 0-1 0 0,-1 1 0 0 0,1-1 0 0 0,1 0 0 0 0,-1 1 0 0 0,0-1 0 0 0,1 0 1 0 0,-1 1-1 0 0,1-1 0 0 0,0 1 0 0 0,-1-1 0 0 0,1 1 0 0 0,1-1 1 0 0,-1 1-1 0 0,0 0 0 0 0,0-1 0 0 0,1 1 0 0 0,0 0 0 0 0,-1 0 0 0 0,4-3 1 0 0,-1 4-15 0 0,-1-1 0 0 0,1 1 0 0 0,0 0 0 0 0,-1 1 1 0 0,1-1-1 0 0,0 1 0 0 0,-1-1 0 0 0,1 1 0 0 0,0 0 1 0 0,0 1-1 0 0,-1-1 0 0 0,1 0 0 0 0,0 1 0 0 0,-1 0 1 0 0,6 2-1 0 0,5 1 20 0 0,1 1 0 0 0,-1 1 0 0 0,0 1 0 0 0,-1 0 0 0 0,1 0 0 0 0,-1 1 1 0 0,-1 1-1 0 0,0 0 0 0 0,0 1 0 0 0,-1 0 0 0 0,0 1 0 0 0,-1 0 0 0 0,0 1 0 0 0,0 0 1 0 0,-1 0-1 0 0,-1 1 0 0 0,8 16 0 0 0,11 26 265 0 0,-2 1 0 0 0,33 113-1 0 0,-44-125-192 0 0,5 38 192 0 0,-15-60-514 0 0,1-1-1 0 0,1 1 0 0 0,12 29 1 0 0,-12-42-3085 0 0,-2-9 208 0 0,-2-21-2318 0 0,-8-33-955 0 0,-9 1 3309 0 0,-5-9 908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0.076"/>
    </inkml:context>
    <inkml:brush xml:id="br0">
      <inkml:brushProperty name="width" value="0.035" units="cm"/>
      <inkml:brushProperty name="height" value="0.035" units="cm"/>
      <inkml:brushProperty name="color" value="#E71224"/>
    </inkml:brush>
  </inkml:definitions>
  <inkml:trace contextRef="#ctx0" brushRef="#br0">0 1 2824 0 0,'3'0'877'0'0,"0"0"-1"0"0,0 0 1 0 0,0 0 0 0 0,0 0-1 0 0,0 0 1 0 0,-1 0 0 0 0,1 1 0 0 0,0 0-1 0 0,4 1 1 0 0,44 22 1159 0 0,-37-16-1119 0 0,41 22-114 0 0,-1 2-1 0 0,-1 3 1 0 0,-2 1-1 0 0,-2 3 0 0 0,50 51 1 0 0,-81-72-642 0 0,-1 1-1 0 0,-1 0 1 0 0,-1 1 0 0 0,-1 0 0 0 0,0 2 0 0 0,-2-1-1 0 0,0 2 1 0 0,-2-1 0 0 0,0 1 0 0 0,-2 1-1 0 0,0 0 1 0 0,-2 0 0 0 0,-1 1 0 0 0,0-1 0 0 0,1 46-1 0 0,-7-35-80 0 0,-1 1 0 0 0,-6 37 0 0 0,-11-2-3105 0 0,15-61 1060 0 0,-1 1 1 0 0,0-1-1 0 0,0 0 1 0 0,-8 11-1 0 0,12-20 1684 0 0,1 0 1 0 0,-1 0-1 0 0,0 0 1 0 0,0 0-1 0 0,1 0 1 0 0,-1 0-1 0 0,0 0 1 0 0,0 0-1 0 0,0 0 1 0 0,0 0-1 0 0,0 0 0 0 0,0 0 1 0 0,0-1-1 0 0,0 1 1 0 0,0-1-1 0 0,0 1 1 0 0,-1 0-1 0 0,1-1 1 0 0,0 0-1 0 0,0 1 1 0 0,-1-1-1 0 0,1 0 0 0 0,0 0 1 0 0,-3 1-1 0 0,-10-9-1732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1.906"/>
    </inkml:context>
    <inkml:brush xml:id="br0">
      <inkml:brushProperty name="width" value="0.035" units="cm"/>
      <inkml:brushProperty name="height" value="0.035" units="cm"/>
      <inkml:brushProperty name="color" value="#E71224"/>
    </inkml:brush>
  </inkml:definitions>
  <inkml:trace contextRef="#ctx0" brushRef="#br0">7 145 2344 0 0,'-7'20'4320'0'0,"7"-8"-640"0"0,0-9-960 0 0,4-6-640 0 0,6-4-639 0 0,5-5-401 0 0,9-4-320 0 0,6-4-240 0 0,5-5-240 0 0,2 0-160 0 0,-5 1-128 0 0,-2 5-672 0 0,-3 3-560 0 0,-8 10-881 0 0,-1 2-1839 0 0,-5 2-320 0 0,-10 7 960 0 0,-3 12 1120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2.039"/>
    </inkml:context>
    <inkml:brush xml:id="br0">
      <inkml:brushProperty name="width" value="0.035" units="cm"/>
      <inkml:brushProperty name="height" value="0.035" units="cm"/>
      <inkml:brushProperty name="color" value="#E71224"/>
    </inkml:brush>
  </inkml:definitions>
  <inkml:trace contextRef="#ctx0" brushRef="#br0">10 130 1704 0 0,'-7'18'4640'0'0,"4"-8"-640"0"0,5-7-1040 0 0,6-8-720 0 0,2-7-639 0 0,9-4-561 0 0,7-6-320 0 0,6-4-480 0 0,0 2-448 0 0,2 2-1072 0 0,-2 4-2161 0 0,-5 5-1439 0 0,-2 11 720 0 0,-10 8 1120 0 0,-9 17 1120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2.852"/>
    </inkml:context>
    <inkml:brush xml:id="br0">
      <inkml:brushProperty name="width" value="0.035" units="cm"/>
      <inkml:brushProperty name="height" value="0.035" units="cm"/>
      <inkml:brushProperty name="color" value="#E71224"/>
    </inkml:brush>
  </inkml:definitions>
  <inkml:trace contextRef="#ctx0" brushRef="#br0">1 268 2504 0 0,'20'-10'4000'0'0,"-1"-8"-800"0"0,1-3-800 0 0,1-1-640 0 0,0 2-720 0 0,-3 2-400 0 0,2-1-400 0 0,3-1-160 0 0,0 3-128 0 0,-1-5-672 0 0,-2-6-1440 0 0,-4 0-1600 0 0,-5 10-80 0 0,-10 11 720 0 0,-4 7 1040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3.015"/>
    </inkml:context>
    <inkml:brush xml:id="br0">
      <inkml:brushProperty name="width" value="0.035" units="cm"/>
      <inkml:brushProperty name="height" value="0.035" units="cm"/>
      <inkml:brushProperty name="color" value="#E71224"/>
    </inkml:brush>
  </inkml:definitions>
  <inkml:trace contextRef="#ctx0" brushRef="#br0">0 166 1144 0 0,'7'22'4480'0'0,"-2"-8"-720"0"0,0-8-1040 0 0,2-7-800 0 0,4-7-640 0 0,6-4-480 0 0,4-7-319 0 0,5-6-321 0 0,4-1-368 0 0,4-5-913 0 0,1 4-1759 0 0,-4 1-1360 0 0,-4 6 400 0 0,-7 7 1040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4.300"/>
    </inkml:context>
    <inkml:brush xml:id="br0">
      <inkml:brushProperty name="width" value="0.035" units="cm"/>
      <inkml:brushProperty name="height" value="0.035" units="cm"/>
      <inkml:brushProperty name="color" value="#E71224"/>
    </inkml:brush>
  </inkml:definitions>
  <inkml:trace contextRef="#ctx0" brushRef="#br0">1 121 264 0 0,'21'-42'7795'0'0,"-9"16"-670"0"0,-10 35-3185 0 0,1 12-2986 0 0,3 363 1853 0 0,-3-312-2707 0 0,13 75-20 0 0,-7-247-395 0 0,38-366-130 0 0,-40 442 583 0 0,-7 24-132 0 0,1 0 0 0 0,-1 0 0 0 0,0 0 0 0 0,1 0 0 0 0,-1 0 0 0 0,0 0 0 0 0,1 0 1 0 0,-1 0-1 0 0,0 0 0 0 0,1 0 0 0 0,-1 0 0 0 0,0 0 0 0 0,1 0 0 0 0,-1 0 0 0 0,0 1 0 0 0,0-1 0 0 0,1 0 1 0 0,-1 0-1 0 0,0 0 0 0 0,1 0 0 0 0,-1 1 0 0 0,0-1 0 0 0,0 0 0 0 0,1 0 0 0 0,-1 1 0 0 0,0-1 0 0 0,0 0 1 0 0,0 0-1 0 0,1 1 0 0 0,-1-1 0 0 0,0 0 0 0 0,0 1 0 0 0,0-1 0 0 0,0 0 0 0 0,0 0 0 0 0,1 1 0 0 0,17 47 343 0 0,-14-35-368 0 0,30 112 431 0 0,-30-100-380 0 0,1 0-1 0 0,2-1 0 0 0,1 0 1 0 0,0 0-1 0 0,2 0 1 0 0,23 39-1 0 0,-33-61-41 0 0,1-1 0 0 0,0 1 1 0 0,0-1-1 0 0,0 1 0 0 0,0-1 0 0 0,1 1 0 0 0,-1-1 0 0 0,0 1 1 0 0,1-1-1 0 0,-1 0 0 0 0,0 0 0 0 0,1 0 0 0 0,0 0 0 0 0,-1 0 1 0 0,1 0-1 0 0,0 0 0 0 0,-1 0 0 0 0,1-1 0 0 0,0 1 0 0 0,0-1 1 0 0,-1 1-1 0 0,1-1 0 0 0,0 0 0 0 0,0 0 0 0 0,2 0 0 0 0,-2 0-3 0 0,1-1 0 0 0,-1-1-1 0 0,0 1 1 0 0,0 0 0 0 0,0 0-1 0 0,0-1 1 0 0,0 1 0 0 0,0-1-1 0 0,-1 0 1 0 0,1 1 0 0 0,0-1-1 0 0,-1 0 1 0 0,1 0-1 0 0,-1 0 1 0 0,0 0 0 0 0,2-3-1 0 0,5-11-38 0 0,-1-1-1 0 0,-1 1 0 0 0,8-33 1 0 0,-5 17 41 0 0,-2-1-1 0 0,-1-1 1 0 0,-2 1 0 0 0,-2-1 0 0 0,-1 0-1 0 0,-1 1 1 0 0,-2-1 0 0 0,-1 0 0 0 0,-14-59 0 0 0,19 105 285 0 0,-1 1 1 0 0,-1-1 0 0 0,0 1 0 0 0,-3 17 0 0 0,0 11-49 0 0,2 30 120 0 0,3-1 1 0 0,14 84 0 0 0,-9-114-984 0 0,2 0 0 0 0,1-1 0 0 0,2 0 0 0 0,2-1 0 0 0,24 46 0 0 0,-28-70-3856 0 0,-8-23-2680 0 0,-5-14 471 0 0,1 11 6483 0 0,-5-23-2141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4.752"/>
    </inkml:context>
    <inkml:brush xml:id="br0">
      <inkml:brushProperty name="width" value="0.035" units="cm"/>
      <inkml:brushProperty name="height" value="0.035" units="cm"/>
      <inkml:brushProperty name="color" value="#E71224"/>
    </inkml:brush>
  </inkml:definitions>
  <inkml:trace contextRef="#ctx0" brushRef="#br0">99 1 2824 0 0,'-1'-1'565'0'0,"-1"1"-1"0"0,0 0 1 0 0,0 0 0 0 0,1 0-1 0 0,-1 0 1 0 0,0 1 0 0 0,1-1 0 0 0,-1 0-1 0 0,0 1 1 0 0,1-1 0 0 0,-1 1-1 0 0,0-1 1 0 0,1 1 0 0 0,-1 0-1 0 0,1 0 1 0 0,-1 0 0 0 0,1 0-1 0 0,0 0 1 0 0,-1 0 0 0 0,-1 2-1 0 0,0 0-74 0 0,0 1-1 0 0,0 0 1 0 0,0 0-1 0 0,0 0 1 0 0,1 1-1 0 0,0-1 0 0 0,-3 6 1 0 0,-1 8-10 0 0,0 1 0 0 0,-5 31 0 0 0,11-48-240 0 0,-7 49 278 0 0,1-1 0 0 0,3 1-1 0 0,3 0 1 0 0,1 0 0 0 0,3 0 0 0 0,11 58 0 0 0,-1-42-696 0 0,3 0 1 0 0,2-1 0 0 0,3-1 0 0 0,33 65 0 0 0,-47-114-977 0 0,0 0 1 0 0,1 0 0 0 0,15 18 0 0 0,-2-11-3808 0 0,3-6-3586 0 0,-16-13 5387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8.039"/>
    </inkml:context>
    <inkml:brush xml:id="br0">
      <inkml:brushProperty name="width" value="0.035" units="cm"/>
      <inkml:brushProperty name="height" value="0.035" units="cm"/>
      <inkml:brushProperty name="color" value="#E71224"/>
    </inkml:brush>
  </inkml:definitions>
  <inkml:trace contextRef="#ctx0" brushRef="#br0">22 15 504 0 0,'16'-15'8167'0'0,"-23"36"-1927"0"0,-4 11-5153 0 0,4 5-516 0 0,2 0 1 0 0,1 0 0 0 0,2 1-1 0 0,1-1 1 0 0,2 0-1 0 0,6 40 1 0 0,-1-37-798 0 0,1-1 0 0 0,2-1 0 0 0,2 0 0 0 0,1 0 0 0 0,29 58 0 0 0,-35-85-771 0 0,0 0 0 0 0,1-1-1 0 0,0 0 1 0 0,9 10 0 0 0,-14-18 548 0 0,0 0 0 0 0,0 0 1 0 0,0 0-1 0 0,0 0 0 0 0,1-1 0 0 0,-1 1 0 0 0,0-1 1 0 0,1 0-1 0 0,-1 1 0 0 0,1-1 0 0 0,3 1 1 0 0,-5-2 227 0 0,0 0-1 0 0,0 0 1 0 0,0 0 0 0 0,0 0 0 0 0,0 0 0 0 0,1 0 0 0 0,-1 0 0 0 0,0-1 0 0 0,0 1 0 0 0,0 0 0 0 0,0-1 0 0 0,0 1 0 0 0,0 0 0 0 0,0-1 0 0 0,0 0 0 0 0,0 1 0 0 0,0-1 0 0 0,0 0 0 0 0,0 1 0 0 0,0-1 0 0 0,0 0 0 0 0,-1 0 0 0 0,1 0 0 0 0,0 1 0 0 0,-1-1 0 0 0,1 0 0 0 0,1-2 0 0 0,9-23-1726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8.656"/>
    </inkml:context>
    <inkml:brush xml:id="br0">
      <inkml:brushProperty name="width" value="0.035" units="cm"/>
      <inkml:brushProperty name="height" value="0.035" units="cm"/>
      <inkml:brushProperty name="color" value="#E71224"/>
    </inkml:brush>
  </inkml:definitions>
  <inkml:trace contextRef="#ctx0" brushRef="#br0">155 1 2744 0 0,'-2'0'676'0'0,"0"0"0"0"0,0 0-1 0 0,1 1 1 0 0,-1-1 0 0 0,0 1 0 0 0,0-1 0 0 0,0 1-1 0 0,1 0 1 0 0,-1 0 0 0 0,0 0 0 0 0,1 0 0 0 0,-4 2-1 0 0,-19 22 2948 0 0,-12 33-1353 0 0,34-54-1827 0 0,-10 17 15 0 0,1 1 0 0 0,1 0 0 0 0,1 1 1 0 0,-8 32-1 0 0,15-49-447 0 0,1 0 1 0 0,-1 0-1 0 0,1 0 1 0 0,1 0-1 0 0,-1 0 0 0 0,1 0 1 0 0,0 0-1 0 0,0 0 1 0 0,0 0-1 0 0,1 0 1 0 0,0 0-1 0 0,1 0 0 0 0,-1 0 1 0 0,1 0-1 0 0,0-1 1 0 0,0 1-1 0 0,1-1 0 0 0,0 1 1 0 0,0-1-1 0 0,0 0 1 0 0,0 0-1 0 0,1 0 1 0 0,5 5-1 0 0,-6-8-20 0 0,0 0 1 0 0,0-1-1 0 0,0 1 1 0 0,0-1-1 0 0,0 0 1 0 0,0 0-1 0 0,1 0 1 0 0,-1 0-1 0 0,1 0 1 0 0,-1-1-1 0 0,0 1 1 0 0,1-1-1 0 0,-1 0 1 0 0,1 0-1 0 0,-1 0 1 0 0,1 0-1 0 0,-1-1 1 0 0,0 0-1 0 0,1 0 1 0 0,4-1-1 0 0,11-4-31 0 0,0-1 0 0 0,25-13-1 0 0,-14 7 34 0 0,-27 11 11 0 0,1 0-1 0 0,0 0 0 0 0,0 1 1 0 0,0 0-1 0 0,1 0 0 0 0,-1 0 1 0 0,0 0-1 0 0,0 1 0 0 0,0 0 1 0 0,1 0-1 0 0,-1 0 1 0 0,0 0-1 0 0,5 1 0 0 0,-8 0 30 0 0,1 0-1 0 0,0 0 1 0 0,-1 0-1 0 0,1 0 1 0 0,-1 1-1 0 0,1-1 1 0 0,-1 0-1 0 0,0 1 1 0 0,1-1-1 0 0,-1 1 1 0 0,0 0-1 0 0,0-1 1 0 0,0 1-1 0 0,0 0 0 0 0,-1-1 1 0 0,1 1-1 0 0,0 0 1 0 0,-1 0-1 0 0,1 0 1 0 0,-1 0-1 0 0,0 0 1 0 0,1 0-1 0 0,-1-1 1 0 0,0 1-1 0 0,0 0 1 0 0,0 0-1 0 0,0 0 1 0 0,-1 0-1 0 0,0 3 1 0 0,0 10 189 0 0,-2 1 1 0 0,0-1-1 0 0,-8 23 1 0 0,-5 26 159 0 0,16-64-387 0 0,0 1 1 0 0,0-1-1 0 0,0 1 1 0 0,0-1-1 0 0,0 0 1 0 0,0 1-1 0 0,0-1 1 0 0,0 1-1 0 0,0-1 1 0 0,0 0 0 0 0,0 1-1 0 0,0-1 1 0 0,0 1-1 0 0,0-1 1 0 0,0 0-1 0 0,0 1 1 0 0,1-1-1 0 0,-1 1 1 0 0,0-1-1 0 0,0 0 1 0 0,0 1-1 0 0,1-1 1 0 0,-1 0-1 0 0,0 1 1 0 0,0-1 0 0 0,1 0-1 0 0,-1 1 1 0 0,0-1-1 0 0,0 0 1 0 0,1 0-1 0 0,-1 0 1 0 0,0 1-1 0 0,1-1 1 0 0,-1 0-1 0 0,1 0 1 0 0,-1 0-1 0 0,0 0 1 0 0,1 1-1 0 0,-1-1 1 0 0,1 0 0 0 0,-1 0-1 0 0,0 0 1 0 0,1 0-1 0 0,-1 0 1 0 0,1 0-1 0 0,-1 0 1 0 0,0 0-1 0 0,1 0 1 0 0,-1 0-1 0 0,1 0 1 0 0,-1-1-1 0 0,0 1 1 0 0,1 0-1 0 0,-1 0 1 0 0,0 0 0 0 0,1 0-1 0 0,-1-1 1 0 0,0 1-1 0 0,1 0 1 0 0,-1 0-1 0 0,0-1 1 0 0,1 1-1 0 0,30-19-194 0 0,-24 14 160 0 0,1 0-2 0 0,0 1 1 0 0,1 0 0 0 0,-1 0-1 0 0,1 0 1 0 0,0 1 0 0 0,0 1-1 0 0,0-1 1 0 0,17-1 0 0 0,-24 4 52 0 0,1 0-1 0 0,-1 0 1 0 0,0 0 0 0 0,0 0 0 0 0,1 1 0 0 0,-1-1 0 0 0,0 1-1 0 0,0-1 1 0 0,0 1 0 0 0,1 0 0 0 0,-1 0 0 0 0,0 0 0 0 0,0 0-1 0 0,0 0 1 0 0,-1 0 0 0 0,1 1 0 0 0,2 1 0 0 0,-2-1 34 0 0,-1 0 0 0 0,1 1 0 0 0,-1-1 0 0 0,1 1 0 0 0,-1 0 1 0 0,0-1-1 0 0,0 1 0 0 0,0 0 0 0 0,0 0 0 0 0,0 0 0 0 0,-1 0 1 0 0,1 0-1 0 0,-1-1 0 0 0,0 1 0 0 0,0 0 0 0 0,-1 5 0 0 0,0 8 206 0 0,-1-1 0 0 0,-1 0 0 0 0,-1 0 0 0 0,0 0 0 0 0,-1 0 0 0 0,-11 23 0 0 0,-49 81 344 0 0,42-90-1160 0 0,11-22-1352 0 0,12-7 1734 0 0,-1-1 0 0 0,1 1 0 0 0,0-1 0 0 0,-1 1 0 0 0,1 0 0 0 0,0-1 0 0 0,-1 1 0 0 0,1-1 0 0 0,0 1 0 0 0,-1-1 0 0 0,1 0 0 0 0,0 1 0 0 0,0-1 0 0 0,0 1 0 0 0,-1-1 0 0 0,1 1 0 0 0,0-1 0 0 0,0 0 0 0 0,0 1 0 0 0,0-1 0 0 0,0 1 0 0 0,0-1 0 0 0,0 1 0 0 0,0-1 0 0 0,1 0 0 0 0,-1 0 0 0 0,2-18-2867 0 0,1 1 1 0 0,1 0-1 0 0,7-23 1 0 0,-5 21 1681 0 0,10-35-1393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9.044"/>
    </inkml:context>
    <inkml:brush xml:id="br0">
      <inkml:brushProperty name="width" value="0.035" units="cm"/>
      <inkml:brushProperty name="height" value="0.035" units="cm"/>
      <inkml:brushProperty name="color" value="#E71224"/>
    </inkml:brush>
  </inkml:definitions>
  <inkml:trace contextRef="#ctx0" brushRef="#br0">1 0 2744 0 0,'3'21'8623'0'0,"-5"1"-4534"0"0,1 14-1347 0 0,13 23-1340 0 0,31 89 1 0 0,1 1-2976 0 0,-44-146 1668 0 0,2 2-759 0 0,-1 0 0 0 0,0 0 0 0 0,0 1 0 0 0,-1-1 0 0 0,1 0 0 0 0,-1 10 0 0 0,-1-14 393 0 0,1 0-1 0 0,0 0 0 0 0,-1 0 0 0 0,1 0 0 0 0,-1 0 1 0 0,1 0-1 0 0,-1 0 0 0 0,0 0 0 0 0,1 0 0 0 0,-1 0 1 0 0,0 0-1 0 0,0 0 0 0 0,0-1 0 0 0,1 1 1 0 0,-1 0-1 0 0,0-1 0 0 0,0 1 0 0 0,0 0 0 0 0,0-1 1 0 0,0 1-1 0 0,0-1 0 0 0,0 0 0 0 0,0 1 0 0 0,0-1 1 0 0,0 0-1 0 0,-1 1 0 0 0,1-1 0 0 0,0 0 1 0 0,0 0-1 0 0,0 0 0 0 0,0 0 0 0 0,0 0 0 0 0,0 0 1 0 0,-1-1-1 0 0,1 1 0 0 0,0 0 0 0 0,-2-1 0 0 0,-23-5-2314 0 0,-7-5 759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9.172"/>
    </inkml:context>
    <inkml:brush xml:id="br0">
      <inkml:brushProperty name="width" value="0.035" units="cm"/>
      <inkml:brushProperty name="height" value="0.035" units="cm"/>
      <inkml:brushProperty name="color" value="#E71224"/>
    </inkml:brush>
  </inkml:definitions>
  <inkml:trace contextRef="#ctx0" brushRef="#br0">80 243 1704 0 0,'-27'-22'3360'0'0,"4"6"80"0"0,8 5-480 0 0,4 4-560 0 0,9 2-560 0 0,0 2-479 0 0,3 0-401 0 0,9 0-400 0 0,6-1-80 0 0,11-5-160 0 0,5-5-160 0 0,8-3-128 0 0,3-1-672 0 0,2-5-1040 0 0,-1-1-2321 0 0,-3 0-799 0 0,-3 3 800 0 0,-3 3 1120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1:59.691"/>
    </inkml:context>
    <inkml:brush xml:id="br0">
      <inkml:brushProperty name="width" value="0.035" units="cm"/>
      <inkml:brushProperty name="height" value="0.035" units="cm"/>
      <inkml:brushProperty name="color" value="#E71224"/>
    </inkml:brush>
  </inkml:definitions>
  <inkml:trace contextRef="#ctx0" brushRef="#br0">1 116 2024 0 0,'0'-4'1018'0'0,"0"1"1"0"0,1 0-1 0 0,-1 0 0 0 0,1-1 0 0 0,0 1 1 0 0,0 0-1 0 0,1 0 0 0 0,-1 0 0 0 0,0 0 1 0 0,4-5-1 0 0,-4 7-899 0 0,0 1 1 0 0,-1-1-1 0 0,1 0 1 0 0,0 1-1 0 0,-1-1 1 0 0,1 1-1 0 0,0 0 0 0 0,0-1 1 0 0,-1 1-1 0 0,1-1 1 0 0,0 1-1 0 0,0 0 1 0 0,0 0-1 0 0,0 0 1 0 0,-1-1-1 0 0,1 1 0 0 0,0 0 1 0 0,0 0-1 0 0,0 0 1 0 0,0 0-1 0 0,0 0 1 0 0,-1 0-1 0 0,1 1 0 0 0,0-1 1 0 0,0 0-1 0 0,0 0 1 0 0,0 1-1 0 0,-1-1 1 0 0,1 0-1 0 0,0 1 0 0 0,0-1 1 0 0,-1 1-1 0 0,1-1 1 0 0,0 1-1 0 0,-1-1 1 0 0,1 1-1 0 0,0-1 1 0 0,-1 1-1 0 0,1 0 0 0 0,-1-1 1 0 0,1 1-1 0 0,-1 0 1 0 0,1 0-1 0 0,-1-1 1 0 0,0 1-1 0 0,1 0 0 0 0,-1 1 1 0 0,8 10 135 0 0,0 0 1 0 0,-2 1 0 0 0,1 0-1 0 0,-2 0 1 0 0,1 0-1 0 0,-2 1 1 0 0,5 24 0 0 0,12 109 233 0 0,-17-112-370 0 0,0-1-43 0 0,3 21 90 0 0,-1 1 0 0 0,-4 0 1 0 0,-1 0-1 0 0,-9 68 0 0 0,-5-213 714 0 0,5 16-726 0 0,5 1 1 0 0,5-87-1 0 0,1 126-145 0 0,1 0-1 0 0,1 1 1 0 0,2-1 0 0 0,1 1 0 0 0,2 1 0 0 0,1 0 0 0 0,19-38-1 0 0,-27 62 2 0 0,1 0-1 0 0,0 0 0 0 0,1 1 1 0 0,0-1-1 0 0,0 1 0 0 0,0 0 0 0 0,1 0 1 0 0,0 1-1 0 0,0 0 0 0 0,0 0 1 0 0,9-5-1 0 0,-12 8-6 0 0,1 0-1 0 0,-1 1 1 0 0,0 0 0 0 0,1 0 0 0 0,-1 0 0 0 0,1 0-1 0 0,-1 0 1 0 0,1 1 0 0 0,0-1 0 0 0,-1 1 0 0 0,1 0-1 0 0,0 0 1 0 0,-1 1 0 0 0,1-1 0 0 0,-1 1-1 0 0,1 0 1 0 0,-1-1 0 0 0,1 2 0 0 0,-1-1 0 0 0,1 0-1 0 0,-1 1 1 0 0,0-1 0 0 0,0 1 0 0 0,0 0 0 0 0,0 0-1 0 0,5 4 1 0 0,4 6 30 0 0,0 0 0 0 0,-1 0 0 0 0,0 1 0 0 0,-1 0 0 0 0,0 1 0 0 0,-1 0 0 0 0,-1 1 0 0 0,0 0 1 0 0,-1 0-1 0 0,-1 1 0 0 0,0-1 0 0 0,3 19 0 0 0,6 30 295 0 0,12 114 0 0 0,-21-129-241 0 0,2 7-67 0 0,4 38-234 0 0,1 119 0 0 0,-13-198-75 0 0,1-9-100 0 0,-1 0 0 0 0,0 0 0 0 0,-1 1-1 0 0,1-1 1 0 0,-1 0 0 0 0,-3 11 0 0 0,-2-26-5873 0 0,-2-20 1604 0 0,-8-70-3396 0 0,4 32 5614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0.277"/>
    </inkml:context>
    <inkml:brush xml:id="br0">
      <inkml:brushProperty name="width" value="0.035" units="cm"/>
      <inkml:brushProperty name="height" value="0.035" units="cm"/>
      <inkml:brushProperty name="color" value="#E71224"/>
    </inkml:brush>
  </inkml:definitions>
  <inkml:trace contextRef="#ctx0" brushRef="#br0">0 0 1704 0 0,'14'11'8855'0'0,"24"18"-3043"0"0,-8-6-5014 0 0,-2 1 1 0 0,-1 2-1 0 0,0 0 0 0 0,-2 2 1 0 0,39 56-1 0 0,-54-71-588 0 0,15 22 72 0 0,-1 2 0 0 0,-2 1-1 0 0,-1 1 1 0 0,-2 0-1 0 0,-2 2 1 0 0,-2 0 0 0 0,17 73-1 0 0,-21-62-354 0 0,-3 0-1 0 0,-2 1 1 0 0,-2-1-1 0 0,-3 1 1 0 0,-2 0 0 0 0,-8 55-1 0 0,-3-41-1856 0 0,-1-27-3127 0 0,7-34-1214 0 0,0-16 2683 0 0,0-18 367 0 0,0-16 714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0.566"/>
    </inkml:context>
    <inkml:brush xml:id="br0">
      <inkml:brushProperty name="width" value="0.035" units="cm"/>
      <inkml:brushProperty name="height" value="0.035" units="cm"/>
      <inkml:brushProperty name="color" value="#E71224"/>
    </inkml:brush>
  </inkml:definitions>
  <inkml:trace contextRef="#ctx0" brushRef="#br0">1 467 1624 0 0,'2'6'5280'0'0,"0"-1"-640"0"0,4-5-1120 0 0,6-2-1039 0 0,6-9-801 0 0,10-11-560 0 0,13-16-560 0 0,14-22-320 0 0,10-9-528 0 0,4-2-1792 0 0,0 4-2561 0 0,-5 8-639 0 0,-10 13 1040 0 0,-4 14 1200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1.730"/>
    </inkml:context>
    <inkml:brush xml:id="br0">
      <inkml:brushProperty name="width" value="0.035" units="cm"/>
      <inkml:brushProperty name="height" value="0.035" units="cm"/>
      <inkml:brushProperty name="color" value="#E71224"/>
    </inkml:brush>
  </inkml:definitions>
  <inkml:trace contextRef="#ctx0" brushRef="#br0">5 126 1064 0 0,'0'1'550'0'0,"-1"-1"-1"0"0,1 1 1 0 0,-1 0 0 0 0,1 0 0 0 0,0 0-1 0 0,-1-1 1 0 0,1 1 0 0 0,0 0-1 0 0,-1 0 1 0 0,1 0 0 0 0,0 0-1 0 0,0 0 1 0 0,0 0 0 0 0,0 0 0 0 0,0-1-1 0 0,0 1 1 0 0,0 0 0 0 0,0 0-1 0 0,0 0 1 0 0,1 0 0 0 0,-1 0-1 0 0,0 0 1 0 0,0 0 0 0 0,1-1 0 0 0,-1 1-1 0 0,1 0 1 0 0,-1 1 0 0 0,11-2 4305 0 0,8-5-4715 0 0,11-4 603 0 0,-1-2-1 0 0,-1-2 1 0 0,28-15-1 0 0,26-12-1480 0 0,-57 28-80 0 0,31-13-1186 0 0,-52 23 1230 0 0,0 1 0 0 0,-1 0 1 0 0,1 0-1 0 0,0 0 0 0 0,0 1 1 0 0,0-1-1 0 0,-1 1 0 0 0,1 0 1 0 0,0 0-1 0 0,0 0 0 0 0,0 1 1 0 0,4 0-1 0 0,-7-1 536 0 0,0 1 1 0 0,-1-1-1 0 0,1 1 0 0 0,0-1 1 0 0,0 1-1 0 0,0 0 0 0 0,-1-1 1 0 0,1 1-1 0 0,0 0 0 0 0,-1 0 1 0 0,1-1-1 0 0,-1 1 0 0 0,1 0 1 0 0,-1 0-1 0 0,1 0 1 0 0,-1 0-1 0 0,0 0 0 0 0,1 0 1 0 0,-1 0-1 0 0,0-1 0 0 0,0 1 1 0 0,1 0-1 0 0,-1 0 0 0 0,0 0 1 0 0,0 0-1 0 0,0 0 0 0 0,0 0 1 0 0,0 0-1 0 0,-1 0 0 0 0,1 0 1 0 0,0 0-1 0 0,0 0 0 0 0,-1 2 1 0 0,-9 27-2270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3.788"/>
    </inkml:context>
    <inkml:brush xml:id="br0">
      <inkml:brushProperty name="width" value="0.035" units="cm"/>
      <inkml:brushProperty name="height" value="0.035" units="cm"/>
      <inkml:brushProperty name="color" value="#E71224"/>
    </inkml:brush>
  </inkml:definitions>
  <inkml:trace contextRef="#ctx0" brushRef="#br0">1 399 2264 0 0,'1'-4'1134'0'0,"7"-27"3450"0"0,-8 30-4320 0 0,0 0 0 0 0,1 0 0 0 0,-1 0 0 0 0,0 1 0 0 0,0-1 0 0 0,0 0 0 0 0,0 0 0 0 0,1 1 0 0 0,-1-1 0 0 0,0 0 0 0 0,1 0 0 0 0,-1 1 0 0 0,1-1 0 0 0,-1 0 0 0 0,1 1 0 0 0,-1-1 0 0 0,1 1 0 0 0,-1-1 0 0 0,1 1 0 0 0,0-1 0 0 0,-1 1 0 0 0,1-1 0 0 0,0 1 0 0 0,-1-1 0 0 0,1 1 0 0 0,0 0 0 0 0,-1-1 0 0 0,2 1 0 0 0,11 29 2004 0 0,-9-17-1923 0 0,138 387 2005 0 0,-85-230-2281 0 0,-45-142-116 0 0,-7-25-46 0 0,-5-16 33 0 0,-57-319-20 0 0,-4-44 675 0 0,60 372-536 0 0,1-1 1 0 0,-1 1-1 0 0,1-1 1 0 0,1 1-1 0 0,-1-1 0 0 0,2-8 1 0 0,-1 13-54 0 0,-1 0 1 0 0,0 0 0 0 0,1 1-1 0 0,-1-1 1 0 0,1 0 0 0 0,0 0-1 0 0,-1 1 1 0 0,1-1-1 0 0,-1 0 1 0 0,1 1 0 0 0,0-1-1 0 0,0 0 1 0 0,-1 1-1 0 0,1-1 1 0 0,0 1 0 0 0,0-1-1 0 0,0 1 1 0 0,-1 0-1 0 0,1-1 1 0 0,0 1 0 0 0,0 0-1 0 0,0 0 1 0 0,0-1-1 0 0,0 1 1 0 0,0 0 0 0 0,0 0-1 0 0,0 0 1 0 0,0 0-1 0 0,0 0 1 0 0,-1 0 0 0 0,1 1-1 0 0,0-1 1 0 0,0 0-1 0 0,0 0 1 0 0,0 1 0 0 0,0-1-1 0 0,0 0 1 0 0,0 1-1 0 0,-1-1 1 0 0,1 1 0 0 0,0-1-1 0 0,0 1 1 0 0,1 1-1 0 0,8 3 21 0 0,0 1 0 0 0,-1 1 0 0 0,1 0 0 0 0,-1 0-1 0 0,-1 1 1 0 0,1 0 0 0 0,13 18 0 0 0,46 71 168 0 0,-57-80-178 0 0,58 91 139 0 0,111 162-80 0 0,-177-265-79 0 0,1-1 0 0 0,-1 1 1 0 0,1-1-1 0 0,0 0 0 0 0,0 0 0 0 0,1 0 0 0 0,-1 0 0 0 0,6 2 1 0 0,-9-5 1 0 0,0-1 0 0 0,1 1 0 0 0,-1-1 0 0 0,0 1 0 0 0,0-1 0 0 0,1 0 0 0 0,-1 0 0 0 0,0 0 0 0 0,1 0 0 0 0,-1 0 0 0 0,0 0 0 0 0,1 0 0 0 0,-1 0 0 0 0,0-1 0 0 0,0 1 0 0 0,1 0 0 0 0,-1-1 0 0 0,0 1 0 0 0,0-1 0 0 0,0 1-1 0 0,1-1 1 0 0,-1 0 0 0 0,0 1 0 0 0,0-1 0 0 0,0 0 0 0 0,0 0 0 0 0,0 0 0 0 0,0 0 0 0 0,-1 0 0 0 0,1 0 0 0 0,0 0 0 0 0,0 0 0 0 0,-1 0 0 0 0,1 0 0 0 0,0 0 0 0 0,-1-1 0 0 0,1 1 0 0 0,-1 0 0 0 0,0 0 0 0 0,1-3 0 0 0,7-16 26 0 0,-1-1-1 0 0,-2 0 1 0 0,0-1-1 0 0,0 1 1 0 0,-2-1-1 0 0,-1 0 0 0 0,-1-24 1 0 0,-2-18-10 0 0,-10-74 1 0 0,-6 33 335 0 0,-55-182-1 0 0,121 489 669 0 0,17 63-631 0 0,-49-212-1050 0 0,1 0-1 0 0,50 96 0 0 0,-66-147 573 0 0,27 58-4162 0 0,-27-56 3229 0 0,0 1 0 0 0,-1-1 0 0 0,0 0 0 0 0,0 0 0 0 0,0 1 0 0 0,0-1 0 0 0,-1 1 0 0 0,1-1 0 0 0,-1 0 0 0 0,0 1 0 0 0,-1-1 0 0 0,0 7 0 0 0,-5-1-2230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5.140"/>
    </inkml:context>
    <inkml:brush xml:id="br0">
      <inkml:brushProperty name="width" value="0.035" units="cm"/>
      <inkml:brushProperty name="height" value="0.035" units="cm"/>
      <inkml:brushProperty name="color" value="#E71224"/>
    </inkml:brush>
  </inkml:definitions>
  <inkml:trace contextRef="#ctx0" brushRef="#br0">4 22 584 0 0,'9'-21'16817'0'0,"-13"32"-15873"0"0,1 2-678 0 0,0 1-1 0 0,2-1 1 0 0,0 1 0 0 0,0 0 0 0 0,1-1 0 0 0,1 1 0 0 0,4 23 0 0 0,-1-5-7 0 0,9 65-32 0 0,5-1 0 0 0,4 0-1 0 0,5-2 1 0 0,54 132 0 0 0,-59-174-938 0 0,31 49 1 0 0,4-6-6531 0 0,-55-91 6259 0 0,-1-2 452 0 0,0-1 0 0 0,0 1 0 0 0,0 0 0 0 0,0-1 1 0 0,0 1-1 0 0,0-1 0 0 0,0 1 0 0 0,1-1 0 0 0,-1 0 0 0 0,0 0 0 0 0,1 1 1 0 0,-1-1-1 0 0,4 2 0 0 0,1-7-2537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5.806"/>
    </inkml:context>
    <inkml:brush xml:id="br0">
      <inkml:brushProperty name="width" value="0.035" units="cm"/>
      <inkml:brushProperty name="height" value="0.035" units="cm"/>
      <inkml:brushProperty name="color" value="#E71224"/>
    </inkml:brush>
  </inkml:definitions>
  <inkml:trace contextRef="#ctx0" brushRef="#br0">7 1 3384 0 0,'-4'12'10610'0'0,"1"7"-4556"0"0,5 33-3037 0 0,-1-48-3150 0 0,-1-1 1 0 0,1 0-1 0 0,0 0 0 0 0,0 1 1 0 0,0-1-1 0 0,0 0 0 0 0,1 0 0 0 0,-1 0 1 0 0,1 0-1 0 0,0 0 0 0 0,-1-1 1 0 0,1 1-1 0 0,1 0 0 0 0,-1-1 0 0 0,0 0 1 0 0,1 1-1 0 0,-1-1 0 0 0,1 0 1 0 0,4 3-1 0 0,-5-4 259 0 0,1 0 0 0 0,0 0 0 0 0,-1-1 0 0 0,1 1 0 0 0,0-1 0 0 0,-1 1 1 0 0,1-1-1 0 0,0 0 0 0 0,0 0 0 0 0,4 0 0 0 0,47-17-283 0 0,-49 15 148 0 0,0-1-1 0 0,1 1 1 0 0,-1 0 0 0 0,0 0 0 0 0,1 1-1 0 0,-1-1 1 0 0,1 1 0 0 0,-1 0-1 0 0,1 1 1 0 0,-1-1 0 0 0,1 1 0 0 0,0 0-1 0 0,-1 1 1 0 0,1 0 0 0 0,-1-1 0 0 0,7 3-1 0 0,-10-2 34 0 0,0 1-1 0 0,0-1 0 0 0,0 1 0 0 0,0-1 1 0 0,-1 1-1 0 0,1 0 0 0 0,-1 0 0 0 0,1 0 1 0 0,-1 0-1 0 0,1 0 0 0 0,-1 0 0 0 0,0 0 1 0 0,0 0-1 0 0,0 0 0 0 0,0 1 0 0 0,-1-1 1 0 0,1 0-1 0 0,-1 1 0 0 0,1-1 1 0 0,-1 0-1 0 0,0 1 0 0 0,1-1 0 0 0,-2 1 1 0 0,1-1-1 0 0,0 0 0 0 0,0 1 0 0 0,-1 3 1 0 0,-2 10 160 0 0,-1 0 1 0 0,-10 31 0 0 0,7-26-129 0 0,-4 13 81 0 0,6-19-128 0 0,0 2 0 0 0,0-1 0 0 0,1 0 1 0 0,1 1-1 0 0,-1 27 0 0 0,4-43-18 0 0,0 0 0 0 0,0-1 0 0 0,0 1 1 0 0,0 0-1 0 0,0-1 0 0 0,0 1 1 0 0,1 0-1 0 0,-1-1 0 0 0,0 1 0 0 0,0 0 1 0 0,0-1-1 0 0,1 1 0 0 0,-1 0 0 0 0,0-1 1 0 0,1 1-1 0 0,-1-1 0 0 0,1 1 0 0 0,-1 0 1 0 0,1-1-1 0 0,-1 1 0 0 0,1-1 1 0 0,-1 0-1 0 0,1 1 0 0 0,-1-1 0 0 0,1 1 1 0 0,-1-1-1 0 0,1 0 0 0 0,0 1 0 0 0,-1-1 1 0 0,1 0-1 0 0,0 0 0 0 0,-1 1 0 0 0,1-1 1 0 0,0 0-1 0 0,-1 0 0 0 0,1 0 1 0 0,0 0-1 0 0,0 0 0 0 0,-1 0 0 0 0,1 0 1 0 0,0 0-1 0 0,-1 0 0 0 0,1 0 0 0 0,0-1 1 0 0,-1 1-1 0 0,1 0 0 0 0,0 0 0 0 0,-1-1 1 0 0,1 1-1 0 0,0 0 0 0 0,-1-1 1 0 0,1 1-1 0 0,-1-1 0 0 0,1 1 0 0 0,-1 0 1 0 0,2-2-1 0 0,38-27-120 0 0,-38 28 116 0 0,64-62-314 0 0,-51 47 235 0 0,0 0 1 0 0,2 1 0 0 0,0 1 0 0 0,1 0 0 0 0,0 2 0 0 0,31-17-1 0 0,-48 28 108 0 0,0 0 0 0 0,1 0-1 0 0,-1 1 1 0 0,1-1-1 0 0,-1 1 1 0 0,1-1 0 0 0,-1 1-1 0 0,1-1 1 0 0,-1 1 0 0 0,1 0-1 0 0,-1 0 1 0 0,1 0-1 0 0,-1 0 1 0 0,1 0 0 0 0,-1 0-1 0 0,1 0 1 0 0,0 0-1 0 0,-1 1 1 0 0,1-1 0 0 0,-1 0-1 0 0,1 1 1 0 0,-1 0 0 0 0,1-1-1 0 0,-1 1 1 0 0,0 0-1 0 0,1-1 1 0 0,1 3 0 0 0,-1-1 28 0 0,-1 1 0 0 0,1 0-1 0 0,-1-1 1 0 0,1 1 0 0 0,-1 0 0 0 0,0 0 0 0 0,0-1 0 0 0,0 1 0 0 0,-1 0 0 0 0,1 0 0 0 0,-1 0 0 0 0,1 0 0 0 0,-1 5 0 0 0,0 12 250 0 0,-2 1 1 0 0,0 0-1 0 0,-6 24 0 0 0,7-40-230 0 0,-21 88 358 0 0,-62 160 1 0 0,74-235-1806 0 0,10-18 1289 0 0,0 0 0 0 0,0 0 0 0 0,0 0 0 0 0,-1 0 0 0 0,1 1 0 0 0,0-1 0 0 0,0 0 0 0 0,0 0 0 0 0,0 0 0 0 0,0 0 0 0 0,-1 0 0 0 0,1 0 0 0 0,0 0 0 0 0,0 0 0 0 0,0 0 0 0 0,0 0 0 0 0,-1 0 0 0 0,1 0 0 0 0,0 0 0 0 0,0 0 0 0 0,0 0 0 0 0,0 0 0 0 0,0-1 0 0 0,-1 1 0 0 0,1 0 0 0 0,0 0 0 0 0,0 0 0 0 0,0 0 1 0 0,0 0-1 0 0,0 0 0 0 0,0 0 0 0 0,-1 0 0 0 0,1 0 0 0 0,0-1 0 0 0,0 1 0 0 0,0 0 0 0 0,0 0 0 0 0,0 0 0 0 0,0 0 0 0 0,0 0 0 0 0,0-1 0 0 0,0 1 0 0 0,0 0 0 0 0,-1 0 0 0 0,1 0 0 0 0,0 0 0 0 0,0 0 0 0 0,0-1 0 0 0,0 1 0 0 0,0 0 0 0 0,0 0 0 0 0,-4-37-9765 0 0,3 28 9281 0 0,-2-33-3236 0 0,-2-9 1041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6.047"/>
    </inkml:context>
    <inkml:brush xml:id="br0">
      <inkml:brushProperty name="width" value="0.035" units="cm"/>
      <inkml:brushProperty name="height" value="0.035" units="cm"/>
      <inkml:brushProperty name="color" value="#E71224"/>
    </inkml:brush>
  </inkml:definitions>
  <inkml:trace contextRef="#ctx0" brushRef="#br0">19 0 824 0 0,'-17'13'13351'0'0,"16"4"-7867"0"0,22 25-5182 0 0,-7-19 708 0 0,26 78-461 0 0,-28-67-1292 0 0,1-2 1 0 0,1 0-1 0 0,22 36 1 0 0,-19-50-2442 0 0,-7-11-655 0 0,-9-7 3694 0 0,-1 0 0 0 0,0 0 0 0 0,0 0 0 0 0,0 0 0 0 0,0 0-1 0 0,1 0 1 0 0,-1 0 0 0 0,0 0 0 0 0,0 0 0 0 0,0 0 0 0 0,0 0 0 0 0,1 0 0 0 0,-1 0-1 0 0,0 0 1 0 0,0 0 0 0 0,0 0 0 0 0,0-1 0 0 0,0 1 0 0 0,1 0 0 0 0,-1 0 0 0 0,0 0-1 0 0,0 0 1 0 0,0 0 0 0 0,0 0 0 0 0,0 0 0 0 0,0-1 0 0 0,1 1 0 0 0,-1 0 0 0 0,0 0 0 0 0,0 0-1 0 0,0 0 1 0 0,0-1 0 0 0,0 1 0 0 0,0 0 0 0 0,0 0 0 0 0,0 0 0 0 0,0 0 0 0 0,0-1-1 0 0,0 1 1 0 0,0 0 0 0 0,0 0 0 0 0,0 0 0 0 0,0 0 0 0 0,0-1 0 0 0,0 1 0 0 0,0 0-1 0 0,0 0 1 0 0,0 0 0 0 0,-1-12-2615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6.216"/>
    </inkml:context>
    <inkml:brush xml:id="br0">
      <inkml:brushProperty name="width" value="0.035" units="cm"/>
      <inkml:brushProperty name="height" value="0.035" units="cm"/>
      <inkml:brushProperty name="color" value="#E71224"/>
    </inkml:brush>
  </inkml:definitions>
  <inkml:trace contextRef="#ctx0" brushRef="#br0">81 47 2504 0 0,'-4'0'1288'0'0,"-41"13"5976"0"0,43-12-6871 0 0,0-1 0 0 0,0 1 1 0 0,0 0-1 0 0,1-1 1 0 0,-1 1-1 0 0,0 0 1 0 0,1 0-1 0 0,-1 1 1 0 0,0-1-1 0 0,1 0 0 0 0,0 0 1 0 0,-1 1-1 0 0,1-1 1 0 0,0 1-1 0 0,0-1 1 0 0,-1 1-1 0 0,1-1 1 0 0,0 1-1 0 0,1 0 0 0 0,-2 2 1 0 0,6-3-176 0 0,1 0 1 0 0,0 0-1 0 0,-1-1 0 0 0,1 0 1 0 0,0 0-1 0 0,-1 0 0 0 0,6-1 1 0 0,20-6-548 0 0,-1 0 1 0 0,52-22-1 0 0,-3 2-4332 0 0,-61 21 1287 0 0,1 2 0 0 0,27-4 0 0 0,-16 6-26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6.737"/>
    </inkml:context>
    <inkml:brush xml:id="br0">
      <inkml:brushProperty name="width" value="0.035" units="cm"/>
      <inkml:brushProperty name="height" value="0.035" units="cm"/>
      <inkml:brushProperty name="color" value="#E71224"/>
    </inkml:brush>
  </inkml:definitions>
  <inkml:trace contextRef="#ctx0" brushRef="#br0">1 1 2424 0 0,'1'7'9588'0'0,"2"3"-3925"0"0,3 4-2544 0 0,6 11-3090 0 0,8 20 26 0 0,-3 6 234 0 0,-1 0 1 0 0,-3 0 0 0 0,-2 1-1 0 0,-2 1 1 0 0,-3 0-1 0 0,0 86 1 0 0,-13-104 269 0 0,7-35-548 0 0,0 0-1 0 0,-1 0 0 0 0,1 0 1 0 0,0 1-1 0 0,0-1 0 0 0,0 0 0 0 0,0 0 1 0 0,0 1-1 0 0,-1-1 0 0 0,1 0 0 0 0,0 0 1 0 0,0 0-1 0 0,0 0 0 0 0,-1 0 1 0 0,1 1-1 0 0,0-1 0 0 0,0 0 0 0 0,-1 0 1 0 0,1 0-1 0 0,0 0 0 0 0,0 0 0 0 0,-1 0 1 0 0,1 0-1 0 0,0 0 0 0 0,0 0 0 0 0,-1 0 1 0 0,1 0-1 0 0,0 0 0 0 0,0 0 1 0 0,-1 0-1 0 0,1 0 0 0 0,0 0 0 0 0,0 0 1 0 0,-1 0-1 0 0,1 0 0 0 0,0 0 0 0 0,0 0 1 0 0,-1-1-1 0 0,-11-16 150 0 0,-1-12-120 0 0,2 1 1 0 0,1-2 0 0 0,2 1 0 0 0,0-1-1 0 0,-3-34 1 0 0,9 48-68 0 0,0-1 0 0 0,1 0 0 0 0,1-1 0 0 0,0 1 0 0 0,2 0 0 0 0,0 0 0 0 0,1 1 0 0 0,0-1 0 0 0,1 0-1 0 0,12-28 1 0 0,-14 40 39 0 0,1 0 0 0 0,-1 0-1 0 0,1 0 1 0 0,0 1 0 0 0,0 0-1 0 0,0-1 1 0 0,1 1 0 0 0,0 0-1 0 0,0 0 1 0 0,0 1-1 0 0,0-1 1 0 0,0 1 0 0 0,1 0-1 0 0,-1 0 1 0 0,1 1 0 0 0,0-1-1 0 0,0 1 1 0 0,0 0 0 0 0,0 0-1 0 0,0 1 1 0 0,1-1 0 0 0,-1 1-1 0 0,0 0 1 0 0,10 0-1 0 0,-8 1 12 0 0,0 1-1 0 0,1 0 0 0 0,-1 1 1 0 0,0-1-1 0 0,0 1 1 0 0,0 1-1 0 0,0-1 0 0 0,0 1 1 0 0,-1 0-1 0 0,1 1 0 0 0,-1 0 1 0 0,0 0-1 0 0,0 0 0 0 0,0 0 1 0 0,0 1-1 0 0,-1 0 0 0 0,9 10 1 0 0,2 5 70 0 0,-1 1 0 0 0,-1 1 1 0 0,0 0-1 0 0,-2 1 0 0 0,-1 1 0 0 0,0 0 1 0 0,11 40-1 0 0,-2 15 314 0 0,11 88-1 0 0,-1 1-1613 0 0,-30-167 982 0 0,0 0 1 0 0,0 0 0 0 0,0 0-1 0 0,1 0 1 0 0,-1 0-1 0 0,0 0 1 0 0,0 0 0 0 0,1 0-1 0 0,-1 0 1 0 0,0 0-1 0 0,1 0 1 0 0,-1 0-1 0 0,1 0 1 0 0,-1 0 0 0 0,1 0-1 0 0,0 0 1 0 0,-1-1-1 0 0,1 1 1 0 0,0 0 0 0 0,0 0-1 0 0,1 0 1 0 0,6-17-7610 0 0,-2-23 151 0 0,-4 20 6749 0 0,1-27-1919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7.192"/>
    </inkml:context>
    <inkml:brush xml:id="br0">
      <inkml:brushProperty name="width" value="0.035" units="cm"/>
      <inkml:brushProperty name="height" value="0.035" units="cm"/>
      <inkml:brushProperty name="color" value="#E71224"/>
    </inkml:brush>
  </inkml:definitions>
  <inkml:trace contextRef="#ctx0" brushRef="#br0">11 1 1544 0 0,'-1'0'263'0'0,"1"-1"1"0"0,0 1-1 0 0,-1 0 0 0 0,1 0 0 0 0,0 0 1 0 0,-1 0-1 0 0,1 0 0 0 0,0 0 0 0 0,0 0 1 0 0,-1 0-1 0 0,1 0 0 0 0,0 0 0 0 0,-1 0 1 0 0,1 0-1 0 0,0 0 0 0 0,-1 1 0 0 0,1-1 1 0 0,0 0-1 0 0,0 0 0 0 0,-1 0 0 0 0,1 0 1 0 0,0 0-1 0 0,-1 1 0 0 0,1-1 1 0 0,0 0-1 0 0,0 0 0 0 0,0 0 0 0 0,-1 1 1 0 0,1-1-1 0 0,0 0 0 0 0,0 0 0 0 0,0 1 1 0 0,-1-1-1 0 0,1 0 0 0 0,0 0 0 0 0,0 1 1 0 0,0-1-1 0 0,0 0 0 0 0,0 1 0 0 0,0-1 1 0 0,0 0-1 0 0,0 1 0 0 0,0-1 0 0 0,13 10 3053 0 0,26 5-2468 0 0,12-3-168 0 0,-1 3 0 0 0,-1 2 0 0 0,-1 2 0 0 0,78 42-1 0 0,-108-50-579 0 0,0 1 0 0 0,-1 0-1 0 0,0 1 1 0 0,-2 1 0 0 0,1 0-1 0 0,-2 1 1 0 0,0 1-1 0 0,0 0 1 0 0,-2 1 0 0 0,0 0-1 0 0,-1 1 1 0 0,0 0-1 0 0,-2 1 1 0 0,11 28 0 0 0,-13-23-120 0 0,-1-1-1 0 0,0 1 1 0 0,-2 0 0 0 0,-1 0 0 0 0,-1 1 0 0 0,-1-1 0 0 0,-1 0 0 0 0,-1 1 0 0 0,-1-1 0 0 0,-1 0 0 0 0,-1 0-1 0 0,-10 29 1 0 0,7-37-3573 0 0,3-26-2013 0 0,4-36-3068 0 0,0 41 8560 0 0,1-32-2646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7.564"/>
    </inkml:context>
    <inkml:brush xml:id="br0">
      <inkml:brushProperty name="width" value="0.035" units="cm"/>
      <inkml:brushProperty name="height" value="0.035" units="cm"/>
      <inkml:brushProperty name="color" value="#E71224"/>
    </inkml:brush>
  </inkml:definitions>
  <inkml:trace contextRef="#ctx0" brushRef="#br0">52 69 1544 0 0,'-1'-1'561'0'0,"-41"-35"8570"0"0,41 36-8942 0 0,0-1 0 0 0,1 0 0 0 0,-1 0-1 0 0,0 1 1 0 0,1-1 0 0 0,-1 0 0 0 0,1 0 0 0 0,-1 0 0 0 0,1 0 0 0 0,-1 0 0 0 0,1 0 0 0 0,0 0 0 0 0,-1 0 0 0 0,1 0 0 0 0,0 0 0 0 0,0 0 0 0 0,0 0 0 0 0,0 0-1 0 0,0-1 1 0 0,1 1-127 0 0,-1 0 0 0 0,1 0 0 0 0,-1 0-1 0 0,1 0 1 0 0,0 1 0 0 0,0-1 0 0 0,0 0-1 0 0,-1 1 1 0 0,1-1 0 0 0,0 0 0 0 0,0 1-1 0 0,0-1 1 0 0,0 1 0 0 0,0 0-1 0 0,0-1 1 0 0,0 1 0 0 0,0 0 0 0 0,0-1-1 0 0,0 1 1 0 0,0 0 0 0 0,0 0 0 0 0,0 0-1 0 0,0 0 1 0 0,1 0 0 0 0,13 0 253 0 0,-1 0 1 0 0,0 0-1 0 0,1 2 1 0 0,-1 0-1 0 0,0 0 1 0 0,25 9-1 0 0,-8-1 314 0 0,57 29 1 0 0,-69-28-478 0 0,-1 2-1 0 0,0 0 1 0 0,0 1 0 0 0,-1 1 0 0 0,-1 0 0 0 0,0 1 0 0 0,-2 1 0 0 0,1 0 0 0 0,-2 2 0 0 0,18 31 0 0 0,-10-12 87 0 0,-1 2 0 0 0,-2 0 0 0 0,-2 1 0 0 0,16 64 0 0 0,-19-50-64 0 0,-2 0-1 0 0,-2 0 0 0 0,-3 1 0 0 0,-2 1 1 0 0,-4 58-1 0 0,-13-48-650 0 0,-2-25-3315 0 0,5-47-8870 0 0,2-18 8785 0 0,8 22 3799 0 0,-7-30-2363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08.029"/>
    </inkml:context>
    <inkml:brush xml:id="br0">
      <inkml:brushProperty name="width" value="0.035" units="cm"/>
      <inkml:brushProperty name="height" value="0.035" units="cm"/>
      <inkml:brushProperty name="color" value="#E71224"/>
    </inkml:brush>
  </inkml:definitions>
  <inkml:trace contextRef="#ctx0" brushRef="#br0">39 77 664 0 0,'-3'0'1259'0'0,"0"1"0"0"0,0-1 0 0 0,0 0 0 0 0,1-1 0 0 0,-1 1 0 0 0,0 0 0 0 0,0-1 1 0 0,1 0-1 0 0,-1 0 0 0 0,0 0 0 0 0,-3-1 0 0 0,4-9 3260 0 0,17-8-3986 0 0,-11 15-485 0 0,0 0 0 0 0,1 0 1 0 0,-1 1-1 0 0,1-1 1 0 0,0 1-1 0 0,0 0 0 0 0,0 1 1 0 0,0-1-1 0 0,1 1 0 0 0,-1 0 1 0 0,1 0-1 0 0,-1 1 1 0 0,1 0-1 0 0,0 0 0 0 0,-1 0 1 0 0,1 0-1 0 0,0 1 0 0 0,8 1 1 0 0,-9-1-28 0 0,-1 1 0 0 0,1 1 0 0 0,-1-1 0 0 0,0 1 1 0 0,1-1-1 0 0,-1 1 0 0 0,0 1 0 0 0,0-1 0 0 0,0 0 0 0 0,-1 1 0 0 0,1 0 1 0 0,-1 0-1 0 0,1 0 0 0 0,-1 0 0 0 0,0 1 0 0 0,0-1 0 0 0,0 1 0 0 0,-1 0 1 0 0,1 0-1 0 0,-1 0 0 0 0,0 0 0 0 0,0 0 0 0 0,2 8 0 0 0,0-2 55 0 0,-2 1 0 0 0,1 1 0 0 0,-2-1 0 0 0,1 0 0 0 0,-2 0 0 0 0,1 1 0 0 0,-1-1 0 0 0,-1 0 0 0 0,0 1 0 0 0,-1-1 0 0 0,0 0 0 0 0,-1 0 0 0 0,0 0 0 0 0,-1 0 0 0 0,0-1 0 0 0,0 1 0 0 0,-1-1 0 0 0,-1 0 0 0 0,-11 16 0 0 0,7-17 248 0 0,8-20-91 0 0,12-22 104 0 0,-5 27-247 0 0,1 0 0 0 0,1 0 0 0 0,-1 1 1 0 0,13-9-1 0 0,15-11 19 0 0,-23 14-170 0 0,2 1-1 0 0,0 0 1 0 0,0 1 0 0 0,1 0 0 0 0,0 1 0 0 0,0 0 0 0 0,22-7 0 0 0,-5 5-4023 0 0,1 2-3872 0 0,-40 23-4124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0.626"/>
    </inkml:context>
    <inkml:brush xml:id="br0">
      <inkml:brushProperty name="width" value="0.035" units="cm"/>
      <inkml:brushProperty name="height" value="0.035" units="cm"/>
      <inkml:brushProperty name="color" value="#E71224"/>
    </inkml:brush>
  </inkml:definitions>
  <inkml:trace contextRef="#ctx0" brushRef="#br0">398 138 2664 0 0,'33'-35'6972'0'0,"-8"14"4670"0"0,-36 30-11025 0 0,1 1 0 0 0,1 0-1 0 0,-1 1 1 0 0,2 0 0 0 0,0 0 0 0 0,0 1 0 0 0,-9 17-1 0 0,-41 97-523 0 0,54-115 80 0 0,-98 290 32 0 0,79-221-511 0 0,19-69 139 0 0,5-16-212 0 0,11-18-115 0 0,-5 17 461 0 0,-1 0 0 0 0,1 0 0 0 0,0 1 0 0 0,0 0 0 0 0,1 1 0 0 0,-1 0 0 0 0,1 0 1 0 0,0 0-1 0 0,1 1 0 0 0,-1 0 0 0 0,0 1 0 0 0,1 0 0 0 0,9-1 0 0 0,17-2-220 0 0,0 3 0 0 0,36 1 0 0 0,22-2-674 0 0,-82 2 864 0 0,0 0 0 0 0,0-1 0 0 0,0 0 0 0 0,0-1-1 0 0,0 0 1 0 0,-1-1 0 0 0,1 0 0 0 0,-1-1 0 0 0,13-8 0 0 0,-19 11 70 0 0,-1-1 1 0 0,1 0-1 0 0,-1-1 1 0 0,1 1-1 0 0,-1 0 0 0 0,0-1 1 0 0,0 0-1 0 0,-1 0 1 0 0,1 0-1 0 0,-1 0 1 0 0,0 0-1 0 0,0 0 0 0 0,0-1 1 0 0,0 1-1 0 0,-1-1 1 0 0,0 1-1 0 0,0-1 1 0 0,0 1-1 0 0,0-1 1 0 0,-1 0-1 0 0,0 1 0 0 0,0-1 1 0 0,0 0-1 0 0,-1-6 1 0 0,-2-6 102 0 0,-1 1 1 0 0,0-1 0 0 0,-2 1 0 0 0,0 0 0 0 0,0 0-1 0 0,-1 0 1 0 0,-1 1 0 0 0,-1 0 0 0 0,0 1-1 0 0,-22-26 1 0 0,-5-1 732 0 0,-2 2 0 0 0,-47-39-1 0 0,68 65-550 0 0,0 0 0 0 0,0 1 0 0 0,-2 0 0 0 0,1 2 0 0 0,-2 0 0 0 0,1 1 0 0 0,-1 1 0 0 0,0 1 0 0 0,-1 1 0 0 0,-21-4 0 0 0,34 8-301 0 0,0 1-1 0 0,0 0 0 0 0,0 0 1 0 0,0 1-1 0 0,-1 0 1 0 0,1 0-1 0 0,0 1 1 0 0,0 0-1 0 0,0 0 1 0 0,0 1-1 0 0,0 0 1 0 0,1 1-1 0 0,-1-1 1 0 0,0 1-1 0 0,1 1 0 0 0,0 0 1 0 0,0 0-1 0 0,0 0 1 0 0,0 1-1 0 0,1 0 1 0 0,0 0-1 0 0,0 1 1 0 0,0-1-1 0 0,0 1 1 0 0,1 1-1 0 0,0-1 1 0 0,0 1-1 0 0,1 0 0 0 0,-5 10 1 0 0,5-9-226 0 0,1 1 0 0 0,0-1-1 0 0,1 1 1 0 0,0 0 0 0 0,0 0 0 0 0,1 0 0 0 0,0 0 0 0 0,1 0 0 0 0,0 0-1 0 0,0 0 1 0 0,3 17 0 0 0,4 7-3813 0 0,20 61 0 0 0,-11-44-421 0 0,26 124-5958 0 0,-21-88 7280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2.614"/>
    </inkml:context>
    <inkml:brush xml:id="br0">
      <inkml:brushProperty name="width" value="0.035" units="cm"/>
      <inkml:brushProperty name="height" value="0.035" units="cm"/>
      <inkml:brushProperty name="color" value="#E71224"/>
    </inkml:brush>
  </inkml:definitions>
  <inkml:trace contextRef="#ctx0" brushRef="#br0">1 133 2264 0 0,'13'0'4400'0'0,"-2"-1"-880"0"0,-1-2-1120 0 0,3-2-800 0 0,2-1-560 0 0,5 1-400 0 0,6-2-240 0 0,7-5-159 0 0,1 2-209 0 0,-1-1-353 0 0,-1-10-719 0 0,-1 2-1920 0 0,-4 2-1200 0 0,-9 5 400 0 0,-14 9 960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2.744"/>
    </inkml:context>
    <inkml:brush xml:id="br0">
      <inkml:brushProperty name="width" value="0.035" units="cm"/>
      <inkml:brushProperty name="height" value="0.035" units="cm"/>
      <inkml:brushProperty name="color" value="#E71224"/>
    </inkml:brush>
  </inkml:definitions>
  <inkml:trace contextRef="#ctx0" brushRef="#br0">0 66 3624 0 0,'12'4'4320'0'0,"-5"-2"-960"0"0,6-1-1040 0 0,2-1-880 0 0,5-3-640 0 0,6-4-480 0 0,10-2-928 0 0,6-5-2192 0 0,4-2-1520 0 0,-3 2 560 0 0,-8 5 880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4.685"/>
    </inkml:context>
    <inkml:brush xml:id="br0">
      <inkml:brushProperty name="width" value="0.035" units="cm"/>
      <inkml:brushProperty name="height" value="0.035" units="cm"/>
      <inkml:brushProperty name="color" value="#E71224"/>
    </inkml:brush>
  </inkml:definitions>
  <inkml:trace contextRef="#ctx0" brushRef="#br0">20 169 184 0 0,'9'-14'2190'0'0,"-6"8"-1069"0"0,0 0 0 0 0,0 1 0 0 0,1 0 0 0 0,-1 0 0 0 0,1 0 0 0 0,0 0 0 0 0,1 0 0 0 0,-1 1 0 0 0,10-7 0 0 0,-13 12-912 0 0,0 0-1 0 0,0 1 0 0 0,-1-1 0 0 0,1 0 1 0 0,0 0-1 0 0,0 1 0 0 0,0-1 1 0 0,-1 0-1 0 0,1 1 0 0 0,-1-1 0 0 0,1 1 1 0 0,-1-1-1 0 0,0 1 0 0 0,1-1 0 0 0,-1 1 1 0 0,0-1-1 0 0,0 4 0 0 0,0-3 44 0 0,85 720 3614 0 0,-86-702-3632 0 0,-5-35 61 0 0,-2-12-258 0 0,-2 2-2 0 0,-93-261 53 0 0,91 248 0 0 0,3-2-1 0 0,1 1 1 0 0,2-1-1 0 0,2 0 0 0 0,1-60 1 0 0,3 98-79 0 0,0 0-1 0 0,0 0 1 0 0,0 0 0 0 0,0 0 0 0 0,0 0 0 0 0,1 0 0 0 0,-1 0 0 0 0,1 0-1 0 0,-1 0 1 0 0,1 0 0 0 0,0 0 0 0 0,0 0 0 0 0,0 0 0 0 0,0 0 0 0 0,0 1-1 0 0,0-1 1 0 0,0 0 0 0 0,1 1 0 0 0,-1-1 0 0 0,0 1 0 0 0,3-2 0 0 0,-2 2-6 0 0,0 0 0 0 0,-1 1 0 0 0,1-1 0 0 0,0 1 0 0 0,0 0 0 0 0,0-1 0 0 0,0 1 0 0 0,0 0 0 0 0,0 0 0 0 0,0 0 0 0 0,0 0 0 0 0,0 1 0 0 0,0-1 0 0 0,0 0 0 0 0,0 1 0 0 0,0 0 0 0 0,3 1 0 0 0,6 3-24 0 0,1 1 1 0 0,-1 1-1 0 0,-1 0 0 0 0,1 0 1 0 0,12 13-1 0 0,8 11 80 0 0,-1 2 0 0 0,-2 0 0 0 0,38 60 1 0 0,0 0 4 0 0,-7-1-123 0 0,-22-32 30 0 0,-37-59 25 0 0,1 1 0 0 0,0-1-1 0 0,0 0 1 0 0,0 1 0 0 0,0-1 0 0 0,0 0-1 0 0,0 0 1 0 0,0 0 0 0 0,1 0-1 0 0,-1 0 1 0 0,0 0 0 0 0,1 0 0 0 0,-1 0-1 0 0,0 0 1 0 0,4 0 0 0 0,-5-1 4 0 0,1 0 1 0 0,0 0-1 0 0,0 0 1 0 0,-1 0-1 0 0,1 0 1 0 0,0 0-1 0 0,-1 0 1 0 0,1 0-1 0 0,0-1 1 0 0,0 1-1 0 0,-1 0 1 0 0,1 0-1 0 0,-1-1 1 0 0,1 1-1 0 0,0-1 1 0 0,-1 1 0 0 0,1 0-1 0 0,-1-1 1 0 0,1 1-1 0 0,-1-1 1 0 0,1 0-1 0 0,-1 1 1 0 0,1-1-1 0 0,0 0 1 0 0,1-4 13 0 0,1 1 1 0 0,-1-1-1 0 0,0 0 1 0 0,0-1-1 0 0,0 1 1 0 0,-1 0-1 0 0,0 0 1 0 0,1-8-1 0 0,0-15 33 0 0,-1 0 0 0 0,-1-1-1 0 0,-2 1 1 0 0,-5-34 0 0 0,-30-116-68 0 0,28 136 0 0 0,-41-186 682 0 0,69 264-327 0 0,67 199-188 0 0,12 39 707 0 0,-79-210-1887 0 0,-3 1 1 0 0,11 90-1 0 0,-26-151 1566 0 0,0 12-1461 0 0,-2 3-6226 0 0,-6-15-49 0 0,-9-16 2786 0 0,-3-8 2125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5.128"/>
    </inkml:context>
    <inkml:brush xml:id="br0">
      <inkml:brushProperty name="width" value="0.035" units="cm"/>
      <inkml:brushProperty name="height" value="0.035" units="cm"/>
      <inkml:brushProperty name="color" value="#E71224"/>
    </inkml:brush>
  </inkml:definitions>
  <inkml:trace contextRef="#ctx0" brushRef="#br0">73 0 2904 0 0,'-14'2'10149'0'0,"0"11"-6706"0"0,-4 17-1314 0 0,12-16-1676 0 0,1 0 1 0 0,1 1 0 0 0,1 0 0 0 0,0-1-1 0 0,1 1 1 0 0,-1 26 0 0 0,6 92 728 0 0,-2-127-1114 0 0,4 55 227 0 0,4 0 0 0 0,2 0 0 0 0,28 85 0 0 0,76 169-936 0 0,-106-291-10 0 0,1-1 0 0 0,14 21-1 0 0,6-4-2737 0 0,-26-36 2255 0 0,1-1 1 0 0,-1 1-1 0 0,0-1 0 0 0,1 0 0 0 0,0 0 0 0 0,8 4 0 0 0,-12-6 830 0 0,0-1 1 0 0,0 1-1 0 0,0-1 1 0 0,0 0-1 0 0,0 1 1 0 0,0-1-1 0 0,0 0 1 0 0,0 1-1 0 0,0-1 1 0 0,0 0-1 0 0,0 0 1 0 0,0 0-1 0 0,0 0 1 0 0,0 0 0 0 0,0 0-1 0 0,0 0 1 0 0,0 0-1 0 0,0-1 1 0 0,0 1-1 0 0,0 0 1 0 0,0-1-1 0 0,0 1 1 0 0,0 0-1 0 0,1-2 1 0 0,5-7-1964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6.056"/>
    </inkml:context>
    <inkml:brush xml:id="br0">
      <inkml:brushProperty name="width" value="0.035" units="cm"/>
      <inkml:brushProperty name="height" value="0.035" units="cm"/>
      <inkml:brushProperty name="color" value="#E71224"/>
    </inkml:brush>
  </inkml:definitions>
  <inkml:trace contextRef="#ctx0" brushRef="#br0">62 1 3864 0 0,'-14'8'7473'0'0,"4"0"-3333"0"0,8-6-3804 0 0,0 1 0 0 0,1 0 0 0 0,-1 0-1 0 0,1 0 1 0 0,-1 0 0 0 0,1 0 0 0 0,0 0 0 0 0,0 1 0 0 0,1-1-1 0 0,-2 6 1 0 0,-8 55 486 0 0,3-1 1 0 0,3 1-1 0 0,2 0 0 0 0,3 1 0 0 0,10 66 1 0 0,-7-97-1174 0 0,1-1 0 0 0,1 0 0 0 0,2 0 0 0 0,19 50 0 0 0,-14-63-500 0 0,-12-18 404 0 0,0-1 1 0 0,0 0-1 0 0,1 0 0 0 0,-1 1 0 0 0,1-1 0 0 0,-1 0 1 0 0,0 0-1 0 0,1 0 0 0 0,0 0 0 0 0,-1-1 1 0 0,1 1-1 0 0,0 0 0 0 0,2 0 0 0 0,-2-1 47 0 0,0 0 0 0 0,0 0 0 0 0,-1 0 0 0 0,1 0 0 0 0,0-1 0 0 0,0 1 0 0 0,-1-1 0 0 0,1 1 0 0 0,0-1 0 0 0,-1 0 0 0 0,1 1 0 0 0,-1-1-1 0 0,1 0 1 0 0,-1 0 0 0 0,1 0 0 0 0,-1 0 0 0 0,1 0 0 0 0,-1-1 0 0 0,0 1 0 0 0,0 0 0 0 0,0-1 0 0 0,1 1 0 0 0,-1-1 0 0 0,-1 1 0 0 0,1-1 0 0 0,0 1 0 0 0,1-3 0 0 0,12-24-2387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6.548"/>
    </inkml:context>
    <inkml:brush xml:id="br0">
      <inkml:brushProperty name="width" value="0.035" units="cm"/>
      <inkml:brushProperty name="height" value="0.035" units="cm"/>
      <inkml:brushProperty name="color" value="#E71224"/>
    </inkml:brush>
  </inkml:definitions>
  <inkml:trace contextRef="#ctx0" brushRef="#br0">10 11 3304 0 0,'-9'-10'17917'0'0,"21"10"-16580"0"0,8 4-1236 0 0,-1 1 1 0 0,0 0-1 0 0,0 1 0 0 0,30 16 1 0 0,-48-21-86 0 0,1-1 0 0 0,-1 1-1 0 0,1 0 1 0 0,-1 0 0 0 0,0 1 0 0 0,0-1 0 0 0,1 0 0 0 0,-1 0 0 0 0,0 1 0 0 0,0-1 0 0 0,0 0 0 0 0,0 1 0 0 0,0-1 0 0 0,-1 1-1 0 0,1-1 1 0 0,0 1 0 0 0,-1 0 0 0 0,1-1 0 0 0,-1 1 0 0 0,0 0 0 0 0,1-1 0 0 0,-1 1 0 0 0,0 0 0 0 0,0-1 0 0 0,0 1 0 0 0,0 0 0 0 0,0-1-1 0 0,-1 1 1 0 0,1 0 0 0 0,0-1 0 0 0,-1 1 0 0 0,0 2 0 0 0,-3 7 198 0 0,0 1 1 0 0,-1 0-1 0 0,-9 16 0 0 0,2-6-10 0 0,10-15-138 0 0,-3 1-41 0 0,1 1 0 0 0,1 0 0 0 0,-1 0 0 0 0,1 1 1 0 0,1-1-1 0 0,0 1 0 0 0,-1 11 0 0 0,3-20-32 0 0,0-1-1 0 0,0 1 0 0 0,1 0 1 0 0,-1-1-1 0 0,0 1 1 0 0,0 0-1 0 0,1-1 1 0 0,-1 1-1 0 0,0 0 0 0 0,1-1 1 0 0,-1 1-1 0 0,0-1 1 0 0,1 1-1 0 0,-1-1 1 0 0,1 1-1 0 0,-1-1 0 0 0,1 1 1 0 0,-1-1-1 0 0,1 1 1 0 0,-1-1-1 0 0,1 0 1 0 0,0 1-1 0 0,-1-1 0 0 0,1 0 1 0 0,-1 0-1 0 0,1 1 1 0 0,0-1-1 0 0,-1 0 1 0 0,1 0-1 0 0,0 0 1 0 0,-1 0-1 0 0,1 0 0 0 0,0 0 1 0 0,-1 0-1 0 0,1 0 1 0 0,0 0-1 0 0,-1 0 1 0 0,1 0-1 0 0,1-1 0 0 0,26-7 10 0 0,1-9-109 0 0,48-37 1 0 0,-51 34-101 0 0,57-32 0 0 0,-82 51 217 0 0,0 0-1 0 0,0 1 0 0 0,0-1 1 0 0,0 1-1 0 0,0-1 1 0 0,0 1-1 0 0,0-1 1 0 0,0 1-1 0 0,0 0 1 0 0,1 0-1 0 0,-1-1 0 0 0,0 1 1 0 0,0 0-1 0 0,0 0 1 0 0,0 0-1 0 0,1 0 1 0 0,-1 0-1 0 0,0 0 1 0 0,0 1-1 0 0,0-1 0 0 0,0 0 1 0 0,1 1-1 0 0,-1-1 1 0 0,0 0-1 0 0,0 1 1 0 0,1 0-1 0 0,-1 1 27 0 0,0-1-1 0 0,0 1 1 0 0,0-1-1 0 0,0 1 1 0 0,0-1 0 0 0,0 1-1 0 0,0-1 1 0 0,-1 1-1 0 0,1 0 1 0 0,-1 0 0 0 0,1-1-1 0 0,-1 1 1 0 0,0 0-1 0 0,0 0 1 0 0,1 1 0 0 0,-1 9 230 0 0,-1 0-1 0 0,0 0 1 0 0,-4 22 0 0 0,-11 25 698 0 0,-42 104 1 0 0,12-40-982 0 0,41-111-2827 0 0,5-22-1541 0 0,7-23-3480 0 0,14-26-1335 0 0,-11 33 6400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7.012"/>
    </inkml:context>
    <inkml:brush xml:id="br0">
      <inkml:brushProperty name="width" value="0.035" units="cm"/>
      <inkml:brushProperty name="height" value="0.035" units="cm"/>
      <inkml:brushProperty name="color" value="#E71224"/>
    </inkml:brush>
  </inkml:definitions>
  <inkml:trace contextRef="#ctx0" brushRef="#br0">49 1 744 0 0,'5'1'14074'0'0,"-5"-1"-13857"0"0,6 18 4997 0 0,2 34-5839 0 0,-5-34 1972 0 0,3 11-1152 0 0,1-1 0 0 0,2 0 1 0 0,0 0-1 0 0,17 32 0 0 0,-11-31-2034 0 0,31 46 1 0 0,-64-97-6027 0 0,-7 0 3452 0 0,-33-20 3630 0 0,50 36 2386 0 0,0 1 0 0 0,1 0 1 0 0,-2 0-1 0 0,1 1 0 0 0,-1 1 0 0 0,1-1 0 0 0,-1 1 1 0 0,-13-3-1 0 0,107-22-1832 0 0,-16 4-4157 0 0,0 8-5661 0 0,-50 15 6807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7.872"/>
    </inkml:context>
    <inkml:brush xml:id="br0">
      <inkml:brushProperty name="width" value="0.035" units="cm"/>
      <inkml:brushProperty name="height" value="0.035" units="cm"/>
      <inkml:brushProperty name="color" value="#E71224"/>
    </inkml:brush>
  </inkml:definitions>
  <inkml:trace contextRef="#ctx0" brushRef="#br0">1 129 1464 0 0,'0'-10'3323'0'0,"1"-17"8832"0"0,-1 27-11980 0 0,0-1-1 0 0,0 1 1 0 0,1-1-1 0 0,-1 1 1 0 0,0-1-1 0 0,1 1 1 0 0,-1-1-1 0 0,0 1 1 0 0,1 0 0 0 0,-1-1-1 0 0,0 1 1 0 0,1 0-1 0 0,-1-1 1 0 0,0 1-1 0 0,1 0 1 0 0,-1-1-1 0 0,1 1 1 0 0,-1 0 0 0 0,1 0-1 0 0,-1 0 1 0 0,1-1-1 0 0,-1 1 1 0 0,1 0-1 0 0,-1 0 1 0 0,1 0-1 0 0,-1 0 1 0 0,1 0 0 0 0,-1 0-1 0 0,1 0 1 0 0,-1 0-1 0 0,1 0 1 0 0,-1 0-1 0 0,1 0 1 0 0,-1 0-1 0 0,1 0 1 0 0,-1 1-1 0 0,1-1 1 0 0,-1 0 0 0 0,1 0-1 0 0,-1 1 1 0 0,1-1-1 0 0,-1 0 1 0 0,1 0-1 0 0,-1 1 1 0 0,1 0-1 0 0,2 1 1227 0 0,1 22-882 0 0,-10 37-381 0 0,2-20-46 0 0,1 0 0 0 0,2 0 1 0 0,6 59-1 0 0,-7-130 47 0 0,2 0 0 0 0,1 0 0 0 0,6-38 0 0 0,-5 48-166 0 0,2 0 0 0 0,0 0-1 0 0,1 0 1 0 0,1 0 0 0 0,1 1 0 0 0,0 0 0 0 0,15-26 0 0 0,-18 40 29 0 0,-1 1-1 0 0,1 0 1 0 0,-1-1-1 0 0,1 1 1 0 0,1 1 0 0 0,-1-1-1 0 0,0 1 1 0 0,1-1 0 0 0,0 1-1 0 0,-1 1 1 0 0,1-1 0 0 0,1 1-1 0 0,-1 0 1 0 0,0 0 0 0 0,0 0-1 0 0,1 1 1 0 0,-1-1 0 0 0,1 1-1 0 0,-1 1 1 0 0,1-1 0 0 0,-1 1-1 0 0,1 0 1 0 0,0 0 0 0 0,-1 1-1 0 0,1 0 1 0 0,-1 0 0 0 0,1 0-1 0 0,-1 0 1 0 0,1 1 0 0 0,-1 0-1 0 0,0 0 1 0 0,0 0 0 0 0,0 1-1 0 0,0 0 1 0 0,0 0 0 0 0,-1 0-1 0 0,1 0 1 0 0,-1 1 0 0 0,0 0-1 0 0,0 0 1 0 0,0 0 0 0 0,-1 0-1 0 0,1 1 1 0 0,3 5 0 0 0,6 12 84 0 0,-1 1 0 0 0,-1 0 1 0 0,0 1-1 0 0,12 45 0 0 0,18 106 257 0 0,-35-144-184 0 0,1 3-135 0 0,18 110 323 0 0,-22-124-359 0 0,-2 0 0 0 0,-1 0 0 0 0,0 1 0 0 0,-2-1 0 0 0,-3 22 0 0 0,-3-26-1315 0 0,-2-16-3930 0 0,8-2 4459 0 0,1 1-1 0 0,-1 0 1 0 0,1-1 0 0 0,-1 0-1 0 0,1 1 1 0 0,0-1-1 0 0,0 0 1 0 0,0 1 0 0 0,0-1-1 0 0,0 0 1 0 0,0 0 0 0 0,1 0-1 0 0,-2-3 1 0 0,-9-54-7736 0 0,5 20 6081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8.238"/>
    </inkml:context>
    <inkml:brush xml:id="br0">
      <inkml:brushProperty name="width" value="0.035" units="cm"/>
      <inkml:brushProperty name="height" value="0.035" units="cm"/>
      <inkml:brushProperty name="color" value="#E71224"/>
    </inkml:brush>
  </inkml:definitions>
  <inkml:trace contextRef="#ctx0" brushRef="#br0">3 1 3944 0 0,'-3'-1'10783'0'0,"14"21"-7406"0"0,20 28-1963 0 0,90 89 1272 0 0,-77-92-1847 0 0,53 72 0 0 0,-84-99-698 0 0,-1 1 0 0 0,-1 0 1 0 0,-1 1-1 0 0,-1 0 0 0 0,-1 0 0 0 0,0 1 0 0 0,9 41 0 0 0,-11-25 28 0 0,-1 1 0 0 0,-1 55-1 0 0,-4-74-695 0 0,-1 1 1 0 0,0-1-1 0 0,-2-1 0 0 0,0 1 0 0 0,-2 0 1 0 0,-11 32-1 0 0,11-44-6427 0 0,3-16 1664 0 0,3-19 227 0 0,3-5 2036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8.474"/>
    </inkml:context>
    <inkml:brush xml:id="br0">
      <inkml:brushProperty name="width" value="0.035" units="cm"/>
      <inkml:brushProperty name="height" value="0.035" units="cm"/>
      <inkml:brushProperty name="color" value="#E71224"/>
    </inkml:brush>
  </inkml:definitions>
  <inkml:trace contextRef="#ctx0" brushRef="#br0">0 162 4264 0 0,'0'-1'4640'0'0,"3"-6"-960"0"0,9-4-880 0 0,7-7-799 0 0,8-1-641 0 0,5-3-560 0 0,1 1-240 0 0,-1 1-400 0 0,0 1-288 0 0,-2 6-672 0 0,-4 7-1360 0 0,0 1-2401 0 0,-7 5-399 0 0,-5 3 1040 0 0,-7 13 1200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29.298"/>
    </inkml:context>
    <inkml:brush xml:id="br0">
      <inkml:brushProperty name="width" value="0.035" units="cm"/>
      <inkml:brushProperty name="height" value="0.035" units="cm"/>
      <inkml:brushProperty name="color" value="#E71224"/>
    </inkml:brush>
  </inkml:definitions>
  <inkml:trace contextRef="#ctx0" brushRef="#br0">1 0 1864 0 0,'23'14'10534'0'0,"1"1"-1971"0"0,-6-9-7859 0 0,29 4 88 0 0,0-1 1 0 0,96 2 0 0 0,96-16-4059 0 0,-208 4 2622 0 0,13 8-5404 0 0,-42-7 5683 0 0,-1 1-1 0 0,0-1 1 0 0,1 1 0 0 0,-1 0-1 0 0,0 0 1 0 0,1 0-1 0 0,-1-1 1 0 0,0 1 0 0 0,0 1-1 0 0,0-1 1 0 0,0 0 0 0 0,0 0-1 0 0,0 0 1 0 0,0 0 0 0 0,0 1-1 0 0,0-1 1 0 0,1 3-1 0 0,-2-2 13 0 0,1 1 0 0 0,-1-1 0 0 0,1 1-1 0 0,-1 0 1 0 0,0-1 0 0 0,0 1 0 0 0,0 0-1 0 0,0-1 1 0 0,-1 1 0 0 0,1-1 0 0 0,-1 1-1 0 0,0-1 1 0 0,-1 6 0 0 0,-14 31-2074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0.470"/>
    </inkml:context>
    <inkml:brush xml:id="br0">
      <inkml:brushProperty name="width" value="0.035" units="cm"/>
      <inkml:brushProperty name="height" value="0.035" units="cm"/>
      <inkml:brushProperty name="color" value="#E71224"/>
    </inkml:brush>
  </inkml:definitions>
  <inkml:trace contextRef="#ctx0" brushRef="#br0">10 53 584 0 0,'1'-16'1482'0'0,"0"-12"5202"0"0,-3 19-297 0 0,-1 32-3206 0 0,-1 27-2048 0 0,2 1 0 0 0,2-1 0 0 0,14 99 0 0 0,45 151-394 0 0,-45-235-530 0 0,-3-15-191 0 0,18 83-678 0 0,55 155 1 0 0,-81-281 265 0 0,23 53-1310 0 0,-7-34-1463 0 0,-18-25 2702 0 0,0 0-1 0 0,0 0 0 0 0,0 0 0 0 0,0 0 0 0 0,1-1 0 0 0,-1 1 0 0 0,0 0 0 0 0,1 0 0 0 0,-1-1 0 0 0,1 1 0 0 0,-1-1 0 0 0,1 1 0 0 0,-1-1 0 0 0,3 1 0 0 0,-3-2 174 0 0,1 1-1 0 0,-1 0 1 0 0,0 0 0 0 0,0 0-1 0 0,0-1 1 0 0,0 1-1 0 0,1-1 1 0 0,-1 1 0 0 0,0-1-1 0 0,0 1 1 0 0,0-1 0 0 0,0 0-1 0 0,0 1 1 0 0,0-1 0 0 0,0 0-1 0 0,0 0 1 0 0,-1 0 0 0 0,1 0-1 0 0,0 0 1 0 0,0 0 0 0 0,-1 0-1 0 0,1 0 1 0 0,-1 0-1 0 0,1 0 1 0 0,-1 0 0 0 0,1-2-1 0 0,5-22-1920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1.069"/>
    </inkml:context>
    <inkml:brush xml:id="br0">
      <inkml:brushProperty name="width" value="0.035" units="cm"/>
      <inkml:brushProperty name="height" value="0.035" units="cm"/>
      <inkml:brushProperty name="color" value="#E71224"/>
    </inkml:brush>
  </inkml:definitions>
  <inkml:trace contextRef="#ctx0" brushRef="#br0">1 169 904 0 0,'1'-12'14361'0'0,"-3"27"-9898"0"0,2 4-4700 0 0,4 18 986 0 0,49 355 1276 0 0,-49-378-2057 0 0,0 1 0 0 0,0-1 0 0 0,13 25 0 0 0,-17-39 28 0 0,0 0 1 0 0,0 1-1 0 0,0-1 1 0 0,0 0-1 0 0,0 0 1 0 0,0 0 0 0 0,0 1-1 0 0,1-1 1 0 0,-1 0-1 0 0,0 0 1 0 0,0 0-1 0 0,0 1 1 0 0,0-1-1 0 0,0 0 1 0 0,0 0 0 0 0,1 0-1 0 0,-1 0 1 0 0,0 1-1 0 0,0-1 1 0 0,0 0-1 0 0,0 0 1 0 0,1 0-1 0 0,-1 0 1 0 0,0 0 0 0 0,0 0-1 0 0,0 1 1 0 0,1-1-1 0 0,-1 0 1 0 0,0 0-1 0 0,0 0 1 0 0,0 0-1 0 0,1 0 1 0 0,-1 0 0 0 0,0 0-1 0 0,0 0 1 0 0,0 0-1 0 0,1 0 1 0 0,-1 0-1 0 0,0 0 1 0 0,0 0-1 0 0,1 0 1 0 0,-1 0 0 0 0,0 0-1 0 0,0 0 1 0 0,1-1-1 0 0,5-11-69 0 0,0-19 51 0 0,-2-35 137 0 0,-8-130 0 0 0,-1 135-161 0 0,3-1 1 0 0,10-92 0 0 0,-8 152 42 0 0,0 0 1 0 0,0 0 0 0 0,0 1 0 0 0,1-1-1 0 0,-1 0 1 0 0,0 0 0 0 0,1 0-1 0 0,0 1 1 0 0,-1-1 0 0 0,1 0-1 0 0,0 0 1 0 0,0 1 0 0 0,0-1 0 0 0,0 1-1 0 0,2-3 1 0 0,-3 4 4 0 0,1 0-1 0 0,0 0 1 0 0,-1 0 0 0 0,1 0 0 0 0,-1 0-1 0 0,1 0 1 0 0,0 0 0 0 0,-1 0-1 0 0,1 0 1 0 0,-1 0 0 0 0,1 1-1 0 0,-1-1 1 0 0,1 0 0 0 0,-1 0 0 0 0,1 1-1 0 0,-1-1 1 0 0,1 0 0 0 0,-1 1-1 0 0,1-1 1 0 0,-1 1 0 0 0,1-1-1 0 0,-1 0 1 0 0,0 1 0 0 0,1-1 0 0 0,-1 1-1 0 0,0-1 1 0 0,1 1 0 0 0,-1-1-1 0 0,0 1 1 0 0,1 0 0 0 0,26 58 277 0 0,-24-52-220 0 0,28 97 252 0 0,7 18-260 0 0,-33-110-101 0 0,0-1 1 0 0,1 1-1 0 0,0-1 1 0 0,1-1-1 0 0,0 1 1 0 0,1-1-1 0 0,13 15 1 0 0,-20-24 45 0 0,0 0 0 0 0,0 0 0 0 0,0 0-1 0 0,0 0 1 0 0,0 0 0 0 0,0-1 0 0 0,0 1 0 0 0,0 0 0 0 0,1-1 0 0 0,-1 1 0 0 0,0 0 0 0 0,0-1 0 0 0,1 1 0 0 0,-1-1 0 0 0,0 0 0 0 0,1 0 0 0 0,-1 1 0 0 0,0-1 0 0 0,1 0-1 0 0,-1 0 1 0 0,0 0 0 0 0,1 0 0 0 0,-1 0 0 0 0,0-1 0 0 0,1 1 0 0 0,-1 0 0 0 0,0-1 0 0 0,1 1 0 0 0,-1 0 0 0 0,0-1 0 0 0,0 0 0 0 0,0 1 0 0 0,1-1 0 0 0,-1 0 0 0 0,0 0 0 0 0,0 1-1 0 0,0-1 1 0 0,0 0 0 0 0,0 0 0 0 0,0 0 0 0 0,0 0 0 0 0,-1 0 0 0 0,1 0 0 0 0,0-1 0 0 0,-1 1 0 0 0,1 0 0 0 0,0 0 0 0 0,0-2 0 0 0,3-7 10 0 0,1 0 1 0 0,-1 0 0 0 0,-1 0 0 0 0,5-20-1 0 0,2-32-51 0 0,3-100 0 0 0,0-2 127 0 0,-6 136 348 0 0,-1 43 142 0 0,0 50 165 0 0,-5-61-748 0 0,5 99 342 0 0,8 88 58 0 0,-10-162-838 0 0,1 0-1 0 0,2-1 1 0 0,0 0-1 0 0,16 37 0 0 0,-8-40-59 0 0,-14-24 182 0 0,0 1 0 0 0,0-1 0 0 0,0 0 0 0 0,0 0 1 0 0,0 0-1 0 0,0 0 0 0 0,1 0 0 0 0,-1 0 0 0 0,0 0 1 0 0,1 0-1 0 0,-1-1 0 0 0,1 1 0 0 0,-1 0 0 0 0,1-1 1 0 0,-1 1-1 0 0,4-1 0 0 0,-3 0-58 0 0,0 0 0 0 0,0-1-1 0 0,0 0 1 0 0,0 1 0 0 0,0-1 0 0 0,0 0-1 0 0,-1 0 1 0 0,1 0 0 0 0,0 0 0 0 0,0 0-1 0 0,-1-1 1 0 0,1 1 0 0 0,0-1 0 0 0,-1 1-1 0 0,0-1 1 0 0,1 1 0 0 0,-1-1-1 0 0,0 0 1 0 0,0 1 0 0 0,0-1 0 0 0,0 0-1 0 0,0 0 1 0 0,0 0 0 0 0,0 0 0 0 0,-1 0-1 0 0,1-2 1 0 0,13-38-2842 0 0,-2-11 894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1.617"/>
    </inkml:context>
    <inkml:brush xml:id="br0">
      <inkml:brushProperty name="width" value="0.035" units="cm"/>
      <inkml:brushProperty name="height" value="0.035" units="cm"/>
      <inkml:brushProperty name="color" value="#E71224"/>
    </inkml:brush>
  </inkml:definitions>
  <inkml:trace contextRef="#ctx0" brushRef="#br0">108 1 2664 0 0,'-43'25'13588'0'0,"-1"11"-7090"0"0,42-34-6453 0 0,1 0 0 0 0,-1-1 0 0 0,0 1 0 0 0,1 0 0 0 0,-1 0 0 0 0,1 0 0 0 0,-1 0 0 0 0,1 1 0 0 0,0-1 0 0 0,0 0 0 0 0,0 1 0 0 0,0-1 0 0 0,0 0 0 0 0,1 1 0 0 0,-1-1 0 0 0,1 1 0 0 0,-1-1 0 0 0,1 1 0 0 0,0-1 0 0 0,0 1 0 0 0,0-1 0 0 0,1 1 0 0 0,-1-1 0 0 0,0 1 0 0 0,1-1 0 0 0,0 1 0 0 0,-1-1 0 0 0,1 0 0 0 0,0 1 0 0 0,0-1 0 0 0,1 0 0 0 0,-1 0 0 0 0,0 1 0 0 0,1-1 0 0 0,-1 0 0 0 0,1-1 0 0 0,0 1 0 0 0,-1 0 0 0 0,5 2 0 0 0,-4-1-50 0 0,2-1-1 0 0,-1 0 1 0 0,0 0 0 0 0,0-1-1 0 0,0 1 1 0 0,1-1 0 0 0,-1 1-1 0 0,1-1 1 0 0,-1 0 0 0 0,1-1 0 0 0,0 1-1 0 0,-1 0 1 0 0,1-1 0 0 0,0 0-1 0 0,-1 0 1 0 0,1 0 0 0 0,0 0-1 0 0,3-2 1 0 0,11-1-176 0 0,-1-1-1 0 0,28-10 1 0 0,12-2-153 0 0,-56 15 352 0 0,0 1 0 0 0,-1-1-1 0 0,1 1 1 0 0,0 0 0 0 0,0-1-1 0 0,0 1 1 0 0,0 0 0 0 0,0 0-1 0 0,0 0 1 0 0,0 0 0 0 0,0 0-1 0 0,-1 0 1 0 0,1 0 0 0 0,0 0-1 0 0,0 0 1 0 0,0 0 0 0 0,0 0-1 0 0,0 1 1 0 0,0-1 0 0 0,0 0-1 0 0,0 1 1 0 0,-1-1 0 0 0,1 1-1 0 0,0-1 1 0 0,0 1 0 0 0,0-1-1 0 0,-1 1 1 0 0,1-1 0 0 0,0 1-1 0 0,-1 0 1 0 0,1-1 0 0 0,-1 1-1 0 0,1 0 1 0 0,0 0 0 0 0,-1-1-1 0 0,0 1 1 0 0,1 0 0 0 0,-1 0-1 0 0,1 1 1 0 0,-1 2 87 0 0,-1 0 0 0 0,1 0 0 0 0,-1 0 0 0 0,0 0 0 0 0,0 0 0 0 0,-1 0 0 0 0,-2 7 0 0 0,-25 48 233 0 0,21-44-328 0 0,0 0 1 0 0,1 0 0 0 0,1 0 0 0 0,0 1 0 0 0,1 0 0 0 0,-4 25-1 0 0,9-41-23 0 0,0 1 0 0 0,-1 0 0 0 0,1-1 0 0 0,0 1 0 0 0,0-1 0 0 0,0 1 0 0 0,0-1 0 0 0,0 1 0 0 0,0-1-1 0 0,0 1 1 0 0,0 0 0 0 0,0-1 0 0 0,1 1 0 0 0,-1-1 0 0 0,0 1 0 0 0,0-1 0 0 0,0 1 0 0 0,1-1 0 0 0,-1 1-1 0 0,0-1 1 0 0,1 1 0 0 0,-1-1 0 0 0,0 1 0 0 0,1-1 0 0 0,-1 1 0 0 0,0-1 0 0 0,1 0 0 0 0,-1 1 0 0 0,1-1-1 0 0,-1 0 1 0 0,1 1 0 0 0,-1-1 0 0 0,1 1 0 0 0,20-7-283 0 0,18-21-37 0 0,-21 12 286 0 0,-1-1-159 0 0,1 1 0 0 0,0 1 0 0 0,35-20 0 0 0,-50 32 217 0 0,0 0 1 0 0,1 0-1 0 0,-1 0 1 0 0,0 1-1 0 0,0-1 1 0 0,1 1 0 0 0,-1 0-1 0 0,1 0 1 0 0,0 0-1 0 0,-1 1 1 0 0,1-1 0 0 0,-1 1-1 0 0,1 0 1 0 0,0 0-1 0 0,-1 0 1 0 0,1 1 0 0 0,0-1-1 0 0,-1 1 1 0 0,1 0-1 0 0,-1 0 1 0 0,1 0-1 0 0,-1 0 1 0 0,1 0 0 0 0,-1 1-1 0 0,0 0 1 0 0,0 0-1 0 0,0 0 1 0 0,0 0 0 0 0,0 0-1 0 0,5 5 1 0 0,-4-1 81 0 0,0 0 1 0 0,-1 0-1 0 0,1 0 1 0 0,-2 0 0 0 0,1 1-1 0 0,-1-1 1 0 0,1 1-1 0 0,-2 0 1 0 0,1 0-1 0 0,-1-1 1 0 0,0 1 0 0 0,0 0-1 0 0,-1 0 1 0 0,0 0-1 0 0,-1 0 1 0 0,1 0-1 0 0,-3 9 1 0 0,-1 6 159 0 0,-1 0-1 0 0,-1 0 1 0 0,-1 0-1 0 0,-9 21 1 0 0,-3 0-193 0 0,-1-1 0 0 0,-1 0 0 0 0,-51 69-1 0 0,60-99-4903 0 0,15-25-2741 0 0,10-15-305 0 0,-7 16 6107 0 0,8-15-1670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2.112"/>
    </inkml:context>
    <inkml:brush xml:id="br0">
      <inkml:brushProperty name="width" value="0.035" units="cm"/>
      <inkml:brushProperty name="height" value="0.035" units="cm"/>
      <inkml:brushProperty name="color" value="#E71224"/>
    </inkml:brush>
  </inkml:definitions>
  <inkml:trace contextRef="#ctx0" brushRef="#br0">68 1 3464 0 0,'0'0'266'0'0,"0"0"0"0"0,1-1 0 0 0,-1 1 1 0 0,0 0-1 0 0,0 0 0 0 0,6 3 6386 0 0,-6-3-6386 0 0,0 0 1 0 0,0 1-1 0 0,0-1 0 0 0,0 0 0 0 0,0 0 0 0 0,0 1 0 0 0,0-1 0 0 0,0 0 0 0 0,0 0 0 0 0,0 1 0 0 0,1-1 1 0 0,-1 0-1 0 0,0 0 0 0 0,-1 1 0 0 0,1-1 0 0 0,0 0 0 0 0,0 1 0 0 0,13 29 3259 0 0,9 36-2608 0 0,23 107 796 0 0,30 88-1381 0 0,-104-311-4572 0 0,-48-72 2800 0 0,68 108 1371 0 0,-1 1 0 0 0,-22-25 0 0 0,28 34 247 0 0,0 1 0 0 0,1 0 0 0 0,-2-1 0 0 0,1 2 0 0 0,0-1 0 0 0,0 0-1 0 0,-1 1 1 0 0,0 0 0 0 0,1 0 0 0 0,-1 0 0 0 0,0 0 0 0 0,0 1 0 0 0,0 0-1 0 0,-6-1 1 0 0,22 10 2158 0 0,18 3-2098 0 0,-18-11-204 0 0,-1 0 1 0 0,0 0 0 0 0,0-1-1 0 0,0 0 1 0 0,0 0 0 0 0,0-2 0 0 0,16-4-1 0 0,70-31-1941 0 0,-62 22-138 0 0,-8 5-341 0 0,-14 5 437 0 0,1 1-1 0 0,0 0 1 0 0,0 0 0 0 0,0 2 0 0 0,21-5 0 0 0,-6 10-1384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2.707"/>
    </inkml:context>
    <inkml:brush xml:id="br0">
      <inkml:brushProperty name="width" value="0.035" units="cm"/>
      <inkml:brushProperty name="height" value="0.035" units="cm"/>
      <inkml:brushProperty name="color" value="#E71224"/>
    </inkml:brush>
  </inkml:definitions>
  <inkml:trace contextRef="#ctx0" brushRef="#br0">0 186 3224 0 0,'5'5'9163'0'0,"5"31"-5832"0"0,13 279 1996 0 0,-18-198-4841 0 0,-4-108-469 0 0,0 18-27 0 0,-1-24 29 0 0,-2-15 49 0 0,-13-89 158 0 0,5 0 1 0 0,5-1 0 0 0,8-126-1 0 0,-1 210-210 0 0,-2 10-3 0 0,0 1 1 0 0,1-1-1 0 0,0 1 0 0 0,0-1 0 0 0,1 1 0 0 0,0 0 0 0 0,0-1 0 0 0,1 1 0 0 0,6-13 0 0 0,-8 19-1 0 0,-1 0-1 0 0,1 1 1 0 0,-1-1 0 0 0,1 0 0 0 0,0 1-1 0 0,-1-1 1 0 0,1 1 0 0 0,0-1 0 0 0,0 1-1 0 0,-1 0 1 0 0,1-1 0 0 0,0 1-1 0 0,0 0 1 0 0,0-1 0 0 0,-1 1 0 0 0,1 0-1 0 0,0 0 1 0 0,0 0 0 0 0,0 0-1 0 0,0 0 1 0 0,-1 0 0 0 0,1 0 0 0 0,0 0-1 0 0,0 0 1 0 0,0 0 0 0 0,0 0-1 0 0,0 0 1 0 0,-1 1 0 0 0,1-1 0 0 0,0 0-1 0 0,0 0 1 0 0,-1 1 0 0 0,1-1 0 0 0,0 1-1 0 0,0-1 1 0 0,-1 1 0 0 0,1-1-1 0 0,0 1 1 0 0,-1-1 0 0 0,1 1 0 0 0,-1 0-1 0 0,1-1 1 0 0,-1 1 0 0 0,1 0-1 0 0,-1 0 1 0 0,1-1 0 0 0,-1 1 0 0 0,1 1-1 0 0,24 42 325 0 0,-24-42-313 0 0,61 158 349 0 0,-43-105-327 0 0,2-2 0 0 0,29 52 0 0 0,-47-100-61 0 0,0 0 0 0 0,0 0 0 0 0,0-1 0 0 0,1 0 0 0 0,-1 0 0 0 0,1 0 0 0 0,0 0 0 0 0,6 4 0 0 0,-9-7 8 0 0,0-1 1 0 0,0 1-1 0 0,0 0 0 0 0,0-1 0 0 0,1 1 0 0 0,-1-1 1 0 0,0 1-1 0 0,0-1 0 0 0,1 0 0 0 0,-1 1 0 0 0,0-1 1 0 0,1 0-1 0 0,-1 0 0 0 0,0 0 0 0 0,1 0 0 0 0,-1 0 1 0 0,0 0-1 0 0,1-1 0 0 0,-1 1 0 0 0,0 0 0 0 0,0-1 1 0 0,1 1-1 0 0,-1-1 0 0 0,0 1 0 0 0,0-1 0 0 0,1 1 1 0 0,-1-1-1 0 0,0 0 0 0 0,0 0 0 0 0,0 0 0 0 0,0 1 1 0 0,0-1-1 0 0,0 0 0 0 0,0 0 0 0 0,-1 0 0 0 0,1 0 1 0 0,0-1-1 0 0,1-1 0 0 0,5-9-30 0 0,0-1 0 0 0,-1 1 0 0 0,0-1-1 0 0,-1-1 1 0 0,-1 1 0 0 0,5-19 0 0 0,11-90-196 0 0,-16 90 162 0 0,5-45-95 0 0,-7 46 377 0 0,2-1-1 0 0,14-57 0 0 0,-18 88-175 0 0,0 1 0 0 0,0-1 0 0 0,0 1-1 0 0,0-1 1 0 0,0 1 0 0 0,1 0 0 0 0,-1-1 0 0 0,0 1 0 0 0,0-1 0 0 0,0 1-1 0 0,0-1 1 0 0,1 1 0 0 0,-1-1 0 0 0,0 1 0 0 0,0 0 0 0 0,1-1 0 0 0,-1 1-1 0 0,0-1 1 0 0,1 1 0 0 0,-1 0 0 0 0,0 0 0 0 0,1-1 0 0 0,-1 1-1 0 0,1 0 1 0 0,-1-1 0 0 0,0 1 0 0 0,1 0 0 0 0,-1 0 0 0 0,1 0 0 0 0,-1 0-1 0 0,1-1 1 0 0,9 13 631 0 0,1 24-106 0 0,19 134-95 0 0,9 38-2202 0 0,-30-176-1729 0 0,1-2 0 0 0,17 38 0 0 0,-24-61 1737 0 0,-3-5 1071 0 0,1 0 0 0 0,0 0 0 0 0,0 0-1 0 0,-1-1 1 0 0,1 1 0 0 0,0 0 0 0 0,1-1-1 0 0,-1 1 1 0 0,0-1 0 0 0,0 1 0 0 0,3 2-1 0 0,5-4-2473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3.416"/>
    </inkml:context>
    <inkml:brush xml:id="br0">
      <inkml:brushProperty name="width" value="0.035" units="cm"/>
      <inkml:brushProperty name="height" value="0.035" units="cm"/>
      <inkml:brushProperty name="color" value="#E71224"/>
    </inkml:brush>
  </inkml:definitions>
  <inkml:trace contextRef="#ctx0" brushRef="#br0">103 46 2024 0 0,'-2'-2'1395'0'0,"-25"-20"5664"0"0,27 21-6716 0 0,-1 0 1 0 0,0 0-1 0 0,1 1 0 0 0,-1-1 0 0 0,0 1 0 0 0,0-1 1 0 0,1 0-1 0 0,-1 1 0 0 0,0-1 0 0 0,0 1 0 0 0,0 0 1 0 0,0-1-1 0 0,0 1 0 0 0,1 0 0 0 0,-1-1 0 0 0,0 1 1 0 0,0 0-1 0 0,0 0 0 0 0,0 0 0 0 0,0 0 0 0 0,0 0 1 0 0,0 0-1 0 0,0 0 0 0 0,0 0 0 0 0,0 0 0 0 0,-2 1 1 0 0,20-14 4085 0 0,-8 12-4311 0 0,-8 16 601 0 0,-11 27-67 0 0,-20 52-1 0 0,-2 12-167 0 0,31-104-482 0 0,0 0 1 0 0,1 0-1 0 0,-1 0 0 0 0,1 0 0 0 0,-1 1 1 0 0,1-1-1 0 0,0 0 0 0 0,0 0 1 0 0,0 0-1 0 0,0 0 0 0 0,1 0 0 0 0,-1 1 1 0 0,1-1-1 0 0,-1 0 0 0 0,1 0 0 0 0,-1 0 1 0 0,3 3-1 0 0,-2-4-5 0 0,-1 0 0 0 0,1 0 0 0 0,0-1 0 0 0,0 1 0 0 0,0 0-1 0 0,0-1 1 0 0,1 1 0 0 0,-1 0 0 0 0,0-1 0 0 0,0 1 0 0 0,0-1 0 0 0,0 0 0 0 0,1 1 0 0 0,-1-1 0 0 0,0 0 0 0 0,0 0 0 0 0,0 0 0 0 0,1 0 0 0 0,-1 0-1 0 0,0 0 1 0 0,3 0 0 0 0,4-2-6 0 0,0 0 0 0 0,0 0-1 0 0,0-1 1 0 0,-1 0 0 0 0,1 0-1 0 0,-1-1 1 0 0,12-6 0 0 0,37-33-12 0 0,-46 34-85 0 0,1 0 1 0 0,0 1-1 0 0,0 0 0 0 0,1 0 0 0 0,0 1 1 0 0,1 1-1 0 0,25-10 0 0 0,-36 16 117 0 0,-1-1 0 0 0,1 1 0 0 0,-1 0 1 0 0,1 0-1 0 0,-1 0 0 0 0,1 0 0 0 0,-1 0 0 0 0,1 0 0 0 0,0 0 0 0 0,-1 0 0 0 0,1 0 0 0 0,-1 1 1 0 0,1-1-1 0 0,-1 1 0 0 0,1-1 0 0 0,-1 1 0 0 0,0 0 0 0 0,1-1 0 0 0,-1 1 0 0 0,0 0 0 0 0,1 0 1 0 0,-1 0-1 0 0,0 0 0 0 0,0 0 0 0 0,0 0 0 0 0,0 0 0 0 0,0 1 0 0 0,0-1 0 0 0,0 0 0 0 0,0 1 1 0 0,0-1-1 0 0,-1 0 0 0 0,1 1 0 0 0,-1-1 0 0 0,1 1 0 0 0,-1-1 0 0 0,1 1 0 0 0,-1-1 0 0 0,0 1 0 0 0,0-1 1 0 0,1 1-1 0 0,-1 1 0 0 0,0 6 93 0 0,1-1 0 0 0,-1 1 1 0 0,0 0-1 0 0,-1-1 0 0 0,0 1 1 0 0,-2 8-1 0 0,-16 42-39 0 0,13-46-130 0 0,1 1 0 0 0,1 0-1 0 0,1-1 1 0 0,-3 18 0 0 0,6-31 50 0 0,0 1 1 0 0,0-1 0 0 0,0 0-1 0 0,0 1 1 0 0,0-1 0 0 0,-1 1-1 0 0,2-1 1 0 0,-1 0 0 0 0,0 1-1 0 0,0-1 1 0 0,0 1 0 0 0,0-1-1 0 0,0 0 1 0 0,0 1 0 0 0,0-1-1 0 0,0 0 1 0 0,1 1-1 0 0,-1-1 1 0 0,0 0 0 0 0,0 1-1 0 0,0-1 1 0 0,1 0 0 0 0,-1 1-1 0 0,0-1 1 0 0,0 0 0 0 0,1 1-1 0 0,-1-1 1 0 0,0 0 0 0 0,1 0-1 0 0,-1 1 1 0 0,0-1 0 0 0,1 0-1 0 0,-1 0 1 0 0,1 0-1 0 0,-1 1 1 0 0,19-5-242 0 0,22-19 97 0 0,-34 19 104 0 0,0 0 2 0 0,1 0-1 0 0,0 0 1 0 0,0 0 0 0 0,0 1-1 0 0,0 1 1 0 0,0-1 0 0 0,1 1-1 0 0,-1 1 1 0 0,1-1 0 0 0,11 1-1 0 0,-16 1 89 0 0,-1 1-1 0 0,1-1 0 0 0,0 1 1 0 0,-1 0-1 0 0,1 0 1 0 0,-1 0-1 0 0,1 0 0 0 0,-1 0 1 0 0,1 1-1 0 0,-1 0 0 0 0,0 0 1 0 0,0 0-1 0 0,0 0 1 0 0,0 0-1 0 0,0 1 0 0 0,0-1 1 0 0,-1 1-1 0 0,1-1 0 0 0,-1 1 1 0 0,0 0-1 0 0,1 0 1 0 0,-2 0-1 0 0,1 1 0 0 0,0-1 1 0 0,0 0-1 0 0,1 6 0 0 0,0 3 28 0 0,0 1-1 0 0,-1 0 0 0 0,-1-1 0 0 0,1 1 0 0 0,-2 0 1 0 0,0 0-1 0 0,-1 0 0 0 0,0 0 0 0 0,-1-1 1 0 0,0 1-1 0 0,-1 0 0 0 0,0-1 0 0 0,-1 0 0 0 0,-1 0 1 0 0,0 0-1 0 0,0 0 0 0 0,-1-1 0 0 0,0 0 0 0 0,-1 0 1 0 0,-14 16-1 0 0,21-26-213 0 0,-1-1 1 0 0,1 1 0 0 0,-1 0-1 0 0,0 0 1 0 0,0 0 0 0 0,1 0-1 0 0,-1 0 1 0 0,0-1-1 0 0,0 1 1 0 0,0 0 0 0 0,0-1-1 0 0,0 1 1 0 0,0-1-1 0 0,0 1 1 0 0,0-1 0 0 0,0 1-1 0 0,0-1 1 0 0,0 0 0 0 0,0 1-1 0 0,-1-1 1 0 0,1 0-1 0 0,0 0 1 0 0,0 0 0 0 0,0 0-1 0 0,0 0 1 0 0,-2 0-1 0 0,2-1-279 0 0,0 0-1 0 0,0 0 1 0 0,0 0-1 0 0,1 0 0 0 0,-1 0 1 0 0,0 0-1 0 0,1 0 0 0 0,-1-1 1 0 0,0 1-1 0 0,1 0 0 0 0,-1 0 1 0 0,1-1-1 0 0,0 1 0 0 0,-1 0 1 0 0,1-1-1 0 0,0 1 0 0 0,0 0 1 0 0,0-2-1 0 0,0-43-8873 0 0,3 23 6818 0 0,1-10-233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4.776"/>
    </inkml:context>
    <inkml:brush xml:id="br0">
      <inkml:brushProperty name="width" value="0.035" units="cm"/>
      <inkml:brushProperty name="height" value="0.035" units="cm"/>
      <inkml:brushProperty name="color" value="#E71224"/>
    </inkml:brush>
  </inkml:definitions>
  <inkml:trace contextRef="#ctx0" brushRef="#br0">0 10 424 0 0,'3'-9'18306'0'0,"4"16"-15813"0"0,3 1-3491 0 0,61 41 3061 0 0,-29-20-1323 0 0,48 42 1 0 0,-76-59-631 0 0,-1 1 1 0 0,-1 1-1 0 0,0 1 0 0 0,0-1 0 0 0,-2 2 1 0 0,0-1-1 0 0,9 20 0 0 0,-8-7 14 0 0,0 0-1 0 0,-2 1 0 0 0,-1 0 0 0 0,-2 0 0 0 0,-1 1 1 0 0,-1 0-1 0 0,1 38 0 0 0,-6 8-22 0 0,-15 126-1 0 0,5-128-747 0 0,-20 74 0 0 0,20-109-1556 0 0,-26 62-1 0 0,27-82 536 0 0,-2-11-5372 0 0,4-20 63 0 0,6-8 5421 0 0,2-18-884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4.430"/>
    </inkml:context>
    <inkml:brush xml:id="br0">
      <inkml:brushProperty name="width" value="0.035" units="cm"/>
      <inkml:brushProperty name="height" value="0.035" units="cm"/>
      <inkml:brushProperty name="color" value="#E71224"/>
    </inkml:brush>
  </inkml:definitions>
  <inkml:trace contextRef="#ctx0" brushRef="#br0">53 157 424 0 0,'-34'-39'10796'0'0,"31"35"-10124"0"0,1-1 0 0 0,-1 1 1 0 0,1-1-1 0 0,0 1 0 0 0,1-1 1 0 0,-1 0-1 0 0,-1-7 1 0 0,3 10-552 0 0,-1-1 1 0 0,1 1 0 0 0,0-1 0 0 0,0 1 0 0 0,1-1 0 0 0,-1 1-1 0 0,0-1 1 0 0,1 1 0 0 0,-1-1 0 0 0,1 1 0 0 0,0-1 0 0 0,0 1-1 0 0,0 0 1 0 0,0-1 0 0 0,0 1 0 0 0,1 0 0 0 0,-1 0 0 0 0,1 0-1 0 0,-1 0 1 0 0,1 0 0 0 0,0 0 0 0 0,-1 0 0 0 0,1 1 0 0 0,0-1-1 0 0,0 1 1 0 0,1-1 0 0 0,-1 1 0 0 0,0 0 0 0 0,0 0 0 0 0,1 0-1 0 0,-1 0 1 0 0,0 0 0 0 0,1 0 0 0 0,-1 1 0 0 0,4-1 0 0 0,0-1-92 0 0,-1 1 1 0 0,1 0-1 0 0,-1 0 1 0 0,1 0 0 0 0,0 1-1 0 0,0-1 1 0 0,-1 2 0 0 0,1-1-1 0 0,0 1 1 0 0,0-1-1 0 0,-1 2 1 0 0,1-1 0 0 0,-1 1-1 0 0,1-1 1 0 0,-1 1 0 0 0,1 1-1 0 0,-1-1 1 0 0,0 1-1 0 0,0 0 1 0 0,0 0 0 0 0,-1 1-1 0 0,1-1 1 0 0,-1 1 0 0 0,0 0-1 0 0,0 0 1 0 0,0 0-1 0 0,0 1 1 0 0,-1 0 0 0 0,0-1-1 0 0,0 1 1 0 0,4 10-1 0 0,1-1 28 0 0,-2 1 0 0 0,0 0-1 0 0,-1 1 1 0 0,-1-1-1 0 0,0 1 1 0 0,-1 0 0 0 0,0 0-1 0 0,-2 0 1 0 0,0 0-1 0 0,-1 20 1 0 0,-1-12 108 0 0,-1-1-1 0 0,-1 0 1 0 0,-1 0 0 0 0,-2 0 0 0 0,0-1-1 0 0,-16 41 1 0 0,21-62-144 0 0,1 0-1 0 0,-1 0 1 0 0,1 0-1 0 0,-1 0 1 0 0,1 0-1 0 0,-1 0 1 0 0,0 0-1 0 0,1 0 1 0 0,-1 0-1 0 0,0 0 1 0 0,0-1-1 0 0,0 1 1 0 0,0 0-1 0 0,0-1 1 0 0,1 1 0 0 0,-1 0-1 0 0,0-1 1 0 0,-1 1-1 0 0,1-1 1 0 0,-2 1-1 0 0,3-1-1 0 0,-1 0-1 0 0,0 0 0 0 0,0 0 0 0 0,0 0 1 0 0,1-1-1 0 0,-1 1 0 0 0,0 0 1 0 0,0 0-1 0 0,1-1 0 0 0,-1 1 1 0 0,0-1-1 0 0,1 1 0 0 0,-1-1 1 0 0,0 1-1 0 0,1-1 0 0 0,-1 1 1 0 0,1-1-1 0 0,-1 1 0 0 0,1-1 1 0 0,-1 0-1 0 0,1 1 0 0 0,-1-2 0 0 0,0 0 7 0 0,-1 0-1 0 0,1 0 0 0 0,0-1 0 0 0,0 1 0 0 0,0 0 0 0 0,1-1 0 0 0,-1 1 0 0 0,1-1 0 0 0,-1 1 0 0 0,1-1 1 0 0,0 1-1 0 0,0-1 0 0 0,0 1 0 0 0,0-1 0 0 0,0 1 0 0 0,1-1 0 0 0,-1 1 0 0 0,1-3 0 0 0,3-2 33 0 0,0 1 0 0 0,0 0 0 0 0,0 0 0 0 0,1 1 0 0 0,0 0-1 0 0,0-1 1 0 0,0 2 0 0 0,1-1 0 0 0,-1 0 0 0 0,1 1-1 0 0,0 0 1 0 0,0 1 0 0 0,1-1 0 0 0,-1 1 0 0 0,1 0 0 0 0,0 1-1 0 0,14-4 1 0 0,54-9-2191 0 0,-6 8-9516 0 0,-66 7 10606 0 0,-3 0 769 0 0,1 0 0 0 0,-1-1 0 0 0,1 1 1 0 0,0 0-1 0 0,-1 0 0 0 0,1 0 0 0 0,-1 0 0 0 0,1 0 0 0 0,-1 0 0 0 0,1 0 0 0 0,-1 0 0 0 0,1 1 0 0 0,0-1 0 0 0,-1 0 0 0 0,1 0 0 0 0,-1 0 0 0 0,1 0 0 0 0,-1 1 0 0 0,1-1 0 0 0,-1 0 0 0 0,1 1 0 0 0,-1-1 0 0 0,0 0 1 0 0,1 1-1 0 0,-1-1 0 0 0,1 1 0 0 0,-1-1 0 0 0,1 1 0 0 0,2 8-2433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3.777"/>
    </inkml:context>
    <inkml:brush xml:id="br0">
      <inkml:brushProperty name="width" value="0.035" units="cm"/>
      <inkml:brushProperty name="height" value="0.035" units="cm"/>
      <inkml:brushProperty name="color" value="#E71224"/>
    </inkml:brush>
  </inkml:definitions>
  <inkml:trace contextRef="#ctx0" brushRef="#br0">22 46 3624 0 0,'-22'-26'8895'0'0,"24"15"-4952"0"0,16 5-2087 0 0,-5 4-1510 0 0,1 1 0 0 0,0 1 0 0 0,0 1 1 0 0,0 0-1 0 0,0 0 0 0 0,0 1 0 0 0,-1 1 0 0 0,1 1 1 0 0,-1-1-1 0 0,0 2 0 0 0,0 0 0 0 0,20 11 0 0 0,-16-5-167 0 0,0 0-1 0 0,-1 1 0 0 0,0 1 0 0 0,-1 0 0 0 0,-1 2 0 0 0,0-1 0 0 0,-1 2 0 0 0,12 16 0 0 0,-3 3-138 0 0,-1 0 1 0 0,-1 2-1 0 0,-3 0 1 0 0,-1 1-1 0 0,-1 1 1 0 0,-2 1-1 0 0,14 80 1 0 0,-19-72 12 0 0,-3 1 0 0 0,-1 69 0 0 0,-4-99-588 0 0,-1 0-1 0 0,-1 1 0 0 0,-1-1 1 0 0,0 0-1 0 0,-2 0 0 0 0,0-1 1 0 0,-1 1-1 0 0,-17 33 0 0 0,23-51 332 0 0,0 0 0 0 0,-1-1 0 0 0,1 1 0 0 0,0 0-1 0 0,0 0 1 0 0,-1-1 0 0 0,1 1 0 0 0,0 0 0 0 0,-1-1-1 0 0,1 1 1 0 0,-1-1 0 0 0,1 1 0 0 0,-1 0 0 0 0,1-1 0 0 0,-1 1-1 0 0,1-1 1 0 0,-1 1 0 0 0,0-1 0 0 0,1 0 0 0 0,-1 1 0 0 0,0-1-1 0 0,1 0 1 0 0,-1 1 0 0 0,0-1 0 0 0,1 0 0 0 0,-1 0-1 0 0,0 1 1 0 0,0-1 0 0 0,1 0 0 0 0,-1 0 0 0 0,0 0 0 0 0,0 0-1 0 0,1 0 1 0 0,-1 0 0 0 0,0 0 0 0 0,0 0 0 0 0,1-1-1 0 0,-1 1 1 0 0,0 0 0 0 0,0 0 0 0 0,1-1 0 0 0,-1 1 0 0 0,0 0-1 0 0,1-1 1 0 0,-1 1 0 0 0,0 0 0 0 0,1-1 0 0 0,-1 1-1 0 0,1-1 1 0 0,-1 1 0 0 0,1-1 0 0 0,-1 0 0 0 0,1 1 0 0 0,-1-1-1 0 0,1 1 1 0 0,-1-2 0 0 0,-2-3-623 0 0,0 0 0 0 0,0 0 0 0 0,1 0 0 0 0,0 0 0 0 0,0-1 0 0 0,-2-7 0 0 0,-4-33-1533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5.196"/>
    </inkml:context>
    <inkml:brush xml:id="br0">
      <inkml:brushProperty name="width" value="0.035" units="cm"/>
      <inkml:brushProperty name="height" value="0.035" units="cm"/>
      <inkml:brushProperty name="color" value="#E71224"/>
    </inkml:brush>
  </inkml:definitions>
  <inkml:trace contextRef="#ctx0" brushRef="#br0">18 148 1384 0 0,'-18'18'17614'0'0,"30"-33"-17014"0"0,12-8-83 0 0,1 0 0 0 0,30-20 0 0 0,7 5-2581 0 0,-52 33-327 0 0,0 1 1 0 0,1 0-1 0 0,20-5 1 0 0,-31 8 2198 0 0,1 1 1 0 0,-1 0-1 0 0,1 0 1 0 0,-1 0-1 0 0,1 0 0 0 0,-1-1 1 0 0,1 1-1 0 0,-1 0 1 0 0,1 0-1 0 0,-1 0 1 0 0,1 0-1 0 0,0 0 0 0 0,-1 0 1 0 0,1 0-1 0 0,-1 0 1 0 0,1 1-1 0 0,-1-1 0 0 0,1 0 1 0 0,-1 0-1 0 0,1 0 1 0 0,-1 0-1 0 0,1 1 1 0 0,-1-1-1 0 0,1 0 0 0 0,-1 1 1 0 0,1-1-1 0 0,-1 0 1 0 0,0 1-1 0 0,1-1 0 0 0,-1 0 1 0 0,1 1-1 0 0,-1-1 1 0 0,0 1-1 0 0,0-1 0 0 0,1 1 1 0 0,-1-1-1 0 0,1 2 1 0 0,-1 12-1916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5.348"/>
    </inkml:context>
    <inkml:brush xml:id="br0">
      <inkml:brushProperty name="width" value="0.035" units="cm"/>
      <inkml:brushProperty name="height" value="0.035" units="cm"/>
      <inkml:brushProperty name="color" value="#E71224"/>
    </inkml:brush>
  </inkml:definitions>
  <inkml:trace contextRef="#ctx0" brushRef="#br0">2 35 1304 0 0,'-1'34'5360'0'0,"1"-7"-560"0"0,5-11-1120 0 0,4-8-1199 0 0,3-9-721 0 0,6-5-560 0 0,5-5-480 0 0,5-3-320 0 0,1 0-240 0 0,-1 2-288 0 0,3-4-752 0 0,-8-4-1600 0 0,0 3-2481 0 0,-7 9-319 0 0,-5 8 1120 0 0,-9 8 1360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6.562"/>
    </inkml:context>
    <inkml:brush xml:id="br0">
      <inkml:brushProperty name="width" value="0.035" units="cm"/>
      <inkml:brushProperty name="height" value="0.035" units="cm"/>
      <inkml:brushProperty name="color" value="#E71224"/>
    </inkml:brush>
  </inkml:definitions>
  <inkml:trace contextRef="#ctx0" brushRef="#br0">0 1 344 0 0,'17'0'10659'0'0,"3"2"-3984"0"0,13 3-1820 0 0,3 0-4243 0 0,33 6-3286 0 0,-25-7 4126 0 0,99-1-3420 0 0,-49-7-4477 0 0,-90 3 5776 0 0,-1 1 0 0 0,1-1 1 0 0,0 1-1 0 0,0 0 0 0 0,0 1 0 0 0,0-1 1 0 0,0 1-1 0 0,-1-1 0 0 0,1 1 0 0 0,0 0 1 0 0,0 1-1 0 0,4 1 0 0 0,2 11-2411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36.736"/>
    </inkml:context>
    <inkml:brush xml:id="br0">
      <inkml:brushProperty name="width" value="0.035" units="cm"/>
      <inkml:brushProperty name="height" value="0.035" units="cm"/>
      <inkml:brushProperty name="color" value="#E71224"/>
    </inkml:brush>
  </inkml:definitions>
  <inkml:trace contextRef="#ctx0" brushRef="#br0">0 1 584 0 0,'15'0'4160'0'0,"-2"0"-160"0"0,6 2-880 0 0,3 1-880 0 0,5 2-480 0 0,4 1-479 0 0,6-1-481 0 0,-1-7-320 0 0,2-2-400 0 0,-3 2-128 0 0,0 0-432 0 0,-5 2-400 0 0,-1 3-961 0 0,-8-1-1919 0 0,-2 7-640 0 0,-9 1 960 0 0,-4 10 1040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47.420"/>
    </inkml:context>
    <inkml:brush xml:id="br0">
      <inkml:brushProperty name="width" value="0.035" units="cm"/>
      <inkml:brushProperty name="height" value="0.035" units="cm"/>
      <inkml:brushProperty name="color" value="#E71224"/>
    </inkml:brush>
  </inkml:definitions>
  <inkml:trace contextRef="#ctx0" brushRef="#br0">0 70 3304 0 0,'5'-18'2694'0'0,"3"-4"6547"0"0,-2 23-5496 0 0,2 14-2624 0 0,16 49-480 0 0,-3 2 0 0 0,15 79 1 0 0,-1-3-540 0 0,-22-92-111 0 0,-2-8-66 0 0,1-1 0 0 0,30 66 0 0 0,-42-106 67 0 0,0-1 1 0 0,1 1 0 0 0,-1 0 0 0 0,0-1-1 0 0,0 1 1 0 0,0-1 0 0 0,1 1 0 0 0,-1-1-1 0 0,0 1 1 0 0,1-1 0 0 0,-1 1 0 0 0,0-1-1 0 0,1 1 1 0 0,-1-1 0 0 0,1 0 0 0 0,-1 1-1 0 0,0-1 1 0 0,1 0 0 0 0,-1 1 0 0 0,1-1-1 0 0,-1 0 1 0 0,1 1 0 0 0,-1-1 0 0 0,1 0-1 0 0,0 0 1 0 0,-1 0 0 0 0,2 1-1 0 0,4-14-45 0 0,-1-29 56 0 0,-8-54 133 0 0,-27-175-1 0 0,6 79 296 0 0,19 94 435 0 0,5 98-863 0 0,0 0-1 0 0,0 0 1 0 0,0 0-1 0 0,0 0 1 0 0,0-1-1 0 0,0 1 0 0 0,0 0 1 0 0,0 0-1 0 0,0 0 1 0 0,0 0-1 0 0,0 0 1 0 0,0 0-1 0 0,1 0 1 0 0,-1 0-1 0 0,0 0 0 0 0,0-1 1 0 0,0 1-1 0 0,0 0 1 0 0,0 0-1 0 0,0 0 1 0 0,0 0-1 0 0,0 0 0 0 0,0 0 1 0 0,1 0-1 0 0,-1 0 1 0 0,0 0-1 0 0,0 0 1 0 0,0 0-1 0 0,0 0 1 0 0,0 0-1 0 0,0 0 0 0 0,0 0 1 0 0,0 0-1 0 0,1 0 1 0 0,-1 0-1 0 0,0 0 1 0 0,0 0-1 0 0,0 0 1 0 0,0 0-1 0 0,0 0 0 0 0,0 0 1 0 0,0 0-1 0 0,1 0 1 0 0,-1 0-1 0 0,0 0 1 0 0,0 0-1 0 0,0 0 0 0 0,0 1 1 0 0,0-1-1 0 0,0 0 1 0 0,0 0-1 0 0,0 0 1 0 0,0 0-1 0 0,0 0 1 0 0,0 0-1 0 0,1 0 0 0 0,-1 0 1 0 0,0 0-1 0 0,0 0 1 0 0,0 1-1 0 0,0-1 1 0 0,0 0-1 0 0,0 0 0 0 0,0 0 1 0 0,0 0-1 0 0,0 0 1 0 0,0 0-1 0 0,0 1 1 0 0,11 12 185 0 0,12 20 29 0 0,24 48-165 0 0,6 13 208 0 0,126 164 1 0 0,-169-246-324 0 0,0-2 0 0 0,0 0 1 0 0,1 0-1 0 0,0 0 0 0 0,24 13 0 0 0,-32-21 40 0 0,0 0 0 0 0,0-1-1 0 0,0 0 1 0 0,0 1 0 0 0,0-1 0 0 0,1 0-1 0 0,-1-1 1 0 0,0 1 0 0 0,1-1 0 0 0,-1 1-1 0 0,0-1 1 0 0,1 0 0 0 0,5-1 0 0 0,-7 1 19 0 0,0-1-1 0 0,0 0 1 0 0,0 0 0 0 0,1 0 0 0 0,-1 0 0 0 0,0 0-1 0 0,0-1 1 0 0,-1 1 0 0 0,1-1 0 0 0,0 1 0 0 0,0-1-1 0 0,-1 0 1 0 0,1 0 0 0 0,-1 1 0 0 0,1-1 0 0 0,-1 0-1 0 0,0 0 1 0 0,0 0 0 0 0,0-1 0 0 0,0 1 0 0 0,2-4-1 0 0,0-4 26 0 0,-1 0 0 0 0,1-1 0 0 0,-2 1 0 0 0,1 0 0 0 0,-1-1 0 0 0,-1 1 0 0 0,-1-19 0 0 0,-15-79 42 0 0,7 56-59 0 0,5 24 35 0 0,0 7 128 0 0,1-1 0 0 0,1 1 0 0 0,1-29 0 0 0,22 163 766 0 0,-12-40-156 0 0,25 138-6205 0 0,-27-183 1783 0 0,18 45 0 0 0,-18-57 985 0 0,1 0 0 0 0,1 0-1 0 0,17 24 1 0 0,1-10 100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52.713"/>
    </inkml:context>
    <inkml:brush xml:id="br0">
      <inkml:brushProperty name="width" value="0.035" units="cm"/>
      <inkml:brushProperty name="height" value="0.035" units="cm"/>
      <inkml:brushProperty name="color" value="#E71224"/>
    </inkml:brush>
  </inkml:definitions>
  <inkml:trace contextRef="#ctx0" brushRef="#br0">23 66 1304 0 0,'15'-66'15387'0'0,"-25"105"-14759"0"0,1 0-1 0 0,2 1 1 0 0,1-1 0 0 0,2 1-1 0 0,2 1 1 0 0,2-1 0 0 0,7 57-1 0 0,10 31-517 0 0,34 126-1 0 0,-24-131-122 0 0,6 0 0 0 0,56 136-1 0 0,-83-245-432 0 0,0 0-1 0 0,2-1 1 0 0,0 0 0 0 0,0 0-1 0 0,1-1 1 0 0,19 21-1 0 0,-26-31 87 0 0,0 1 0 0 0,1-1 0 0 0,-1 0 0 0 0,0 0 0 0 0,1 0 0 0 0,-1-1 0 0 0,1 1-1 0 0,0-1 1 0 0,0 1 0 0 0,-1-1 0 0 0,1 0 0 0 0,0 0 0 0 0,0 0 0 0 0,0 0 0 0 0,0-1 0 0 0,0 1 0 0 0,0-1 0 0 0,1 1 0 0 0,-1-1-1 0 0,0 0 1 0 0,0-1 0 0 0,0 1 0 0 0,0 0 0 0 0,0-1 0 0 0,0 0 0 0 0,0 0 0 0 0,0 0 0 0 0,0 0 0 0 0,0 0 0 0 0,0 0 0 0 0,-1-1-1 0 0,1 1 1 0 0,-1-1 0 0 0,1 0 0 0 0,-1 0 0 0 0,1 0 0 0 0,-1 0 0 0 0,0 0 0 0 0,3-4 0 0 0,16-21-2427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55.107"/>
    </inkml:context>
    <inkml:brush xml:id="br0">
      <inkml:brushProperty name="width" value="0.035" units="cm"/>
      <inkml:brushProperty name="height" value="0.035" units="cm"/>
      <inkml:brushProperty name="color" value="#E71224"/>
    </inkml:brush>
  </inkml:definitions>
  <inkml:trace contextRef="#ctx0" brushRef="#br0">70 30 824 0 0,'0'-1'383'0'0,"0"-1"1"0"0,1 1-1 0 0,-1 0 0 0 0,0 0 1 0 0,0-1-1 0 0,0 1 1 0 0,0 0-1 0 0,0 0 0 0 0,0-1 1 0 0,0 1-1 0 0,0 0 0 0 0,0 0 1 0 0,0-1-1 0 0,-1 1 0 0 0,1 0 1 0 0,-1 0-1 0 0,1 0 0 0 0,-1-1 1 0 0,1 1-1 0 0,-1 0 1 0 0,0 0-1 0 0,-1-2 0 0 0,1 4-104 0 0,0-1 0 0 0,0 1 0 0 0,-1-1 0 0 0,1 1 0 0 0,0 0 0 0 0,0 0 0 0 0,0-1 0 0 0,0 1 0 0 0,1 0 0 0 0,-1 0 0 0 0,0 0 0 0 0,0 0 1 0 0,0 0-1 0 0,1 0 0 0 0,-1 0 0 0 0,0 0 0 0 0,0 2 0 0 0,-5 9 474 0 0,-1 0 1 0 0,2 1-1 0 0,-6 17 1 0 0,4 4-638 0 0,2-1 0 0 0,2 1 0 0 0,1 1 0 0 0,1-1 0 0 0,2 0 0 0 0,1 0 0 0 0,2 0 0 0 0,2 0 0 0 0,1-1 0 0 0,1 0 0 0 0,21 53 0 0 0,-25-77-706 0 0,1 0 0 0 0,0 0 0 0 0,1 0 0 0 0,0 0 0 0 0,14 13 0 0 0,-18-19-79 0 0,1 0 0 0 0,1 0 1 0 0,-1 0-1 0 0,0 0 0 0 0,1-1 1 0 0,-1 1-1 0 0,1-1 0 0 0,0 0 1 0 0,0 0-1 0 0,0-1 1 0 0,0 1-1 0 0,0-1 0 0 0,0 0 1 0 0,0 0-1 0 0,0 0 0 0 0,8 0 1 0 0,3-4-1999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55.703"/>
    </inkml:context>
    <inkml:brush xml:id="br0">
      <inkml:brushProperty name="width" value="0.035" units="cm"/>
      <inkml:brushProperty name="height" value="0.035" units="cm"/>
      <inkml:brushProperty name="color" value="#E71224"/>
    </inkml:brush>
  </inkml:definitions>
  <inkml:trace contextRef="#ctx0" brushRef="#br0">154 0 1144 0 0,'-25'23'9705'0'0,"1"-3"-4033"0"0,-10 10-1885 0 0,27-23-3624 0 0,0 0-1 0 0,0 0 0 0 0,1 0 1 0 0,0 1-1 0 0,1 0 0 0 0,0 0 0 0 0,0 0 1 0 0,1 1-1 0 0,-6 14 0 0 0,8-20-161 0 0,1 0 0 0 0,0 1-1 0 0,0 0 1 0 0,0-1 0 0 0,0 1 0 0 0,1 0-1 0 0,-1-1 1 0 0,1 1 0 0 0,0 0-1 0 0,0 0 1 0 0,0-1 0 0 0,0 1-1 0 0,1 0 1 0 0,0 0 0 0 0,0-1 0 0 0,0 1-1 0 0,2 5 1 0 0,-1-6-3 0 0,0-1-1 0 0,1 1 1 0 0,-1 0-1 0 0,1-1 1 0 0,-1 1-1 0 0,1-1 1 0 0,0 0-1 0 0,0 0 1 0 0,0 0-1 0 0,0 0 1 0 0,1-1-1 0 0,-1 1 1 0 0,0-1-1 0 0,1 0 1 0 0,-1 0-1 0 0,1 0 1 0 0,-1 0-1 0 0,6 0 1 0 0,6 0 4 0 0,0-1 0 0 0,0 0 1 0 0,-1-1-1 0 0,1-1 1 0 0,0 0-1 0 0,-1-1 0 0 0,0-1 1 0 0,1 0-1 0 0,-1-1 1 0 0,15-7-1 0 0,-14 5 5 0 0,0 2-1 0 0,1-1 1 0 0,0 2 0 0 0,0 0 0 0 0,0 1-1 0 0,0 1 1 0 0,31-1 0 0 0,-44 3 39 0 0,1 1 1 0 0,-1-1 0 0 0,0 1 0 0 0,1 0 0 0 0,-1 0 0 0 0,0 1-1 0 0,0-1 1 0 0,0 1 0 0 0,0-1 0 0 0,0 1 0 0 0,0 0-1 0 0,0 0 1 0 0,0 0 0 0 0,-1 1 0 0 0,1-1 0 0 0,-1 1-1 0 0,0-1 1 0 0,0 1 0 0 0,0 0 0 0 0,0 0 0 0 0,0 0-1 0 0,0 0 1 0 0,-1 0 0 0 0,1 0 0 0 0,-1 0 0 0 0,0 1 0 0 0,0-1-1 0 0,0 0 1 0 0,-1 1 0 0 0,1-1 0 0 0,-1 1 0 0 0,0 5-1 0 0,1 14 396 0 0,-1-1 0 0 0,-1 1-1 0 0,-7 42 1 0 0,4-42-132 0 0,34-46-874 0 0,41-25 0 0 0,-69 46 560 0 0,1 1 1 0 0,-1-1-1 0 0,1 1 1 0 0,0 0-1 0 0,-1-1 0 0 0,1 2 1 0 0,0-1-1 0 0,0 0 0 0 0,0 0 1 0 0,0 1-1 0 0,0 0 0 0 0,0-1 1 0 0,0 1-1 0 0,0 0 0 0 0,0 0 1 0 0,0 1-1 0 0,0-1 1 0 0,0 1-1 0 0,-1-1 0 0 0,1 1 1 0 0,0 0-1 0 0,0 0 0 0 0,0 0 1 0 0,-1 1-1 0 0,5 2 0 0 0,-4-1 77 0 0,0 0 0 0 0,0 0 0 0 0,-1 1-1 0 0,1-1 1 0 0,-1 1 0 0 0,0 0-1 0 0,0 0 1 0 0,0 0 0 0 0,0 0-1 0 0,-1 0 1 0 0,1 0 0 0 0,-1 1 0 0 0,0-1-1 0 0,-1 0 1 0 0,1 1 0 0 0,-1 8-1 0 0,0 11 130 0 0,-1 0 0 0 0,-2 1 0 0 0,0-1-1 0 0,-2 0 1 0 0,-1 0 0 0 0,0-1-1 0 0,-2 0 1 0 0,-1 0 0 0 0,0-1-1 0 0,-15 25 1 0 0,6-26-3226 0 0,18-22 2792 0 0,0 1 0 0 0,-1 0 0 0 0,1 0 0 0 0,0 0 0 0 0,-1-1 0 0 0,1 1 0 0 0,0 0 0 0 0,-1 0 0 0 0,1-1 0 0 0,0 1 0 0 0,0 0 0 0 0,-1-1 0 0 0,1 1 0 0 0,0 0 0 0 0,0-1-1 0 0,0 1 1 0 0,-1 0 0 0 0,1-1 0 0 0,0 1 0 0 0,0-1 0 0 0,0 1 0 0 0,0 0 0 0 0,0-1 0 0 0,0 1 0 0 0,0-1 0 0 0,0 1 0 0 0,0 0 0 0 0,0-1 0 0 0,0 1 0 0 0,0-1 0 0 0,0 1 0 0 0,0 0 0 0 0,0-2 0 0 0,4-34-9940 0 0,-1 12 6212 0 0,0 9 4244 0 0,2-24-2737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55.976"/>
    </inkml:context>
    <inkml:brush xml:id="br0">
      <inkml:brushProperty name="width" value="0.035" units="cm"/>
      <inkml:brushProperty name="height" value="0.035" units="cm"/>
      <inkml:brushProperty name="color" value="#E71224"/>
    </inkml:brush>
  </inkml:definitions>
  <inkml:trace contextRef="#ctx0" brushRef="#br0">120 191 1544 0 0,'-29'17'5065'0'0,"17"-9"-2703"0"0,0 0 1 0 0,-1-1 0 0 0,0-1-1 0 0,0 0 1 0 0,-15 4 0 0 0,44-16-1960 0 0,0-1-1 0 0,-1-1 1 0 0,27-18 0 0 0,-13 7-201 0 0,70-43-53 0 0,-41 24-2614 0 0,66-32 0 0 0,-122 69 2129 0 0,33-13-4101 0 0,-34 14 4171 0 0,0-1 0 0 0,0 1-1 0 0,0 0 1 0 0,0 0 0 0 0,0-1 0 0 0,0 1-1 0 0,0 0 1 0 0,0 0 0 0 0,0 0-1 0 0,0 0 1 0 0,0 0 0 0 0,0 0 0 0 0,0 1-1 0 0,1-1 1 0 0,-1 0 0 0 0,0 0 0 0 0,0 1-1 0 0,0-1 1 0 0,0 1 0 0 0,-1-1 0 0 0,1 1-1 0 0,0-1 1 0 0,0 1 0 0 0,0-1-1 0 0,0 1 1 0 0,0 0 0 0 0,-1 0 0 0 0,1-1-1 0 0,0 2 1 0 0,3 15-2894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56.700"/>
    </inkml:context>
    <inkml:brush xml:id="br0">
      <inkml:brushProperty name="width" value="0.035" units="cm"/>
      <inkml:brushProperty name="height" value="0.035" units="cm"/>
      <inkml:brushProperty name="color" value="#E71224"/>
    </inkml:brush>
  </inkml:definitions>
  <inkml:trace contextRef="#ctx0" brushRef="#br0">36 77 424 0 0,'-1'-1'840'0'0,"-1"0"-1"0"0,1 0 1 0 0,-1 1 0 0 0,0-1-1 0 0,1 0 1 0 0,-1 1-1 0 0,1-1 1 0 0,-1 1 0 0 0,0 0-1 0 0,0-1 1 0 0,1 1 0 0 0,-1 0-1 0 0,0 0 1 0 0,-3 0-1 0 0,5 1-625 0 0,-1-1 0 0 0,1 0 0 0 0,-1 1 0 0 0,1-1-1 0 0,-1 0 1 0 0,1 1 0 0 0,-1-1 0 0 0,1 1-1 0 0,0-1 1 0 0,-1 1 0 0 0,1-1 0 0 0,0 1-1 0 0,-1-1 1 0 0,1 1 0 0 0,0-1 0 0 0,-1 1 0 0 0,1-1-1 0 0,0 1 1 0 0,0 0 0 0 0,0-1 0 0 0,0 1-1 0 0,0-1 1 0 0,0 1 0 0 0,0 0 0 0 0,-1-1-1 0 0,2 1 1 0 0,-1 0 0 0 0,1 8 271 0 0,1 0-1 0 0,-1 0 1 0 0,2-1-1 0 0,5 15 1 0 0,0 0 113 0 0,-5-12-421 0 0,117 529 2752 0 0,-100-389-2729 0 0,-45-255-373 0 0,8 41 160 0 0,-14-70-414 0 0,-27-245 0 0 0,59 368 538 0 0,2 8-14 0 0,10 19 69 0 0,11 32 167 0 0,5 39 164 0 0,18 43-354 0 0,-42-119-152 0 0,1 0-1 0 0,0-1 0 0 0,1 0 0 0 0,0 0 0 0 0,1 0 1 0 0,0-1-1 0 0,1 0 0 0 0,11 10 0 0 0,-18-19 11 0 0,0 1-1 0 0,-1-1 0 0 0,1 1 1 0 0,0-1-1 0 0,0 1 0 0 0,0-1 1 0 0,0 0-1 0 0,0 0 1 0 0,1 0-1 0 0,-1 0 0 0 0,0 0 1 0 0,0-1-1 0 0,1 1 1 0 0,-1-1-1 0 0,0 1 0 0 0,1-1 1 0 0,-1 0-1 0 0,0 0 0 0 0,1 0 1 0 0,-1 0-1 0 0,0-1 1 0 0,3 1-1 0 0,-2-2-7 0 0,0 1 0 0 0,0-1 1 0 0,-1 1-1 0 0,1-1 0 0 0,-1 0 0 0 0,1 0 1 0 0,-1 0-1 0 0,0 0 0 0 0,0 0 0 0 0,0-1 1 0 0,0 1-1 0 0,0-1 0 0 0,-1 1 0 0 0,3-6 1 0 0,3-6-41 0 0,-1-2 0 0 0,0 1 0 0 0,-1-1 0 0 0,-1 0 1 0 0,3-17-1 0 0,2-44-58 0 0,-4 0-1 0 0,-4-100 1 0 0,-3 75 722 0 0,5 94 9 0 0,3 15-293 0 0,4 16-39 0 0,2 20 273 0 0,10 79-1 0 0,-15-72-163 0 0,16 55 0 0 0,-18-90-708 0 0,0 0 0 0 0,1 0 0 0 0,0 0 0 0 0,1-1 0 0 0,1 0 0 0 0,0-1 0 0 0,18 23 0 0 0,0-15-1680 0 0,-24-21 1571 0 0,0 1 1 0 0,0 0-1 0 0,0-1 0 0 0,0 1 1 0 0,0-1-1 0 0,1 0 0 0 0,-1 0 1 0 0,0 0-1 0 0,0 0 1 0 0,0 0-1 0 0,0 0 0 0 0,0 0 1 0 0,0-1-1 0 0,0 1 0 0 0,0-1 1 0 0,0 1-1 0 0,3-2 0 0 0,-1-1-398 0 0,0 1 0 0 0,0-1 0 0 0,-1 0-1 0 0,1 0 1 0 0,0 0 0 0 0,-1 0 0 0 0,0-1 0 0 0,0 1-1 0 0,0-1 1 0 0,0 0 0 0 0,-1 0 0 0 0,1 0 0 0 0,-1 0-1 0 0,3-8 1 0 0,9-28-2148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57.253"/>
    </inkml:context>
    <inkml:brush xml:id="br0">
      <inkml:brushProperty name="width" value="0.035" units="cm"/>
      <inkml:brushProperty name="height" value="0.035" units="cm"/>
      <inkml:brushProperty name="color" value="#E71224"/>
    </inkml:brush>
  </inkml:definitions>
  <inkml:trace contextRef="#ctx0" brushRef="#br0">117 15 2904 0 0,'-3'-2'945'0'0,"0"0"0"0"0,-1 0 0 0 0,1 1 0 0 0,0-1 0 0 0,0 1 0 0 0,-1 0 0 0 0,1 0 0 0 0,-1 0 0 0 0,1 1 0 0 0,-1-1 0 0 0,1 1 0 0 0,-1 0 0 0 0,0 0-1 0 0,-5 0 1 0 0,-12 13 4362 0 0,3 14-3387 0 0,14-20-1778 0 0,1 1 1 0 0,0 0 0 0 0,0-1 0 0 0,1 1-1 0 0,0 1 1 0 0,1-1 0 0 0,0 0 0 0 0,0 0-1 0 0,0 1 1 0 0,1-1 0 0 0,0 0 0 0 0,3 16-1 0 0,-2-21-152 0 0,-1 0-1 0 0,1-1 0 0 0,0 1 0 0 0,0 0 0 0 0,1 0 0 0 0,-1-1 0 0 0,1 1 0 0 0,-1-1 1 0 0,1 1-1 0 0,0-1 0 0 0,-1 1 0 0 0,1-1 0 0 0,1 0 0 0 0,-1 0 0 0 0,0 0 1 0 0,0 0-1 0 0,1-1 0 0 0,-1 1 0 0 0,1-1 0 0 0,-1 1 0 0 0,1-1 0 0 0,0 0 1 0 0,0 0-1 0 0,-1 0 0 0 0,1 0 0 0 0,0 0 0 0 0,0-1 0 0 0,0 1 0 0 0,0-1 1 0 0,0 0-1 0 0,0 0 0 0 0,0 0 0 0 0,0 0 0 0 0,0-1 0 0 0,0 1 0 0 0,0-1 1 0 0,0 1-1 0 0,3-3 0 0 0,47-12-520 0 0,-41 11 432 0 0,0 0-1 0 0,0 1 1 0 0,1 0 0 0 0,0 1 0 0 0,21-1 0 0 0,-33 3 125 0 0,1 0-1 0 0,0 1 0 0 0,0-1 1 0 0,-1 1-1 0 0,1-1 0 0 0,0 1 0 0 0,-1 0 1 0 0,1 0-1 0 0,-1 0 0 0 0,1 0 0 0 0,-1 0 1 0 0,1 0-1 0 0,-1 0 0 0 0,0 0 1 0 0,0 1-1 0 0,1-1 0 0 0,-1 0 0 0 0,0 1 1 0 0,0-1-1 0 0,0 1 0 0 0,-1-1 0 0 0,1 1 1 0 0,0-1-1 0 0,0 1 0 0 0,-1 0 1 0 0,1 0-1 0 0,-1-1 0 0 0,0 1 0 0 0,1 0 1 0 0,-1 0-1 0 0,0-1 0 0 0,0 1 0 0 0,0 0 1 0 0,0 0-1 0 0,0-1 0 0 0,-1 4 1 0 0,0 9 198 0 0,-1 1 0 0 0,0-1 1 0 0,-4 18-1 0 0,4-27-190 0 0,-17 54 200 0 0,13-44-228 0 0,1 0 1 0 0,-7 29-1 0 0,12-44-17 0 0,0 0 0 0 0,0 1 0 0 0,0-1-1 0 0,0 0 1 0 0,0 1 0 0 0,0-1 0 0 0,0 0-1 0 0,0 1 1 0 0,0-1 0 0 0,0 0-1 0 0,0 1 1 0 0,1-1 0 0 0,-1 0 0 0 0,0 1-1 0 0,0-1 1 0 0,0 0 0 0 0,0 1-1 0 0,0-1 1 0 0,1 0 0 0 0,-1 0 0 0 0,0 1-1 0 0,0-1 1 0 0,1 0 0 0 0,-1 0 0 0 0,0 1-1 0 0,0-1 1 0 0,1 0 0 0 0,-1 0-1 0 0,0 0 1 0 0,0 1 0 0 0,1-1 0 0 0,-1 0-1 0 0,0 0 1 0 0,1 0 0 0 0,-1 0-1 0 0,0 0 1 0 0,1 0 0 0 0,-1 0 0 0 0,0 0-1 0 0,1 0 1 0 0,-1 0 0 0 0,0 0-1 0 0,1 0 1 0 0,-1 0 0 0 0,0 0 0 0 0,1 0-1 0 0,-1 0 1 0 0,0 0 0 0 0,1 0 0 0 0,-1 0-1 0 0,0 0 1 0 0,1-1 0 0 0,-1 1-1 0 0,0 0 1 0 0,0 0 0 0 0,1 0 0 0 0,-1 0-1 0 0,0-1 1 0 0,0 1 0 0 0,1 0-1 0 0,-1-1 1 0 0,21-11-338 0 0,30-34-83 0 0,-42 37 337 0 0,-1 0 1 0 0,1 1-1 0 0,1 0 1 0 0,0 0-1 0 0,0 1 0 0 0,0 0 1 0 0,1 1-1 0 0,0 0 0 0 0,15-5 1 0 0,-25 10 124 0 0,1 1-1 0 0,-1 0 1 0 0,1-1 0 0 0,0 1 0 0 0,-1 0 0 0 0,1 0 0 0 0,0 0-1 0 0,-1 0 1 0 0,1 0 0 0 0,0 0 0 0 0,-1 0 0 0 0,1 0 0 0 0,0 1-1 0 0,-1-1 1 0 0,1 1 0 0 0,-1-1 0 0 0,1 1 0 0 0,-1 0-1 0 0,1-1 1 0 0,-1 1 0 0 0,1 0 0 0 0,-1 0 0 0 0,0 0 0 0 0,2 2-1 0 0,-1-1 41 0 0,0 1 0 0 0,0 0-1 0 0,0 0 1 0 0,0 0-1 0 0,-1 0 1 0 0,0 0 0 0 0,1 1-1 0 0,-1-1 1 0 0,0 0-1 0 0,-1 1 1 0 0,2 3-1 0 0,-1 11 249 0 0,1 0-1 0 0,-2-1 0 0 0,-3 28 1 0 0,3-41-275 0 0,-5 34 138 0 0,-1 0 1 0 0,-2-1-1 0 0,-2 0 1 0 0,-17 43-1 0 0,27-79-356 0 0,0 0 0 0 0,0 0 0 0 0,0 0 0 0 0,0 0 0 0 0,-1-1 0 0 0,1 1 0 0 0,0 0 0 0 0,0 0 0 0 0,-1 0 0 0 0,1-1 0 0 0,0 1 0 0 0,-1 0 0 0 0,1-1 0 0 0,-1 1 0 0 0,1 0 0 0 0,-1-1 0 0 0,1 1 0 0 0,-1 0 0 0 0,1-1 0 0 0,-1 1 0 0 0,0-1 0 0 0,1 1 0 0 0,-1-1 1 0 0,0 1-1 0 0,-1 0 0 0 0,-1-22-7612 0 0,6-20-423 0 0,-2 24 6494 0 0,4-24-1698 0 0,-4-3 1121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57.558"/>
    </inkml:context>
    <inkml:brush xml:id="br0">
      <inkml:brushProperty name="width" value="0.035" units="cm"/>
      <inkml:brushProperty name="height" value="0.035" units="cm"/>
      <inkml:brushProperty name="color" value="#E71224"/>
    </inkml:brush>
  </inkml:definitions>
  <inkml:trace contextRef="#ctx0" brushRef="#br0">21 15 3384 0 0,'-21'-14'8227'0'0,"30"22"-1841"0"0,16 10-2837 0 0,-1-3-3990 0 0,75 29 1416 0 0,71 39 189 0 0,-149-71-1043 0 0,-2 1 0 0 0,1 1 0 0 0,-2 1 0 0 0,0 0 0 0 0,-1 2 0 0 0,18 21 0 0 0,-14-10 22 0 0,-1 1 0 0 0,-2 0 0 0 0,-1 1 0 0 0,-2 1 0 0 0,-1 0 0 0 0,-1 2 0 0 0,-2-1 0 0 0,-1 1 0 0 0,9 51 0 0 0,-13-45-563 0 0,-2 1 0 0 0,-1 0 1 0 0,-3 42-1 0 0,-2-48-1863 0 0,-2 0 0 0 0,-1 0 0 0 0,-16 56 0 0 0,18-79 654 0 0,-1-1 0 0 0,0 0 0 0 0,0 0 0 0 0,-1 0 0 0 0,-9 12 0 0 0,-5 0-1571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58.937"/>
    </inkml:context>
    <inkml:brush xml:id="br0">
      <inkml:brushProperty name="width" value="0.035" units="cm"/>
      <inkml:brushProperty name="height" value="0.035" units="cm"/>
      <inkml:brushProperty name="color" value="#E71224"/>
    </inkml:brush>
  </inkml:definitions>
  <inkml:trace contextRef="#ctx0" brushRef="#br0">1 31 264 0 0,'9'-27'6049'0'0,"-9"27"-5892"0"0,1-1 1 0 0,-1 1 0 0 0,0 0 0 0 0,0 0 0 0 0,0-1-1 0 0,1 1 1 0 0,-1 0 0 0 0,0 0 0 0 0,0 0 0 0 0,0-1-1 0 0,1 1 1 0 0,-1 0 0 0 0,0 0 0 0 0,1 0-1 0 0,-1 0 1 0 0,0 0 0 0 0,0 0 0 0 0,1-1 0 0 0,-1 1-1 0 0,0 0 1 0 0,0 0 0 0 0,1 0 0 0 0,-1 0-1 0 0,0 0 1 0 0,1 0 0 0 0,-1 0 0 0 0,0 0 0 0 0,1 0-1 0 0,-1 0 1 0 0,0 1 0 0 0,0-1 0 0 0,1 0 0 0 0,-1 0-1 0 0,0 0 1 0 0,0 0 0 0 0,1 0 0 0 0,-1 0-1 0 0,0 1 1 0 0,0-1 0 0 0,1 0 0 0 0,10 17 4571 0 0,1 10-4615 0 0,138 306 2898 0 0,-90-228-5576 0 0,7-1-5146 0 0,-66-104 7049 0 0,-1 1 472 0 0,1-1-1 0 0,-1 0 0 0 0,0 0 0 0 0,0 0 0 0 0,1 1 0 0 0,-1-1 0 0 0,0 0 0 0 0,0 0 0 0 0,0 1 0 0 0,1-1 1 0 0,-1 0-1 0 0,0 1 0 0 0,0-1 0 0 0,0 0 0 0 0,0 1 0 0 0,0-1 0 0 0,1 0 0 0 0,-1 1 0 0 0,0-1 1 0 0,0 0-1 0 0,0 1 0 0 0,0-1 0 0 0,0 0 0 0 0,0 1 0 0 0,0-1 0 0 0,0 0 0 0 0,0 1 0 0 0,0-1 0 0 0,0 0 1 0 0,-1 1-1 0 0,1-1 0 0 0,0 0 0 0 0,0 1 0 0 0,0-1 0 0 0,-9 0-2090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2:59.085"/>
    </inkml:context>
    <inkml:brush xml:id="br0">
      <inkml:brushProperty name="width" value="0.035" units="cm"/>
      <inkml:brushProperty name="height" value="0.035" units="cm"/>
      <inkml:brushProperty name="color" value="#E71224"/>
    </inkml:brush>
  </inkml:definitions>
  <inkml:trace contextRef="#ctx0" brushRef="#br0">112 293 1544 0 0,'-21'-12'2611'0'0,"-44"-21"3978"0"0,39 23 1918 0 0,39 8-8281 0 0,0-1-1 0 0,0 0 0 0 0,0-1 0 0 0,-1 0 1 0 0,0-1-1 0 0,0 0 0 0 0,15-10 1 0 0,79-53-258 0 0,-94 59-5 0 0,42-31-1000 0 0,1-1-2362 0 0,0 8-4467 0 0,-36 27 3786 0 0,-11 13 1053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00.100"/>
    </inkml:context>
    <inkml:brush xml:id="br0">
      <inkml:brushProperty name="width" value="0.035" units="cm"/>
      <inkml:brushProperty name="height" value="0.035" units="cm"/>
      <inkml:brushProperty name="color" value="#E71224"/>
    </inkml:brush>
  </inkml:definitions>
  <inkml:trace contextRef="#ctx0" brushRef="#br0">52 46 1624 0 0,'-1'-3'1075'0'0,"0"-1"0"0"0,-1 1 0 0 0,1 0 0 0 0,-1-1 0 0 0,0 1 0 0 0,0 0 0 0 0,0 0 0 0 0,-1 0 1 0 0,-4-5-1 0 0,7 8-976 0 0,0-1 1 0 0,-1 1 0 0 0,1-1 0 0 0,-1 0-1 0 0,1 1 1 0 0,0-1 0 0 0,-1 1-1 0 0,1 0 1 0 0,-1-1 0 0 0,1 1 0 0 0,-1-1-1 0 0,1 1 1 0 0,-1 0 0 0 0,0-1 0 0 0,1 1-1 0 0,-1 0 1 0 0,1 0 0 0 0,-1-1-1 0 0,0 1 1 0 0,1 0 0 0 0,-1 0 0 0 0,0 0-1 0 0,1 0 1 0 0,-1 0 0 0 0,0 0 0 0 0,1 0-1 0 0,-1 0 1 0 0,0 0 0 0 0,1 0 0 0 0,-1 0-1 0 0,0 0 1 0 0,1 1 0 0 0,-1-1-1 0 0,1 0 1 0 0,-1 0 0 0 0,0 1 0 0 0,1-1-1 0 0,-1 0 1 0 0,1 1 0 0 0,-1-1 0 0 0,1 0-1 0 0,-1 1 1 0 0,1-1 0 0 0,-1 1-1 0 0,1-1 1 0 0,-1 1 0 0 0,1-1 0 0 0,0 1-1 0 0,-1 0 1 0 0,1-1 0 0 0,0 1 0 0 0,0-1-1 0 0,-1 1 1 0 0,1 0 0 0 0,0-1 0 0 0,0 1-1 0 0,0 0 1 0 0,0-1 0 0 0,0 1-1 0 0,-1 0 1 0 0,2 0 0 0 0,-1 6 61 0 0,0 0-1 0 0,1 1 1 0 0,0-1 0 0 0,0 0 0 0 0,1 0-1 0 0,0 0 1 0 0,0 0 0 0 0,1-1-1 0 0,4 10 1 0 0,0 1 5 0 0,179 428-427 0 0,-181-433 1485 0 0,5 9-2976 0 0,2 8-5066 0 0,-12-22 407 0 0,-19-28 2354 0 0,1-3 2950 0 0,-5-6 334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00.276"/>
    </inkml:context>
    <inkml:brush xml:id="br0">
      <inkml:brushProperty name="width" value="0.035" units="cm"/>
      <inkml:brushProperty name="height" value="0.035" units="cm"/>
      <inkml:brushProperty name="color" value="#E71224"/>
    </inkml:brush>
  </inkml:definitions>
  <inkml:trace contextRef="#ctx0" brushRef="#br0">64 174 1064 0 0,'-3'-3'1093'0'0,"-29"-17"3741"0"0,31 19-4549 0 0,1 1 1 0 0,-1-1-1 0 0,0 1 1 0 0,1-1-1 0 0,-1 1 1 0 0,0 0-1 0 0,0-1 1 0 0,0 1-1 0 0,0 0 0 0 0,1-1 1 0 0,-1 1-1 0 0,0 0 1 0 0,0 0-1 0 0,0 0 1 0 0,0 0-1 0 0,0 0 1 0 0,0 0-1 0 0,0 0 1 0 0,0 0-1 0 0,1 0 1 0 0,-1 0-1 0 0,0 0 1 0 0,0 1-1 0 0,0-1 0 0 0,0 0 1 0 0,0 1-1 0 0,1-1 1 0 0,-1 1-1 0 0,0-1 1 0 0,0 1-1 0 0,1-1 1 0 0,-2 2-1 0 0,2-2-158 0 0,0 1 0 0 0,1 0 0 0 0,-1-1 0 0 0,0 1 0 0 0,1-1 0 0 0,-1 1 0 0 0,0 0 0 0 0,1-1 0 0 0,-1 1 0 0 0,1-1 0 0 0,-1 1 0 0 0,1-1 0 0 0,-1 1 0 0 0,1-1 0 0 0,-1 0 0 0 0,1 1 0 0 0,0-1 0 0 0,-1 0 0 0 0,1 1 0 0 0,0-1 0 0 0,-1 0 0 0 0,1 0 0 0 0,-1 0 0 0 0,1 1-1 0 0,0-1 1 0 0,0 0 0 0 0,-1 0 0 0 0,1 0 0 0 0,0 0 0 0 0,0 0 0 0 0,24 4 404 0 0,-11-3-375 0 0,0 0 0 0 0,0-1 0 0 0,0-1 0 0 0,0 0 1 0 0,0-1-1 0 0,0-1 0 0 0,0 0 0 0 0,-1-1 0 0 0,1 0 0 0 0,-1-1 0 0 0,23-12 0 0 0,45-35-997 0 0,-4-11-3479 0 0,-76 62 3827 0 0,1 0 1 0 0,-1 0-1 0 0,0 0 0 0 0,0 0 1 0 0,0 0-1 0 0,1 0 1 0 0,-1 0-1 0 0,0 0 0 0 0,1 0 1 0 0,-1 1-1 0 0,0-1 1 0 0,1 1-1 0 0,-1-1 0 0 0,1 1 1 0 0,-1-1-1 0 0,1 1 0 0 0,2 0 1 0 0,1 12-5509 0 0,-7 5 5055 0 0,-7 12-694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01.437"/>
    </inkml:context>
    <inkml:brush xml:id="br0">
      <inkml:brushProperty name="width" value="0.035" units="cm"/>
      <inkml:brushProperty name="height" value="0.035" units="cm"/>
      <inkml:brushProperty name="color" value="#E71224"/>
    </inkml:brush>
  </inkml:definitions>
  <inkml:trace contextRef="#ctx0" brushRef="#br0">53 133 344 0 0,'12'-38'3740'0'0,"-7"25"-1834"0"0,-1 0-1 0 0,0 0 1 0 0,0 0 0 0 0,-2 0-1 0 0,2-16 1 0 0,-13 29 2026 0 0,-25 13-2571 0 0,31-12-1312 0 0,0 1 0 0 0,0 1 0 0 0,0-1-1 0 0,0 0 1 0 0,0 1 0 0 0,0-1 0 0 0,1 1 0 0 0,-1 0-1 0 0,1 0 1 0 0,0 0 0 0 0,0 0 0 0 0,0 1-1 0 0,0-1 1 0 0,1 0 0 0 0,-1 1 0 0 0,1-1-1 0 0,0 1 1 0 0,0 0 0 0 0,0-1 0 0 0,0 1 0 0 0,1 0-1 0 0,-1-1 1 0 0,1 1 0 0 0,0 7 0 0 0,1 8 46 0 0,1-1 0 0 0,0 1 0 0 0,8 29 0 0 0,6 10 42 0 0,3-1-1 0 0,2-1 1 0 0,3-1-1 0 0,59 101 0 0 0,-17-53-34 0 0,112 133 0 0 0,-146-196-400 0 0,110 122-324 0 0,-125-146-481 0 0,0 0 0 0 0,2-1 0 0 0,-1 0 0 0 0,2-2 0 0 0,0 0 0 0 0,40 18 0 0 0,-51-27-750 0 0,0-1 0 0 0,0 0-1 0 0,0-1 1 0 0,18 3-1 0 0,-4-5-1639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02.058"/>
    </inkml:context>
    <inkml:brush xml:id="br0">
      <inkml:brushProperty name="width" value="0.035" units="cm"/>
      <inkml:brushProperty name="height" value="0.035" units="cm"/>
      <inkml:brushProperty name="color" value="#E71224"/>
    </inkml:brush>
  </inkml:definitions>
  <inkml:trace contextRef="#ctx0" brushRef="#br0">0 45 504 0 0,'6'-13'1495'0'0,"7"-17"5217"0"0,-9 28-2855 0 0,-4 19-947 0 0,-1 5-2272 0 0,1 0 0 0 0,1 0 0 0 0,0 0 0 0 0,2 0 0 0 0,1-1 0 0 0,8 28 0 0 0,49 129 424 0 0,-36-115-617 0 0,34 106 151 0 0,46 115 328 0 0,-93-263-837 0 0,-10-36-17 0 0,-10-40 107 0 0,-16-66 98 0 0,-23-156-345 0 0,44 243 13 0 0,1 0-1 0 0,2-1 1 0 0,1 1 0 0 0,2-1 0 0 0,1 1 0 0 0,10-36 0 0 0,-14 67 60 0 0,0 1 0 0 0,1-1-1 0 0,0 0 1 0 0,0 1 0 0 0,0-1 0 0 0,0 0-1 0 0,0 1 1 0 0,0-1 0 0 0,1 1 0 0 0,-1 0 0 0 0,1-1-1 0 0,0 1 1 0 0,0 0 0 0 0,0 0 0 0 0,0 0-1 0 0,0 0 1 0 0,0 0 0 0 0,0 1 0 0 0,0-1 0 0 0,6-2-1 0 0,-6 4 13 0 0,1-1 0 0 0,0 1 0 0 0,-1 0-1 0 0,1 0 1 0 0,0 0 0 0 0,0 1 0 0 0,-1-1-1 0 0,1 0 1 0 0,0 1 0 0 0,-1 0 0 0 0,1 0-1 0 0,-1 0 1 0 0,1 0 0 0 0,-1 0 0 0 0,1 0-1 0 0,-1 1 1 0 0,0-1 0 0 0,1 1 0 0 0,-1-1-1 0 0,4 5 1 0 0,13 11 146 0 0,-1 1 0 0 0,0 1 0 0 0,-1 1 1 0 0,-1 1-1 0 0,-1 0 0 0 0,13 24 0 0 0,66 146 1058 0 0,-67-133-873 0 0,27 59 6 0 0,-4 3-1 0 0,-6 2 0 0 0,43 195 1 0 0,-81-296-882 0 0,-5-16 126 0 0,1 0 0 0 0,-1 0 0 0 0,0 0 1 0 0,-1-1-1 0 0,1 1 0 0 0,-1 0 0 0 0,0 9 1 0 0,-15-42-16442 0 0,6 8 13542 0 0,-5-7 810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02.618"/>
    </inkml:context>
    <inkml:brush xml:id="br0">
      <inkml:brushProperty name="width" value="0.035" units="cm"/>
      <inkml:brushProperty name="height" value="0.035" units="cm"/>
      <inkml:brushProperty name="color" value="#E71224"/>
    </inkml:brush>
  </inkml:definitions>
  <inkml:trace contextRef="#ctx0" brushRef="#br0">105 147 3704 0 0,'-40'27'7089'0'0,"-12"9"-840"0"0,40-27-3247 0 0,19-11 339 0 0,29-17-3147 0 0,198-96-124 0 0,-73 51-4262 0 0,-96 47-1650 0 0,-60 17 5206 0 0,-1-1 0 0 0,0 1 0 0 0,1 0 1 0 0,-1 0-1 0 0,1 0 0 0 0,-1 0 0 0 0,1 1 0 0 0,-1 0 1 0 0,0 0-1 0 0,1 0 0 0 0,-1 1 0 0 0,7 2 0 0 0,16 18-2897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03.296"/>
    </inkml:context>
    <inkml:brush xml:id="br0">
      <inkml:brushProperty name="width" value="0.035" units="cm"/>
      <inkml:brushProperty name="height" value="0.035" units="cm"/>
      <inkml:brushProperty name="color" value="#E71224"/>
    </inkml:brush>
  </inkml:definitions>
  <inkml:trace contextRef="#ctx0" brushRef="#br0">40 321 584 0 0,'-39'-71'20601'0'0,"50"92"-20158"0"0,-1-1 0 0 0,-1 1 1 0 0,0 1-1 0 0,-2-1 0 0 0,8 42 0 0 0,-1-10-116 0 0,19 66 138 0 0,69 214-10 0 0,-89-303-454 0 0,-7-21-55 0 0,-8-18-194 0 0,-11-36 245 0 0,-73-271-99 0 0,73 252 3 0 0,2 0 1 0 0,-5-130 0 0 0,20 159 67 0 0,4 30 22 0 0,8 14 17 0 0,10 17 78 0 0,-1 2-1 0 0,-1 0 0 0 0,-2 2 1 0 0,-1 0-1 0 0,25 49 1 0 0,-5-11 94 0 0,-33-55-173 0 0,56 81 196 0 0,-56-84-236 0 0,1-1 0 0 0,-1 1 0 0 0,1-2 0 0 0,1 1 0 0 0,0-1 0 0 0,19 12 0 0 0,-27-19 12 0 0,0 0 1 0 0,-1 0-1 0 0,1 0 0 0 0,0 0 0 0 0,0 0 0 0 0,0 0 1 0 0,0-1-1 0 0,0 1 0 0 0,0-1 0 0 0,0 0 1 0 0,0 1-1 0 0,0-1 0 0 0,0 0 0 0 0,0 0 0 0 0,0 0 1 0 0,0-1-1 0 0,0 1 0 0 0,0 0 0 0 0,0-1 1 0 0,0 1-1 0 0,0-1 0 0 0,0 0 0 0 0,0 1 0 0 0,3-3 1 0 0,-1 0-12 0 0,-1 0 0 0 0,0 0 0 0 0,0 0 0 0 0,-1 0 0 0 0,1-1 0 0 0,0 1 0 0 0,-1-1 0 0 0,0 0 0 0 0,0 0 0 0 0,0 1 0 0 0,2-7 0 0 0,2-10-85 0 0,-1 0-1 0 0,0 0 0 0 0,3-39 1 0 0,-5-7-136 0 0,-3 1 0 0 0,-9-73 0 0 0,3 71 350 0 0,5-129-1 0 0,5 183 780 0 0,2 27-494 0 0,5 36-188 0 0,-10-45-126 0 0,29 195 608 0 0,9 45 106 0 0,-29-203-1838 0 0,1 1-1 0 0,2-1 1 0 0,29 62-1 0 0,-39-98 91 0 0,1 0 0 0 0,-1-1 0 0 0,1 1 0 0 0,0-1 0 0 0,0 0 0 0 0,7 6 0 0 0,-11-10 667 0 0,1 0-1 0 0,0-1 1 0 0,0 1 0 0 0,-1 0-1 0 0,1 0 1 0 0,0-1-1 0 0,0 1 1 0 0,0 0 0 0 0,0-1-1 0 0,0 1 1 0 0,0-1 0 0 0,0 1-1 0 0,0-1 1 0 0,0 0 0 0 0,0 1-1 0 0,1-1 1 0 0,-1 0 0 0 0,0 0-1 0 0,0 0 1 0 0,0 0 0 0 0,0 0-1 0 0,0 0 1 0 0,0 0-1 0 0,1 0 1 0 0,-1 0 0 0 0,0 0-1 0 0,0-1 1 0 0,0 1 0 0 0,0 0-1 0 0,0-1 1 0 0,0 1 0 0 0,0-1-1 0 0,0 1 1 0 0,0-1 0 0 0,0 0-1 0 0,0 1 1 0 0,0-1 0 0 0,0 0-1 0 0,0 0 1 0 0,-1 1-1 0 0,1-1 1 0 0,0 0 0 0 0,0-1-1 0 0,6-12-1393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03.866"/>
    </inkml:context>
    <inkml:brush xml:id="br0">
      <inkml:brushProperty name="width" value="0.035" units="cm"/>
      <inkml:brushProperty name="height" value="0.035" units="cm"/>
      <inkml:brushProperty name="color" value="#E71224"/>
    </inkml:brush>
  </inkml:definitions>
  <inkml:trace contextRef="#ctx0" brushRef="#br0">52 161 1704 0 0,'-15'-40'7174'0'0,"14"39"-6802"0"0,1-1 1 0 0,-1 0 0 0 0,0 1 0 0 0,0-1-1 0 0,0 1 1 0 0,0-1 0 0 0,0 1-1 0 0,0 0 1 0 0,0-1 0 0 0,0 1 0 0 0,-1 0-1 0 0,1 0 1 0 0,0 0 0 0 0,-1 0 0 0 0,1 0-1 0 0,-1 0 1 0 0,1 0 0 0 0,-1 0 0 0 0,0 0-1 0 0,1 1 1 0 0,-4-1 0 0 0,5 2-234 0 0,-1 0 0 0 0,0 0 0 0 0,0 1 0 0 0,1-1-1 0 0,-1 0 1 0 0,0 1 0 0 0,1-1 0 0 0,-1 0 0 0 0,1 1 0 0 0,0-1 0 0 0,0 1 0 0 0,-1-1 0 0 0,1 0 0 0 0,0 1 0 0 0,0-1 0 0 0,0 1 0 0 0,0-1-1 0 0,1 1 1 0 0,-1-1 0 0 0,0 1 0 0 0,1 1 0 0 0,0 0 45 0 0,61 465 2697 0 0,-52-403-2775 0 0,-7-44-153 0 0,0-1-87 0 0,-8-37 35 0 0,-11-47 97 0 0,3-2 1 0 0,2 0 0 0 0,4 0-1 0 0,2 0 1 0 0,7-114 0 0 0,0 164 33 0 0,0 0 1 0 0,0 0 0 0 0,2 1-1 0 0,0-1 1 0 0,0 1 0 0 0,12-25-1 0 0,-15 37-11 0 0,1 0-1 0 0,-1 1 0 0 0,0-1 0 0 0,1 0 0 0 0,0 1 0 0 0,0-1 0 0 0,0 1 1 0 0,0 0-1 0 0,0 0 0 0 0,0 0 0 0 0,1 0 0 0 0,-1 0 0 0 0,0 0 0 0 0,1 1 1 0 0,0-1-1 0 0,-1 1 0 0 0,1-1 0 0 0,0 1 0 0 0,0 0 0 0 0,0 0 0 0 0,0 0 1 0 0,0 1-1 0 0,0-1 0 0 0,0 1 0 0 0,0 0 0 0 0,0 0 0 0 0,0 0 0 0 0,0 0 1 0 0,0 0-1 0 0,0 0 0 0 0,0 1 0 0 0,0 0 0 0 0,0-1 0 0 0,0 1 0 0 0,0 0 1 0 0,-1 1-1 0 0,1-1 0 0 0,0 0 0 0 0,0 1 0 0 0,-1-1 0 0 0,4 4 0 0 0,14 9 118 0 0,-1 0 0 0 0,-1 1 0 0 0,-1 1 0 0 0,0 1 0 0 0,-1 0 0 0 0,0 1 0 0 0,-2 1 0 0 0,0 1 0 0 0,17 31 0 0 0,7 24 419 0 0,38 101 0 0 0,-30-56-515 0 0,-5 2-1 0 0,31 159 1 0 0,-68-244-3178 0 0,-4-36 3018 0 0,0-1 0 0 0,0 0-1 0 0,0 0 1 0 0,0 0 0 0 0,0 0 0 0 0,0 0 0 0 0,0 1 0 0 0,0-1 0 0 0,0 0 0 0 0,0 0 0 0 0,0 0 0 0 0,0 0 0 0 0,0 1 0 0 0,0-1 0 0 0,0 0 0 0 0,0 0-1 0 0,-1 0 1 0 0,1 0 0 0 0,0 0 0 0 0,0 0 0 0 0,0 1 0 0 0,0-1 0 0 0,0 0 0 0 0,0 0 0 0 0,-1 0 0 0 0,1 0 0 0 0,0 0 0 0 0,0 0 0 0 0,0 0 0 0 0,0 0 0 0 0,0 0-1 0 0,-1 0 1 0 0,1 0 0 0 0,0 0 0 0 0,0 0 0 0 0,0 0 0 0 0,0 0 0 0 0,-1 0 0 0 0,1 0 0 0 0,0 0 0 0 0,0 0 0 0 0,0 0 0 0 0,0 0 0 0 0,-1 0 0 0 0,1 0-1 0 0,0 0 1 0 0,0 0 0 0 0,0 0 0 0 0,-15-14-8440 0 0,15 13 8208 0 0,-1 0 0 0 0,0 1 0 0 0,0-1 0 0 0,0 0 0 0 0,0 0 1 0 0,0 0-1 0 0,0 1 0 0 0,0-1 0 0 0,0 0 0 0 0,0 1 0 0 0,0-1 0 0 0,0 1 1 0 0,0-1-1 0 0,0 1 0 0 0,-1 0 0 0 0,1-1 0 0 0,0 1 0 0 0,0 0 0 0 0,0 0 1 0 0,-2 0-1 0 0,-11 4-1397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05.078"/>
    </inkml:context>
    <inkml:brush xml:id="br0">
      <inkml:brushProperty name="width" value="0.035" units="cm"/>
      <inkml:brushProperty name="height" value="0.035" units="cm"/>
      <inkml:brushProperty name="color" value="#E71224"/>
    </inkml:brush>
  </inkml:definitions>
  <inkml:trace contextRef="#ctx0" brushRef="#br0">48 50 2904 0 0,'-14'-12'2330'0'0,"9"8"-932"0"0,0 0 1 0 0,1 0-1 0 0,-1 0 1 0 0,1-1-1 0 0,-7-10 0 0 0,16 14-805 0 0,1 1-1 0 0,-1-1 1 0 0,0 1-1 0 0,0 0 0 0 0,1 1 1 0 0,8 1-1 0 0,10 3-338 0 0,0 1 1 0 0,-1 1-1 0 0,0 1 0 0 0,-1 1 0 0 0,0 2 0 0 0,0 0 0 0 0,-1 1 0 0 0,0 1 1 0 0,-1 0-1 0 0,-1 2 0 0 0,0 1 0 0 0,-1 0 0 0 0,-1 1 0 0 0,22 28 0 0 0,-3 1-21 0 0,-2 2-1 0 0,-2 1 0 0 0,-2 1 0 0 0,44 105 1 0 0,-65-135-280 0 0,6 12-247 0 0,-2 1 1 0 0,-1 1-1 0 0,-1-1 1 0 0,-2 2-1 0 0,8 53 1 0 0,-21-88-4215 0 0,-5-14 1456 0 0,-9-18-1415 0 0,-6-13 373 0 0,-6-7 934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05.442"/>
    </inkml:context>
    <inkml:brush xml:id="br0">
      <inkml:brushProperty name="width" value="0.035" units="cm"/>
      <inkml:brushProperty name="height" value="0.035" units="cm"/>
      <inkml:brushProperty name="color" value="#E71224"/>
    </inkml:brush>
  </inkml:definitions>
  <inkml:trace contextRef="#ctx0" brushRef="#br0">54 0 3704 0 0,'-7'2'2280'0'0,"3"-2"-1287"0"0,0 1 0 0 0,0-1 0 0 0,0 1-1 0 0,0 0 1 0 0,0 0 0 0 0,0 1 0 0 0,0-1-1 0 0,1 1 1 0 0,-1 0 0 0 0,-3 2 0 0 0,37 5 1313 0 0,29 4-1916 0 0,0 2 0 0 0,-1 4 0 0 0,-1 1 0 0 0,-1 3 0 0 0,-1 2 0 0 0,-1 3 0 0 0,52 36 0 0 0,-84-46-288 0 0,0 0-1 0 0,-2 2 0 0 0,0 0 1 0 0,-2 1-1 0 0,0 1 0 0 0,-1 1 1 0 0,-1 0-1 0 0,-1 1 0 0 0,-2 1 1 0 0,0 0-1 0 0,-2 1 1 0 0,11 32-1 0 0,-6-5-85 0 0,-2-1 0 0 0,-2 2 0 0 0,-3 0 0 0 0,-2 0 0 0 0,0 74 0 0 0,-7-116-177 0 0,1-1-290 0 0,-1 0 1 0 0,0 0-1 0 0,-1-1 1 0 0,0 1-1 0 0,-1 0 1 0 0,-5 20-1 0 0,7-31 268 0 0,-1 1 1 0 0,1-1-1 0 0,0 1 0 0 0,0 0 1 0 0,-1-1-1 0 0,1 1 0 0 0,0-1 1 0 0,-1 1-1 0 0,1 0 0 0 0,-1-1 1 0 0,1 1-1 0 0,-1-1 0 0 0,1 0 1 0 0,-1 1-1 0 0,1-1 0 0 0,-1 1 1 0 0,1-1-1 0 0,-1 0 0 0 0,1 1 1 0 0,-1-1-1 0 0,0 0 0 0 0,1 0 1 0 0,-1 1-1 0 0,0-1 0 0 0,1 0 1 0 0,-1 0-1 0 0,0 0 0 0 0,1 0 1 0 0,-1 0-1 0 0,0 0 0 0 0,1 0 1 0 0,-1 0-1 0 0,0 0 0 0 0,1 0 1 0 0,-1 0-1 0 0,1 0 0 0 0,-1-1 1 0 0,0 1-1 0 0,1 0 0 0 0,-1 0 1 0 0,0-1-1 0 0,1 1 0 0 0,-1 0 1 0 0,1-1-1 0 0,-1 1 0 0 0,1-1 1 0 0,-1 1-1 0 0,1-1 0 0 0,-1 1 1 0 0,1-1-1 0 0,-1 1 0 0 0,1-1 1 0 0,0 1-1 0 0,-1-1 0 0 0,1 1 1 0 0,-1-2-1 0 0,-26-37-5445 0 0,26 36 5294 0 0,-23-38-2466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06.096"/>
    </inkml:context>
    <inkml:brush xml:id="br0">
      <inkml:brushProperty name="width" value="0.035" units="cm"/>
      <inkml:brushProperty name="height" value="0.035" units="cm"/>
      <inkml:brushProperty name="color" value="#E71224"/>
    </inkml:brush>
  </inkml:definitions>
  <inkml:trace contextRef="#ctx0" brushRef="#br0">24 237 984 0 0,'-13'-26'11183'0'0,"4"9"-6198"0"0,9 14-4807 0 0,-1 1 1 0 0,1 0 0 0 0,0 0 0 0 0,0 0-1 0 0,0 0 1 0 0,0-1 0 0 0,1 1-1 0 0,-1 0 1 0 0,0 0 0 0 0,1 0 0 0 0,0 0-1 0 0,-1 0 1 0 0,1 0 0 0 0,0 0 0 0 0,2-3-1 0 0,4-8-69 0 0,0 0-1 0 0,1 0 0 0 0,0 1 1 0 0,1 1-1 0 0,0-1 1 0 0,1 1-1 0 0,0 1 0 0 0,1 0 1 0 0,0 0-1 0 0,23-13 1 0 0,-30 20-95 0 0,0 0 0 0 0,1 1 1 0 0,0 0-1 0 0,-1 0 0 0 0,1 1 0 0 0,0-1 1 0 0,0 1-1 0 0,0 0 0 0 0,0 0 1 0 0,0 0-1 0 0,0 1 0 0 0,1 0 1 0 0,-1 0-1 0 0,0 0 0 0 0,0 1 1 0 0,0 0-1 0 0,0 0 0 0 0,0 0 1 0 0,0 0-1 0 0,0 1 0 0 0,0 0 1 0 0,-1 0-1 0 0,1 0 0 0 0,-1 1 1 0 0,1-1-1 0 0,-1 1 0 0 0,0 0 0 0 0,0 0 1 0 0,0 1-1 0 0,0-1 0 0 0,-1 1 1 0 0,1 0-1 0 0,-1 0 0 0 0,3 4 1 0 0,2 4 60 0 0,0 0 1 0 0,0 1-1 0 0,-1 0 1 0 0,-1 0 0 0 0,0 1-1 0 0,-1-1 1 0 0,-1 1-1 0 0,0 0 1 0 0,-1 0-1 0 0,2 17 1 0 0,-2-9 45 0 0,-2 0 0 0 0,0 0 1 0 0,-1 0-1 0 0,-2 0 0 0 0,0 0 0 0 0,-5 21 1 0 0,7-41-106 0 0,-1 0 0 0 0,1 0 0 0 0,0 0 0 0 0,-1 0 1 0 0,1 0-1 0 0,-1 0 0 0 0,1 0 0 0 0,-1-1 0 0 0,0 1 1 0 0,0 0-1 0 0,0 0 0 0 0,0 0 0 0 0,0-1 0 0 0,0 1 0 0 0,0-1 1 0 0,-1 1-1 0 0,1-1 0 0 0,0 1 0 0 0,-1-1 0 0 0,1 0 0 0 0,-1 0 1 0 0,0 0-1 0 0,1 0 0 0 0,-1 0 0 0 0,0 0 0 0 0,0 0 1 0 0,0 0-1 0 0,0-1 0 0 0,1 1 0 0 0,-5 0 0 0 0,4-2 4 0 0,-1 1 0 0 0,1-1 0 0 0,-1 0 0 0 0,1 0 0 0 0,0 0 0 0 0,-1 0 0 0 0,1 0 0 0 0,0-1 0 0 0,0 1 0 0 0,-1-1 0 0 0,1 1-1 0 0,1-1 1 0 0,-1 0 0 0 0,0 0 0 0 0,0 0 0 0 0,1 0 0 0 0,-1 0 0 0 0,1 0 0 0 0,-1 0 0 0 0,1 0 0 0 0,0-1 0 0 0,-2-4 0 0 0,1 3 20 0 0,1 0 0 0 0,-1 0 0 0 0,1-1 0 0 0,0 1 0 0 0,0 0 0 0 0,0-1 0 0 0,0 1 0 0 0,1-1 0 0 0,0 1 0 0 0,0-1-1 0 0,0 1 1 0 0,0-1 0 0 0,1 1 0 0 0,0-1 0 0 0,0 1 0 0 0,0 0 0 0 0,2-5 0 0 0,0 2-2 0 0,0 1 0 0 0,1 0 0 0 0,0-1 0 0 0,0 1 1 0 0,1 1-1 0 0,0-1 0 0 0,-1 1 0 0 0,2 0 0 0 0,9-8 0 0 0,3 0 18 0 0,1 1 1 0 0,0 1 0 0 0,0 1-1 0 0,1 0 1 0 0,42-13 0 0 0,25 1 502 0 0,-81 21-597 0 0,-1 0 0 0 0,1 1 1 0 0,0-1-1 0 0,-1 1 0 0 0,1 0 1 0 0,0 0-1 0 0,-1 1 1 0 0,1-1-1 0 0,0 1 0 0 0,-1 1 1 0 0,1-1-1 0 0,-1 1 0 0 0,7 3 1 0 0,5 12-3665 0 0,-16-16 3019 0 0,0 1 1 0 0,0 0 0 0 0,-1 0-1 0 0,1 0 1 0 0,0 0 0 0 0,-1-1 0 0 0,0 1-1 0 0,1 0 1 0 0,-1 0 0 0 0,0 0-1 0 0,0 0 1 0 0,0 0 0 0 0,0 0 0 0 0,-1 2-1 0 0,-11 27-7984 0 0,0-13 7750 0 0,-10 9-1163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18.471"/>
    </inkml:context>
    <inkml:brush xml:id="br0">
      <inkml:brushProperty name="width" value="0.035" units="cm"/>
      <inkml:brushProperty name="height" value="0.035" units="cm"/>
      <inkml:brushProperty name="color" value="#E71224"/>
    </inkml:brush>
  </inkml:definitions>
  <inkml:trace contextRef="#ctx0" brushRef="#br0">123 236 104 0 0,'1'-3'589'0'0,"1"0"1"0"0,-1-1-1 0 0,-1 1 0 0 0,1-1 1 0 0,0 1-1 0 0,-1-1 0 0 0,0 1 1 0 0,0-1-1 0 0,0 1 1 0 0,0-1-1 0 0,0 1 0 0 0,-1-1 1 0 0,1 1-1 0 0,-1-1 0 0 0,0 1 1 0 0,0-1-1 0 0,-1 1 0 0 0,1 0 1 0 0,-1 0-1 0 0,1-1 0 0 0,-1 1 1 0 0,0 0-1 0 0,0 0 0 0 0,-4-4 1 0 0,35-20 1303 0 0,-25 23-1801 0 0,-1 0 0 0 0,1-1-1 0 0,-1 1 1 0 0,0-1 0 0 0,0 0 0 0 0,0 0-1 0 0,-1 0 1 0 0,0 0 0 0 0,0 0 0 0 0,0 0-1 0 0,0-1 1 0 0,1-9 0 0 0,1-27 3658 0 0,-4 36-2439 0 0,-13 115-690 0 0,-5 0 1 0 0,-45 151 0 0 0,-19 100-709 0 0,83-347 242 0 0,5-21-28 0 0,7-23 53 0 0,42-166 259 0 0,-39 130-391 0 0,2 1 0 0 0,4 1 1 0 0,2 1-1 0 0,40-76 0 0 0,-60 134 56 0 0,-1 0 0 0 0,1 1 1 0 0,0-1-1 0 0,0 1 0 0 0,1 0 0 0 0,5-5 1 0 0,-9 10-87 0 0,0-1 0 0 0,0 0 0 0 0,-1 1 0 0 0,1-1 0 0 0,0 0 0 0 0,0 1 0 0 0,0 0 0 0 0,0-1 0 0 0,0 1 0 0 0,0-1 0 0 0,0 1 0 0 0,0 0 0 0 0,0 0 0 0 0,0-1 0 0 0,0 1 0 0 0,0 0 0 0 0,0 0 0 0 0,0 0 0 0 0,0 0 0 0 0,0 0 0 0 0,0 0 0 0 0,0 1 0 0 0,0-1 0 0 0,0 0 0 0 0,-1 0 0 0 0,1 1 0 0 0,0-1 0 0 0,0 1 1 0 0,0-1-1 0 0,0 1 0 0 0,0-1 0 0 0,0 1 0 0 0,0-1 0 0 0,-1 1 0 0 0,1 0 0 0 0,0-1 0 0 0,-1 1 0 0 0,1 0 0 0 0,0 0 0 0 0,-1 0 0 0 0,1-1 0 0 0,-1 1 0 0 0,1 0 0 0 0,-1 0 0 0 0,1 0 0 0 0,-1 0 0 0 0,0 0 0 0 0,1 1 0 0 0,4 13 16 0 0,1-1 0 0 0,-2 1 0 0 0,0 0 1 0 0,-1 0-1 0 0,2 28 0 0 0,-2 82 97 0 0,-3-52 53 0 0,0-47-61 0 0,5 59 51 0 0,-4-77-173 0 0,0 0 0 0 0,1 0 0 0 0,0-1 1 0 0,0 1-1 0 0,1-1 0 0 0,0 1 0 0 0,0-1 0 0 0,7 10 0 0 0,-9-15-16 0 0,0-1 1 0 0,1 1 0 0 0,-1-1-1 0 0,1 1 1 0 0,-1-1-1 0 0,1 1 1 0 0,0-1 0 0 0,0 0-1 0 0,-1 0 1 0 0,1 0-1 0 0,0 0 1 0 0,0 0-1 0 0,0 0 1 0 0,0 0 0 0 0,0-1-1 0 0,0 1 1 0 0,1-1-1 0 0,-1 1 1 0 0,0-1 0 0 0,0 0-1 0 0,0 0 1 0 0,0 0-1 0 0,1 0 1 0 0,-1 0 0 0 0,0-1-1 0 0,0 1 1 0 0,0 0-1 0 0,0-1 1 0 0,0 0-1 0 0,0 0 1 0 0,0 1 0 0 0,0-1-1 0 0,0 0 1 0 0,0 0-1 0 0,2-3 1 0 0,6-2 45 0 0,0 0 0 0 0,-1-1 0 0 0,0 0 0 0 0,-1-1 0 0 0,11-12 0 0 0,-2-1 5 0 0,-1-1 1 0 0,0 0-1 0 0,-2-1 1 0 0,21-47-1 0 0,28-104-80 0 0,-48 122 629 0 0,-15 43 63 0 0,-11 32-166 0 0,-29 76 21 0 0,4 2 0 0 0,-21 107 0 0 0,26-28-3060 0 0,29-168 3048 0 0,0 13-10344 0 0,13-41-1706 0 0,18-44 5546 0 0,-7 17 4426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18.816"/>
    </inkml:context>
    <inkml:brush xml:id="br0">
      <inkml:brushProperty name="width" value="0.035" units="cm"/>
      <inkml:brushProperty name="height" value="0.035" units="cm"/>
      <inkml:brushProperty name="color" value="#E71224"/>
    </inkml:brush>
  </inkml:definitions>
  <inkml:trace contextRef="#ctx0" brushRef="#br0">508 0 1704 0 0,'-10'4'9036'0'0,"-10"10"-5148"0"0,8-5-1625 0 0,0-1-1047 0 0,0 0-1 0 0,1 1 1 0 0,0 1 0 0 0,-14 15-1 0 0,10-8-288 0 0,2 1 0 0 0,-16 24 0 0 0,0 13-420 0 0,-26 66 1 0 0,28-60 5 0 0,-129 356 284 0 0,104-235-3815 0 0,49-171 2479 0 0,-11 54-3821 0 0,13-62 3579 0 0,1 1 0 0 0,0-1 0 0 0,-1 1 0 0 0,1-1 0 0 0,1 1 0 0 0,-1-1 0 0 0,0 1 0 0 0,1 0 0 0 0,0-1 0 0 0,0 0 0 0 0,0 1 0 0 0,0-1 0 0 0,0 1 0 0 0,3 3 0 0 0,-4-6 625 0 0,1-1 0 0 0,-1 0 0 0 0,1 1 0 0 0,-1-1 0 0 0,1 1 0 0 0,-1-1 0 0 0,1 0 0 0 0,0 1 0 0 0,-1-1 0 0 0,1 0 0 0 0,0 0 0 0 0,-1 1 0 0 0,1-1 0 0 0,-1 0 0 0 0,1 0 0 0 0,0 0 0 0 0,-1 0 0 0 0,1 0 0 0 0,0 0 0 0 0,-1 0 0 0 0,1 0 0 0 0,0 0 0 0 0,-1 0 0 0 0,1 0 0 0 0,0-1 0 0 0,-1 1 0 0 0,1 0 0 0 0,0 0 0 0 0,-1-1 0 0 0,1 1 0 0 0,-1 0 0 0 0,1-1 0 0 0,0 1 0 0 0,-1 0 0 0 0,1-1 0 0 0,-1 1 0 0 0,1-1 0 0 0,-1 1 0 0 0,1-2 0 0 0,20-13-1511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19.560"/>
    </inkml:context>
    <inkml:brush xml:id="br0">
      <inkml:brushProperty name="width" value="0.035" units="cm"/>
      <inkml:brushProperty name="height" value="0.035" units="cm"/>
      <inkml:brushProperty name="color" value="#E71224"/>
    </inkml:brush>
  </inkml:definitions>
  <inkml:trace contextRef="#ctx0" brushRef="#br0">195 1 1304 0 0,'-4'3'1210'0'0,"1"0"0"0"0,0-1 0 0 0,-1 1 0 0 0,1-1 0 0 0,-1 0 0 0 0,0 0 0 0 0,1 0 0 0 0,-1 0 0 0 0,0-1 0 0 0,0 1 0 0 0,-1-1 0 0 0,1 0 1 0 0,0 0-1 0 0,0-1 0 0 0,-7 1 0 0 0,15-2 1979 0 0,20-5-2392 0 0,-10 6-737 0 0,0 0-1 0 0,0 0 0 0 0,0 2 1 0 0,0 0-1 0 0,18 5 0 0 0,-26-6-38 0 0,0 1 0 0 0,0 0 0 0 0,-1 0-1 0 0,1 0 1 0 0,0 1 0 0 0,-1 0-1 0 0,1 0 1 0 0,-1 0 0 0 0,0 1 0 0 0,0 0-1 0 0,-1 0 1 0 0,1 0 0 0 0,-1 1-1 0 0,6 7 1 0 0,-8-10 21 0 0,-1 1 1 0 0,0-1-1 0 0,-1 1 1 0 0,1-1-1 0 0,0 1 1 0 0,-1-1-1 0 0,1 1 0 0 0,-1 0 1 0 0,0-1-1 0 0,0 1 1 0 0,0 0-1 0 0,0-1 0 0 0,0 1 1 0 0,-1 0-1 0 0,1-1 1 0 0,-1 1-1 0 0,0-1 0 0 0,1 1 1 0 0,-1-1-1 0 0,-1 1 1 0 0,1-1-1 0 0,0 1 0 0 0,0-1 1 0 0,-1 0-1 0 0,1 0 1 0 0,-1 0-1 0 0,0 0 0 0 0,0 0 1 0 0,-2 2-1 0 0,-8 8 217 0 0,0-1-1 0 0,0 0 0 0 0,-21 12 0 0 0,26-18-189 0 0,-16 8 191 0 0,1 0 1 0 0,-2-1 0 0 0,-38 13 0 0 0,32-13 140 0 0,-43 22 0 0 0,72-34-409 0 0,0 1 1 0 0,0-1-1 0 0,0 1 1 0 0,0 0-1 0 0,1-1 0 0 0,-1 1 1 0 0,0 0-1 0 0,0 0 1 0 0,0-1-1 0 0,1 1 0 0 0,-1 0 1 0 0,0 0-1 0 0,1 0 1 0 0,-1 0-1 0 0,1 0 0 0 0,-1 0 1 0 0,1 0-1 0 0,-1 0 1 0 0,1 0-1 0 0,0 0 0 0 0,-1 1 1 0 0,1-1-1 0 0,0 0 1 0 0,0 0-1 0 0,0 0 0 0 0,0 0 1 0 0,0 0-1 0 0,0 1 1 0 0,0-1-1 0 0,1 0 0 0 0,-1 0 1 0 0,0 0-1 0 0,0 0 1 0 0,1 0-1 0 0,-1 0 0 0 0,1 0 1 0 0,-1 0-1 0 0,1 0 1 0 0,0 0-1 0 0,-1 0 0 0 0,1 0 1 0 0,0 0-1 0 0,-1 0 1 0 0,1-1-1 0 0,0 1 1 0 0,1 1-1 0 0,3 2-24 0 0,-1 0 0 0 0,0 0 0 0 0,1 0 0 0 0,0 0 0 0 0,0-1 0 0 0,0 0 0 0 0,9 4 0 0 0,10 1-230 0 0,2-2 0 0 0,47 8 1 0 0,-56-13 173 0 0,0 1-1 0 0,0 1 1 0 0,0 1 0 0 0,-1 1 0 0 0,1 0-1 0 0,-1 1 1 0 0,0 0 0 0 0,28 17 0 0 0,-42-22 108 0 0,0 0 1 0 0,0 1-1 0 0,-1-1 0 0 0,1 0 1 0 0,0 1-1 0 0,-1-1 1 0 0,1 1-1 0 0,-1-1 0 0 0,1 1 1 0 0,-1 0-1 0 0,0 0 1 0 0,1-1-1 0 0,-1 1 0 0 0,0 0 1 0 0,0 0-1 0 0,-1 0 1 0 0,1 0-1 0 0,0 1 1 0 0,-1-1-1 0 0,1 0 0 0 0,-1 0 1 0 0,0 0-1 0 0,1 0 1 0 0,-1 1-1 0 0,0-1 0 0 0,0 0 1 0 0,-1 0-1 0 0,1 0 1 0 0,0 1-1 0 0,-1-1 0 0 0,1 0 1 0 0,-1 0-1 0 0,0 0 1 0 0,0 0-1 0 0,0 0 0 0 0,0 0 1 0 0,0 0-1 0 0,0 0 1 0 0,0-1-1 0 0,-1 1 0 0 0,1 0 1 0 0,-1-1-1 0 0,1 1 1 0 0,-3 1-1 0 0,-9 9 212 0 0,1-1 1 0 0,-2-1-1 0 0,1-1 1 0 0,-25 13-1 0 0,31-17-192 0 0,-18 9 162 0 0,-116 73 348 0 0,141-87-566 0 0,-1 1-1 0 0,1-1 1 0 0,0 0 0 0 0,-1 0-1 0 0,1 0 1 0 0,0 0 0 0 0,0 0 0 0 0,-1 1-1 0 0,1-1 1 0 0,0 0 0 0 0,0 0-1 0 0,0 0 1 0 0,-1 1 0 0 0,1-1 0 0 0,0 0-1 0 0,0 0 1 0 0,0 0 0 0 0,0 1-1 0 0,-1-1 1 0 0,1 0 0 0 0,0 1 0 0 0,0-1-1 0 0,0 0 1 0 0,0 0 0 0 0,0 1-1 0 0,0-1 1 0 0,0 0 0 0 0,0 1 0 0 0,0-1-1 0 0,0 0 1 0 0,0 0 0 0 0,0 1-1 0 0,0-1 1 0 0,0 0 0 0 0,0 1-1 0 0,0-1 1 0 0,0 0 0 0 0,0 1 0 0 0,0-1-1 0 0,0 0 1 0 0,1 0 0 0 0,-1 1-1 0 0,0-1 1 0 0,0 0 0 0 0,0 0 0 0 0,0 1-1 0 0,1-1 1 0 0,-1 0 0 0 0,0 0-1 0 0,0 0 1 0 0,1 1 0 0 0,-1-1 0 0 0,0 0-1 0 0,0 0 1 0 0,1 0 0 0 0,-1 0-1 0 0,0 0 1 0 0,0 0 0 0 0,1 1-1 0 0,0-1 1 0 0,19 2-3577 0 0,58-20-19061 0 0,-64 15 20374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0.428"/>
    </inkml:context>
    <inkml:brush xml:id="br0">
      <inkml:brushProperty name="width" value="0.035" units="cm"/>
      <inkml:brushProperty name="height" value="0.035" units="cm"/>
      <inkml:brushProperty name="color" value="#E71224"/>
    </inkml:brush>
  </inkml:definitions>
  <inkml:trace contextRef="#ctx0" brushRef="#br0">640 13 1464 0 0,'-5'-3'912'0'0,"1"1"0"0"0,-1 1 1 0 0,0-1-1 0 0,0 1 0 0 0,-1 0 0 0 0,1 0 0 0 0,0 0 1 0 0,0 1-1 0 0,0-1 0 0 0,-1 1 0 0 0,1 1 0 0 0,0-1 0 0 0,-8 2 1 0 0,5 0-380 0 0,1 1 0 0 0,0-1 0 0 0,1 1 0 0 0,-1 1 0 0 0,0-1 0 0 0,1 1 0 0 0,0 0 0 0 0,-10 8 0 0 0,-3 7-122 0 0,0 0 0 0 0,1 2 0 0 0,1 0 1 0 0,-16 27-1 0 0,27-40-74 0 0,-57 88 382 0 0,4 3 0 0 0,-55 127 1 0 0,77-138-1737 0 0,-36 126 1 0 0,51-116-3741 0 0,17-75 1972 0 0,2 0 1 0 0,1 0-1 0 0,1 1 0 0 0,3 33 0 0 0,3-30 692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0.756"/>
    </inkml:context>
    <inkml:brush xml:id="br0">
      <inkml:brushProperty name="width" value="0.035" units="cm"/>
      <inkml:brushProperty name="height" value="0.035" units="cm"/>
      <inkml:brushProperty name="color" value="#E71224"/>
    </inkml:brush>
  </inkml:definitions>
  <inkml:trace contextRef="#ctx0" brushRef="#br0">24 1 1624 0 0,'-6'6'4400'0'0,"-2"1"-80"0"0,2-2-720 0 0,3 2-879 0 0,3 2-801 0 0,3 1-560 0 0,10 4-560 0 0,10-1-240 0 0,7 3-240 0 0,9 3-240 0 0,5-3-208 0 0,1-6-912 0 0,-3-2-2240 0 0,0-2-1841 0 0,-6-4 321 0 0,-8-1 1280 0 0,-5 0 1040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1.395"/>
    </inkml:context>
    <inkml:brush xml:id="br0">
      <inkml:brushProperty name="width" value="0.035" units="cm"/>
      <inkml:brushProperty name="height" value="0.035" units="cm"/>
      <inkml:brushProperty name="color" value="#E71224"/>
    </inkml:brush>
  </inkml:definitions>
  <inkml:trace contextRef="#ctx0" brushRef="#br0">131 52 24 0 0,'1'-9'1592'0'0,"1"-33"8630"0"0,-3 49-3730 0 0,-2 6-4208 0 0,-3 23-1153 0 0,-6 53-445 0 0,-4-1 1 0 0,-4-1 0 0 0,-56 152-1 0 0,85-246-679 0 0,18-28 34 0 0,32-46 151 0 0,4-16-93 0 0,-41 59-40 0 0,2 2-1 0 0,1 0 1 0 0,38-40 0 0 0,-63 76-41 0 0,1-1 1 0 0,-1 1-1 0 0,0-1 1 0 0,0 1 0 0 0,0 0-1 0 0,1-1 1 0 0,-1 1-1 0 0,0-1 1 0 0,0 1-1 0 0,1 0 1 0 0,-1-1 0 0 0,0 1-1 0 0,1 0 1 0 0,-1-1-1 0 0,0 1 1 0 0,1 0-1 0 0,-1 0 1 0 0,0-1 0 0 0,1 1-1 0 0,-1 0 1 0 0,1 0-1 0 0,-1 0 1 0 0,0 0-1 0 0,1-1 1 0 0,-1 1 0 0 0,1 0-1 0 0,-1 0 1 0 0,1 0-1 0 0,-1 0 1 0 0,1 0-1 0 0,-1 0 1 0 0,0 0 0 0 0,1 0-1 0 0,-1 0 1 0 0,1 0-1 0 0,-1 1 1 0 0,1-1-1 0 0,-1 0 1 0 0,0 0 0 0 0,1 0-1 0 0,-1 0 1 0 0,1 1-1 0 0,0-1 1 0 0,-1 25 335 0 0,-15 34-102 0 0,14-58-235 0 0,-5 20 42 0 0,1 1 0 0 0,1 0 0 0 0,1-1 0 0 0,0 1 0 0 0,2 1 0 0 0,1 27 0 0 0,1-44-84 0 0,0 1 1 0 0,0-1-1 0 0,0 0 1 0 0,1 1-1 0 0,-1-1 1 0 0,1 0-1 0 0,1 0 1 0 0,-1 0-1 0 0,1 0 1 0 0,0-1 0 0 0,7 9-1 0 0,-7-11-16 0 0,-1 0 0 0 0,1-1 0 0 0,0 1 0 0 0,1-1 0 0 0,-1 1 0 0 0,0-1 0 0 0,1 0 0 0 0,-1 0 0 0 0,1-1 0 0 0,0 1 0 0 0,0-1 0 0 0,-1 0 0 0 0,1 0 0 0 0,0 0 0 0 0,0 0 0 0 0,0-1 0 0 0,0 0 0 0 0,0 1 0 0 0,0-1 0 0 0,5-1 0 0 0,6-1-26 0 0,-1-1-1 0 0,0 0 0 0 0,0 0 0 0 0,0-2 0 0 0,-1 0 0 0 0,1 0 1 0 0,-1-1-1 0 0,0-1 0 0 0,-1 0 0 0 0,18-14 0 0 0,-5 2 113 0 0,-1 0 1 0 0,-1-2-1 0 0,37-44 0 0 0,-55 59 124 0 0,-1 1 0 0 0,0-1 0 0 0,0 0 0 0 0,0 0 0 0 0,-1 0-1 0 0,0-1 1 0 0,0 1 0 0 0,3-12 0 0 0,-6 17-157 0 0,0 1-1 0 0,0 0 1 0 0,0 0 0 0 0,0 0-1 0 0,0 0 1 0 0,0 0 0 0 0,1 0-1 0 0,-1 0 1 0 0,0-1 0 0 0,0 1-1 0 0,0 0 1 0 0,0 0 0 0 0,0 0-1 0 0,0 0 1 0 0,0 0-1 0 0,0 0 1 0 0,0 0 0 0 0,0-1-1 0 0,0 1 1 0 0,0 0 0 0 0,0 0-1 0 0,0 0 1 0 0,-1 0 0 0 0,1 0-1 0 0,0 0 1 0 0,0-1 0 0 0,0 1-1 0 0,0 0 1 0 0,0 0-1 0 0,0 0 1 0 0,0 0 0 0 0,0 0-1 0 0,0 0 1 0 0,0 0 0 0 0,0 0-1 0 0,0 0 1 0 0,-1 0 0 0 0,1-1-1 0 0,0 1 1 0 0,0 0 0 0 0,0 0-1 0 0,0 0 1 0 0,0 0-1 0 0,0 0 1 0 0,0 0 0 0 0,-1 0-1 0 0,1 0 1 0 0,0 0 0 0 0,0 0-1 0 0,0 0 1 0 0,0 0 0 0 0,0 0-1 0 0,0 0 1 0 0,-1 0 0 0 0,1 0-1 0 0,0 0 1 0 0,0 0 0 0 0,0 0-1 0 0,-11 6 248 0 0,-10 12-58 0 0,-6 13 49 0 0,2 1 1 0 0,-39 64 0 0 0,1 20-2505 0 0,47-79 610 0 0,6 6-3593 0 0,10-41 4916 0 0,0-1 1 0 0,-1 1 0 0 0,1-1 0 0 0,0 1-1 0 0,0-1 1 0 0,0 1 0 0 0,0 0 0 0 0,0-1-1 0 0,1 1 1 0 0,-1-1 0 0 0,0 1 0 0 0,1-1-1 0 0,-1 0 1 0 0,1 1 0 0 0,-1-1 0 0 0,1 1 0 0 0,0-1-1 0 0,-1 0 1 0 0,1 1 0 0 0,0-1 0 0 0,0 0-1 0 0,0 0 1 0 0,0 0 0 0 0,0 0 0 0 0,0 0-1 0 0,0 0 1 0 0,1 0 0 0 0,-1 0 0 0 0,0 0-1 0 0,1 0 1 0 0,-1 0 0 0 0,0-1 0 0 0,1 1-1 0 0,-1-1 1 0 0,1 1 0 0 0,-1-1 0 0 0,1 0 0 0 0,-1 1-1 0 0,1-1 1 0 0,-1 0 0 0 0,1 0 0 0 0,-1 0-1 0 0,1 0 1 0 0,-1 0 0 0 0,1 0 0 0 0,-1-1-1 0 0,1 1 1 0 0,-1 0 0 0 0,1-1 0 0 0,1 0-1 0 0,27-7-1972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1.908"/>
    </inkml:context>
    <inkml:brush xml:id="br0">
      <inkml:brushProperty name="width" value="0.035" units="cm"/>
      <inkml:brushProperty name="height" value="0.035" units="cm"/>
      <inkml:brushProperty name="color" value="#E71224"/>
    </inkml:brush>
  </inkml:definitions>
  <inkml:trace contextRef="#ctx0" brushRef="#br0">114 0 4264 0 0,'-5'0'1913'0'0,"-53"6"10524"0"0,54-6-11791 0 0,-1 1 1 0 0,0 0-1 0 0,1 1 1 0 0,-1-1-1 0 0,1 1 0 0 0,0-1 1 0 0,-1 1-1 0 0,1 0 1 0 0,-7 5-1 0 0,11-6-639 0 0,0 0 0 0 0,0 0 0 0 0,0 0 0 0 0,0 0 0 0 0,1 0 0 0 0,-1 0 0 0 0,0 0 0 0 0,0 0 0 0 0,1 0 0 0 0,-1-1 0 0 0,0 1 0 0 0,1 0 0 0 0,-1 0 0 0 0,1 0 0 0 0,-1 0 0 0 0,1-1 1 0 0,-1 1-1 0 0,1 0 0 0 0,-1-1 0 0 0,1 1 0 0 0,0 0 0 0 0,0-1 0 0 0,-1 1 0 0 0,1-1 0 0 0,0 1 0 0 0,0-1 0 0 0,0 1 0 0 0,-1-1 0 0 0,3 1 0 0 0,26 18-53 0 0,28 11-169 0 0,-38-21 72 0 0,-1 0-1 0 0,0 1 0 0 0,-1 1 1 0 0,18 15-1 0 0,-28-20 93 0 0,32 32-426 0 0,-39-37 476 0 0,1 0 0 0 0,0 0-1 0 0,0 0 1 0 0,-1 0 0 0 0,1 0 0 0 0,-1 0-1 0 0,1 0 1 0 0,-1 0 0 0 0,1 0-1 0 0,-1 0 1 0 0,1 0 0 0 0,-1 0-1 0 0,0 0 1 0 0,0 0 0 0 0,0 0-1 0 0,0 0 1 0 0,0 1 0 0 0,0-1 0 0 0,0 0-1 0 0,0 0 1 0 0,0 0 0 0 0,0 0-1 0 0,0 0 1 0 0,-1 0 0 0 0,1 1-1 0 0,0-1 1 0 0,-1 0 0 0 0,1 0-1 0 0,-1 0 1 0 0,0 0 0 0 0,1 0 0 0 0,-1 0-1 0 0,0-1 1 0 0,1 1 0 0 0,-1 0-1 0 0,0 0 1 0 0,0 0 0 0 0,-1 1-1 0 0,-10 5 284 0 0,0-1 0 0 0,0 1-1 0 0,-1-2 1 0 0,-24 8 0 0 0,-30 14 283 0 0,67-27-573 0 0,0 0 0 0 0,0 0 0 0 0,-1 0 0 0 0,1 1 0 0 0,0-1 0 0 0,0 0 0 0 0,-1 0 0 0 0,1 0 0 0 0,0 1 0 0 0,0-1 0 0 0,-1 0 0 0 0,1 0 0 0 0,0 1 0 0 0,0-1 0 0 0,0 0 0 0 0,-1 0 0 0 0,1 1 0 0 0,0-1 0 0 0,0 0 0 0 0,0 1 0 0 0,0-1 0 0 0,0 0 0 0 0,0 0 0 0 0,0 1 0 0 0,0-1 0 0 0,0 0 0 0 0,0 1 0 0 0,0-1 0 0 0,0 0 0 0 0,0 1 0 0 0,0-1 0 0 0,0 0 0 0 0,0 1 0 0 0,0-1 0 0 0,0 0 0 0 0,0 1 0 0 0,0-1 0 0 0,0 0 0 0 0,0 0 0 0 0,1 1 0 0 0,-1-1 0 0 0,0 0 0 0 0,0 0 0 0 0,0 1 0 0 0,1-1 0 0 0,-1 0 0 0 0,0 0 0 0 0,0 1 0 0 0,1-1 0 0 0,-1 0 0 0 0,0 0 0 0 0,0 0 0 0 0,1 0 0 0 0,-1 1 0 0 0,0-1 0 0 0,0 0 0 0 0,1 0 0 0 0,-1 0 0 0 0,0 0 0 0 0,1 0 0 0 0,-1 0 0 0 0,0 0 0 0 0,1 0 0 0 0,-1 0 0 0 0,0 0 0 0 0,1 0 0 0 0,-1 0 0 0 0,1 0 0 0 0,32 9-80 0 0,-25-7 26 0 0,0 0 14 0 0,12 3-126 0 0,0 1-1 0 0,-1 1 1 0 0,0 0-1 0 0,0 2 1 0 0,22 13 0 0 0,-38-20 193 0 0,0 0 0 0 0,0 0 1 0 0,0 0-1 0 0,-1 1 1 0 0,1-1-1 0 0,-1 1 0 0 0,0-1 1 0 0,1 1-1 0 0,-1 0 0 0 0,-1 0 1 0 0,1 0-1 0 0,0 0 0 0 0,-1 1 1 0 0,1-1-1 0 0,-1 0 1 0 0,1 4-1 0 0,-2-3 78 0 0,0 0 0 0 0,0 0-1 0 0,0-1 1 0 0,-1 1 0 0 0,1 0 0 0 0,-1 0 0 0 0,0 0 0 0 0,0-1 0 0 0,-1 1-1 0 0,1-1 1 0 0,-1 1 0 0 0,1-1 0 0 0,-1 1 0 0 0,0-1 0 0 0,0 0 0 0 0,-1 0-1 0 0,1 0 1 0 0,-4 3 0 0 0,-8 8 152 0 0,0 0 0 0 0,-1-1 0 0 0,0-1 0 0 0,-1-1 0 0 0,0 0 0 0 0,-1-1 0 0 0,-35 15 0 0 0,34-21-2134 0 0,29-3-6137 0 0,18-9 514 0 0,15-19 1882 0 0,-24 13 3840 0 0,27-16-841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2.216"/>
    </inkml:context>
    <inkml:brush xml:id="br0">
      <inkml:brushProperty name="width" value="0.035" units="cm"/>
      <inkml:brushProperty name="height" value="0.035" units="cm"/>
      <inkml:brushProperty name="color" value="#E71224"/>
    </inkml:brush>
  </inkml:definitions>
  <inkml:trace contextRef="#ctx0" brushRef="#br0">280 66 2584 0 0,'-4'-3'788'0'0,"-5"-4"1201"0"0,1 0 0 0 0,-1 0-1 0 0,1-1 1 0 0,0 0 0 0 0,-13-17-1 0 0,131 184 4033 0 0,-70-106-5423 0 0,-2 2 1 0 0,-2 2 0 0 0,50 108 0 0 0,-79-149-572 0 0,-1 1 0 0 0,0 1 0 0 0,-2-1 1 0 0,0 1-1 0 0,0 0 0 0 0,-2 0 1 0 0,0 0-1 0 0,-1 0 0 0 0,-1 0 0 0 0,-1 0 1 0 0,0 0-1 0 0,-2 0 0 0 0,0 0 1 0 0,-1 0-1 0 0,0-1 0 0 0,-2 0 0 0 0,0 1 1 0 0,-15 28-1 0 0,8-25-115 0 0,-1 0 0 0 0,-1-1 0 0 0,-1 0 1 0 0,0-1-1 0 0,-2-1 0 0 0,0 0 0 0 0,-1-2 0 0 0,-1 0 0 0 0,-31 19 0 0 0,-78 37-4507 0 0,-1-17-7379 0 0,97-44 8280 0 0,16-9 1214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3.175"/>
    </inkml:context>
    <inkml:brush xml:id="br0">
      <inkml:brushProperty name="width" value="0.035" units="cm"/>
      <inkml:brushProperty name="height" value="0.035" units="cm"/>
      <inkml:brushProperty name="color" value="#E71224"/>
    </inkml:brush>
  </inkml:definitions>
  <inkml:trace contextRef="#ctx0" brushRef="#br0">0 53 1144 0 0,'4'-15'1385'0'0,"0"-4"3159"0"0,0 1 5024 0 0,-5 41-4638 0 0,1 162-1193 0 0,21 1-4628 0 0,-15-153-79 0 0,8 54-4469 0 0,-14-80 4164 0 0,1 1 1 0 0,-1 0-1 0 0,-1-1 0 0 0,1 1 1 0 0,-1 0-1 0 0,0-1 0 0 0,-1 1 1 0 0,-4 10-1 0 0,-6-1-2098 0 0,-5-9 1146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3.331"/>
    </inkml:context>
    <inkml:brush xml:id="br0">
      <inkml:brushProperty name="width" value="0.035" units="cm"/>
      <inkml:brushProperty name="height" value="0.035" units="cm"/>
      <inkml:brushProperty name="color" value="#E71224"/>
    </inkml:brush>
  </inkml:definitions>
  <inkml:trace contextRef="#ctx0" brushRef="#br0">23 38 2184 0 0,'-7'-7'992'0'0,"-8"-17"9957"0"0,18 18-4658 0 0,15 6-2696 0 0,62 12-339 0 0,43 8-2044 0 0,-89-13-2530 0 0,50 17 0 0 0,-59-13 6 0 0,8 13-4957 0 0,-32-23 6004 0 0,0 0-1 0 0,-1 0 0 0 0,1 0 1 0 0,0 0-1 0 0,0 0 1 0 0,0 1-1 0 0,-1-1 0 0 0,1 0 1 0 0,-1 0-1 0 0,1 1 1 0 0,-1-1-1 0 0,1 0 0 0 0,-1 1 1 0 0,0-1-1 0 0,0 0 0 0 0,0 1 1 0 0,0-1-1 0 0,0 1 1 0 0,0-1-1 0 0,0 0 0 0 0,0 1 1 0 0,0-1-1 0 0,0 1 1 0 0,-1-1-1 0 0,1 0 0 0 0,-1 0 1 0 0,1 1-1 0 0,-1-1 0 0 0,1 0 1 0 0,-1 0-1 0 0,0 1 1 0 0,0-1-1 0 0,0 0 0 0 0,1 0 1 0 0,-1 0-1 0 0,0 0 0 0 0,0 0 1 0 0,0 0-1 0 0,-1 0 1 0 0,1-1-1 0 0,0 1 0 0 0,0 0 1 0 0,0 0-1 0 0,-2 0 1 0 0,-43 21-3229 0 0,-19-1 1054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3.878"/>
    </inkml:context>
    <inkml:brush xml:id="br0">
      <inkml:brushProperty name="width" value="0.035" units="cm"/>
      <inkml:brushProperty name="height" value="0.035" units="cm"/>
      <inkml:brushProperty name="color" value="#E71224"/>
    </inkml:brush>
  </inkml:definitions>
  <inkml:trace contextRef="#ctx0" brushRef="#br0">159 1 1864 0 0,'1'1'444'0'0,"0"-1"0"0"0,-1 1-1 0 0,1 0 1 0 0,-1-1 0 0 0,1 1-1 0 0,-1 0 1 0 0,1 0 0 0 0,-1 0 0 0 0,0-1-1 0 0,1 1 1 0 0,-1 0 0 0 0,0 0 0 0 0,0 0-1 0 0,0 0 1 0 0,0 0 0 0 0,1-1 0 0 0,-1 1-1 0 0,0 0 1 0 0,-1 0 0 0 0,1 1 0 0 0,-13 29 4209 0 0,4-14-3211 0 0,-5 23-605 0 0,3-1 1 0 0,1 2-1 0 0,1-1 1 0 0,-3 61-1 0 0,3 169-1669 0 0,8-173-451 0 0,2-90 666 0 0,-2 0 0 0 0,1 0 0 0 0,-1 0 0 0 0,0-1 1 0 0,0 1-1 0 0,-3 10 0 0 0,3-16 339 0 0,0 0 0 0 0,1 0-1 0 0,-1 0 1 0 0,0 0 0 0 0,0 0 0 0 0,1 0 0 0 0,-1 0 0 0 0,0 0-1 0 0,0 0 1 0 0,0 0 0 0 0,0-1 0 0 0,0 1 0 0 0,0 0 0 0 0,0-1 0 0 0,-1 1-1 0 0,1-1 1 0 0,0 1 0 0 0,0-1 0 0 0,0 1 0 0 0,0-1 0 0 0,-1 0-1 0 0,1 0 1 0 0,0 0 0 0 0,0 0 0 0 0,-1 0 0 0 0,1 0 0 0 0,0 0 0 0 0,0 0-1 0 0,-1 0 1 0 0,1 0 0 0 0,0-1 0 0 0,0 1 0 0 0,-1 0 0 0 0,1-1 0 0 0,0 1-1 0 0,0-1 1 0 0,0 0 0 0 0,0 1 0 0 0,0-1 0 0 0,0 0 0 0 0,-2-1-1 0 0,-19-11-1974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4.025"/>
    </inkml:context>
    <inkml:brush xml:id="br0">
      <inkml:brushProperty name="width" value="0.035" units="cm"/>
      <inkml:brushProperty name="height" value="0.035" units="cm"/>
      <inkml:brushProperty name="color" value="#E71224"/>
    </inkml:brush>
  </inkml:definitions>
  <inkml:trace contextRef="#ctx0" brushRef="#br0">30 66 2824 0 0,'-16'-24'3840'0'0,"8"10"-240"0"0,4 8-800 0 0,3 4-720 0 0,4 2-479 0 0,8 2-321 0 0,11 3-320 0 0,14 2-160 0 0,14-3-240 0 0,12-2-160 0 0,10-4-160 0 0,6 0-288 0 0,3-4-1152 0 0,0-2-2160 0 0,-5-1-1681 0 0,-8 2 481 0 0,-15 2 1120 0 0,-15 4 1200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5.242"/>
    </inkml:context>
    <inkml:brush xml:id="br0">
      <inkml:brushProperty name="width" value="0.035" units="cm"/>
      <inkml:brushProperty name="height" value="0.035" units="cm"/>
      <inkml:brushProperty name="color" value="#E71224"/>
    </inkml:brush>
  </inkml:definitions>
  <inkml:trace contextRef="#ctx0" brushRef="#br0">369 20 2424 0 0,'0'-3'367'0'0,"5"-12"8973"0"0,-5 15-9179 0 0,0 0 0 0 0,0 0 0 0 0,0-1 0 0 0,0 1 0 0 0,1 0 0 0 0,-1 0 0 0 0,0 0-1 0 0,0 0 1 0 0,0 0 0 0 0,0 0 0 0 0,1 0 0 0 0,-1 0 0 0 0,0 0 0 0 0,0-1 0 0 0,0 1 0 0 0,0 0 0 0 0,1 0 0 0 0,-1 0 0 0 0,0 0 0 0 0,0 0 0 0 0,0 0 0 0 0,1 0 0 0 0,-1 0 0 0 0,0 0 0 0 0,0 0 0 0 0,0 1 0 0 0,0-1 0 0 0,1 0 0 0 0,-1 0 0 0 0,0 0 0 0 0,0 0 0 0 0,0 0 0 0 0,0 0-1 0 0,1 0 1 0 0,-1 0 0 0 0,0 0 0 0 0,0 1 0 0 0,0-1 0 0 0,0 0 0 0 0,0 0 0 0 0,1 0 0 0 0,-1 0 0 0 0,0 0 0 0 0,0 1 0 0 0,0-1 0 0 0,0 0 0 0 0,0 0 0 0 0,0 0 0 0 0,0 0 0 0 0,0 1 0 0 0,0-1 0 0 0,0 0 0 0 0,0 0 0 0 0,0 0 0 0 0,0 1 0 0 0,-7 8 5073 0 0,-32 30-3988 0 0,35-35-1166 0 0,0 0 1 0 0,1 1-1 0 0,-1-1 1 0 0,1 1-1 0 0,0 0 1 0 0,0 0-1 0 0,1 0 1 0 0,-1 1-1 0 0,1-1 1 0 0,-1 7-1 0 0,-14 25 75 0 0,-3-5 17 0 0,1 2-1 0 0,1 0 1 0 0,2 2 0 0 0,-19 62-1 0 0,29-77-161 0 0,2 1 1 0 0,0 0-1 0 0,2 0 0 0 0,0 0 0 0 0,1 0 0 0 0,2 1 0 0 0,0-1 1 0 0,1 0-1 0 0,9 35 0 0 0,-5-32-22 0 0,2 8 99 0 0,-1 1 0 0 0,5 59 0 0 0,-12-81-63 0 0,0 1 1 0 0,-1 0 0 0 0,0 0-1 0 0,-1 0 1 0 0,-1-1 0 0 0,0 1-1 0 0,0-1 1 0 0,-1 0 0 0 0,-1 0-1 0 0,-11 21 1 0 0,-29 43 275 0 0,-36 68 195 0 0,73-129-497 0 0,2 0 0 0 0,0 0 0 0 0,1 1 0 0 0,1 0 0 0 0,0 0 0 0 0,1 0 0 0 0,-1 26 0 0 0,4-37-93 0 0,0 0 0 0 0,0-1 1 0 0,0 1-1 0 0,1 0 1 0 0,0-1-1 0 0,0 1 0 0 0,0-1 1 0 0,0 1-1 0 0,1-1 1 0 0,0 1-1 0 0,0-1 0 0 0,4 7 1 0 0,-5-10-109 0 0,1 0 1 0 0,-1 1-1 0 0,0-1 1 0 0,1 0-1 0 0,-1 0 0 0 0,1 0 1 0 0,-1 0-1 0 0,1 0 1 0 0,0 0-1 0 0,-1 0 0 0 0,1-1 1 0 0,0 1-1 0 0,0 0 1 0 0,0-1-1 0 0,-1 0 0 0 0,1 1 1 0 0,0-1-1 0 0,0 0 1 0 0,0 0-1 0 0,0 0 1 0 0,-1 0-1 0 0,1 0 0 0 0,0-1 1 0 0,0 1-1 0 0,0 0 1 0 0,0-1-1 0 0,-1 1 0 0 0,1-1 1 0 0,0 0-1 0 0,-1 0 1 0 0,1 0-1 0 0,0 0 1 0 0,-1 0-1 0 0,3-1 0 0 0,17-12-4167 0 0,0-1-1 0 0,-1-1 0 0 0,24-24 0 0 0,-22 19 2227 0 0,8-6-216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5.940"/>
    </inkml:context>
    <inkml:brush xml:id="br0">
      <inkml:brushProperty name="width" value="0.035" units="cm"/>
      <inkml:brushProperty name="height" value="0.035" units="cm"/>
      <inkml:brushProperty name="color" value="#E71224"/>
    </inkml:brush>
  </inkml:definitions>
  <inkml:trace contextRef="#ctx0" brushRef="#br0">104 55 2744 0 0,'8'10'10881'0'0,"-2"7"-4473"0"0,-1 28-2538 0 0,-9 24-5361 0 0,-1-46 3237 0 0,-4 24-1210 0 0,-3 0-1 0 0,-2-1 1 0 0,-2-1-1 0 0,-2 0 1 0 0,-24 42 0 0 0,42-87-521 0 0,0 0 1 0 0,0 0 0 0 0,0 0-1 0 0,0 0 1 0 0,0 0 0 0 0,0-1-1 0 0,0 1 1 0 0,0 0 0 0 0,0 0-1 0 0,0 0 1 0 0,0 0 0 0 0,0 0-1 0 0,0 0 1 0 0,0 0 0 0 0,0 0-1 0 0,0 0 1 0 0,0 0 0 0 0,0-1-1 0 0,0 1 1 0 0,0 0 0 0 0,0 0-1 0 0,0 0 1 0 0,0 0 0 0 0,0 0-1 0 0,-1 0 1 0 0,1 0 0 0 0,0 0-1 0 0,0 0 1 0 0,0 0 0 0 0,0 0-1 0 0,0 0 1 0 0,0 0 0 0 0,0 0 0 0 0,0 0-1 0 0,0 0 1 0 0,0 0 0 0 0,-1 0-1 0 0,1 0 1 0 0,0 0 0 0 0,0 0-1 0 0,0 0 1 0 0,3-20 149 0 0,10-28-162 0 0,11-20 114 0 0,-6 14-121 0 0,2 1 1 0 0,31-56-1 0 0,-44 95-3 0 0,1 0 0 0 0,1 1 0 0 0,0 1-1 0 0,0-1 1 0 0,1 2 0 0 0,1-1 0 0 0,0 1 0 0 0,0 1 0 0 0,2 0 0 0 0,-1 0 0 0 0,1 2 0 0 0,23-13 0 0 0,-25 16 13 0 0,0 1 1 0 0,0 1 0 0 0,0 0 0 0 0,1 1-1 0 0,-1 0 1 0 0,1 0 0 0 0,-1 1-1 0 0,1 1 1 0 0,0 0 0 0 0,-1 0 0 0 0,1 1-1 0 0,0 1 1 0 0,-1 0 0 0 0,0 1 0 0 0,1 0-1 0 0,-1 0 1 0 0,0 1 0 0 0,-1 1 0 0 0,1 0-1 0 0,17 11 1 0 0,-19-10-10 0 0,0 1-1 0 0,0-1 0 0 0,-1 1 1 0 0,0 1-1 0 0,0-1 1 0 0,-1 1-1 0 0,0 1 0 0 0,0 0 1 0 0,-1-1-1 0 0,0 2 0 0 0,-1-1 1 0 0,0 1-1 0 0,0 0 1 0 0,-1 0-1 0 0,0 0 0 0 0,-1 0 1 0 0,0 1-1 0 0,-1 0 1 0 0,0-1-1 0 0,-1 1 0 0 0,0 0 1 0 0,-1 16-1 0 0,-4 18 176 0 0,-2 0 1 0 0,-3 0-1 0 0,-1-1 0 0 0,-29 79 1 0 0,12-58-363 0 0,-3 0 1 0 0,-52 84 0 0 0,76-139 368 0 0,-13 19-3091 0 0,-2-3-3513 0 0,19-24 5697 0 0,0 0 0 0 0,0-1-1 0 0,0 1 1 0 0,0 0 0 0 0,0-1 0 0 0,0 0-1 0 0,0 1 1 0 0,-1-1 0 0 0,1 0 0 0 0,0 0-1 0 0,-1 0 1 0 0,1 0 0 0 0,-1-1-1 0 0,1 1 1 0 0,-1-1 0 0 0,1 1 0 0 0,-1-1-1 0 0,0 0 1 0 0,1 0 0 0 0,-1 0 0 0 0,1-1-1 0 0,-5 0 1 0 0,-9-5-1472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6.876"/>
    </inkml:context>
    <inkml:brush xml:id="br0">
      <inkml:brushProperty name="width" value="0.035" units="cm"/>
      <inkml:brushProperty name="height" value="0.035" units="cm"/>
      <inkml:brushProperty name="color" value="#E71224"/>
    </inkml:brush>
  </inkml:definitions>
  <inkml:trace contextRef="#ctx0" brushRef="#br0">47 1 184 0 0,'-25'15'5563'0'0,"4"-2"2688"0"0,24-9-3734 0 0,24 10-2735 0 0,-27-14-1681 0 0,165 63 2968 0 0,-109-44-3254 0 0,103 50 0 0 0,-140-58-71 0 0,80 40-5095 0 0,-86-45 2877 0 0,1-1-1 0 0,-1 0 1 0 0,1-1-1 0 0,0-1 0 0 0,22 3 1 0 0,-26-7 127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7.492"/>
    </inkml:context>
    <inkml:brush xml:id="br0">
      <inkml:brushProperty name="width" value="0.035" units="cm"/>
      <inkml:brushProperty name="height" value="0.035" units="cm"/>
      <inkml:brushProperty name="color" value="#E71224"/>
    </inkml:brush>
  </inkml:definitions>
  <inkml:trace contextRef="#ctx0" brushRef="#br0">293 66 4184 0 0,'-3'1'8090'0'0,"-2"0"-3874"0"0,-13 8-268 0 0,-5 35-2283 0 0,-25 62 1 0 0,13-23-1197 0 0,-16 23-161 0 0,-59 136 123 0 0,203-396-437 0 0,-39 49 35 0 0,50-88-42 0 0,-82 158 76 0 0,1 2 0 0 0,1 0-1 0 0,39-40 1 0 0,-60 70-16 0 0,-1 0 0 0 0,1 0-1 0 0,-1 1 1 0 0,1 0 0 0 0,0-1 0 0 0,0 1-1 0 0,0 0 1 0 0,0 0 0 0 0,0 0 0 0 0,0 1-1 0 0,0-1 1 0 0,1 1 0 0 0,-1 0 0 0 0,4-1-1 0 0,-6 2-29 0 0,0 0-1 0 0,-1 0 0 0 0,1 0 1 0 0,0 0-1 0 0,-1 1 0 0 0,1-1 1 0 0,0 0-1 0 0,-1 0 0 0 0,1 1 1 0 0,0-1-1 0 0,-1 0 0 0 0,1 1 1 0 0,-1-1-1 0 0,1 1 0 0 0,-1-1 1 0 0,1 1-1 0 0,-1-1 0 0 0,1 1 1 0 0,-1-1-1 0 0,1 1 0 0 0,-1-1 1 0 0,0 1-1 0 0,1 0 0 0 0,-1-1 1 0 0,1 2-1 0 0,3 32 125 0 0,-7 11-50 0 0,-13 65 1 0 0,-2 26-61 0 0,17-119-7 0 0,0 0 1 0 0,2 0 0 0 0,0 0-1 0 0,1-1 1 0 0,1 1 0 0 0,4 16-1 0 0,-5-28-29 0 0,-1 0 0 0 0,1-1-1 0 0,-1 1 1 0 0,1-1-1 0 0,1 1 1 0 0,-1-1-1 0 0,1 0 1 0 0,-1 1-1 0 0,1-1 1 0 0,0-1 0 0 0,1 1-1 0 0,-1 0 1 0 0,1-1-1 0 0,-1 0 1 0 0,1 0-1 0 0,0 0 1 0 0,0 0-1 0 0,1-1 1 0 0,4 3 0 0 0,-4-3-4 0 0,1 0 0 0 0,-1-1 0 0 0,1 0 0 0 0,-1-1 0 0 0,1 1 0 0 0,-1-1 0 0 0,1 0 0 0 0,-1 0 0 0 0,1 0 0 0 0,-1-1 0 0 0,1 0 0 0 0,-1 0 0 0 0,1-1 0 0 0,-1 1 0 0 0,0-1 0 0 0,9-5 0 0 0,18-9 205 0 0,-2-2 0 0 0,0 0 0 0 0,-1-3 0 0 0,-1 0 0 0 0,0-2 0 0 0,25-27 0 0 0,-10 3 505 0 0,-1-2 0 0 0,50-77 0 0 0,-60 72-58 0 0,-26 42 199 0 0,-21 36-144 0 0,-52 89-485 0 0,-58 136 1 0 0,77-160-1278 0 0,29-57-171 0 0,-23 51 0 0 0,38-73 774 0 0,1-1 0 0 0,0 1 0 0 0,0 0 0 0 0,1 0 0 0 0,0 1 0 0 0,0-1 0 0 0,2 0 0 0 0,-1 1 0 0 0,1-1 0 0 0,1 11 0 0 0,6 7-1459 0 0,-6-25 1185 0 0,0 0-1 0 0,1 0 1 0 0,-1 0-1 0 0,1 0 1 0 0,-1-1-1 0 0,1 1 1 0 0,0 0-1 0 0,0-1 1 0 0,4 4-1 0 0,-4-4 339 0 0,0-1 0 0 0,-1 0 0 0 0,1 0 0 0 0,0 0 0 0 0,0 0 0 0 0,0-1 0 0 0,0 1-1 0 0,0 0 1 0 0,0-1 0 0 0,0 0 0 0 0,0 1 0 0 0,0-1 0 0 0,0 0 0 0 0,0 0 0 0 0,0 0 0 0 0,0 0 0 0 0,0 0 0 0 0,0-1 0 0 0,0 1 0 0 0,0-1-1 0 0,0 1 1 0 0,0-1 0 0 0,0 0 0 0 0,0 1 0 0 0,0-1 0 0 0,0 0 0 0 0,0 0 0 0 0,-1-1 0 0 0,4-1 0 0 0,34-25-1990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8.103"/>
    </inkml:context>
    <inkml:brush xml:id="br0">
      <inkml:brushProperty name="width" value="0.035" units="cm"/>
      <inkml:brushProperty name="height" value="0.035" units="cm"/>
      <inkml:brushProperty name="color" value="#E71224"/>
    </inkml:brush>
  </inkml:definitions>
  <inkml:trace contextRef="#ctx0" brushRef="#br0">145 72 584 0 0,'2'-6'10046'0'0,"0"-18"-6024"0"0,0 9-1889 0 0,-2 14-1903 0 0,0-1 1 0 0,0 1-1 0 0,0 0 1 0 0,0 0-1 0 0,0 0 1 0 0,0 0-1 0 0,1 0 1 0 0,-1 0 0 0 0,0 0-1 0 0,1 0 1 0 0,-1 0-1 0 0,1 0 1 0 0,-1 0-1 0 0,1 0 1 0 0,-1 0 0 0 0,1 0-1 0 0,0 0 1 0 0,0 0-1 0 0,-1 0 1 0 0,1 1-1 0 0,0-1 1 0 0,0 0 0 0 0,0 1-1 0 0,0-1 1 0 0,0 0-1 0 0,0 1 1 0 0,0-1-1 0 0,0 1 1 0 0,1-1-1 0 0,-1 2-38 0 0,-1 0 0 0 0,1 0-1 0 0,0 0 1 0 0,0 0-1 0 0,-1 0 1 0 0,1 0-1 0 0,-1 0 1 0 0,1 0-1 0 0,-1 0 1 0 0,1 1 0 0 0,-1-1-1 0 0,0 0 1 0 0,0 0-1 0 0,0 0 1 0 0,1 1-1 0 0,-1-1 1 0 0,0 0-1 0 0,0 0 1 0 0,-1 0-1 0 0,1 1 1 0 0,0-1 0 0 0,0 0-1 0 0,0 0 1 0 0,-1 0-1 0 0,1 1 1 0 0,-1-1-1 0 0,0 2 1 0 0,-44 128 2738 0 0,1-1-2660 0 0,-39 141-185 0 0,129-362-698 0 0,-39 72 687 0 0,79-173 511 0 0,-73 167-559 0 0,2 0-1 0 0,0 1 1 0 0,1 1 0 0 0,2 0 0 0 0,27-27-1 0 0,-41 46-27 0 0,0 0 1 0 0,0 0-1 0 0,0 1 0 0 0,1 0 0 0 0,-1 0 0 0 0,1 0 0 0 0,0 0 0 0 0,0 1 0 0 0,0 0 1 0 0,0 0-1 0 0,0 0 0 0 0,0 0 0 0 0,0 1 0 0 0,1 0 0 0 0,-1 0 0 0 0,1 1 0 0 0,-1-1 1 0 0,8 1-1 0 0,-8 1 14 0 0,0 1 0 0 0,0-1 0 0 0,-1 1 0 0 0,1-1 0 0 0,-1 1 0 0 0,1 1 0 0 0,-1-1 0 0 0,0 0 0 0 0,0 1 0 0 0,0 0 0 0 0,0 0 0 0 0,0 1 0 0 0,-1-1 0 0 0,0 0 0 0 0,1 1 0 0 0,-1 0 0 0 0,0 0 0 0 0,-1 0 0 0 0,1 0 0 0 0,2 8 0 0 0,6 11-12 0 0,-1 0 0 0 0,-2 1 0 0 0,-1 0 0 0 0,0 0 0 0 0,-2 0 0 0 0,0 1 0 0 0,-2 0 0 0 0,-1 0 0 0 0,-1 0 0 0 0,-1 0 0 0 0,-1 0 0 0 0,-2 0 0 0 0,0 0 0 0 0,-8 27 0 0 0,-11 30 0 0 0,-3-2 0 0 0,-66 140 0 0 0,86-208-80 0 0,-11 18-4150 0 0,27-64-17055 0 0,-3 1 17516 0 0,5-6 1142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8.514"/>
    </inkml:context>
    <inkml:brush xml:id="br0">
      <inkml:brushProperty name="width" value="0.035" units="cm"/>
      <inkml:brushProperty name="height" value="0.035" units="cm"/>
      <inkml:brushProperty name="color" value="#E71224"/>
    </inkml:brush>
  </inkml:definitions>
  <inkml:trace contextRef="#ctx0" brushRef="#br0">35 56 2424 0 0,'-3'-14'1040'0'0,"-2"-28"15865"0"0,12 63-14303 0 0,46 141 1892 0 0,51 71-2694 0 0,-87-197-1668 0 0,-2 1-1 0 0,-1 0 1 0 0,-2 1 0 0 0,-1 0 0 0 0,-2 1-1 0 0,-2 0 1 0 0,2 46 0 0 0,-8-63-153 0 0,-1-1 0 0 0,-1 1 0 0 0,-1 0 0 0 0,-1-1 0 0 0,-1 0 0 0 0,-1 0 0 0 0,-1 0 0 0 0,0 0 0 0 0,-2-1 0 0 0,0 0 0 0 0,-1-1 0 0 0,-2 1 0 0 0,1-2 0 0 0,-24 31 0 0 0,-93 88-5037 0 0,90-100 209 0 0,23-26-1134 0 0,13-21-3262 0 0,13-10 6032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8.858"/>
    </inkml:context>
    <inkml:brush xml:id="br0">
      <inkml:brushProperty name="width" value="0.035" units="cm"/>
      <inkml:brushProperty name="height" value="0.035" units="cm"/>
      <inkml:brushProperty name="color" value="#E71224"/>
    </inkml:brush>
  </inkml:definitions>
  <inkml:trace contextRef="#ctx0" brushRef="#br0">106 91 344 0 0,'0'-5'1464'0'0,"4"-58"7316"0"0,1 41-3700 0 0,-5 22-4990 0 0,0 0 1 0 0,0 0 0 0 0,0 0-1 0 0,0 0 1 0 0,0 1-1 0 0,0-1 1 0 0,0 0 0 0 0,0 0-1 0 0,0 0 1 0 0,0 0 0 0 0,0 1-1 0 0,0-1 1 0 0,0 0-1 0 0,0 0 1 0 0,0 0 0 0 0,1 0-1 0 0,-1 0 1 0 0,0 1 0 0 0,0-1-1 0 0,0 0 1 0 0,0 0-1 0 0,0 0 1 0 0,0 0 0 0 0,0 0-1 0 0,0 0 1 0 0,1 1 0 0 0,-1-1-1 0 0,0 0 1 0 0,0 0-1 0 0,0 0 1 0 0,0 0 0 0 0,0 0-1 0 0,1 0 1 0 0,-1 0 0 0 0,0 0-1 0 0,0 0 1 0 0,0 0-1 0 0,0 0 1 0 0,1 0 0 0 0,-1 0-1 0 0,0 0 1 0 0,0 0-1 0 0,0 0 1 0 0,0 0 0 0 0,1 0-1 0 0,-1 0 1 0 0,0 0 0 0 0,0 0-1 0 0,0 0 1 0 0,0 0-1 0 0,1 0 1 0 0,-1 0 0 0 0,0 0-1 0 0,0 0 1 0 0,0 0 0 0 0,0 0-1 0 0,0-1 1 0 0,1 1-1 0 0,-1 0 1 0 0,0 0 0 0 0,0 0-1 0 0,0 0 1 0 0,0 0 0 0 0,0 0-1 0 0,0-1 1 0 0,0 1-1 0 0,0 0 1 0 0,1 0 0 0 0,-1 0-1 0 0,24 51 941 0 0,-2 1-1 0 0,-3 1 0 0 0,-2 1 1 0 0,-2 0-1 0 0,-2 1 0 0 0,9 100 1 0 0,-20-117-921 0 0,-1 0 0 0 0,-3-1 0 0 0,0 1 0 0 0,-3 0 0 0 0,-1-1 0 0 0,-1 0 0 0 0,-2 0 1 0 0,-2-1-1 0 0,-2 0 0 0 0,0-1 0 0 0,-22 37 0 0 0,18-41-909 0 0,-25 34 0 0 0,4-22-2176 0 0,-5-10-3927 0 0,42-33 6697 0 0,1 0 0 0 0,0 0 0 0 0,-1 1 0 0 0,1-1 0 0 0,0 0 1 0 0,-1 0-1 0 0,1 0 0 0 0,0 0 0 0 0,-1 1 0 0 0,1-1 0 0 0,0 0 0 0 0,-1 0 0 0 0,1 0 0 0 0,0 0 0 0 0,-1 0 1 0 0,1 0-1 0 0,0 0 0 0 0,-1 0 0 0 0,1 0 0 0 0,-1 0 0 0 0,1 0 0 0 0,0 0 0 0 0,-1 0 0 0 0,1 0 0 0 0,0-1 1 0 0,-1 1-1 0 0,1 0 0 0 0,0 0 0 0 0,-1 0 0 0 0,1 0 0 0 0,0-1 0 0 0,-1 1 0 0 0,1 0 0 0 0,0 0 0 0 0,0-1 1 0 0,-1 1-1 0 0,1 0 0 0 0,0 0 0 0 0,0-1 0 0 0,-1 1 0 0 0,1 0 0 0 0,0-1 0 0 0,0 1 0 0 0,0 0 0 0 0,0-1 1 0 0,0 1-1 0 0,-1-1 0 0 0,1 1 0 0 0,0 0 0 0 0,0-1 0 0 0,0-20-4266 0 0,6-11 1498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29.342"/>
    </inkml:context>
    <inkml:brush xml:id="br0">
      <inkml:brushProperty name="width" value="0.035" units="cm"/>
      <inkml:brushProperty name="height" value="0.035" units="cm"/>
      <inkml:brushProperty name="color" value="#E71224"/>
    </inkml:brush>
  </inkml:definitions>
  <inkml:trace contextRef="#ctx0" brushRef="#br0">19 94 1784 0 0,'12'-25'10234'0'0,"-7"0"-4460"0"0,-4 17-4781 0 0,0 7-817 0 0,-1-1 1 0 0,0 0 0 0 0,1 0-1 0 0,0 0 1 0 0,-1 1 0 0 0,1-1 0 0 0,0 0-1 0 0,0 1 1 0 0,0-1 0 0 0,0 1-1 0 0,0-1 1 0 0,0 1 0 0 0,1-1-1 0 0,-1 1 1 0 0,0 0 0 0 0,1 0 0 0 0,-1 0-1 0 0,1 0 1 0 0,-1 0 0 0 0,1 0-1 0 0,-1 0 1 0 0,1 0 0 0 0,0 0-1 0 0,0 1 1 0 0,-1-1 0 0 0,1 1 0 0 0,0-1-1 0 0,0 1 1 0 0,0 0 0 0 0,-1-1-1 0 0,1 1 1 0 0,0 0 0 0 0,0 0 0 0 0,0 1-1 0 0,0-1 1 0 0,-1 0 0 0 0,1 1-1 0 0,3 0 1 0 0,-1 0-100 0 0,0 0 0 0 0,0 0 0 0 0,0 0 0 0 0,0 0 0 0 0,-1 1 0 0 0,1 0 0 0 0,0-1 0 0 0,-1 2 0 0 0,1-1 0 0 0,-1 0 0 0 0,1 1 0 0 0,-1-1 0 0 0,0 1 0 0 0,0 0 0 0 0,0 0 0 0 0,4 7 0 0 0,-3-3-29 0 0,-1 1 1 0 0,0 0-1 0 0,0 0 0 0 0,-1 0 1 0 0,0 0-1 0 0,0 0 0 0 0,-1 1 1 0 0,0-1-1 0 0,-1 1 0 0 0,0-1 1 0 0,0 0-1 0 0,-1 1 1 0 0,1-1-1 0 0,-2 1 0 0 0,0-1 1 0 0,0 0-1 0 0,0 0 0 0 0,-1 0 1 0 0,0 0-1 0 0,-8 14 0 0 0,1-4-89 0 0,-1-1-1 0 0,-1-1 0 0 0,-1 0 0 0 0,0 0 0 0 0,-1-1 0 0 0,-1-1 0 0 0,-26 20 0 0 0,41-33 48 0 0,-1-1 1 0 0,0 1-1 0 0,0 0 1 0 0,1 0-1 0 0,-1-1 0 0 0,0 1 1 0 0,0 0-1 0 0,0-1 1 0 0,0 1-1 0 0,0-1 0 0 0,0 1 1 0 0,0-1-1 0 0,0 0 1 0 0,0 1-1 0 0,0-1 0 0 0,0 0 1 0 0,0 0-1 0 0,-1 0 1 0 0,1 0-1 0 0,-1 0 1 0 0,2 0 12 0 0,-1-1 0 0 0,1 1 0 0 0,0-1 0 0 0,0 0 0 0 0,-1 1 0 0 0,1-1 0 0 0,0 0 0 0 0,0 1 1 0 0,0-1-1 0 0,0 0 0 0 0,0 1 0 0 0,0-1 0 0 0,0 0 0 0 0,0 1 0 0 0,0-1 0 0 0,0 0 0 0 0,0 1 1 0 0,0-1-1 0 0,0 0 0 0 0,1 1 0 0 0,-1-1 0 0 0,1 0 0 0 0,18-42 860 0 0,-16 37-755 0 0,1 1 0 0 0,0-1 0 0 0,0 1 0 0 0,0 0 0 0 0,0 0-1 0 0,1 1 1 0 0,0-1 0 0 0,-1 1 0 0 0,2 0 0 0 0,-1 0 0 0 0,0 1 0 0 0,11-6-1 0 0,-12 8-51 0 0,1 0-1 0 0,-1 0 1 0 0,1 0-1 0 0,-1 1 1 0 0,1-1-1 0 0,-1 1 1 0 0,1 0-1 0 0,-1 1 1 0 0,1-1-1 0 0,-1 1 1 0 0,1 0-1 0 0,-1 0 1 0 0,0 0-1 0 0,1 0 1 0 0,-1 1-1 0 0,0 0 1 0 0,0-1-1 0 0,0 2 1 0 0,5 2-1 0 0,121 71-1519 0 0,-129-75 1250 0 0,0-1-1 0 0,-1 0 1 0 0,1 1 0 0 0,0-1-1 0 0,-1 0 1 0 0,1 1-1 0 0,0-1 1 0 0,-1 1-1 0 0,1-1 1 0 0,-1 1 0 0 0,1-1-1 0 0,-1 1 1 0 0,1 0-1 0 0,-1-1 1 0 0,1 1-1 0 0,-1-1 1 0 0,0 1 0 0 0,1 0-1 0 0,-1-1 1 0 0,0 1-1 0 0,0 0 1 0 0,1 0-1 0 0,-1-1 1 0 0,0 1 0 0 0,0 0-1 0 0,0 0 1 0 0,0-1-1 0 0,0 1 1 0 0,0 0 0 0 0,0 1-1 0 0,-1-1-436 0 0,0 0-1 0 0,0 0 1 0 0,0 0-1 0 0,0 0 1 0 0,0 0-1 0 0,0 0 1 0 0,0 0 0 0 0,-1 0-1 0 0,1 0 1 0 0,0-1-1 0 0,0 1 1 0 0,-1 0-1 0 0,1-1 1 0 0,-3 1 0 0 0,-37 9-9556 0 0,17-6 7396 0 0,15-3 3529 0 0,-39 7-3054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0.423"/>
    </inkml:context>
    <inkml:brush xml:id="br0">
      <inkml:brushProperty name="width" value="0.035" units="cm"/>
      <inkml:brushProperty name="height" value="0.035" units="cm"/>
      <inkml:brushProperty name="color" value="#E71224"/>
    </inkml:brush>
  </inkml:definitions>
  <inkml:trace contextRef="#ctx0" brushRef="#br0">1 0 2104 0 0,'18'13'4000'0'0,"10"-8"-720"0"0,12-7-800 0 0,8-4-720 0 0,6 1-640 0 0,0 5-320 0 0,-8 1-480 0 0,-7 8-80 0 0,-7 0-240 0 0,-5 4-128 0 0,-7 1-512 0 0,-7 2-1360 0 0,-8 1-1600 0 0,-8 2-320 0 0,-10 3 880 0 0,-11-2 880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0.592"/>
    </inkml:context>
    <inkml:brush xml:id="br0">
      <inkml:brushProperty name="width" value="0.035" units="cm"/>
      <inkml:brushProperty name="height" value="0.035" units="cm"/>
      <inkml:brushProperty name="color" value="#E71224"/>
    </inkml:brush>
  </inkml:definitions>
  <inkml:trace contextRef="#ctx0" brushRef="#br0">1 1 1464 0 0,'5'26'4400'0'0,"-4"-1"-320"0"0,7-5-960 0 0,6-7-720 0 0,10-5-639 0 0,11-4-561 0 0,8-2-400 0 0,4-2-320 0 0,5-1-240 0 0,0 2-208 0 0,-2 2-592 0 0,-6 1-720 0 0,-1 3-1441 0 0,-3 3-1679 0 0,-7 3 0 0 0,-11 2 1120 0 0,-10 4 960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2.609"/>
    </inkml:context>
    <inkml:brush xml:id="br0">
      <inkml:brushProperty name="width" value="0.035" units="cm"/>
      <inkml:brushProperty name="height" value="0.035" units="cm"/>
      <inkml:brushProperty name="color" value="#E71224"/>
    </inkml:brush>
  </inkml:definitions>
  <inkml:trace contextRef="#ctx0" brushRef="#br0">117 145 1704 0 0,'36'-78'7200'0'0,"-11"26"1307"0"0,-29 85-3297 0 0,1-2-4473 0 0,-79 272 2009 0 0,25-108-2439 0 0,49-166-263 0 0,2-10-2 0 0,1 0 0 0 0,1 0 0 0 0,1 0 0 0 0,-2 34 0 0 0,5-53-42 0 0,0 0 0 0 0,0 0 1 0 0,0 0-1 0 0,0 0 0 0 0,0 0 1 0 0,0 1-1 0 0,0-1 0 0 0,0 0 0 0 0,0 0 1 0 0,0 0-1 0 0,0 0 0 0 0,0 0 1 0 0,0 0-1 0 0,0 1 0 0 0,0-1 1 0 0,0 0-1 0 0,0 0 0 0 0,0 0 0 0 0,0 0 1 0 0,0 0-1 0 0,0 0 0 0 0,0 0 1 0 0,0 0-1 0 0,0 1 0 0 0,1-1 1 0 0,-1 0-1 0 0,0 0 0 0 0,0 0 0 0 0,0 0 1 0 0,0 0-1 0 0,0 0 0 0 0,0 0 1 0 0,0 0-1 0 0,0 0 0 0 0,1 0 1 0 0,-1 0-1 0 0,0 0 0 0 0,0 0 0 0 0,0 0 1 0 0,0 0-1 0 0,0 0 0 0 0,0 0 1 0 0,0 0-1 0 0,1 0 0 0 0,-1 0 1 0 0,0 0-1 0 0,0 0 0 0 0,0 0 0 0 0,0 0 1 0 0,0 0-1 0 0,0 0 0 0 0,1 0 1 0 0,-1 0-1 0 0,0 0 0 0 0,0 0 1 0 0,0 0-1 0 0,0 0 0 0 0,0 0 0 0 0,0 0 1 0 0,0 0-1 0 0,0 0 0 0 0,1-1 1 0 0,-1 1-1 0 0,0 0 0 0 0,0 0 1 0 0,0 0-1 0 0,0 0 0 0 0,0 0 0 0 0,0-1 1 0 0,11-12 3 0 0,10-20 37 0 0,5-24 31 0 0,-3-2-1 0 0,18-68 1 0 0,5-13-7 0 0,-43 132-54 0 0,10-31 36 0 0,3 1 1 0 0,1 0-1 0 0,43-70 1 0 0,-60 108-45 0 0,0 0 0 0 0,0 0 0 0 0,0 0 0 0 0,0-1 0 0 0,0 1 0 0 0,0 0 0 0 0,0 0 0 0 0,1 0 0 0 0,-1 0 0 0 0,0 0 0 0 0,0 0 0 0 0,0 0 0 0 0,0-1 0 0 0,0 1 0 0 0,1 0 0 0 0,-1 0 0 0 0,0 0 0 0 0,0 0 0 0 0,0 0 0 0 0,0 0 0 0 0,0 0 0 0 0,1 0 0 0 0,-1 0 0 0 0,0 0 0 0 0,0 0 0 0 0,0 0 0 0 0,1 0 0 0 0,-1 0 0 0 0,0 0 0 0 0,0 0 0 0 0,0 0 0 0 0,0 0 0 0 0,0 0 0 0 0,1 0 0 0 0,-1 0 0 0 0,0 1 1 0 0,0-1-1 0 0,0 0 0 0 0,0 0 0 0 0,1 0 0 0 0,-1 0 0 0 0,0 0 0 0 0,0 0 0 0 0,0 0 0 0 0,0 1 0 0 0,0-1 0 0 0,0 0 0 0 0,0 0 0 0 0,0 0 0 0 0,1 0 0 0 0,-1 0 0 0 0,0 1 0 0 0,0-1 0 0 0,0 0 0 0 0,0 0 0 0 0,0 0 0 0 0,0 0 0 0 0,0 1 0 0 0,0-1 0 0 0,0 0 0 0 0,0 0 0 0 0,0 0 0 0 0,0 0 0 0 0,0 1 0 0 0,0-1 0 0 0,4 24 147 0 0,-2 27 47 0 0,-15 80-170 0 0,6-80 7 0 0,0 52 0 0 0,6-87-49 0 0,2-1-1 0 0,0 0 1 0 0,1 1 0 0 0,1-1 0 0 0,0 0 0 0 0,1 0 0 0 0,10 26 0 0 0,-13-39 14 0 0,0 1 0 0 0,0-1 0 0 0,1 0 0 0 0,-1 1 0 0 0,0-1 0 0 0,1 0 0 0 0,-1 0 0 0 0,1 0 0 0 0,0 0 0 0 0,-1 0 0 0 0,1 0 0 0 0,0 0 0 0 0,0 0 0 0 0,1-1 0 0 0,-1 1 0 0 0,0-1 0 0 0,0 0 0 0 0,5 2 0 0 0,-5-3-1 0 0,0 1 0 0 0,0-1 1 0 0,0 0-1 0 0,1 0 1 0 0,-1 0-1 0 0,0 0 0 0 0,0-1 1 0 0,0 1-1 0 0,0-1 1 0 0,0 1-1 0 0,1-1 0 0 0,-1 0 1 0 0,0 0-1 0 0,0 0 1 0 0,-1 0-1 0 0,1 0 0 0 0,3-2 1 0 0,3-4-33 0 0,0 0 1 0 0,0-1 0 0 0,-1 1-1 0 0,-1-2 1 0 0,1 1 0 0 0,-1-1-1 0 0,9-16 1 0 0,16-44-207 0 0,-2-1 1 0 0,20-75-1 0 0,-23 62 144 0 0,40-84-1 0 0,-116 306 1570 0 0,17-39-1186 0 0,6-26-419 0 0,3 2 0 0 0,3 0 0 0 0,-19 143 0 0 0,39-202-725 0 0,-8 46-1884 0 0,9-59 1549 0 0,-1-1 1 0 0,0 1 0 0 0,-1-1-1 0 0,1 0 1 0 0,-1 0 0 0 0,1 1-1 0 0,-1-1 1 0 0,-3 4-1 0 0,1-14-7425 0 0,0-15 5794 0 0,3-3 1063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3.031"/>
    </inkml:context>
    <inkml:brush xml:id="br0">
      <inkml:brushProperty name="width" value="0.035" units="cm"/>
      <inkml:brushProperty name="height" value="0.035" units="cm"/>
      <inkml:brushProperty name="color" value="#E71224"/>
    </inkml:brush>
  </inkml:definitions>
  <inkml:trace contextRef="#ctx0" brushRef="#br0">331 9 2184 0 0,'-5'-9'17327'0'0,"4"16"-13851"0"0,-3 3-3732 0 0,-4 10 680 0 0,-153 368 4271 0 0,137-318-5563 0 0,4 2 0 0 0,2 0-1 0 0,-13 122 1 0 0,30-181 579 0 0,-2 25-4869 0 0,-1 0 0 0 0,-2 0 0 0 0,-21 72 0 0 0,9-65 2718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3.674"/>
    </inkml:context>
    <inkml:brush xml:id="br0">
      <inkml:brushProperty name="width" value="0.035" units="cm"/>
      <inkml:brushProperty name="height" value="0.035" units="cm"/>
      <inkml:brushProperty name="color" value="#E71224"/>
    </inkml:brush>
  </inkml:definitions>
  <inkml:trace contextRef="#ctx0" brushRef="#br0">171 1 3624 0 0,'-31'3'6221'0'0,"-43"5"2207"0"0,69-7-7975 0 0,-1 1 1 0 0,1-1 0 0 0,0 0 0 0 0,0 1 0 0 0,0 0 0 0 0,0 1-1 0 0,1-1 1 0 0,-1 1 0 0 0,1 0 0 0 0,-9 6 0 0 0,13-9-446 0 0,0 1 1 0 0,-1-1-1 0 0,1 1 1 0 0,0-1-1 0 0,-1 1 1 0 0,1 0 0 0 0,0-1-1 0 0,0 1 1 0 0,-1-1-1 0 0,1 1 1 0 0,0 0-1 0 0,0-1 1 0 0,0 1-1 0 0,0 0 1 0 0,0-1-1 0 0,0 1 1 0 0,0 0-1 0 0,0-1 1 0 0,0 1 0 0 0,0 0-1 0 0,0-1 1 0 0,0 1-1 0 0,1-1 1 0 0,-1 1-1 0 0,0 0 1 0 0,0-1-1 0 0,1 1 1 0 0,-1-1-1 0 0,0 1 1 0 0,1-1 0 0 0,-1 1-1 0 0,1-1 1 0 0,-1 1-1 0 0,0-1 1 0 0,1 1-1 0 0,-1-1 1 0 0,1 1-1 0 0,-1-1 1 0 0,1 0-1 0 0,0 1 1 0 0,-1-1 0 0 0,1 0-1 0 0,-1 0 1 0 0,1 1-1 0 0,0-1 1 0 0,-1 0-1 0 0,2 0 1 0 0,30 12 181 0 0,42-3-236 0 0,-59-9 31 0 0,-1 0-1 0 0,0 2 1 0 0,1 0 0 0 0,-1 0 0 0 0,0 1 0 0 0,0 1-1 0 0,0 1 1 0 0,-1 0 0 0 0,1 0 0 0 0,13 9-1 0 0,-25-13 27 0 0,0 0 0 0 0,-1 1 0 0 0,1-1 0 0 0,-1 0 0 0 0,0 1 0 0 0,1-1 0 0 0,-1 1 0 0 0,0-1 0 0 0,0 1 0 0 0,0-1 0 0 0,0 1 0 0 0,0 0 0 0 0,0 0 0 0 0,-1-1-1 0 0,1 1 1 0 0,0 0 0 0 0,-1 0 0 0 0,1 0 0 0 0,-1 0 0 0 0,0 0 0 0 0,0 3 0 0 0,0-1 48 0 0,-1 0-1 0 0,0-1 1 0 0,0 0-1 0 0,0 1 1 0 0,0-1-1 0 0,0 1 1 0 0,-1-1-1 0 0,0 0 1 0 0,0 0-1 0 0,0 0 1 0 0,-2 3-1 0 0,-5 5 154 0 0,0-1 0 0 0,-1 0 0 0 0,0-1-1 0 0,-1 0 1 0 0,-13 8 0 0 0,15-11-102 0 0,1 1 0 0 0,-1-1 1 0 0,1 2-1 0 0,-14 15 0 0 0,20-21-102 0 0,0 1 0 0 0,0 0 0 0 0,0 0 0 0 0,0-1 0 0 0,0 1 0 0 0,1 0 0 0 0,0 0 0 0 0,-1 1 1 0 0,1-1-1 0 0,0 0 0 0 0,0 0 0 0 0,1 1 0 0 0,-1-1 0 0 0,1 0 0 0 0,0 1 0 0 0,-1-1 0 0 0,1 0 0 0 0,1 1 0 0 0,-1-1 0 0 0,1 5 0 0 0,0-7-30 0 0,0 1-1 0 0,0 0 1 0 0,1 0 0 0 0,-1-1-1 0 0,0 1 1 0 0,1 0 0 0 0,-1-1 0 0 0,1 0-1 0 0,-1 1 1 0 0,1-1 0 0 0,0 0-1 0 0,-1 0 1 0 0,1 0 0 0 0,0 0 0 0 0,0 0-1 0 0,0 0 1 0 0,0 0 0 0 0,0-1 0 0 0,0 1-1 0 0,0-1 1 0 0,0 1 0 0 0,0-1-1 0 0,0 0 1 0 0,4 0 0 0 0,62 0-478 0 0,-45-2 295 0 0,-5 2 63 0 0,65 3-285 0 0,-78-2 434 0 0,0-1-1 0 0,-1 1 1 0 0,1 0-1 0 0,0 0 1 0 0,-1 1-1 0 0,1-1 1 0 0,-1 1-1 0 0,0 0 1 0 0,1 0-1 0 0,-1 1 0 0 0,0-1 1 0 0,0 1-1 0 0,0 0 1 0 0,4 4-1 0 0,-7-5 37 0 0,0 0-1 0 0,1 0 0 0 0,-1 0 0 0 0,0 0 0 0 0,-1 1 0 0 0,1-1 0 0 0,0 0 1 0 0,0 1-1 0 0,-1-1 0 0 0,0 1 0 0 0,1-1 0 0 0,-1 1 0 0 0,0-1 1 0 0,0 1-1 0 0,0-1 0 0 0,-1 1 0 0 0,1-1 0 0 0,-1 0 0 0 0,1 1 0 0 0,-1-1 1 0 0,0 0-1 0 0,0 1 0 0 0,0-1 0 0 0,0 0 0 0 0,0 0 0 0 0,0 1 0 0 0,-1-1 1 0 0,1 0-1 0 0,-1-1 0 0 0,-1 3 0 0 0,-8 9 255 0 0,0 0-1 0 0,0-1 1 0 0,-18 13-1 0 0,19-16-135 0 0,-29 25-263 0 0,-2-2 0 0 0,-1-2 0 0 0,-89 49 0 0 0,156-93-9814 0 0,-7 3 5123 0 0,1 1 0 0 0,30-11 1 0 0,-17 11 2525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4.186"/>
    </inkml:context>
    <inkml:brush xml:id="br0">
      <inkml:brushProperty name="width" value="0.035" units="cm"/>
      <inkml:brushProperty name="height" value="0.035" units="cm"/>
      <inkml:brushProperty name="color" value="#E71224"/>
    </inkml:brush>
  </inkml:definitions>
  <inkml:trace contextRef="#ctx0" brushRef="#br0">30 0 1544 0 0,'-12'7'5040'0'0,"0"-2"-400"0"0,7-2-1200 0 0,5-1-1039 0 0,9-2-721 0 0,7 1-480 0 0,9-2-480 0 0,8-1-240 0 0,4 0-240 0 0,6 2-160 0 0,3 0-128 0 0,-2 0-512 0 0,0 0-640 0 0,-3 2-1520 0 0,-6 0-2001 0 0,-8 2-79 0 0,-9-1 1040 0 0,-10 3 1200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4.955"/>
    </inkml:context>
    <inkml:brush xml:id="br0">
      <inkml:brushProperty name="width" value="0.035" units="cm"/>
      <inkml:brushProperty name="height" value="0.035" units="cm"/>
      <inkml:brushProperty name="color" value="#E71224"/>
    </inkml:brush>
  </inkml:definitions>
  <inkml:trace contextRef="#ctx0" brushRef="#br0">214 219 264 0 0,'0'-1'476'0'0,"0"0"0"0"0,0 1 0 0 0,0-1 0 0 0,0 1-1 0 0,0-1 1 0 0,0 0 0 0 0,0 1 0 0 0,0-1 0 0 0,0 0 0 0 0,0 1 0 0 0,0-1 0 0 0,0 1-1 0 0,-1-1 1 0 0,1 0 0 0 0,0 1 0 0 0,0-1 0 0 0,-1 1 0 0 0,1-1 0 0 0,0 1-1 0 0,-1-1 1 0 0,1 1 0 0 0,-1-1 0 0 0,1 1 0 0 0,0-1 0 0 0,-1 1 0 0 0,1-1 0 0 0,-1 1-1 0 0,1 0 1 0 0,-1-1 0 0 0,0 1 0 0 0,-8-6 5119 0 0,15 10-2946 0 0,-5-3-2577 0 0,-1 0 0 0 0,1-1-1 0 0,0 1 1 0 0,0 0 0 0 0,-1 0 0 0 0,1 0 0 0 0,0 0 0 0 0,-1 0 0 0 0,1 0 0 0 0,-1-1 0 0 0,1 1 0 0 0,-1 1 0 0 0,1-1 0 0 0,-1 0-1 0 0,0 0 1 0 0,0 0 0 0 0,1 0 0 0 0,-1 0 0 0 0,0 0 0 0 0,0 0 0 0 0,0 0 0 0 0,0 0 0 0 0,0 0 0 0 0,-1 0 0 0 0,1 1-1 0 0,0-1 1 0 0,0 0 0 0 0,-1 0 0 0 0,1 0 0 0 0,0 0 0 0 0,-1 0 0 0 0,1 0 0 0 0,-2 1 0 0 0,-2 10 82 0 0,-1 0 1 0 0,-1 0-1 0 0,-11 18 1 0 0,-9 18 107 0 0,-33 76 265 0 0,30-66-434 0 0,-25 70-1 0 0,47-90-387 0 0,7-37 283 0 0,0-1 1 0 0,0 1 0 0 0,0-1-1 0 0,0 0 1 0 0,0 1 0 0 0,0-1-1 0 0,0 0 1 0 0,0 1-1 0 0,0-1 1 0 0,0 1 0 0 0,0-1-1 0 0,0 0 1 0 0,0 1 0 0 0,0-1-1 0 0,1 0 1 0 0,-1 1-1 0 0,0-1 1 0 0,0 0 0 0 0,0 0-1 0 0,1 1 1 0 0,-1-1 0 0 0,0 0-1 0 0,0 1 1 0 0,1-1-1 0 0,-1 0 1 0 0,0 0 0 0 0,1 0-1 0 0,-1 1 1 0 0,0-1 0 0 0,1 0-1 0 0,17-11-47 0 0,13-23 118 0 0,-2-1 0 0 0,-2-1 1 0 0,38-65-1 0 0,51-126-430 0 0,8-16 513 0 0,-123 242-105 0 0,-1 0 0 0 0,1 0 0 0 0,-1-1 1 0 0,1 1-1 0 0,-1 0 0 0 0,1 0 0 0 0,0 0 0 0 0,-1 0 0 0 0,1 0 0 0 0,0 0 0 0 0,0 0 0 0 0,0 0 1 0 0,0 0-1 0 0,0 0 0 0 0,0 1 0 0 0,0-1 0 0 0,0 0 0 0 0,2-1 0 0 0,-3 23 281 0 0,-16 42-149 0 0,15-62-161 0 0,-36 104 189 0 0,20-59-138 0 0,-14 53 0 0 0,28-84-55 0 0,0 0 0 0 0,1 0 0 0 0,0 0 0 0 0,1 0 0 0 0,1 0 0 0 0,1 0 0 0 0,4 29 0 0 0,-5-41-42 0 0,0-1 1 0 0,1 1 0 0 0,-1 0-1 0 0,1-1 1 0 0,0 1 0 0 0,0-1-1 0 0,0 1 1 0 0,0-1-1 0 0,0 1 1 0 0,1-1 0 0 0,-1 0-1 0 0,1 0 1 0 0,-1 0 0 0 0,1 0-1 0 0,0 0 1 0 0,0 0-1 0 0,0 0 1 0 0,0 0 0 0 0,0-1-1 0 0,0 1 1 0 0,4 1-1 0 0,-3-2 1 0 0,0 0 0 0 0,0-1 0 0 0,1 1-1 0 0,-1-1 1 0 0,0 0 0 0 0,0 0-1 0 0,1 0 1 0 0,-1 0 0 0 0,0-1-1 0 0,0 1 1 0 0,0-1 0 0 0,1 0-1 0 0,-1 0 1 0 0,0 0 0 0 0,3-1 0 0 0,12-7-97 0 0,-1-1 0 0 0,-1-1 0 0 0,1 0 1 0 0,21-19-1 0 0,-9 1 8 0 0,0-1 1 0 0,-2-2-1 0 0,-1 0 1 0 0,-2-2 0 0 0,35-64-1 0 0,6-7 1140 0 0,-222 375 779 0 0,72-72-4501 0 0,82-189 1841 0 0,1-1 1 0 0,-1 1-1 0 0,1 0 0 0 0,1 0 0 0 0,-1 11 0 0 0,1-19 583 0 0,1 0 0 0 0,0 0-1 0 0,0 0 1 0 0,0 1 0 0 0,0-1 0 0 0,1 0 0 0 0,-1 0 0 0 0,0 0 0 0 0,0 0 0 0 0,1 0 0 0 0,-1 1 0 0 0,0-1 0 0 0,1 0 0 0 0,0 0-1 0 0,-1 0 1 0 0,1 0 0 0 0,-1 0 0 0 0,1 0 0 0 0,0 0 0 0 0,0-1 0 0 0,-1 1 0 0 0,1 0 0 0 0,0 0 0 0 0,0-1 0 0 0,0 1 0 0 0,0 0 0 0 0,0-1-1 0 0,0 1 1 0 0,0-1 0 0 0,0 1 0 0 0,0-1 0 0 0,0 1 0 0 0,0-1 0 0 0,1 0 0 0 0,-1 0 0 0 0,0 1 0 0 0,0-1 0 0 0,0 0 0 0 0,0 0-1 0 0,1 0 1 0 0,-1 0 0 0 0,0-1 0 0 0,0 1 0 0 0,0 0 0 0 0,0 0 0 0 0,0-1 0 0 0,1 1 0 0 0,-1 0 0 0 0,0-1 0 0 0,0 0 0 0 0,1 0-1 0 0,24-10-2821 0 0,5-10 999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5.481"/>
    </inkml:context>
    <inkml:brush xml:id="br0">
      <inkml:brushProperty name="width" value="0.035" units="cm"/>
      <inkml:brushProperty name="height" value="0.035" units="cm"/>
      <inkml:brushProperty name="color" value="#E71224"/>
    </inkml:brush>
  </inkml:definitions>
  <inkml:trace contextRef="#ctx0" brushRef="#br0">293 43 3704 0 0,'-68'-27'11735'0'0,"0"13"-5991"0"0,59 13-5429 0 0,0 1 0 0 0,-1 0 1 0 0,1 0-1 0 0,0 1 1 0 0,-1 1-1 0 0,1-1 0 0 0,0 2 1 0 0,0-1-1 0 0,0 1 1 0 0,0 0-1 0 0,1 1 0 0 0,-1 0 1 0 0,-9 7-1 0 0,17-11-302 0 0,-1 1 0 0 0,1 0 0 0 0,0 0 0 0 0,-1-1 0 0 0,1 1 0 0 0,0 0 0 0 0,0 0 0 0 0,0 0 0 0 0,0 1 0 0 0,0-1 0 0 0,0 0 0 0 0,0 0 0 0 0,0 0 0 0 0,0 1 0 0 0,1-1 0 0 0,-1 0 0 0 0,0 1 0 0 0,1-1 0 0 0,-1 1 0 0 0,1 1 0 0 0,0-2-16 0 0,0 0 0 0 0,0 0 0 0 0,0 0 0 0 0,1 0-1 0 0,-1 0 1 0 0,0 0 0 0 0,1 0 0 0 0,-1 0 0 0 0,1 0-1 0 0,-1 0 1 0 0,1 0 0 0 0,0 0 0 0 0,-1 0 0 0 0,1 0-1 0 0,0 0 1 0 0,0 0 0 0 0,0-1 0 0 0,0 1-1 0 0,-1 0 1 0 0,3 0 0 0 0,3 3-39 0 0,0-1 1 0 0,0 0-1 0 0,0 0 0 0 0,0-1 0 0 0,1 0 1 0 0,0 0-1 0 0,7 1 0 0 0,16 1-190 0 0,0-2 0 0 0,40-3 0 0 0,-48 0 72 0 0,0 0 1 0 0,0 2-1 0 0,-1 0 1 0 0,1 2-1 0 0,40 9 1 0 0,-61-12 167 0 0,0 1 0 0 0,1 0 1 0 0,-1-1-1 0 0,1 1 1 0 0,-1 0-1 0 0,0 0 0 0 0,0-1 1 0 0,1 1-1 0 0,-1 0 1 0 0,0 0-1 0 0,0 1 0 0 0,0-1 1 0 0,0 0-1 0 0,0 0 0 0 0,0 0 1 0 0,-1 1-1 0 0,1-1 1 0 0,0 0-1 0 0,-1 1 0 0 0,1-1 1 0 0,-1 1-1 0 0,1-1 0 0 0,-1 1 1 0 0,1-1-1 0 0,-1 1 1 0 0,0-1-1 0 0,0 1 0 0 0,0-1 1 0 0,0 1-1 0 0,0-1 0 0 0,0 1 1 0 0,0-1-1 0 0,-1 1 1 0 0,1-1-1 0 0,0 1 0 0 0,-1-1 1 0 0,0 1-1 0 0,1-1 0 0 0,-1 0 1 0 0,0 1-1 0 0,1-1 1 0 0,-2 2-1 0 0,-5 9 121 0 0,0 1 1 0 0,0-2-1 0 0,-15 19 0 0 0,14-21-78 0 0,-26 30 136 0 0,26-31-179 0 0,1-1 0 0 0,0 1 1 0 0,1 0-1 0 0,-1 0 0 0 0,2 1 1 0 0,-1 0-1 0 0,-5 12 0 0 0,11-20-21 0 0,-1 0-1 0 0,1 0 0 0 0,0 0 1 0 0,0 0-1 0 0,-1 0 1 0 0,1 0-1 0 0,0 0 1 0 0,0 0-1 0 0,0-1 0 0 0,0 1 1 0 0,0 0-1 0 0,0 0 1 0 0,0 0-1 0 0,0 0 0 0 0,1 0 1 0 0,-1 0-1 0 0,0 0 1 0 0,0 0-1 0 0,1 0 1 0 0,-1 0-1 0 0,1 0 0 0 0,-1-1 1 0 0,1 1-1 0 0,-1 0 1 0 0,1 0-1 0 0,-1 0 1 0 0,1-1-1 0 0,0 1 0 0 0,0 0 1 0 0,-1-1-1 0 0,1 1 1 0 0,0-1-1 0 0,0 1 1 0 0,-1-1-1 0 0,1 1 0 0 0,0-1 1 0 0,0 1-1 0 0,0-1 1 0 0,0 0-1 0 0,0 1 1 0 0,0-1-1 0 0,0 0 0 0 0,0 0 1 0 0,0 0-1 0 0,0 0 1 0 0,0 0-1 0 0,0 0 1 0 0,0 0-1 0 0,1 0 0 0 0,52-5-328 0 0,-51 5 328 0 0,28-7-170 0 0,-18 4 120 0 0,-1 0 0 0 0,1 1 0 0 0,0 0 0 0 0,0 1 0 0 0,0 0 0 0 0,0 1 0 0 0,0 1 0 0 0,17 2 0 0 0,-29-3 93 0 0,0 1-1 0 0,0-1 0 0 0,0 0 0 0 0,0 0 0 0 0,1 1 0 0 0,-1-1 0 0 0,0 1 1 0 0,0-1-1 0 0,0 1 0 0 0,0 0 0 0 0,0-1 0 0 0,-1 1 0 0 0,1 0 0 0 0,0 0 1 0 0,0-1-1 0 0,0 1 0 0 0,0 0 0 0 0,-1 0 0 0 0,1 0 0 0 0,0 0 1 0 0,-1 0-1 0 0,1 0 0 0 0,-1 0 0 0 0,1 0 0 0 0,-1 0 0 0 0,0 0 0 0 0,1 0 1 0 0,-1 2-1 0 0,0-1 26 0 0,0 1 1 0 0,-1-1 0 0 0,1 1-1 0 0,-1-1 1 0 0,1 1 0 0 0,-1-1-1 0 0,0 1 1 0 0,0-1 0 0 0,0 0-1 0 0,0 0 1 0 0,-1 1 0 0 0,-1 1 0 0 0,-5 6 161 0 0,0 0 1 0 0,0 0 0 0 0,-20 16 0 0 0,-65 40 427 0 0,67-49-1350 0 0,0 1-1 0 0,1 1 1 0 0,-43 43 0 0 0,114-106-20122 0 0,-12 8 18535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5.821"/>
    </inkml:context>
    <inkml:brush xml:id="br0">
      <inkml:brushProperty name="width" value="0.035" units="cm"/>
      <inkml:brushProperty name="height" value="0.035" units="cm"/>
      <inkml:brushProperty name="color" value="#E71224"/>
    </inkml:brush>
  </inkml:definitions>
  <inkml:trace contextRef="#ctx0" brushRef="#br0">374 106 1624 0 0,'-10'-11'2415'0'0,"0"1"1"0"0,-1 1-1 0 0,-13-9 0 0 0,14 11-646 0 0,0-1 1 0 0,1 0-1 0 0,0 0 0 0 0,-12-15 0 0 0,21 23-1710 0 0,0 0 0 0 0,0 0 1 0 0,0 0-1 0 0,0 0 0 0 0,1 0 0 0 0,-1 0 0 0 0,0 0 0 0 0,0 0 0 0 0,0 1 0 0 0,0-1 0 0 0,0 0 0 0 0,1 0 0 0 0,-1 0 0 0 0,0 0 0 0 0,0 0 0 0 0,0 0 1 0 0,0 0-1 0 0,0 0 0 0 0,1 0 0 0 0,-1 0 0 0 0,0 0 0 0 0,0 0 0 0 0,0 0 0 0 0,0-1 0 0 0,1 1 0 0 0,-1 0 0 0 0,0 0 0 0 0,0 0 0 0 0,0 0 1 0 0,0 0-1 0 0,0 0 0 0 0,0 0 0 0 0,1 0 0 0 0,-1 0 0 0 0,0 0 0 0 0,0-1 0 0 0,0 1 0 0 0,0 0 0 0 0,0 0 0 0 0,0 0 0 0 0,0 0 0 0 0,0 0 0 0 0,0 0 1 0 0,0-1-1 0 0,1 1 0 0 0,-1 0 0 0 0,0 0 0 0 0,0 0 0 0 0,0 0 0 0 0,0-1 0 0 0,0 1 0 0 0,0 0 0 0 0,0 0 0 0 0,0 0 0 0 0,0 0 0 0 0,0 0 1 0 0,0-1-1 0 0,14 7 741 0 0,21 18-383 0 0,-1 1-1 0 0,-1 1 1 0 0,-2 2 0 0 0,0 1-1 0 0,-3 1 1 0 0,0 2 0 0 0,32 48 0 0 0,-52-68-339 0 0,-1 0 0 0 0,0 0 0 0 0,0 0 0 0 0,-2 1 0 0 0,1 0 0 0 0,-2 1 0 0 0,0-1 1 0 0,0 1-1 0 0,-1 0 0 0 0,-1 0 0 0 0,-1 0 0 0 0,1 27 0 0 0,-4-21 14 0 0,0 0 1 0 0,-2 0-1 0 0,0 0 0 0 0,-1 0 0 0 0,-2-1 0 0 0,1 0 1 0 0,-2 0-1 0 0,-15 27 0 0 0,-11 9-576 0 0,-3-1 0 0 0,-2-2 0 0 0,-2-1 1 0 0,-2-2-1 0 0,-3-3 0 0 0,-85 70 0 0 0,41-51-2666 0 0,27-33-2887 0 0,61-31 5683 0 0,1 0 0 0 0,0-1-1 0 0,0 1 1 0 0,0-1 0 0 0,0 0 0 0 0,-1 1-1 0 0,1-1 1 0 0,0 0 0 0 0,0 1 0 0 0,-1-1-1 0 0,1 0 1 0 0,0 0 0 0 0,-1 0 0 0 0,1 0-1 0 0,0-1 1 0 0,0 1 0 0 0,-1 0 0 0 0,1 0-1 0 0,0-1 1 0 0,0 1 0 0 0,-2-1 0 0 0,2 0 75 0 0,0 0 1 0 0,1 0-1 0 0,-1-1 0 0 0,1 1 1 0 0,-1 0-1 0 0,1 0 1 0 0,0 0-1 0 0,-1 0 1 0 0,1 0-1 0 0,0 0 1 0 0,0-1-1 0 0,0 1 0 0 0,0 0 1 0 0,0 0-1 0 0,0 0 1 0 0,0 0-1 0 0,0-1 1 0 0,1 1-1 0 0,-1 0 0 0 0,0 0 1 0 0,1 0-1 0 0,0-2 1 0 0,10-28-2189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7.340"/>
    </inkml:context>
    <inkml:brush xml:id="br0">
      <inkml:brushProperty name="width" value="0.035" units="cm"/>
      <inkml:brushProperty name="height" value="0.035" units="cm"/>
      <inkml:brushProperty name="color" value="#E71224"/>
    </inkml:brush>
  </inkml:definitions>
  <inkml:trace contextRef="#ctx0" brushRef="#br0">115 254 2024 0 0,'-10'-1'1699'0'0,"0"1"-109"0"0,-1-1-1 0 0,1-1 1 0 0,-1 0 0 0 0,1-1-1 0 0,-14-5 1 0 0,22 7-1432 0 0,0 1 0 0 0,1-1 1 0 0,-1 0-1 0 0,0 0 0 0 0,1 0 1 0 0,-1 0-1 0 0,1 0 1 0 0,-1-1-1 0 0,1 1 0 0 0,0 0 1 0 0,-1-1-1 0 0,1 1 0 0 0,0-1 1 0 0,0 1-1 0 0,0-1 0 0 0,0 0 1 0 0,0 1-1 0 0,1-1 0 0 0,-1 0 1 0 0,0 0-1 0 0,1 0 0 0 0,-1 1 1 0 0,1-1-1 0 0,0 0 0 0 0,0 0 1 0 0,-1 0-1 0 0,1 0 0 0 0,1 0 1 0 0,-1 0-1 0 0,0 0 1 0 0,0 1-1 0 0,1-1 0 0 0,-1 0 1 0 0,1 0-1 0 0,-1 0 0 0 0,1 1 1 0 0,1-4-1 0 0,3-5 95 0 0,0-1-1 0 0,1 1 1 0 0,0 1 0 0 0,0-1 0 0 0,1 1-1 0 0,1 0 1 0 0,-1 1 0 0 0,1-1 0 0 0,1 1-1 0 0,0 1 1 0 0,0 0 0 0 0,0 0 0 0 0,1 1-1 0 0,0 0 1 0 0,0 1 0 0 0,11-5 0 0 0,-5 4 11 0 0,0 0 0 0 0,0 1 0 0 0,0 0 0 0 0,0 1-1 0 0,1 1 1 0 0,0 1 0 0 0,-1 1 0 0 0,1 0 0 0 0,0 1 0 0 0,23 3 0 0 0,-36-3-216 0 0,0 0-1 0 0,0 1 1 0 0,0 0-1 0 0,0 0 1 0 0,0 0-1 0 0,0 0 1 0 0,0 1-1 0 0,0-1 1 0 0,0 1-1 0 0,-1 0 0 0 0,1 0 1 0 0,0 1-1 0 0,-1-1 1 0 0,0 1-1 0 0,0-1 1 0 0,0 1-1 0 0,0 0 1 0 0,5 6-1 0 0,-7-5-4 0 0,1 0-1 0 0,0 0 0 0 0,-1 0 1 0 0,0 0-1 0 0,0 0 0 0 0,0 0 0 0 0,0 0 1 0 0,-1 1-1 0 0,1-1 0 0 0,-1 0 1 0 0,0 0-1 0 0,-1 1 0 0 0,1-1 0 0 0,-1 0 1 0 0,-1 6-1 0 0,-3 5 58 0 0,0-1 0 0 0,0 0 0 0 0,-2 0 1 0 0,1 0-1 0 0,-2 0 0 0 0,0-1 0 0 0,-1-1 0 0 0,-19 23 0 0 0,9-14 53 0 0,-1-2-1 0 0,0 0 0 0 0,-2-2 1 0 0,0 0-1 0 0,0-1 1 0 0,-48 24-1 0 0,69-40-142 0 0,1 0 0 0 0,0 0 1 0 0,-1 1-1 0 0,1-1 0 0 0,0 0 1 0 0,-1 0-1 0 0,1 1 0 0 0,-1-1 1 0 0,1 0-1 0 0,0 0 0 0 0,-1 0 0 0 0,1 0 1 0 0,-1 0-1 0 0,1 0 0 0 0,0 0 1 0 0,-1 0-1 0 0,1 0 0 0 0,-1 0 0 0 0,1 0 1 0 0,0 0-1 0 0,-1 0 0 0 0,1 0 1 0 0,-1 0-1 0 0,1 0 0 0 0,0 0 0 0 0,-1-1 1 0 0,1 1-1 0 0,0 0 0 0 0,-1 0 1 0 0,1 0-1 0 0,-1-1 0 0 0,1 1 1 0 0,0 0-1 0 0,0 0 0 0 0,-1-1 0 0 0,0 0 1 0 0,2-16 103 0 0,15-23 18 0 0,-12 33-68 0 0,0-1 0 0 0,1 1 1 0 0,0-1-1 0 0,0 1 1 0 0,1 1-1 0 0,0-1 0 0 0,0 1 1 0 0,0 0-1 0 0,1 0 1 0 0,0 1-1 0 0,0 0 0 0 0,0 0 1 0 0,1 1-1 0 0,0-1 1 0 0,0 2-1 0 0,0-1 0 0 0,0 1 1 0 0,0 1-1 0 0,1-1 1 0 0,0 1-1 0 0,-1 1 0 0 0,1 0 1 0 0,0 0-1 0 0,-1 0 1 0 0,13 2-1 0 0,-2 0-24 0 0,0 1 0 0 0,-1 1 0 0 0,1 1 0 0 0,-1 0 0 0 0,0 2 1 0 0,0 0-1 0 0,0 0 0 0 0,-1 2 0 0 0,0 0 0 0 0,31 21 0 0 0,12 11 79 0 0,18 12-3801 0 0,-77-51 3283 0 0,0 0 1 0 0,0 0 0 0 0,0 0 0 0 0,1 0-1 0 0,-1 0 1 0 0,0 0 0 0 0,0 0-1 0 0,0 0 1 0 0,0 0 0 0 0,-1 0 0 0 0,1 0-1 0 0,0 1 1 0 0,0-1 0 0 0,-1 0 0 0 0,1 1-1 0 0,0 2 1 0 0,-1-3 18 0 0,0 0 0 0 0,0-1 0 0 0,0 1 0 0 0,0 0 0 0 0,-1 0 0 0 0,1-1 0 0 0,0 1 0 0 0,0 0 0 0 0,-1 0 0 0 0,1-1 0 0 0,0 1 0 0 0,-1 0-1 0 0,1-1 1 0 0,-1 1 0 0 0,1-1 0 0 0,-1 1 0 0 0,1 0 0 0 0,-1-1 0 0 0,0 1 0 0 0,1-1 0 0 0,-1 0 0 0 0,-1 2 0 0 0,-28 10-7638 0 0,9-7 7053 0 0,-33 3-2328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8.390"/>
    </inkml:context>
    <inkml:brush xml:id="br0">
      <inkml:brushProperty name="width" value="0.035" units="cm"/>
      <inkml:brushProperty name="height" value="0.035" units="cm"/>
      <inkml:brushProperty name="color" value="#E71224"/>
    </inkml:brush>
  </inkml:definitions>
  <inkml:trace contextRef="#ctx0" brushRef="#br0">0 27 2904 0 0,'5'-4'1168'0'0,"-3"2"-418"0"0,0 0 0 0 0,0 0 0 0 0,1 0 1 0 0,-1 0-1 0 0,1 0 0 0 0,0 0 0 0 0,-1 1 0 0 0,1 0 1 0 0,0-1-1 0 0,0 1 0 0 0,0 0 0 0 0,5-1 0 0 0,12 13 8414 0 0,13 28-8482 0 0,-22-26 126 0 0,-1-1-737 0 0,-1 1 1 0 0,0-1-1 0 0,0 1 0 0 0,8 20 0 0 0,-14-27-460 0 0,-1-1-1 0 0,0 1 1 0 0,0 0 0 0 0,-1 0-1 0 0,0 0 1 0 0,1 8-1 0 0,-2-10-282 0 0,0-1-1 0 0,0 0 0 0 0,0 1 1 0 0,-1-1-1 0 0,1 1 0 0 0,-1-1 0 0 0,0 0 1 0 0,0 1-1 0 0,0-1 0 0 0,0 0 1 0 0,-1 0-1 0 0,-1 4 0 0 0,1-5 126 0 0,0 0 1 0 0,1 0-1 0 0,-1 0 0 0 0,0 0 1 0 0,0-1-1 0 0,0 1 0 0 0,0-1 1 0 0,0 1-1 0 0,-1-1 0 0 0,1 0 1 0 0,0 0-1 0 0,-1 0 0 0 0,1 0 1 0 0,-1 0-1 0 0,1 0 0 0 0,-3 0 0 0 0,-27 5-2426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8.536"/>
    </inkml:context>
    <inkml:brush xml:id="br0">
      <inkml:brushProperty name="width" value="0.035" units="cm"/>
      <inkml:brushProperty name="height" value="0.035" units="cm"/>
      <inkml:brushProperty name="color" value="#E71224"/>
    </inkml:brush>
  </inkml:definitions>
  <inkml:trace contextRef="#ctx0" brushRef="#br0">37 2 3704 0 0,'-16'-1'5200'0'0,"2"3"-800"0"0,7 2-1119 0 0,10 3-881 0 0,9-1-560 0 0,8 3-480 0 0,11-1-400 0 0,10 1-240 0 0,11-1-80 0 0,8 1-400 0 0,1 1-448 0 0,1-2-1072 0 0,-6 2-1360 0 0,-9 0-2481 0 0,-17 4-799 0 0,-20 3 1280 0 0,-25 8 1520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9.190"/>
    </inkml:context>
    <inkml:brush xml:id="br0">
      <inkml:brushProperty name="width" value="0.035" units="cm"/>
      <inkml:brushProperty name="height" value="0.035" units="cm"/>
      <inkml:brushProperty name="color" value="#E71224"/>
    </inkml:brush>
  </inkml:definitions>
  <inkml:trace contextRef="#ctx0" brushRef="#br0">59 1 3464 0 0,'-1'6'9379'0'0,"-4"11"-2764"0"0,-2 8-3693 0 0,-24 118-3131 0 0,23-77 278 0 0,2 76 0 0 0,6-114-1073 0 0,2 0 0 0 0,11 53 0 0 0,-2-47-2185 0 0,2-17-3489 0 0,-13-18 6544 0 0,0 1 1 0 0,1 0 0 0 0,-1 0-1 0 0,0 0 1 0 0,0 0 0 0 0,0 0-1 0 0,1 0 1 0 0,-1-1 0 0 0,0 1-1 0 0,0 0 1 0 0,0 0 0 0 0,0 0-1 0 0,1-1 1 0 0,-1 1 0 0 0,0 0-1 0 0,0 0 1 0 0,0 0 0 0 0,0-1-1 0 0,0 1 1 0 0,0 0 0 0 0,1 0-1 0 0,-1-1 1 0 0,0 1 0 0 0,0 0-1 0 0,0 0 1 0 0,0-1 0 0 0,0 1-1 0 0,0 0 1 0 0,0 0 0 0 0,0-1-1 0 0,0 1 1 0 0,0 0-1 0 0,0 0 1 0 0,-1-1 0 0 0,1 1-1 0 0,0 0 1 0 0,0 0 0 0 0,0-1-1 0 0,0 1 1 0 0,0 0 0 0 0,0 0-1 0 0,0 0 1 0 0,-1-1 0 0 0,1 1-1 0 0,0 0 1 0 0,0 0 0 0 0,0 0-1 0 0,-1-1 1 0 0,1 1 0 0 0,0 0-1 0 0,-7-14-1879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9.359"/>
    </inkml:context>
    <inkml:brush xml:id="br0">
      <inkml:brushProperty name="width" value="0.035" units="cm"/>
      <inkml:brushProperty name="height" value="0.035" units="cm"/>
      <inkml:brushProperty name="color" value="#E71224"/>
    </inkml:brush>
  </inkml:definitions>
  <inkml:trace contextRef="#ctx0" brushRef="#br0">9 36 2984 0 0,'-7'9'4320'0'0,"5"1"-720"0"0,3-1-1040 0 0,7 0-720 0 0,3-4-479 0 0,8-2-401 0 0,8-5-240 0 0,10-4-240 0 0,7-3-160 0 0,11 0-320 0 0,4-1-368 0 0,2-2-592 0 0,1 2-1121 0 0,3 0-1999 0 0,-2 3-320 0 0,-10 3 800 0 0,-8 3 1200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39.836"/>
    </inkml:context>
    <inkml:brush xml:id="br0">
      <inkml:brushProperty name="width" value="0.035" units="cm"/>
      <inkml:brushProperty name="height" value="0.035" units="cm"/>
      <inkml:brushProperty name="color" value="#E71224"/>
    </inkml:brush>
  </inkml:definitions>
  <inkml:trace contextRef="#ctx0" brushRef="#br0">273 15 2024 0 0,'-6'-14'16737'0'0,"13"13"-13488"0"0,9 5-3834 0 0,-8-2 646 0 0,0 0 0 0 0,0 0 0 0 0,0 1 1 0 0,0 0-1 0 0,-1 1 0 0 0,0 0 0 0 0,1 0 1 0 0,-1 1-1 0 0,0-1 0 0 0,-1 1 0 0 0,1 1 1 0 0,-1 0-1 0 0,0-1 0 0 0,-1 2 1 0 0,0-1-1 0 0,1 1 0 0 0,-2 0 0 0 0,6 9 1 0 0,-5-5-24 0 0,0 1 1 0 0,-1-1-1 0 0,-1 1 1 0 0,0 0-1 0 0,0 0 1 0 0,-1 0 0 0 0,0 1-1 0 0,-1-1 1 0 0,-1 0-1 0 0,0 1 1 0 0,-3 21-1 0 0,-2-8-12 0 0,0 0 0 0 0,-2 0 0 0 0,0-1 0 0 0,-2 0-1 0 0,-1-1 1 0 0,-1 0 0 0 0,-1 0 0 0 0,-22 31 0 0 0,22-36 13 0 0,-2 0 1 0 0,-1-1-1 0 0,0-1 1 0 0,-1 0-1 0 0,-1-1 1 0 0,0-1-1 0 0,-1-1 1 0 0,-1 0-1 0 0,0-2 1 0 0,-21 11-1 0 0,34-20 7 0 0,1-1-1 0 0,-1 1 1 0 0,0-1 0 0 0,0 0-1 0 0,0-1 1 0 0,0 1 0 0 0,0-1-1 0 0,0-1 1 0 0,0 1 0 0 0,0-1-1 0 0,0 0 1 0 0,-8-1 0 0 0,11 0-18 0 0,0 1 0 0 0,1-1-1 0 0,-1 0 1 0 0,0-1 0 0 0,0 1 0 0 0,0 0 0 0 0,1-1 0 0 0,-1 0 0 0 0,1 1 0 0 0,-1-1 0 0 0,1 0-1 0 0,0 0 1 0 0,0-1 0 0 0,0 1 0 0 0,0 0 0 0 0,0-1 0 0 0,0 1 0 0 0,1-1 0 0 0,-1 1 0 0 0,1-1-1 0 0,0 0 1 0 0,0 0 0 0 0,0 0 0 0 0,0 1 0 0 0,0-1 0 0 0,0-6 0 0 0,-1-2 15 0 0,1 0 0 0 0,0-1 0 0 0,1 1 1 0 0,0 0-1 0 0,1-1 0 0 0,0 1 0 0 0,1 0 0 0 0,0 0 0 0 0,1-1 1 0 0,0 2-1 0 0,1-1 0 0 0,0 0 0 0 0,1 1 0 0 0,8-15 1 0 0,-9 19 3 0 0,-1 0-1 0 0,1 0 1 0 0,1 0 0 0 0,-1 0 0 0 0,1 1 0 0 0,0 0 0 0 0,0 0 0 0 0,0 0 0 0 0,1 0 0 0 0,0 1-1 0 0,0 0 1 0 0,0 0 0 0 0,0 1 0 0 0,1 0 0 0 0,-1 0 0 0 0,1 0 0 0 0,0 1 0 0 0,0 0 0 0 0,-1 0 0 0 0,2 1-1 0 0,-1 0 1 0 0,0 0 0 0 0,14 0 0 0 0,-9 3 31 0 0,-1 0-1 0 0,1 0 1 0 0,-1 1-1 0 0,0 0 1 0 0,0 1-1 0 0,0 0 0 0 0,0 1 1 0 0,-1 0-1 0 0,14 10 1 0 0,7 7-457 0 0,45 40 0 0 0,-53-41-1774 0 0,1-1 0 0 0,1-1 0 0 0,31 18 0 0 0,-54-35 1704 0 0,0-1-1 0 0,0 0 0 0 0,0 0 1 0 0,1 0-1 0 0,-1 0 0 0 0,0 0 1 0 0,1 0-1 0 0,-1-1 0 0 0,1 1 1 0 0,-1-1-1 0 0,0 1 1 0 0,1-1-1 0 0,-1 0 0 0 0,1 0 1 0 0,-1 0-1 0 0,1-1 0 0 0,-1 1 1 0 0,1-1-1 0 0,-1 1 0 0 0,1-1 1 0 0,-1 0-1 0 0,0 1 0 0 0,1-1 1 0 0,-1-1-1 0 0,0 1 0 0 0,0 0 1 0 0,0 0-1 0 0,0-1 1 0 0,0 1-1 0 0,0-1 0 0 0,0 0 1 0 0,0 1-1 0 0,-1-1 0 0 0,1 0 1 0 0,1-4-1 0 0,15-18-1390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0.371"/>
    </inkml:context>
    <inkml:brush xml:id="br0">
      <inkml:brushProperty name="width" value="0.035" units="cm"/>
      <inkml:brushProperty name="height" value="0.035" units="cm"/>
      <inkml:brushProperty name="color" value="#E71224"/>
    </inkml:brush>
  </inkml:definitions>
  <inkml:trace contextRef="#ctx0" brushRef="#br0">185 99 3384 0 0,'11'-28'3485'0'0,"7"-11"4830"0"0,-28 61-1887 0 0,-6 19-3712 0 0,-7 22-2086 0 0,-29 51-174 0 0,-47 159 0 0 0,96-262-578 0 0,-8 40-769 0 0,55-102-43 0 0,112-228 873 0 0,-25 39 544 0 0,-129 236-402 0 0,1-1 1 0 0,0 1-1 0 0,0-1 1 0 0,1 1-1 0 0,-1 0 1 0 0,7-4-1 0 0,-10 7-66 0 0,0 1-1 0 0,1 0 1 0 0,-1 0-1 0 0,0 0 1 0 0,0-1-1 0 0,1 1 1 0 0,-1 0-1 0 0,0 0 1 0 0,0 0-1 0 0,1 0 1 0 0,-1 0-1 0 0,0 0 1 0 0,1 0-1 0 0,-1 0 1 0 0,0 0-1 0 0,1 0 1 0 0,-1 0-1 0 0,0 0 1 0 0,0 0-1 0 0,1 0 1 0 0,-1 0-1 0 0,0 0 1 0 0,1 0-1 0 0,-1 0 1 0 0,0 0-1 0 0,1 0 1 0 0,-1 0-1 0 0,0 0 1 0 0,0 1-1 0 0,1-1 1 0 0,-1 0-1 0 0,0 0 1 0 0,0 0-1 0 0,1 1 1 0 0,-1-1-1 0 0,0 0 1 0 0,0 1-1 0 0,5 22 371 0 0,-7 14-240 0 0,-2-1 0 0 0,-10 47 0 0 0,-5 44-161 0 0,18-116 19 0 0,-1 67-98 0 0,2-72 28 0 0,1 1 0 0 0,-1-1 1 0 0,1 0-1 0 0,1 0 0 0 0,-1 0 0 0 0,1 0 0 0 0,0 0 1 0 0,1 0-1 0 0,4 9 0 0 0,-6-13 36 0 0,0 0 0 0 0,0-1 0 0 0,1 1 0 0 0,-1-1 0 0 0,0 1 0 0 0,1-1 1 0 0,-1 0-1 0 0,1 0 0 0 0,0 1 0 0 0,-1-1 0 0 0,1 0 0 0 0,0 0 0 0 0,0-1 0 0 0,-1 1 0 0 0,1 0 0 0 0,0-1 0 0 0,0 1 0 0 0,0-1 0 0 0,0 1 0 0 0,0-1 0 0 0,0 0 1 0 0,3 0-1 0 0,0 0-4 0 0,-1-1 0 0 0,1 0 0 0 0,0 0 0 0 0,0 0 0 0 0,0-1 0 0 0,-1 0 1 0 0,1 1-1 0 0,8-6 0 0 0,2-3-12 0 0,0 0 0 0 0,-1-1 0 0 0,26-24 0 0 0,-15 5 26 0 0,-1 0 1 0 0,-1-2 0 0 0,-2-1-1 0 0,-1 0 1 0 0,28-66-1 0 0,20-34 792 0 0,-57 116 334 0 0,-15 27-251 0 0,-17 30-80 0 0,-194 344-146 0 0,130-216-3607 0 0,38-76-798 0 0,33-58-264 0 0,12-27 2264 0 0,0-1 0 0 0,-1 1 1 0 0,1-1-1 0 0,-2 0 1 0 0,1 1-1 0 0,-1-2 1 0 0,-4 7-1 0 0,4-10-663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1.368"/>
    </inkml:context>
    <inkml:brush xml:id="br0">
      <inkml:brushProperty name="width" value="0.035" units="cm"/>
      <inkml:brushProperty name="height" value="0.035" units="cm"/>
      <inkml:brushProperty name="color" value="#E71224"/>
    </inkml:brush>
  </inkml:definitions>
  <inkml:trace contextRef="#ctx0" brushRef="#br0">304 56 744 0 0,'29'-36'7266'0'0,"-25"20"-1353"0"0,-5 15-5723 0 0,0 1 0 0 0,0 0 0 0 0,0-1 0 0 0,0 1 1 0 0,1 0-1 0 0,-1-1 0 0 0,0 1 0 0 0,0 0 0 0 0,0 0 1 0 0,0 0-1 0 0,0 0 0 0 0,0 0 0 0 0,1 0 1 0 0,-1 0-1 0 0,0 0 0 0 0,0 0 0 0 0,0 0 0 0 0,0 1 1 0 0,0-1-1 0 0,0 0 0 0 0,1 0 0 0 0,-1 1 0 0 0,0-1 1 0 0,-1 1-1 0 0,-2 1 46 0 0,-1 0-1 0 0,1 1 1 0 0,-1-1 0 0 0,1 1 0 0 0,0 0-1 0 0,0 0 1 0 0,0 0 0 0 0,0 0 0 0 0,1 1-1 0 0,-1 0 1 0 0,-4 7 0 0 0,-32 54 797 0 0,22-34-535 0 0,-13 22-304 0 0,2 2 0 0 0,3 1 0 0 0,3 1 0 0 0,2 1 0 0 0,2 1 1 0 0,3 0-1 0 0,3 1 0 0 0,-9 93 0 0 0,21-137-512 0 0,0 1 0 0 0,1-1-1 0 0,1 1 1 0 0,0-1 0 0 0,1 0 0 0 0,1 1 0 0 0,7 23 0 0 0,-8-36-23 0 0,-1-1-1 0 0,1 1 1 0 0,0 0 0 0 0,0 0-1 0 0,0-1 1 0 0,1 0 0 0 0,-1 1-1 0 0,1-1 1 0 0,-1 0-1 0 0,1 0 1 0 0,0 0 0 0 0,1-1-1 0 0,-1 1 1 0 0,5 2 0 0 0,-4-3-280 0 0,0 0 1 0 0,0-1 0 0 0,0 0 0 0 0,0 0 0 0 0,0 0-1 0 0,1-1 1 0 0,-1 1 0 0 0,0-1 0 0 0,0 0 0 0 0,1 0-1 0 0,-1 0 1 0 0,0-1 0 0 0,0 1 0 0 0,1-1 0 0 0,-1 0-1 0 0,7-3 1 0 0,25-12-2740 0 0,2-7 1000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1.720"/>
    </inkml:context>
    <inkml:brush xml:id="br0">
      <inkml:brushProperty name="width" value="0.035" units="cm"/>
      <inkml:brushProperty name="height" value="0.035" units="cm"/>
      <inkml:brushProperty name="color" value="#E71224"/>
    </inkml:brush>
  </inkml:definitions>
  <inkml:trace contextRef="#ctx0" brushRef="#br0">457 24 2184 0 0,'0'-1'458'0'0,"-1"0"-1"0"0,1-1 1 0 0,-1 1-1 0 0,1 0 1 0 0,-1 0-1 0 0,0-1 1 0 0,1 1-1 0 0,-1 0 1 0 0,0 0 0 0 0,0 0-1 0 0,0 0 1 0 0,0 0-1 0 0,0 0 1 0 0,0 0-1 0 0,0 1 1 0 0,0-1-1 0 0,0 0 1 0 0,-1 0 0 0 0,1 1-1 0 0,0-1 1 0 0,0 1-1 0 0,-1-1 1 0 0,1 1-1 0 0,-3-1 1 0 0,1 1-108 0 0,0 0-1 0 0,0 0 1 0 0,0 0 0 0 0,0 1 0 0 0,0 0-1 0 0,0-1 1 0 0,0 1 0 0 0,0 0 0 0 0,1 0-1 0 0,-7 3 1 0 0,-4 4 68 0 0,-1 1-1 0 0,1 0 1 0 0,-16 15-1 0 0,28-23-172 0 0,-21 21 223 0 0,0 0 1 0 0,2 1-1 0 0,1 2 1 0 0,1-1-1 0 0,1 2 0 0 0,1 1 1 0 0,-19 43-1 0 0,-67 204 411 0 0,87-225-892 0 0,-14 75-1 0 0,26-110-295 0 0,1 0 1 0 0,1 0-1 0 0,0 1 1 0 0,1-1-1 0 0,0 1 1 0 0,2-1-1 0 0,-1 1 1 0 0,2-1-1 0 0,0 0 0 0 0,5 16 1 0 0,-6-25-167 0 0,1-1-1 0 0,-1 1 1 0 0,1 0-1 0 0,0-1 1 0 0,0 0-1 0 0,5 6 1 0 0,-2-5-768 0 0,-1 0 0 0 0,1 0 1 0 0,1 0-1 0 0,-1-1 0 0 0,0 0 1 0 0,1-1-1 0 0,0 1 0 0 0,0-1 1 0 0,0 0-1 0 0,1-1 0 0 0,7 2 0 0 0,7 2-890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3.371"/>
    </inkml:context>
    <inkml:brush xml:id="br0">
      <inkml:brushProperty name="width" value="0.035" units="cm"/>
      <inkml:brushProperty name="height" value="0.035" units="cm"/>
      <inkml:brushProperty name="color" value="#E71224"/>
    </inkml:brush>
  </inkml:definitions>
  <inkml:trace contextRef="#ctx0" brushRef="#br0">74 1 1864 0 0,'-15'5'2862'0'0,"8"-4"-1538"0"0,1 1 0 0 0,-1 0 0 0 0,1 1 0 0 0,0-1 0 0 0,0 1 0 0 0,0 0 0 0 0,-8 7 0 0 0,54-11 2174 0 0,-26 1-3116 0 0,21-1 135 0 0,-17-2-239 0 0,1 2 1 0 0,-1 1 0 0 0,1 0 0 0 0,-1 1-1 0 0,0 1 1 0 0,1 1 0 0 0,32 10 0 0 0,-50-13-244 0 0,-1 0 1 0 0,1 0-1 0 0,-1 1 1 0 0,1-1-1 0 0,-1 1 1 0 0,1-1-1 0 0,-1 1 1 0 0,0-1-1 0 0,1 1 1 0 0,-1-1 0 0 0,1 1-1 0 0,-1-1 1 0 0,0 1-1 0 0,0-1 1 0 0,1 1-1 0 0,-1-1 1 0 0,0 1-1 0 0,0-1 1 0 0,0 1-1 0 0,0 0 1 0 0,0-1-1 0 0,1 1 1 0 0,-1 0 0 0 0,0-1-1 0 0,0 1 1 0 0,-1-1-1 0 0,1 1 1 0 0,0 0-1 0 0,0-1 1 0 0,0 1-1 0 0,0-1 1 0 0,0 1-1 0 0,-1 0 1 0 0,1-1-1 0 0,0 1 1 0 0,0-1-1 0 0,-1 1 1 0 0,1-1 0 0 0,-1 1-1 0 0,1-1 1 0 0,0 1-1 0 0,-1-1 1 0 0,1 0-1 0 0,-1 1 1 0 0,1-1-1 0 0,-1 1 1 0 0,1-1-1 0 0,-1 0 1 0 0,0 1-1 0 0,-26 22 562 0 0,3-7-467 0 0,2 2-1 0 0,0 1 1 0 0,0 1-1 0 0,2 1 1 0 0,1 1-1 0 0,-24 34 1 0 0,43-56-131 0 0,-1 0 0 0 0,1 0 0 0 0,0 1 0 0 0,0-1 0 0 0,0 0-1 0 0,-1 1 1 0 0,1-1 0 0 0,0 0 0 0 0,0 1 0 0 0,0-1 0 0 0,0 0 0 0 0,0 1 0 0 0,-1-1 0 0 0,1 0 0 0 0,0 1 0 0 0,0-1 0 0 0,0 0 0 0 0,0 1 0 0 0,0-1 0 0 0,0 0 0 0 0,0 1 0 0 0,0-1 0 0 0,0 0 0 0 0,0 1 0 0 0,1-1-1 0 0,-1 0 1 0 0,0 1 0 0 0,0-1 0 0 0,0 0 0 0 0,0 1 0 0 0,0-1 0 0 0,1 0 0 0 0,-1 1 0 0 0,0-1 0 0 0,0 0 0 0 0,1 0 0 0 0,-1 1 0 0 0,0-1 0 0 0,1 0 0 0 0,17 5-98 0 0,30-7-108 0 0,-43 1 187 0 0,32-2-44 0 0,1-1-81 0 0,61 1 1 0 0,-88 4 118 0 0,0-1-1 0 0,-1 2 0 0 0,1 0 1 0 0,-1 0-1 0 0,1 1 0 0 0,-1 0 1 0 0,0 1-1 0 0,0 0 1 0 0,0 0-1 0 0,13 9 0 0 0,-20-11 37 0 0,0 0-1 0 0,0 0 1 0 0,-1 1-1 0 0,1-1 1 0 0,-1 0-1 0 0,1 1 1 0 0,-1 0-1 0 0,0-1 1 0 0,0 1-1 0 0,-1 0 1 0 0,1 0-1 0 0,0 0 1 0 0,-1 0-1 0 0,0 1 1 0 0,0-1-1 0 0,0 0 1 0 0,0 0-1 0 0,0 1 1 0 0,0 3-1 0 0,-1 0 17 0 0,0-1 0 0 0,-1 1-1 0 0,1-1 1 0 0,-1 0 0 0 0,-1 0-1 0 0,1 1 1 0 0,-1-1 0 0 0,0 0-1 0 0,-5 10 1 0 0,-2 1 78 0 0,-1-1 0 0 0,0 0-1 0 0,-1-1 1 0 0,-1 0 0 0 0,0-1 0 0 0,-18 16 0 0 0,-23 15 348 0 0,-87 54 0 0 0,30-24-156 0 0,108-74-432 0 0,1 0 1 0 0,-1 0-1 0 0,0 1 1 0 0,0-1-1 0 0,1 0 1 0 0,-1 1 0 0 0,0-1-1 0 0,1 1 1 0 0,0 0-1 0 0,-1 0 1 0 0,1-1-1 0 0,0 1 1 0 0,0 0-1 0 0,0 0 1 0 0,0 0-1 0 0,0 0 1 0 0,0 3-1 0 0,1-4-86 0 0,0 0 0 0 0,0 0 0 0 0,1 0-1 0 0,-1 0 1 0 0,0 0 0 0 0,1 0-1 0 0,-1 0 1 0 0,1 0 0 0 0,-1 0 0 0 0,1 0-1 0 0,-1-1 1 0 0,1 1 0 0 0,0 0-1 0 0,-1 0 1 0 0,1-1 0 0 0,0 1 0 0 0,0 0-1 0 0,0-1 1 0 0,-1 1 0 0 0,1 0 0 0 0,0-1-1 0 0,0 1 1 0 0,0-1 0 0 0,0 0-1 0 0,1 1 1 0 0,11 3-2251 0 0,0 0-1 0 0,1-1 1 0 0,-1-1 0 0 0,18 1 0 0 0,-13 0 688 0 0,2 0-1255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3.818"/>
    </inkml:context>
    <inkml:brush xml:id="br0">
      <inkml:brushProperty name="width" value="0.035" units="cm"/>
      <inkml:brushProperty name="height" value="0.035" units="cm"/>
      <inkml:brushProperty name="color" value="#E71224"/>
    </inkml:brush>
  </inkml:definitions>
  <inkml:trace contextRef="#ctx0" brushRef="#br0">59 24 1544 0 0,'-18'0'5120'0'0,"-2"1"-480"0"0,7-1-1040 0 0,6 2 961 0 0,14-4-3041 0 0,8 0-400 0 0,12-1-240 0 0,16-1-240 0 0,5-1-160 0 0,4 1-448 0 0,-2-1-672 0 0,-2 4-720 0 0,-7 2-1280 0 0,-5 1-2401 0 0,-6-1-399 0 0,-13-1 1040 0 0,-13 6 1280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4.578"/>
    </inkml:context>
    <inkml:brush xml:id="br0">
      <inkml:brushProperty name="width" value="0.035" units="cm"/>
      <inkml:brushProperty name="height" value="0.035" units="cm"/>
      <inkml:brushProperty name="color" value="#E71224"/>
    </inkml:brush>
  </inkml:definitions>
  <inkml:trace contextRef="#ctx0" brushRef="#br0">247 106 904 0 0,'21'1'7027'0'0,"-15"7"-497"0"0,-23 25 270 0 0,13-27-7170 0 0,-98 165 4559 0 0,-34 95-3266 0 0,135-264-915 0 0,-12 27-323 0 0,12-25 17 0 0,7-18 170 0 0,88-201 377 0 0,71-95 1057 0 0,-156 295-1176 0 0,-2 2 114 0 0,1 1 0 0 0,0-1 0 0 0,19-20 1 0 0,-27 33-232 0 0,0 0 1 0 0,1 0-1 0 0,-1 0 1 0 0,0 0 0 0 0,0 0-1 0 0,0 0 1 0 0,0 0-1 0 0,0-1 1 0 0,0 1 0 0 0,0 0-1 0 0,0 0 1 0 0,1 0 0 0 0,-1 0-1 0 0,0 0 1 0 0,0 0-1 0 0,0 0 1 0 0,0 0 0 0 0,0 0-1 0 0,0 0 1 0 0,1 0-1 0 0,-1 0 1 0 0,0 0 0 0 0,0 0-1 0 0,0 0 1 0 0,0 0 0 0 0,0 0-1 0 0,0 0 1 0 0,1 0-1 0 0,-1 1 1 0 0,0-1 0 0 0,0 0-1 0 0,0 0 1 0 0,0 0-1 0 0,0 0 1 0 0,0 0 0 0 0,0 0-1 0 0,0 0 1 0 0,0 0-1 0 0,1 0 1 0 0,-1 0 0 0 0,0 1-1 0 0,0-1 1 0 0,0 0 0 0 0,0 0-1 0 0,0 0 1 0 0,0 0-1 0 0,0 0 1 0 0,0 0 0 0 0,0 0-1 0 0,0 1 1 0 0,0-1-1 0 0,0 0 1 0 0,0 0 0 0 0,0 0-1 0 0,0 0 1 0 0,0 0 0 0 0,0 0-1 0 0,0 0 1 0 0,0 1-1 0 0,0-1 1 0 0,0 0 0 0 0,0 0-1 0 0,0 0 1 0 0,0 0-1 0 0,0 0 1 0 0,0 0 0 0 0,0 1-1 0 0,0-1 1 0 0,-1 0 0 0 0,0 19 388 0 0,-6 21-131 0 0,-37 81 318 0 0,-5 16-510 0 0,45-122-141 0 0,1 1-1 0 0,0-1 1 0 0,1 1 0 0 0,0 0 0 0 0,1 0-1 0 0,3 29 1 0 0,-2-43 31 0 0,0-1-1 0 0,0 0 1 0 0,0 1-1 0 0,0-1 1 0 0,0 1 0 0 0,0-1-1 0 0,0 1 1 0 0,1-1-1 0 0,-1 0 1 0 0,1 1-1 0 0,-1-1 1 0 0,1 0-1 0 0,-1 1 1 0 0,1-1-1 0 0,0 0 1 0 0,0 0 0 0 0,-1 1-1 0 0,1-1 1 0 0,0 0-1 0 0,0 0 1 0 0,0 0-1 0 0,0 0 1 0 0,1 0-1 0 0,-1 0 1 0 0,0-1 0 0 0,0 1-1 0 0,0 0 1 0 0,1-1-1 0 0,-1 1 1 0 0,0 0-1 0 0,1-1 1 0 0,-1 0-1 0 0,1 1 1 0 0,-1-1-1 0 0,0 0 1 0 0,1 0 0 0 0,-1 1-1 0 0,1-1 1 0 0,-1 0-1 0 0,1-1 1 0 0,-1 1-1 0 0,1 0 1 0 0,-1 0-1 0 0,0-1 1 0 0,1 1 0 0 0,-1 0-1 0 0,0-1 1 0 0,1 0-1 0 0,-1 1 1 0 0,0-1-1 0 0,1 0 1 0 0,-1 1-1 0 0,1-2 1 0 0,11-6-124 0 0,0 0 1 0 0,-1-1-1 0 0,23-20 1 0 0,-29 24 177 0 0,170-165-536 0 0,30-25 1261 0 0,-205 194-668 0 0,0-1 1 0 0,1 1-1 0 0,-1-1 1 0 0,1 1-1 0 0,-1 0 1 0 0,1 0 0 0 0,0 0-1 0 0,-1 0 1 0 0,1 0-1 0 0,0 0 1 0 0,0 0 0 0 0,0 0-1 0 0,0 1 1 0 0,2-1-1 0 0,-10 20 808 0 0,-33 37-371 0 0,13-17-512 0 0,1 0-1 0 0,2 2 1 0 0,1 1-1 0 0,3 0 1 0 0,-20 62 0 0 0,8-23-1934 0 0,27-71 1006 0 0,-16 44-2206 0 0,18-26-1745 0 0,10-6-5094 0 0,-2-19 5394 0 0,1-4 1334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5.138"/>
    </inkml:context>
    <inkml:brush xml:id="br0">
      <inkml:brushProperty name="width" value="0.035" units="cm"/>
      <inkml:brushProperty name="height" value="0.035" units="cm"/>
      <inkml:brushProperty name="color" value="#E71224"/>
    </inkml:brush>
  </inkml:definitions>
  <inkml:trace contextRef="#ctx0" brushRef="#br0">60 70 2824 0 0,'1'-1'640'0'0,"0"0"0"0"0,-1 1 0 0 0,1-1 1 0 0,0 0-1 0 0,-1 0 0 0 0,1 0 0 0 0,-1 0 0 0 0,1 0 0 0 0,-1 0 0 0 0,0 0 0 0 0,1 0 0 0 0,-1 0 1 0 0,0 0-1 0 0,0 0 0 0 0,0 0 0 0 0,0-1 0 0 0,0 1 0 0 0,0 0 0 0 0,0-2 0 0 0,0 3-489 0 0,-1-1 0 0 0,1 0 0 0 0,0 0-1 0 0,0 1 1 0 0,0-1 0 0 0,0 0 0 0 0,0 0 0 0 0,0 1-1 0 0,0-1 1 0 0,1 0 0 0 0,-1 1 0 0 0,0-1-1 0 0,0 0 1 0 0,0 1 0 0 0,1-1 0 0 0,-1 0 0 0 0,0 1-1 0 0,1-1 1 0 0,-1 0 0 0 0,0 1 0 0 0,1-1-1 0 0,-1 1 1 0 0,1-1 0 0 0,-1 1 0 0 0,1-1 0 0 0,-1 1-1 0 0,1-1 1 0 0,0 1 0 0 0,-1-1 0 0 0,1 1-1 0 0,1-1 1 0 0,11-4 228 0 0,0 0 0 0 0,0 1 0 0 0,0 0 0 0 0,25-3 0 0 0,-34 6-347 0 0,0 0 0 0 0,1 1 0 0 0,-1-1 0 0 0,0 1 0 0 0,1 0 0 0 0,-1 1 0 0 0,1-1 0 0 0,-1 1-1 0 0,0 0 1 0 0,1 0 0 0 0,-1 0 0 0 0,0 0 0 0 0,0 1 0 0 0,0-1 0 0 0,0 1 0 0 0,0 1 0 0 0,0-1 0 0 0,0 0 0 0 0,3 4 0 0 0,-6-5-23 0 0,0 1-1 0 0,0 0 1 0 0,-1-1 0 0 0,1 1 0 0 0,0 0 0 0 0,-1-1 0 0 0,1 1-1 0 0,-1 0 1 0 0,0 0 0 0 0,1 0 0 0 0,-1 0 0 0 0,0-1 0 0 0,0 1-1 0 0,0 0 1 0 0,0 0 0 0 0,-1 0 0 0 0,1 0 0 0 0,0-1 0 0 0,-1 1-1 0 0,0 0 1 0 0,1 0 0 0 0,-1-1 0 0 0,0 1 0 0 0,0 0 0 0 0,0-1-1 0 0,0 1 1 0 0,0-1 0 0 0,0 1 0 0 0,0-1 0 0 0,0 1 0 0 0,-2 0-1 0 0,-44 45 203 0 0,-41 13 116 0 0,63-44-123 0 0,1 0 0 0 0,-33 29 0 0 0,57-45-207 0 0,0 0 0 0 0,0 1 1 0 0,-1-1-1 0 0,1 0 0 0 0,0 0 0 0 0,0 0 1 0 0,-1 0-1 0 0,1 0 0 0 0,0 0 1 0 0,0 1-1 0 0,-1-1 0 0 0,1 0 0 0 0,0 0 1 0 0,0 0-1 0 0,0 1 0 0 0,-1-1 1 0 0,1 0-1 0 0,0 0 0 0 0,0 1 0 0 0,0-1 1 0 0,0 0-1 0 0,0 0 0 0 0,-1 1 1 0 0,1-1-1 0 0,0 0 0 0 0,0 1 0 0 0,0-1 1 0 0,0 0-1 0 0,0 0 0 0 0,0 1 1 0 0,0-1-1 0 0,0 0 0 0 0,0 1 0 0 0,0-1 1 0 0,0 0-1 0 0,0 0 0 0 0,0 1 1 0 0,0-1-1 0 0,1 0 0 0 0,-1 0 0 0 0,0 1 1 0 0,0-1-1 0 0,0 0 0 0 0,0 0 1 0 0,0 1-1 0 0,1-1 0 0 0,-1 0 0 0 0,0 0 1 0 0,0 1-1 0 0,1-1 0 0 0,19 1-90 0 0,25-9 31 0 0,10-11-91 0 0,-31 10-58 0 0,1 0 0 0 0,33-6 0 0 0,-52 14 179 0 0,1 0 1 0 0,-1 0-1 0 0,1 1 1 0 0,-1 0-1 0 0,1 0 1 0 0,-1 0-1 0 0,1 1 1 0 0,-1 0-1 0 0,1 0 1 0 0,-1 1 0 0 0,0 0-1 0 0,0 0 1 0 0,1 0-1 0 0,6 4 1 0 0,-11-5 45 0 0,0 1 1 0 0,0-1-1 0 0,0 1 1 0 0,0 0-1 0 0,0-1 1 0 0,0 1-1 0 0,-1 0 1 0 0,1 0-1 0 0,0 0 1 0 0,-1 0-1 0 0,0 1 1 0 0,1-1-1 0 0,-1 0 1 0 0,0 1-1 0 0,0-1 1 0 0,0 0-1 0 0,0 1 1 0 0,-1-1-1 0 0,1 1 1 0 0,-1-1 0 0 0,0 1-1 0 0,1 0 1 0 0,-1-1-1 0 0,0 1 1 0 0,0-1-1 0 0,-1 1 1 0 0,1-1-1 0 0,-1 1 1 0 0,1-1-1 0 0,-1 1 1 0 0,0-1-1 0 0,0 1 1 0 0,0-1-1 0 0,0 1 1 0 0,-1 2-1 0 0,-6 9 109 0 0,0 0-1 0 0,-1 0 0 0 0,0 0 1 0 0,-14 14-1 0 0,17-21-83 0 0,-43 45 431 0 0,39-42-412 0 0,0 0 0 0 0,0 0 1 0 0,1 0-1 0 0,0 1 1 0 0,1 1-1 0 0,0 0 0 0 0,1 0 1 0 0,0 0-1 0 0,-5 15 0 0 0,9-9 37 0 0,-1-4-2278 0 0,-1-14-2995 0 0,-6-9-4537 0 0,2 1 5674 0 0,-4 0 1228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5.593"/>
    </inkml:context>
    <inkml:brush xml:id="br0">
      <inkml:brushProperty name="width" value="0.035" units="cm"/>
      <inkml:brushProperty name="height" value="0.035" units="cm"/>
      <inkml:brushProperty name="color" value="#E71224"/>
    </inkml:brush>
  </inkml:definitions>
  <inkml:trace contextRef="#ctx0" brushRef="#br0">554 0 3944 0 0,'5'5'7964'0'0,"-10"7"-4226"0"0,-13 13-1630 0 0,14-19-624 0 0,4-5-1396 0 0,-1 0-1 0 0,1-1 1 0 0,0 1-1 0 0,0 0 1 0 0,-1 0 0 0 0,1 0-1 0 0,0 0 1 0 0,0 0 0 0 0,0-1-1 0 0,0 1 1 0 0,0 0 0 0 0,0 0-1 0 0,0 0 1 0 0,1 0-1 0 0,-1 0 1 0 0,0-1 0 0 0,0 1-1 0 0,1 0 1 0 0,-1 0 0 0 0,0 0-1 0 0,1 0 1 0 0,-1-1 0 0 0,1 1-1 0 0,-1 0 1 0 0,1-1-1 0 0,-1 1 1 0 0,1 0 0 0 0,0-1-1 0 0,0 1 1 0 0,25 21 979 0 0,-16-14-643 0 0,17 15-8 0 0,-1 1-1 0 0,-1 1 1 0 0,-1 1-1 0 0,37 54 1 0 0,-50-62-328 0 0,-1-1 0 0 0,0 2 1 0 0,-1-1-1 0 0,-1 1 0 0 0,-1 0 0 0 0,0 1 0 0 0,-2 0 1 0 0,0 0-1 0 0,3 35 0 0 0,-8-36-66 0 0,-1-1 1 0 0,0 0-1 0 0,-2 1 0 0 0,0-1 1 0 0,-1 0-1 0 0,-1-1 0 0 0,-1 1 1 0 0,0-1-1 0 0,-17 33 0 0 0,-8 4-191 0 0,-56 79 0 0 0,46-78-326 0 0,-2-2 0 0 0,-3-3 0 0 0,-2-1 0 0 0,-74 60 0 0 0,3-25-3844 0 0,-5-15-4647 0 0,117-65 8107 0 0,0-1 1 0 0,0 0-1 0 0,0 0 1 0 0,0-1-1 0 0,-1 0 1 0 0,1 0-1 0 0,-1-1 1 0 0,-10 1-1 0 0,-9-6-1321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7.218"/>
    </inkml:context>
    <inkml:brush xml:id="br0">
      <inkml:brushProperty name="width" value="0.035" units="cm"/>
      <inkml:brushProperty name="height" value="0.035" units="cm"/>
      <inkml:brushProperty name="color" value="#E71224"/>
    </inkml:brush>
  </inkml:definitions>
  <inkml:trace contextRef="#ctx0" brushRef="#br0">48 55 2264 0 0,'-1'-2'4052'0'0,"-5"-10"1779"0"0,1-4-3603 0 0,5 5-1619 0 0,15 15 365 0 0,-15-3-932 0 0,1-1 1 0 0,-1 1-1 0 0,1-1 1 0 0,-1 1-1 0 0,1-1 0 0 0,-1 1 1 0 0,1 0-1 0 0,-1-1 1 0 0,1 1-1 0 0,-1 0 0 0 0,0 0 1 0 0,1-1-1 0 0,-1 1 1 0 0,0 0-1 0 0,0 0 1 0 0,1-1-1 0 0,-1 1 0 0 0,0 0 1 0 0,0 0-1 0 0,0-1 1 0 0,0 1-1 0 0,0 0 1 0 0,0 0-1 0 0,0 0 0 0 0,0-1 1 0 0,0 1-1 0 0,-1 0 1 0 0,1 0-1 0 0,0-1 0 0 0,0 1 1 0 0,-1 0-1 0 0,1 0 1 0 0,-1 1-1 0 0,0-1 100 0 0,0 1 0 0 0,0-1 0 0 0,0 1 0 0 0,0-1 1 0 0,0 1-1 0 0,0-1 0 0 0,-1 0 0 0 0,1 1 0 0 0,0-1 0 0 0,-1 0 0 0 0,1 0 0 0 0,-1 0 0 0 0,1 0 0 0 0,-3 1 0 0 0,26-39 138 0 0,5 13 682 0 0,-23 21 924 0 0,-18 16-374 0 0,4-3-1044 0 0,7-6-347 0 0,-2 0 0 0 0,1 0 1 0 0,0 0-1 0 0,-1 0 0 0 0,0-1 0 0 0,0 1 1 0 0,0-1-1 0 0,0-1 0 0 0,-7 4 0 0 0,12-6-174 0 0,0 0 0 0 0,-1 0 0 0 0,1 0 0 0 0,0 0 0 0 0,-1 0 0 0 0,1 0 0 0 0,0 1 0 0 0,0-1 0 0 0,-1 0 0 0 0,1 0 0 0 0,0 0 0 0 0,-1 0 0 0 0,1 0 0 0 0,0-1 0 0 0,0 1 0 0 0,-1 0 0 0 0,1 0 0 0 0,0 0 0 0 0,-1 0 0 0 0,1 0 0 0 0,0 0 0 0 0,0 0 0 0 0,-1 0 0 0 0,1-1 0 0 0,0 1 1 0 0,0 0-1 0 0,-1 0 0 0 0,1 0 0 0 0,0-1 0 0 0,0 1 0 0 0,0 0 0 0 0,0 0 0 0 0,-1 0 0 0 0,1-1 0 0 0,0 1 0 0 0,0 0 0 0 0,0-1 0 0 0,0 1 0 0 0,0 0 0 0 0,0 0 0 0 0,-1-1 0 0 0,1 1 0 0 0,6-15-4626 0 0,14-11-6839 0 0,-13 23 7918 0 0,-2 3 1000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7.901"/>
    </inkml:context>
    <inkml:brush xml:id="br0">
      <inkml:brushProperty name="width" value="0.035" units="cm"/>
      <inkml:brushProperty name="height" value="0.035" units="cm"/>
      <inkml:brushProperty name="color" value="#E71224"/>
    </inkml:brush>
  </inkml:definitions>
  <inkml:trace contextRef="#ctx0" brushRef="#br0">314 72 3704 0 0,'0'0'250'0'0,"-1"-42"7147"0"0,0 40-7110 0 0,1 1 0 0 0,0 0-1 0 0,0-1 1 0 0,0 1 0 0 0,-1 0-1 0 0,1 0 1 0 0,-1-1 0 0 0,1 1-1 0 0,-1 0 1 0 0,1 0 0 0 0,-1 0-1 0 0,0-1 1 0 0,1 1 0 0 0,-1 0-1 0 0,0 0 1 0 0,0 0 0 0 0,0 0-1 0 0,0 0 1 0 0,0 1 0 0 0,0-1-1 0 0,0 0 1 0 0,0 0 0 0 0,0 1-1 0 0,-1-1 1 0 0,1 0 0 0 0,0 1-1 0 0,0-1 1 0 0,-3 1 0 0 0,2 0-102 0 0,1 1-1 0 0,-1 0 1 0 0,0 1 0 0 0,1-1 0 0 0,-1 0 0 0 0,0 0 0 0 0,1 1 0 0 0,-1-1 0 0 0,1 1 0 0 0,0-1 0 0 0,0 1 0 0 0,-1 0 0 0 0,1-1 0 0 0,0 1 0 0 0,0 0 0 0 0,1 0-1 0 0,-1 0 1 0 0,0 0 0 0 0,1 0 0 0 0,-2 3 0 0 0,-1 2 185 0 0,-47 110 501 0 0,6 1 1 0 0,4 3-1 0 0,-26 135 1 0 0,43-134-2586 0 0,-10 180 1 0 0,33-299 1574 0 0,-1 13-1133 0 0,0-1 1 0 0,4 29 0 0 0,-2-41 804 0 0,-1-1 1 0 0,1 1-1 0 0,-1 0 1 0 0,1-1-1 0 0,0 1 1 0 0,0-1-1 0 0,0 0 0 0 0,0 1 1 0 0,0-1-1 0 0,4 4 1 0 0,-4-5 163 0 0,-1 0 0 0 0,1-1 0 0 0,0 1 0 0 0,0-1 0 0 0,-1 1 0 0 0,1-1 0 0 0,0 1 0 0 0,0-1 0 0 0,0 0 0 0 0,0 1 0 0 0,0-1 0 0 0,0 0 0 0 0,0 0 0 0 0,0 1 0 0 0,-1-1 0 0 0,1 0 0 0 0,0 0 0 0 0,0 0 0 0 0,0 0 1 0 0,0-1-1 0 0,0 1 0 0 0,0 0 0 0 0,0 0 0 0 0,0 0 0 0 0,0-1 0 0 0,0 1 0 0 0,0-1 0 0 0,-1 1 0 0 0,3-1 0 0 0,13-13-2631 0 0,3-9 921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8.502"/>
    </inkml:context>
    <inkml:brush xml:id="br0">
      <inkml:brushProperty name="width" value="0.035" units="cm"/>
      <inkml:brushProperty name="height" value="0.035" units="cm"/>
      <inkml:brushProperty name="color" value="#E71224"/>
    </inkml:brush>
  </inkml:definitions>
  <inkml:trace contextRef="#ctx0" brushRef="#br0">234 21 3304 0 0,'4'-17'5788'0'0,"-11"14"-158"0"0,5 4-5218 0 0,0 0 0 0 0,0 0-1 0 0,0 0 1 0 0,0 0 0 0 0,0 0 0 0 0,0 1 0 0 0,0-1 0 0 0,0 1 0 0 0,0-1 0 0 0,1 1 0 0 0,-3 3 0 0 0,-11 19 404 0 0,1 0 0 0 0,1 1 0 0 0,1 1 0 0 0,2 0 0 0 0,-15 52 0 0 0,8-24-272 0 0,-12 28-121 0 0,5-14-485 0 0,-22 95-1 0 0,51-179-80 0 0,1 1-1 0 0,1-1 0 0 0,1 1 0 0 0,10-15 1 0 0,10-21 141 0 0,-6 6 23 0 0,1 1 0 0 0,43-58 0 0 0,-57 89-2 0 0,1 0 0 0 0,0 1 0 0 0,1 0-1 0 0,1 1 1 0 0,0 0 0 0 0,0 1 0 0 0,1 1-1 0 0,0-1 1 0 0,1 2 0 0 0,0 0 0 0 0,26-10-1 0 0,-37 16-8 0 0,-1 1 0 0 0,1 1 0 0 0,0-1 0 0 0,-1 0 0 0 0,1 1 0 0 0,0-1 0 0 0,-1 1 0 0 0,1 0 0 0 0,0-1 0 0 0,-1 1 0 0 0,1 1 0 0 0,0-1-1 0 0,-1 0 1 0 0,1 1 0 0 0,0-1 0 0 0,-1 1 0 0 0,1 0 0 0 0,-1 0 0 0 0,1 0 0 0 0,-1 0 0 0 0,1 0 0 0 0,-1 1 0 0 0,0-1 0 0 0,1 1 0 0 0,-1-1 0 0 0,0 1-1 0 0,0 0 1 0 0,0 0 0 0 0,-1 0 0 0 0,1 0 0 0 0,0 0 0 0 0,-1 1 0 0 0,1-1 0 0 0,-1 0 0 0 0,0 1 0 0 0,0-1 0 0 0,0 1 0 0 0,0-1 0 0 0,1 5 0 0 0,1 6 26 0 0,0 0 1 0 0,-1 0-1 0 0,0 1 1 0 0,-1-1 0 0 0,-1 0-1 0 0,-2 25 1 0 0,-7 31 211 0 0,-2-1 1 0 0,-29 91-1 0 0,-57 127-20 0 0,-71 119-3063 0 0,166-392-4272 0 0,17-26 1617 0 0,34-44-1336 0 0,-33 37 5275 0 0,22-24-702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8.775"/>
    </inkml:context>
    <inkml:brush xml:id="br0">
      <inkml:brushProperty name="width" value="0.035" units="cm"/>
      <inkml:brushProperty name="height" value="0.035" units="cm"/>
      <inkml:brushProperty name="color" value="#E71224"/>
    </inkml:brush>
  </inkml:definitions>
  <inkml:trace contextRef="#ctx0" brushRef="#br0">1 121 1224 0 0,'2'-26'4400'0'0,"2"9"-400"0"0,-1 3-960 0 0,7 3-880 0 0,4 2-479 0 0,11 2-481 0 0,8 1-400 0 0,9 0-320 0 0,8 2-320 0 0,0-3-288 0 0,-1 4-992 0 0,-1-2-2081 0 0,-6 1-1599 0 0,-8 3 560 0 0,-7 2 960 0 0,-7 4 1120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49.398"/>
    </inkml:context>
    <inkml:brush xml:id="br0">
      <inkml:brushProperty name="width" value="0.035" units="cm"/>
      <inkml:brushProperty name="height" value="0.035" units="cm"/>
      <inkml:brushProperty name="color" value="#E71224"/>
    </inkml:brush>
  </inkml:definitions>
  <inkml:trace contextRef="#ctx0" brushRef="#br0">203 248 1944 0 0,'-7'-25'7920'0'0,"5"22"-7239"0"0,1 1 1 0 0,0-1-1 0 0,0 0 0 0 0,0 0 0 0 0,0 0 0 0 0,1 0 0 0 0,-1 1 0 0 0,1-1 0 0 0,0 0 0 0 0,0 0 0 0 0,0 0 0 0 0,0-6 0 0 0,3 17 2639 0 0,0 17-2467 0 0,-6-5-674 0 0,-2 0-1 0 0,0-1 0 0 0,-1 0 0 0 0,-1 0 0 0 0,-1 0 1 0 0,-1-1-1 0 0,-13 23 0 0 0,-87 114 64 0 0,100-143-224 0 0,-1 1-519 0 0,13-20 240 0 0,29-38 171 0 0,-2 1 102 0 0,62-109 129 0 0,-68 107-87 0 0,2 1-1 0 0,2 1 0 0 0,2 1 1 0 0,2 2-1 0 0,47-48 0 0 0,-79 89-33 0 0,1-1 0 0 0,-1 0 0 0 0,1 0 0 0 0,-1 1 0 0 0,1-1 0 0 0,-1 0 0 0 0,1 1 0 0 0,0-1 0 0 0,0 1 0 0 0,-1-1 0 0 0,1 1 1 0 0,0-1-1 0 0,0 1 0 0 0,-1-1 0 0 0,1 1 0 0 0,0 0 0 0 0,0 0 0 0 0,0-1 0 0 0,0 1 0 0 0,0 0 0 0 0,-1 0 0 0 0,1 0 0 0 0,0 0 0 0 0,0 0 0 0 0,0 0 0 0 0,0 0 0 0 0,0 0 0 0 0,0 0 0 0 0,-1 0 0 0 0,1 1 0 0 0,0-1 0 0 0,0 0 0 0 0,0 1 0 0 0,0-1 0 0 0,1 2 15 0 0,-1 0 0 0 0,0 0-1 0 0,0 0 1 0 0,0 0 0 0 0,0 0-1 0 0,-1 0 1 0 0,1 0 0 0 0,-1 0-1 0 0,1 0 1 0 0,-1 0 0 0 0,0 0-1 0 0,1 0 1 0 0,-1 4 0 0 0,-6 69 671 0 0,-62 271-274 0 0,67-342-487 0 0,0 1 0 0 0,1-1 0 0 0,0 1 0 0 0,0 0 0 0 0,0-1 0 0 0,1 1-1 0 0,-1 0 1 0 0,1-1 0 0 0,0 1 0 0 0,3 7 0 0 0,-3-11 28 0 0,0 0 1 0 0,-1 0-1 0 0,1 0 1 0 0,0 0-1 0 0,0 1 1 0 0,0-1-1 0 0,0 0 1 0 0,0 0-1 0 0,0-1 1 0 0,0 1-1 0 0,0 0 1 0 0,1 0-1 0 0,-1 0 1 0 0,0-1-1 0 0,1 1 1 0 0,-1-1-1 0 0,0 1 1 0 0,1-1-1 0 0,-1 1 1 0 0,0-1-1 0 0,1 0 1 0 0,-1 0-1 0 0,1 0 1 0 0,-1 0-1 0 0,0 0 1 0 0,1 0-1 0 0,-1 0 1 0 0,1 0-1 0 0,-1 0 1 0 0,0-1-1 0 0,1 1 1 0 0,-1 0-1 0 0,1-1 1 0 0,-1 0-1 0 0,0 1 1 0 0,0-1-1 0 0,1 0 1 0 0,1-1-1 0 0,9-5-63 0 0,-1 0 0 0 0,1 0 0 0 0,-1-1 0 0 0,-1-1 0 0 0,1 0-1 0 0,16-20 1 0 0,52-71-145 0 0,-63 78 195 0 0,41-60-52 0 0,49-61 645 0 0,-96 134 24 0 0,-7 11-153 0 0,-7 24 73 0 0,-19 36-182 0 0,-4 5-582 0 0,-58 155 1027 0 0,69-174-2216 0 0,3 0 0 0 0,-13 83 1 0 0,27-102-3427 0 0,-1-29 4654 0 0,0 0-1 0 0,0 1 0 0 0,0-1 0 0 0,0 1 1 0 0,0-1-1 0 0,0 0 0 0 0,0 1 0 0 0,0-1 1 0 0,0 1-1 0 0,0-1 0 0 0,0 0 0 0 0,1 1 0 0 0,-1-1 1 0 0,0 1-1 0 0,0-1 0 0 0,0 0 0 0 0,0 1 1 0 0,1-1-1 0 0,-1 0 0 0 0,0 1 0 0 0,0-1 1 0 0,1 0-1 0 0,-1 1 0 0 0,0-1 0 0 0,1 0 1 0 0,-1 0-1 0 0,0 1 0 0 0,1-1 0 0 0,-1 0 1 0 0,0 0-1 0 0,1 0 0 0 0,-1 1 0 0 0,1-1 1 0 0,-1 0-1 0 0,0 0 0 0 0,1 0 0 0 0,-1 0 1 0 0,1 0-1 0 0,-1 0 0 0 0,0 0 0 0 0,1 0 0 0 0,-1 0 1 0 0,1 0-1 0 0,-1 0 0 0 0,0 0 0 0 0,1 0 1 0 0,-1 0-1 0 0,1 0 0 0 0,-1 0 0 0 0,0-1 1 0 0,1 1-1 0 0,-1 0 0 0 0,0 0 0 0 0,1 0 1 0 0,-1-1-1 0 0,1 1 0 0 0,7-9-2731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0.202"/>
    </inkml:context>
    <inkml:brush xml:id="br0">
      <inkml:brushProperty name="width" value="0.035" units="cm"/>
      <inkml:brushProperty name="height" value="0.035" units="cm"/>
      <inkml:brushProperty name="color" value="#E71224"/>
    </inkml:brush>
  </inkml:definitions>
  <inkml:trace contextRef="#ctx0" brushRef="#br0">277 123 2984 0 0,'-44'-12'11608'0'0,"-2"4"-5989"0"0,35 7-5195 0 0,0 0 1 0 0,1 1-1 0 0,-1 0 0 0 0,0 0 1 0 0,0 1-1 0 0,0 1 0 0 0,1 0 0 0 0,-1 0 1 0 0,1 1-1 0 0,-17 7 0 0 0,26-9-416 0 0,0-1-1 0 0,1 0 1 0 0,-1 0-1 0 0,0 0 1 0 0,1 1-1 0 0,-1-1 1 0 0,1 0-1 0 0,-1 1 1 0 0,0-1-1 0 0,1 0 1 0 0,-1 1-1 0 0,1-1 1 0 0,-1 1-1 0 0,1-1 1 0 0,0 1-1 0 0,-1-1 1 0 0,1 1 0 0 0,-1-1-1 0 0,1 1 1 0 0,0-1-1 0 0,0 1 1 0 0,-1 0-1 0 0,1-1 1 0 0,0 1-1 0 0,0 0 1 0 0,0-1-1 0 0,-1 1 1 0 0,1-1-1 0 0,0 1 1 0 0,0 0-1 0 0,0-1 1 0 0,0 1-1 0 0,0 0 1 0 0,0 0-1 0 0,18 18 14 0 0,-10-14-88 0 0,0-1 1 0 0,-1 1 0 0 0,1-2-1 0 0,13 5 1 0 0,-8-6-84 0 0,0 0 1 0 0,0-1-1 0 0,0 0 0 0 0,0-1 1 0 0,1-1-1 0 0,-1 0 0 0 0,0 0 1 0 0,13-5-1 0 0,8-2 28 0 0,58-24-1 0 0,-180 83 3230 0 0,-38 26-2467 0 0,137-99-1080 0 0,14-13 32 0 0,-22 31 407 0 0,82-100-155 0 0,-74 93 140 0 0,0 0-1 0 0,1 0 1 0 0,0 1-1 0 0,1 1 1 0 0,0 0-1 0 0,22-11 1 0 0,-23 15 330 0 0,1 1 1 0 0,0 1-1 0 0,-1 0 1 0 0,1 0-1 0 0,0 2 1 0 0,14-1-1 0 0,85 2 2012 0 0,-95 0-2226 0 0,-14 0-88 0 0,0 0 1 0 0,0 0-1 0 0,0 0 0 0 0,1 0 1 0 0,-1 0-1 0 0,0 1 1 0 0,0 0-1 0 0,0-1 1 0 0,0 1-1 0 0,0 0 1 0 0,0 1-1 0 0,0-1 1 0 0,0 0-1 0 0,-1 1 1 0 0,1 0-1 0 0,0-1 1 0 0,-1 1-1 0 0,1 0 0 0 0,-1 1 1 0 0,0-1-1 0 0,5 5 1 0 0,-6-3 35 0 0,0 0 0 0 0,1 0 0 0 0,-1 0 1 0 0,-1 0-1 0 0,1 0 0 0 0,0 0 0 0 0,-1 1 0 0 0,0-1 1 0 0,0 0-1 0 0,0 0 0 0 0,-1 0 0 0 0,1 1 0 0 0,-1-1 0 0 0,0 0 1 0 0,0 0-1 0 0,-3 5 0 0 0,-78 206 458 0 0,29-89-252 0 0,40-89-220 0 0,5-13-95 0 0,-1 1 0 0 0,-1-2-1 0 0,-2 0 1 0 0,0 0 0 0 0,-27 37 0 0 0,-98 87-2560 0 0,88-100 2043 0 0,3 3 0 0 0,-45 61 0 0 0,77-88 571 0 0,1 1 0 0 0,1 0 0 0 0,-9 28 0 0 0,10-24 81 0 0,-27 48 0 0 0,38-76-119 0 0,0 0 1 0 0,0 1-1 0 0,0-1 1 0 0,0 0-1 0 0,0 1 1 0 0,0-1-1 0 0,0 0 1 0 0,0 0-1 0 0,-1 1 1 0 0,1-1-1 0 0,0 0 1 0 0,0 1-1 0 0,0-1 1 0 0,-1 0-1 0 0,1 0 1 0 0,0 1-1 0 0,0-1 1 0 0,0 0-1 0 0,-1 0 1 0 0,1 1-1 0 0,0-1 1 0 0,-1 0-1 0 0,1 0 1 0 0,0 0-1 0 0,-1 0 1 0 0,1 1-1 0 0,0-1 1 0 0,0 0-1 0 0,-1 0 1 0 0,1 0-1 0 0,0 0 1 0 0,-1 0-1 0 0,1 0 1 0 0,0 0-1 0 0,-1 0 1 0 0,1 0-1 0 0,-1 0 1 0 0,-1-14-3076 0 0,5-21-4630 0 0,8-26-2743 0 0,-7 23 7186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0.835"/>
    </inkml:context>
    <inkml:brush xml:id="br0">
      <inkml:brushProperty name="width" value="0.035" units="cm"/>
      <inkml:brushProperty name="height" value="0.035" units="cm"/>
      <inkml:brushProperty name="color" value="#E71224"/>
    </inkml:brush>
  </inkml:definitions>
  <inkml:trace contextRef="#ctx0" brushRef="#br0">1 70 3544 0 0,'0'-4'970'0'0,"-1"0"-1"0"0,1 0 0 0 0,0 0 1 0 0,0-1-1 0 0,1 1 1 0 0,-1 0-1 0 0,1 0 1 0 0,0 0-1 0 0,0 0 1 0 0,2-4-1 0 0,-2 7-793 0 0,0-1 0 0 0,0 1-1 0 0,0 0 1 0 0,0-1 0 0 0,0 1 0 0 0,0 0 0 0 0,1 0 0 0 0,-1-1-1 0 0,0 1 1 0 0,1 0 0 0 0,-1 1 0 0 0,1-1 0 0 0,-1 0 0 0 0,1 0-1 0 0,-1 0 1 0 0,1 1 0 0 0,0-1 0 0 0,-1 1 0 0 0,1 0 0 0 0,0-1-1 0 0,-1 1 1 0 0,1 0 0 0 0,0 0 0 0 0,0 0 0 0 0,-1 0 0 0 0,1 0-1 0 0,3 1 1 0 0,8 1 232 0 0,-1 1 0 0 0,1 0-1 0 0,-1 1 1 0 0,1 0 0 0 0,-1 1 0 0 0,-1 0-1 0 0,1 1 1 0 0,-1 1 0 0 0,0 0 0 0 0,0 0-1 0 0,-1 1 1 0 0,0 0 0 0 0,0 1 0 0 0,13 15-1 0 0,-4-2-39 0 0,-1 1-1 0 0,0 1 0 0 0,-2 1 1 0 0,-1 0-1 0 0,17 37 1 0 0,-15-22-171 0 0,-1 1 0 0 0,-2 0 0 0 0,-1 1 0 0 0,-3 1 0 0 0,-1-1 1 0 0,-3 2-1 0 0,3 63 0 0 0,-9-79-246 0 0,-1 1 0 0 0,-2-1 0 0 0,-1 1 0 0 0,-1-1-1 0 0,-1 0 1 0 0,-1-1 0 0 0,-2 0 0 0 0,-1 0 0 0 0,-1 0 0 0 0,-1-1-1 0 0,-1-1 1 0 0,-23 33 0 0 0,19-34-1461 0 0,-2 0 0 0 0,0-2 0 0 0,-37 35 0 0 0,55-56 1264 0 0,1-1 0 0 0,-1 1 0 0 0,0 0 1 0 0,0-1-1 0 0,1 1 0 0 0,-1-1 0 0 0,0 1 0 0 0,0 0 0 0 0,0-1 0 0 0,1 0 0 0 0,-1 1 0 0 0,0-1 1 0 0,0 1-1 0 0,0-1 0 0 0,0 0 0 0 0,0 0 0 0 0,0 0 0 0 0,0 1 0 0 0,0-1 0 0 0,0 0 1 0 0,0 0-1 0 0,-1 0 0 0 0,2-1-55 0 0,-1 1 0 0 0,1-1 0 0 0,-1 0 0 0 0,1 1 0 0 0,-1-1 1 0 0,1 1-1 0 0,-1-1 0 0 0,1 0 0 0 0,0 1 0 0 0,-1-1 0 0 0,1 0 0 0 0,0 1 0 0 0,0-1 1 0 0,0 0-1 0 0,-1 1 0 0 0,1-1 0 0 0,0 0 0 0 0,0 0 0 0 0,0 1 0 0 0,0-1 0 0 0,0-1 1 0 0,4-28-5793 0 0,0 14 4926 0 0,5-14-1033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2.308"/>
    </inkml:context>
    <inkml:brush xml:id="br0">
      <inkml:brushProperty name="width" value="0.035" units="cm"/>
      <inkml:brushProperty name="height" value="0.035" units="cm"/>
      <inkml:brushProperty name="color" value="#E71224"/>
    </inkml:brush>
  </inkml:definitions>
  <inkml:trace contextRef="#ctx0" brushRef="#br0">72 129 1944 0 0,'12'-13'1386'0'0,"29"-36"2166"0"0,-39 47-3269 0 0,-1 0 1 0 0,1 0-1 0 0,-1 0 0 0 0,0 0 0 0 0,1-1 1 0 0,-1 1-1 0 0,0 0 0 0 0,0-1 1 0 0,0 1-1 0 0,-1-1 0 0 0,1 1 0 0 0,-1-1 1 0 0,1 0-1 0 0,-1 1 0 0 0,0-1 1 0 0,0 1-1 0 0,0-1 0 0 0,-1-5 0 0 0,0 7-158 0 0,1 0-1 0 0,-1 0 0 0 0,0 0 0 0 0,1 0 0 0 0,-1 0 0 0 0,0 0 0 0 0,0 0 1 0 0,0 0-1 0 0,0 1 0 0 0,0-1 0 0 0,0 0 0 0 0,0 0 0 0 0,0 1 0 0 0,0-1 0 0 0,0 1 1 0 0,-1-1-1 0 0,1 1 0 0 0,0-1 0 0 0,0 1 0 0 0,0 0 0 0 0,-1-1 0 0 0,1 1 1 0 0,0 0-1 0 0,-2 0 0 0 0,-36 1 1563 0 0,22 1 563 0 0,20-1-1871 0 0,0 1 1 0 0,1 0 0 0 0,-1 0-1 0 0,0 0 1 0 0,0 1 0 0 0,0-1 0 0 0,0 1-1 0 0,0-1 1 0 0,-1 1 0 0 0,1 0 0 0 0,2 4-1 0 0,-1-2 11 0 0,33 39 580 0 0,-3 1-1 0 0,-2 2 0 0 0,42 79 0 0 0,-58-95-850 0 0,-2 1 0 0 0,-1 1-1 0 0,-2-1 1 0 0,-1 2 0 0 0,-1-1 0 0 0,-2 1-1 0 0,3 40 1 0 0,-10-54-18 0 0,-1 0-1 0 0,-1 0 1 0 0,0 0-1 0 0,-2 0 1 0 0,0 0-1 0 0,-1-1 0 0 0,-1 0 1 0 0,-1 0-1 0 0,0 0 1 0 0,-2-1-1 0 0,0 0 1 0 0,-1 0-1 0 0,-23 30 1 0 0,14-24-246 0 0,-1 0-1 0 0,-1-1 1 0 0,-30 26 0 0 0,27-29-857 0 0,-2-2 0 0 0,1 0 1 0 0,-30 14-1 0 0,33-23-1823 0 0,22-9 2704 0 0,0 0 0 0 0,0 0 0 0 0,-1 0 0 0 0,1 0 0 0 0,0 0 0 0 0,0 0 0 0 0,0-1 0 0 0,0 1 0 0 0,0 0 0 0 0,0 0 0 0 0,-1 0 0 0 0,1 0 0 0 0,0 0 0 0 0,0-1 0 0 0,0 1 0 0 0,0 0 0 0 0,0 0 0 0 0,0 0 0 0 0,0-1 0 0 0,0 1 0 0 0,0 0 0 0 0,0 0 0 0 0,0 0 0 0 0,0 0 0 0 0,0-1 0 0 0,0 1 0 0 0,0 0 0 0 0,0 0 0 0 0,0 0 0 0 0,0 0 0 0 0,0-1 0 0 0,0 1 0 0 0,0 0 0 0 0,0 0 0 0 0,1 0 0 0 0,-1 0 0 0 0,0-1 0 0 0,0 1 0 0 0,0 0 0 0 0,0 0 0 0 0,0 0 0 0 0,0 0 0 0 0,1 0 0 0 0,-1-1 0 0 0,0 1 0 0 0,0 0 0 0 0,0 0 0 0 0,0 0 0 0 0,0 0 0 0 0,1 0 0 0 0,-1 0 0 0 0,19-20-7154 0 0,-4 6 5346 0 0,18-13-1844 0 0,5-3 1146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2.606"/>
    </inkml:context>
    <inkml:brush xml:id="br0">
      <inkml:brushProperty name="width" value="0.035" units="cm"/>
      <inkml:brushProperty name="height" value="0.035" units="cm"/>
      <inkml:brushProperty name="color" value="#E71224"/>
    </inkml:brush>
  </inkml:definitions>
  <inkml:trace contextRef="#ctx0" brushRef="#br0">147 32 984 0 0,'11'-20'7579'0'0,"-7"8"3136"0"0,-5 19-10220 0 0,-1 0 0 0 0,1-1 0 0 0,1 1 0 0 0,0 0 0 0 0,0-1 0 0 0,0 1 0 0 0,2 11 0 0 0,0 24 318 0 0,-6-9-729 0 0,-1 0 0 0 0,-1 0 0 0 0,-2-1 0 0 0,-22 55 0 0 0,-30 50-4832 0 0,52-116 1835 0 0,7-17 1886 0 0,0 0 0 0 0,0 0 0 0 0,-1-1-1 0 0,1 1 1 0 0,-1 0 0 0 0,0-1 0 0 0,0 0-1 0 0,0 1 1 0 0,-1-1 0 0 0,1 0 0 0 0,-1 0-1 0 0,-4 4 1 0 0,-5-2-1413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2.782"/>
    </inkml:context>
    <inkml:brush xml:id="br0">
      <inkml:brushProperty name="width" value="0.035" units="cm"/>
      <inkml:brushProperty name="height" value="0.035" units="cm"/>
      <inkml:brushProperty name="color" value="#E71224"/>
    </inkml:brush>
  </inkml:definitions>
  <inkml:trace contextRef="#ctx0" brushRef="#br0">46 126 824 0 0,'-3'0'1270'0'0,"0"-1"0"0"0,1 1 0 0 0,-1 0-1 0 0,0 0 1 0 0,1 0 0 0 0,-1 0 0 0 0,0 0 0 0 0,1 1 0 0 0,-1-1-1 0 0,0 1 1 0 0,-3 1 0 0 0,-3 2 4484 0 0,26-6-3359 0 0,12-4-2420 0 0,0-2 0 0 0,0-1 0 0 0,-1-1 0 0 0,38-20 0 0 0,-10-2-5703 0 0,-4-3-6894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3.568"/>
    </inkml:context>
    <inkml:brush xml:id="br0">
      <inkml:brushProperty name="width" value="0.035" units="cm"/>
      <inkml:brushProperty name="height" value="0.035" units="cm"/>
      <inkml:brushProperty name="color" value="#E71224"/>
    </inkml:brush>
  </inkml:definitions>
  <inkml:trace contextRef="#ctx0" brushRef="#br0">1 37 1384 0 0,'16'-9'1894'0'0,"-8"3"-217"0"0,1 1 1 0 0,0 1-1 0 0,-1 0 0 0 0,14-5 0 0 0,-22 10-1453 0 0,1 1 0 0 0,-1-1 0 0 0,0 0 0 0 0,0 0 0 0 0,0 1-1 0 0,1-1 1 0 0,-1 0 0 0 0,-1 0 0 0 0,1 1 0 0 0,0-1 0 0 0,0 0-1 0 0,0 0 1 0 0,-1 1 0 0 0,1-1 0 0 0,-1 0 0 0 0,1 0 0 0 0,-1 0-1 0 0,1 0 1 0 0,-2 3 0 0 0,0 2 273 0 0,-14 51 806 0 0,3 0 1 0 0,-9 88-1 0 0,16-68-1259 0 0,3 0 0 0 0,4 0 0 0 0,12 92-1 0 0,10-73-1713 0 0,-13-57-1602 0 0,-1 0-4306 0 0,-9-39 7467 0 0,0 0 1 0 0,0 1-1 0 0,0-1 0 0 0,0 0 1 0 0,0 1-1 0 0,1-1 0 0 0,-1 0 1 0 0,0 0-1 0 0,0 1 0 0 0,0-1 1 0 0,0 0-1 0 0,0 1 1 0 0,0-1-1 0 0,0 0 0 0 0,0 0 1 0 0,0 1-1 0 0,-1-1 0 0 0,1 0 1 0 0,0 1-1 0 0,0-1 0 0 0,0 0 1 0 0,0 0-1 0 0,0 1 0 0 0,0-1 1 0 0,-1 0-1 0 0,1 0 0 0 0,0 1 1 0 0,0-1-1 0 0,0 0 1 0 0,0 0-1 0 0,-1 0 0 0 0,1 1 1 0 0,0-1-1 0 0,0 0 0 0 0,-1 0 1 0 0,1 0-1 0 0,0 0 0 0 0,0 1 1 0 0,-1-1-1 0 0,1 0 0 0 0,0 0 1 0 0,-1 0-1 0 0,1 0 0 0 0,0 0 1 0 0,0 0-1 0 0,-1 0 1 0 0,1 0-1 0 0,0 0 0 0 0,-1 0 1 0 0,1 0-1 0 0,0 0 0 0 0,0 0 1 0 0,-1 0-1 0 0,1 0 0 0 0,0 0 1 0 0,-1-1-1 0 0,-9-4-1649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3.745"/>
    </inkml:context>
    <inkml:brush xml:id="br0">
      <inkml:brushProperty name="width" value="0.035" units="cm"/>
      <inkml:brushProperty name="height" value="0.035" units="cm"/>
      <inkml:brushProperty name="color" value="#E71224"/>
    </inkml:brush>
  </inkml:definitions>
  <inkml:trace contextRef="#ctx0" brushRef="#br0">27 42 2024 0 0,'-11'-4'4640'0'0,"2"6"-400"0"0,4 0-1040 0 0,3 2-960 0 0,6 0-639 0 0,6 3-401 0 0,6-2-400 0 0,9-2-320 0 0,14-1-80 0 0,12-5-160 0 0,13-1-160 0 0,10-1-208 0 0,6-6-752 0 0,4-2-1680 0 0,-7 1-2241 0 0,-8-1-79 0 0,-14 7 960 0 0,-22 7 1280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6.158"/>
    </inkml:context>
    <inkml:brush xml:id="br0">
      <inkml:brushProperty name="width" value="0.035" units="cm"/>
      <inkml:brushProperty name="height" value="0.035" units="cm"/>
      <inkml:brushProperty name="color" value="#E71224"/>
    </inkml:brush>
  </inkml:definitions>
  <inkml:trace contextRef="#ctx0" brushRef="#br0">92 146 984 0 0,'-6'-18'2419'0'0,"4"13"-1472"0"0,0 0 1 0 0,0-1-1 0 0,0 0 0 0 0,1 1 1 0 0,-1-1-1 0 0,1 0 0 0 0,1 0 1 0 0,-1 0-1 0 0,1 0 0 0 0,0 1 1 0 0,1-8-1 0 0,2 28 2760 0 0,1 4-3067 0 0,-4 91 589 0 0,-4 1 0 0 0,-28 159 0 0 0,18-166-969 0 0,1-25-120 0 0,7-47-101 0 0,1 0 1 0 0,-1 39-1 0 0,19-135-277 0 0,1 8 244 0 0,27-248-55 0 0,-26 171 420 0 0,47-199 1 0 0,-62 332-363 0 0,0-1 1 0 0,0 1-1 0 0,0 0 1 0 0,0 0-1 0 0,0 0 1 0 0,0 0-1 0 0,0-1 1 0 0,0 1-1 0 0,0 0 1 0 0,0 0-1 0 0,0 0 1 0 0,0 0 0 0 0,0-1-1 0 0,0 1 1 0 0,0 0-1 0 0,0 0 1 0 0,0 0-1 0 0,0-1 1 0 0,0 1-1 0 0,0 0 1 0 0,0 0-1 0 0,0 0 1 0 0,0 0-1 0 0,0-1 1 0 0,0 1-1 0 0,0 0 1 0 0,1 0-1 0 0,-1 0 1 0 0,0 0-1 0 0,0 0 1 0 0,0 0-1 0 0,0-1 1 0 0,0 1-1 0 0,0 0 1 0 0,1 0-1 0 0,-1 0 1 0 0,0 0 0 0 0,0 0-1 0 0,0 0 1 0 0,0 0-1 0 0,1 0 1 0 0,-1 0-1 0 0,0 0 1 0 0,0 0-1 0 0,0 0 1 0 0,1 0-1 0 0,-1 0 1 0 0,0 0-1 0 0,0 0 1 0 0,0 0-1 0 0,0 0 1 0 0,1 0-1 0 0,-1 0 1 0 0,0 0-1 0 0,5 13 292 0 0,-1 23-19 0 0,-14 186 54 0 0,0-26-186 0 0,10-161-11 0 0,2 0-1 0 0,2 0 1 0 0,11 51-1 0 0,-14-77-130 0 0,2 0-1 0 0,0-1 0 0 0,0 1 0 0 0,0-1 1 0 0,9 16-1 0 0,-11-23-24 0 0,0 1 0 0 0,1 0 0 0 0,-1-1 0 0 0,0 1 0 0 0,1-1 0 0 0,-1 1 0 0 0,1-1 0 0 0,-1 1 1 0 0,1-1-1 0 0,0 0 0 0 0,-1 0 0 0 0,1 0 0 0 0,0 0 0 0 0,0 0 0 0 0,0-1 0 0 0,0 1 0 0 0,0 0 0 0 0,0-1 1 0 0,0 1-1 0 0,0-1 0 0 0,0 0 0 0 0,0 0 0 0 0,0 0 0 0 0,0 0 0 0 0,0 0 0 0 0,0 0 0 0 0,0 0 0 0 0,0-1 0 0 0,0 1 1 0 0,0-1-1 0 0,0 1 0 0 0,2-2 0 0 0,7-3-29 0 0,1-1 1 0 0,-1-1-1 0 0,0 0 0 0 0,-1 0 1 0 0,0-1-1 0 0,0 0 1 0 0,0-1-1 0 0,-1 0 0 0 0,0 0 1 0 0,-1-1-1 0 0,0 0 1 0 0,9-18-1 0 0,4-7-103 0 0,-3-1 0 0 0,25-63 0 0 0,-14 20 405 0 0,-4-1 0 0 0,30-161 0 0 0,-95 455 1134 0 0,-16 120-994 0 0,50-264-237 0 0,4 91-1 0 0,3-137-798 0 0,1 0-1 0 0,2 0 0 0 0,0 0 1 0 0,2-1-1 0 0,0 0 1 0 0,2 0-1 0 0,15 35 0 0 0,-22-57 391 0 0,-1 0 0 0 0,1 1-1 0 0,0-1 1 0 0,0 1-1 0 0,0-1 1 0 0,0 0 0 0 0,-1 0-1 0 0,2 1 1 0 0,-1-1-1 0 0,0 0 1 0 0,0 0 0 0 0,0 0-1 0 0,0 0 1 0 0,1 0-1 0 0,-1-1 1 0 0,0 1 0 0 0,1 0-1 0 0,1 0 1 0 0,-2-1-79 0 0,0 0 0 0 0,0 0 1 0 0,0 0-1 0 0,0 0 0 0 0,0 0 0 0 0,0 0 1 0 0,1 0-1 0 0,-1-1 0 0 0,0 1 1 0 0,0 0-1 0 0,0-1 0 0 0,0 1 0 0 0,0-1 1 0 0,0 1-1 0 0,-1-1 0 0 0,1 1 1 0 0,0-1-1 0 0,0 0 0 0 0,1-1 0 0 0,20-27-6186 0 0,-11 8 5148 0 0,4-20-926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6.498"/>
    </inkml:context>
    <inkml:brush xml:id="br0">
      <inkml:brushProperty name="width" value="0.035" units="cm"/>
      <inkml:brushProperty name="height" value="0.035" units="cm"/>
      <inkml:brushProperty name="color" value="#E71224"/>
    </inkml:brush>
  </inkml:definitions>
  <inkml:trace contextRef="#ctx0" brushRef="#br0">270 67 3384 0 0,'-18'-23'7655'0'0,"-4"-14"-827"0"0,18 31-5417 0 0,-10 59 2136 0 0,-72 234-1269 0 0,8-35-1721 0 0,63-191-665 0 0,2 0 0 0 0,-5 72 1 0 0,17-118-111 0 0,1 1 0 0 0,0-1 0 0 0,4 21-1 0 0,-3-26-398 0 0,2 0 0 0 0,-1-1-1 0 0,1 1 1 0 0,0 0-1 0 0,1-1 1 0 0,5 10-1 0 0,-7-16 135 0 0,0 1 0 0 0,0 0 0 0 0,1-1 0 0 0,-1 1-1 0 0,1-1 1 0 0,0 0 0 0 0,0 0 0 0 0,0 0 0 0 0,0 0 0 0 0,1-1 0 0 0,-1 1 0 0 0,1-1-1 0 0,-1 0 1 0 0,1 0 0 0 0,0 0 0 0 0,0-1 0 0 0,0 1 0 0 0,0-1 0 0 0,0 0 0 0 0,0 0-1 0 0,0 0 1 0 0,0-1 0 0 0,1 1 0 0 0,-1-1 0 0 0,0 0 0 0 0,0 0 0 0 0,1-1-1 0 0,-1 1 1 0 0,0-1 0 0 0,0 0 0 0 0,0 0 0 0 0,0 0 0 0 0,0 0 0 0 0,0-1 0 0 0,5-2-1 0 0,23-13-1649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7.028"/>
    </inkml:context>
    <inkml:brush xml:id="br0">
      <inkml:brushProperty name="width" value="0.035" units="cm"/>
      <inkml:brushProperty name="height" value="0.035" units="cm"/>
      <inkml:brushProperty name="color" value="#E71224"/>
    </inkml:brush>
  </inkml:definitions>
  <inkml:trace contextRef="#ctx0" brushRef="#br0">169 48 3784 0 0,'-5'-7'3250'0'0,"3"6"-2549"0"0,0-1 0 0 0,0 0 0 0 0,0 0 0 0 0,0 0 0 0 0,1 0 1 0 0,-1 0-1 0 0,1-1 0 0 0,-1 1 0 0 0,1 0 0 0 0,0-1 0 0 0,0 1 0 0 0,0-1 0 0 0,0 1 0 0 0,0-1 0 0 0,0-3 0 0 0,1 5-636 0 0,1 1 0 0 0,-1 0-1 0 0,1 0 1 0 0,-1 0 0 0 0,1 0 0 0 0,-1 0 0 0 0,1 0-1 0 0,0 0 1 0 0,-1 0 0 0 0,1 0 0 0 0,-1 0-1 0 0,1 0 1 0 0,-1 0 0 0 0,1 0 0 0 0,-1 0-1 0 0,1 0 1 0 0,-1 0 0 0 0,1 0 0 0 0,-1 1-1 0 0,1-1 1 0 0,-1 0 0 0 0,1 0 0 0 0,-1 1-1 0 0,1-1 1 0 0,-1 0 0 0 0,1 1 0 0 0,-1-1-1 0 0,0 1 1 0 0,1-1 0 0 0,-1 0 0 0 0,0 1-1 0 0,1-1 1 0 0,-1 1 0 0 0,0-1 0 0 0,0 1-1 0 0,1-1 1 0 0,-1 1 0 0 0,0-1 0 0 0,0 1-1 0 0,0-1 1 0 0,0 1 0 0 0,0 0 0 0 0,11 23 764 0 0,-10-11-641 0 0,0-1-1 0 0,0 0 1 0 0,-1 1 0 0 0,0-1 0 0 0,-1 0 0 0 0,-1 1 0 0 0,0-1 0 0 0,0 0 0 0 0,-7 19 0 0 0,-48 110 412 0 0,41-106-461 0 0,-65 130 101 0 0,80-164-295 0 0,0-5 10 0 0,3-17-15 0 0,8-27 28 0 0,1 9 25 0 0,2 0-1 0 0,1 1 0 0 0,31-58 1 0 0,-33 74 29 0 0,1 1 0 0 0,0 1 0 0 0,2 0 0 0 0,0 1 1 0 0,2 0-1 0 0,0 1 0 0 0,25-20 0 0 0,-38 35-1 0 0,0 0-1 0 0,1 0 0 0 0,-1 0 1 0 0,0 1-1 0 0,1-1 1 0 0,0 1-1 0 0,0 0 0 0 0,-1 1 1 0 0,1-1-1 0 0,0 1 1 0 0,0 0-1 0 0,1 0 1 0 0,-1 1-1 0 0,0-1 0 0 0,7 1 1 0 0,-9 1-6 0 0,0 0 0 0 0,1-1 1 0 0,-1 1-1 0 0,0 1 0 0 0,0-1 1 0 0,0 0-1 0 0,1 1 0 0 0,-1-1 0 0 0,-1 1 1 0 0,1 0-1 0 0,0 0 0 0 0,0 0 0 0 0,-1 1 1 0 0,1-1-1 0 0,-1 0 0 0 0,0 1 1 0 0,1 0-1 0 0,-1-1 0 0 0,-1 1 0 0 0,1 0 1 0 0,0 0-1 0 0,-1 0 0 0 0,3 6 0 0 0,5 17 22 0 0,-2 0 0 0 0,0 0-1 0 0,-1 0 1 0 0,-2 1 0 0 0,-1 0 0 0 0,-1 0-1 0 0,-1 0 1 0 0,-4 45 0 0 0,-3-18 23 0 0,-3-1 1 0 0,-1 1 0 0 0,-24 68 0 0 0,-31 40 15 0 0,39-103-2198 0 0,-22 72 0 0 0,47-126 1937 0 0,-8 33-5888 0 0,9-37 5507 0 0,0 0 0 0 0,0 1 1 0 0,0-1-1 0 0,0 1 1 0 0,0-1-1 0 0,0 1 0 0 0,0-1 1 0 0,0 0-1 0 0,1 1 0 0 0,-1-1 1 0 0,0 1-1 0 0,1-1 1 0 0,0 0-1 0 0,-1 1 0 0 0,1-1 1 0 0,0 0-1 0 0,-1 0 1 0 0,1 1-1 0 0,0-1 0 0 0,0 0 1 0 0,0 0-1 0 0,1 1 0 0 0,6 2-1487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7.339"/>
    </inkml:context>
    <inkml:brush xml:id="br0">
      <inkml:brushProperty name="width" value="0.035" units="cm"/>
      <inkml:brushProperty name="height" value="0.035" units="cm"/>
      <inkml:brushProperty name="color" value="#E71224"/>
    </inkml:brush>
  </inkml:definitions>
  <inkml:trace contextRef="#ctx0" brushRef="#br0">45 59 744 0 0,'-17'-6'4880'0'0,"3"6"-160"0"0,1-1 1040 0 0,23-3-4479 0 0,16 0-481 0 0,12-1-320 0 0,13-4-160 0 0,11 3-320 0 0,6-2-448 0 0,3 1-1072 0 0,-5 5-2241 0 0,-5-2-1199 0 0,-12 1 720 0 0,-13 3 1360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7.985"/>
    </inkml:context>
    <inkml:brush xml:id="br0">
      <inkml:brushProperty name="width" value="0.035" units="cm"/>
      <inkml:brushProperty name="height" value="0.035" units="cm"/>
      <inkml:brushProperty name="color" value="#E71224"/>
    </inkml:brush>
  </inkml:definitions>
  <inkml:trace contextRef="#ctx0" brushRef="#br0">236 251 4024 0 0,'-1'-2'480'0'0,"1"-1"0"0"0,-1 0-1 0 0,0 1 1 0 0,1-1 0 0 0,-1 0 0 0 0,-1 1-1 0 0,1-1 1 0 0,0 1 0 0 0,-1 0 0 0 0,1-1-1 0 0,-1 1 1 0 0,1 0 0 0 0,-1 0 0 0 0,0 0-1 0 0,0 0 1 0 0,0 0 0 0 0,0 1 0 0 0,-1-1-1 0 0,1 0 1 0 0,0 1 0 0 0,-5-2 0 0 0,5 3-262 0 0,-1 0 0 0 0,0 0 0 0 0,1 0 0 0 0,-1 1 0 0 0,0-1 0 0 0,1 1 0 0 0,-1-1 0 0 0,1 1 0 0 0,-1 0 0 0 0,1 0 0 0 0,-1 0 0 0 0,1 1 0 0 0,0-1 0 0 0,0 0 0 0 0,0 1 0 0 0,-1 0 0 0 0,1-1 0 0 0,1 1 0 0 0,-1 0 0 0 0,0 0 0 0 0,0 0 0 0 0,1 0 0 0 0,-3 3 0 0 0,-8 12 123 0 0,1-1 1 0 0,1 2-1 0 0,0-1 0 0 0,1 2 0 0 0,0-1 0 0 0,-7 27 1 0 0,-26 121 437 0 0,35-134-627 0 0,3-16-113 0 0,1-8-33 0 0,1 0 0 0 0,0 0 0 0 0,0 1 0 0 0,1-1 0 0 0,0 1 1 0 0,0-1-1 0 0,1 1 0 0 0,0-1 0 0 0,1 1 0 0 0,0-1 0 0 0,2 10 0 0 0,22-63-72 0 0,46-153 108 0 0,10-24 75 0 0,-66 187-89 0 0,2 1 1 0 0,1 0-1 0 0,2 1 1 0 0,26-32-1 0 0,-42 60 40 0 0,0 0-1 0 0,1 0 0 0 0,-1 0 1 0 0,1 0-1 0 0,0 1 1 0 0,6-4-1 0 0,-10 7-53 0 0,-1 1 0 0 0,0 0 0 0 0,1-1 1 0 0,-1 1-1 0 0,1 0 0 0 0,-1 0 0 0 0,1 0 0 0 0,-1 0 0 0 0,1-1 0 0 0,-1 1 0 0 0,1 0 0 0 0,-1 0 0 0 0,1 0 0 0 0,0 0 0 0 0,-1 0 0 0 0,1 0 0 0 0,-1 0 0 0 0,1 0 0 0 0,-1 0 0 0 0,1 1 1 0 0,-1-1-1 0 0,1 0 0 0 0,-1 0 0 0 0,1 0 0 0 0,-1 1 0 0 0,1-1 0 0 0,-1 0 0 0 0,0 0 0 0 0,2 1 0 0 0,-1 1 7 0 0,-1 0 0 0 0,1-1 0 0 0,0 1 0 0 0,0 0 0 0 0,-1 0 0 0 0,1-1-1 0 0,-1 1 1 0 0,1 0 0 0 0,-1 0 0 0 0,0 0 0 0 0,0 0 0 0 0,0 0 0 0 0,0 2 0 0 0,-2 39 134 0 0,-2-1 0 0 0,-1 1 1 0 0,-22 78-1 0 0,15-78-54 0 0,3 0 1 0 0,1 1-1 0 0,-2 66 0 0 0,9-106-108 0 0,1 0-1 0 0,1 0 0 0 0,-1 0 0 0 0,0 0 0 0 0,1 0 0 0 0,0 0 1 0 0,0 0-1 0 0,0 0 0 0 0,0 0 0 0 0,1 0 0 0 0,0-1 0 0 0,0 1 1 0 0,0 0-1 0 0,3 3 0 0 0,-4-6-13 0 0,1 1 1 0 0,-1-1-1 0 0,1 0 1 0 0,0 0-1 0 0,-1 0 1 0 0,1 0-1 0 0,0 0 0 0 0,0-1 1 0 0,0 1-1 0 0,0 0 1 0 0,0-1-1 0 0,-1 0 1 0 0,1 1-1 0 0,0-1 1 0 0,0 0-1 0 0,0 0 1 0 0,0 0-1 0 0,0 0 0 0 0,0 0 1 0 0,0 0-1 0 0,0-1 1 0 0,0 1-1 0 0,0-1 1 0 0,0 0-1 0 0,0 1 1 0 0,0-1-1 0 0,0 0 0 0 0,-1 0 1 0 0,1 0-1 0 0,2-2 1 0 0,52-30 182 0 0,-2-3 1 0 0,65-55 0 0 0,-77 53 45 0 0,-1-2 0 0 0,60-77 0 0 0,13-13 1235 0 0,-91 112 61 0 0,-23 18-1479 0 0,0 1 1 0 0,1-1-1 0 0,-1 0 1 0 0,0 0-1 0 0,0 1 1 0 0,1-1-1 0 0,-1 0 1 0 0,0 0-1 0 0,0 1 1 0 0,1-1 0 0 0,-1 0-1 0 0,0 1 1 0 0,0-1-1 0 0,0 0 1 0 0,0 1-1 0 0,0-1 1 0 0,0 1-1 0 0,0-1 1 0 0,0 0 0 0 0,1 1-1 0 0,-1-1 1 0 0,0 0-1 0 0,0 1 1 0 0,-1-1-1 0 0,1 0 1 0 0,0 1-1 0 0,0-1 1 0 0,0 1-1 0 0,0-1 1 0 0,0 0 0 0 0,0 1-1 0 0,0-1 1 0 0,-1 0-1 0 0,1 1 1 0 0,0-1-1 0 0,-1 1 1 0 0,-22 54 629 0 0,19-46-666 0 0,-55 111 624 0 0,-24 56 518 0 0,71-146-2749 0 0,2 1 0 0 0,1 0 0 0 0,-11 64 0 0 0,21-47-5975 0 0,-2-48 7327 0 0,1 1 1 0 0,0 0 0 0 0,0 0 0 0 0,0-1 0 0 0,1 1 0 0 0,-1 0-1 0 0,0 0 1 0 0,0-1 0 0 0,0 1 0 0 0,1 0 0 0 0,-1-1 0 0 0,0 1-1 0 0,1 0 1 0 0,-1-1 0 0 0,0 1 0 0 0,1 0 0 0 0,-1-1 0 0 0,1 1 0 0 0,-1-1-1 0 0,1 1 1 0 0,-1-1 0 0 0,1 1 0 0 0,-1-1 0 0 0,1 1 0 0 0,0-1-1 0 0,-1 1 1 0 0,1-1 0 0 0,0 0 0 0 0,-1 1 0 0 0,1-1 0 0 0,0 0-1 0 0,0 0 1 0 0,-1 0 0 0 0,1 1 0 0 0,0-1 0 0 0,0 0 0 0 0,-1 0-1 0 0,1 0 1 0 0,0 0 0 0 0,0 0 0 0 0,-1 0 0 0 0,1-1 0 0 0,0 1 0 0 0,-1 0-1 0 0,1 0 1 0 0,0 0 0 0 0,0-1 0 0 0,-1 1 0 0 0,1 0 0 0 0,0-1-1 0 0,-1 1 1 0 0,1-1 0 0 0,-1 1 0 0 0,1-1 0 0 0,0 1 0 0 0,0-1-1 0 0,13-11-2187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8.518"/>
    </inkml:context>
    <inkml:brush xml:id="br0">
      <inkml:brushProperty name="width" value="0.035" units="cm"/>
      <inkml:brushProperty name="height" value="0.035" units="cm"/>
      <inkml:brushProperty name="color" value="#E71224"/>
    </inkml:brush>
  </inkml:definitions>
  <inkml:trace contextRef="#ctx0" brushRef="#br0">277 132 2824 0 0,'1'-1'456'0'0,"-1"1"0"0"0,1-1 1 0 0,-1 0-1 0 0,1 0 0 0 0,-1 1 0 0 0,0-1 0 0 0,1 0 0 0 0,-1 0 0 0 0,0 0 1 0 0,0 0-1 0 0,1 1 0 0 0,-1-1 0 0 0,0 0 0 0 0,0 0 0 0 0,0 0 1 0 0,0 0-1 0 0,0 0 0 0 0,0 0 0 0 0,0 1 0 0 0,-1-1 0 0 0,1 0 0 0 0,-1-1 1 0 0,-14 8 3610 0 0,-21 29-1839 0 0,-10 22-864 0 0,3 2-1 0 0,3 1 0 0 0,-60 120 1 0 0,128-251 89 0 0,-20 55-1447 0 0,108-188 299 0 0,-98 175-254 0 0,3 1 1 0 0,0 1-1 0 0,1 1 1 0 0,46-41-1 0 0,-63 63-20 0 0,1-1 0 0 0,0 1-1 0 0,0 0 1 0 0,1 0 0 0 0,-1 1 0 0 0,1 0 0 0 0,-1 0-1 0 0,1 1 1 0 0,0-1 0 0 0,0 1 0 0 0,13-1 0 0 0,-18 3-19 0 0,1 0 1 0 0,-1 0 0 0 0,1 0 0 0 0,-1 0 0 0 0,0 1 0 0 0,1-1 0 0 0,-1 1 0 0 0,0-1-1 0 0,1 1 1 0 0,-1 0 0 0 0,0 0 0 0 0,0 0 0 0 0,0 0 0 0 0,0 1 0 0 0,0-1 0 0 0,0 1-1 0 0,0-1 1 0 0,0 1 0 0 0,0-1 0 0 0,-1 1 0 0 0,1 0 0 0 0,-1 0 0 0 0,1 0 0 0 0,-1 0-1 0 0,0 0 1 0 0,0 0 0 0 0,0 0 0 0 0,0 1 0 0 0,0-1 0 0 0,0 0 0 0 0,0 1 0 0 0,-1-1-1 0 0,1 0 1 0 0,-1 1 0 0 0,0-1 0 0 0,0 1 0 0 0,0 3 0 0 0,0 19 217 0 0,0 0-1 0 0,-2 0 1 0 0,-1-1 0 0 0,-1 1 0 0 0,-11 36 0 0 0,-1 14-62 0 0,-28 133 1061 0 0,-85 244 0 0 0,108-377-1195 0 0,-1 4-3788 0 0,53-130-12286 0 0,2-4 8079 0 0,-15 18 4828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8.948"/>
    </inkml:context>
    <inkml:brush xml:id="br0">
      <inkml:brushProperty name="width" value="0.035" units="cm"/>
      <inkml:brushProperty name="height" value="0.035" units="cm"/>
      <inkml:brushProperty name="color" value="#E71224"/>
    </inkml:brush>
  </inkml:definitions>
  <inkml:trace contextRef="#ctx0" brushRef="#br0">202 49 1544 0 0,'1'-2'533'0'0,"-1"0"-1"0"0,0 0 1 0 0,0-1 0 0 0,0 1 0 0 0,0 0-1 0 0,0 0 1 0 0,0 0 0 0 0,-1 0 0 0 0,1-1-1 0 0,-1 1 1 0 0,1 0 0 0 0,-1 0-1 0 0,0 0 1 0 0,0 0 0 0 0,0 0 0 0 0,0 0-1 0 0,0 1 1 0 0,0-1 0 0 0,-3-3 0 0 0,3 5-274 0 0,0-1 0 0 0,-1 1 0 0 0,1-1 0 0 0,0 1 1 0 0,0-1-1 0 0,-1 1 0 0 0,1 0 0 0 0,0-1 0 0 0,-1 1 1 0 0,1 0-1 0 0,-1 0 0 0 0,1 0 0 0 0,0 0 0 0 0,-1 0 1 0 0,1 0-1 0 0,0 1 0 0 0,-1-1 0 0 0,1 0 0 0 0,0 1 1 0 0,-1-1-1 0 0,1 1 0 0 0,0-1 0 0 0,0 1 0 0 0,-1 0 1 0 0,1-1-1 0 0,0 1 0 0 0,0 0 0 0 0,0 0 0 0 0,0 0 1 0 0,0 0-1 0 0,0 0 0 0 0,0 0 0 0 0,-1 2 0 0 0,0-1-81 0 0,0 0 0 0 0,1 0 0 0 0,-1 0 0 0 0,0 1-1 0 0,1-1 1 0 0,0 1 0 0 0,-1-1 0 0 0,1 1 0 0 0,0 0 0 0 0,0-1-1 0 0,1 1 1 0 0,-1 0 0 0 0,0-1 0 0 0,1 1 0 0 0,0 0 0 0 0,-1 0-1 0 0,1 0 1 0 0,0 0 0 0 0,1-1 0 0 0,-1 1 0 0 0,0 0 0 0 0,1 0-1 0 0,0 0 1 0 0,0-1 0 0 0,-1 1 0 0 0,1 0 0 0 0,1-1 0 0 0,-1 1-1 0 0,0-1 1 0 0,2 3 0 0 0,6 10 62 0 0,1-1 0 0 0,0 0 1 0 0,22 23-1 0 0,-18-23 127 0 0,19 24 39 0 0,-1 1 0 0 0,45 74 0 0 0,-68-98-327 0 0,-2 0 1 0 0,1 1-1 0 0,-2 0 1 0 0,0 1 0 0 0,-1-1-1 0 0,-1 1 1 0 0,0 0-1 0 0,-1 0 1 0 0,-1 0 0 0 0,-1 1-1 0 0,-1 29 1 0 0,-4-14-64 0 0,-1 0 1 0 0,-2 0-1 0 0,-1 0 0 0 0,-2-1 1 0 0,-1 0-1 0 0,-1 0 0 0 0,-28 49 1 0 0,18-44-723 0 0,-1-1 1 0 0,-2-1 0 0 0,-1 0-1 0 0,-1-2 1 0 0,-51 46-1 0 0,69-72 102 0 0,-32 28-1166 0 0,38-33 1295 0 0,1 0 0 0 0,-1 0 0 0 0,0-1-1 0 0,1 1 1 0 0,-1-1 0 0 0,0 0 0 0 0,0 0 0 0 0,0 0-1 0 0,0 0 1 0 0,0 0 0 0 0,0-1 0 0 0,0 1 0 0 0,-5-1 0 0 0,6 0 114 0 0,1-1 1 0 0,0 1-1 0 0,0-1 1 0 0,0 1-1 0 0,0-1 1 0 0,0 0-1 0 0,0 0 1 0 0,0 0-1 0 0,0 1 1 0 0,0-1 0 0 0,1 0-1 0 0,-1 0 1 0 0,0 0-1 0 0,0 0 1 0 0,1-1-1 0 0,-1 1 1 0 0,1 0-1 0 0,-1 0 1 0 0,1 0-1 0 0,-1 0 1 0 0,1-1-1 0 0,0 1 1 0 0,0 0 0 0 0,-1 0-1 0 0,1-1 1 0 0,0 1-1 0 0,0 0 1 0 0,0 0-1 0 0,1-2 1 0 0,-1-29-3587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3:59.485"/>
    </inkml:context>
    <inkml:brush xml:id="br0">
      <inkml:brushProperty name="width" value="0.035" units="cm"/>
      <inkml:brushProperty name="height" value="0.035" units="cm"/>
      <inkml:brushProperty name="color" value="#E71224"/>
    </inkml:brush>
  </inkml:definitions>
  <inkml:trace contextRef="#ctx0" brushRef="#br0">0 210 184 0 0,'13'-44'9321'0'0,"-7"24"-7255"0"0,-1 1 1 0 0,0-1 0 0 0,1-23-1 0 0,-5 40-1872 0 0,0 0-1 0 0,0 0 0 0 0,0 0 1 0 0,0 0-1 0 0,0 0 1 0 0,1 0-1 0 0,-1 0 0 0 0,1 0 1 0 0,0 0-1 0 0,0 1 1 0 0,0-1-1 0 0,0 1 0 0 0,0-1 1 0 0,0 1-1 0 0,1 0 1 0 0,-1 0-1 0 0,1 0 0 0 0,0 0 1 0 0,-1 1-1 0 0,1-1 1 0 0,0 1-1 0 0,0-1 0 0 0,0 1 1 0 0,0 0-1 0 0,0 0 1 0 0,1 0-1 0 0,-1 1 0 0 0,0-1 1 0 0,0 1-1 0 0,5-1 1 0 0,-3 1-80 0 0,0-1 1 0 0,0 1 0 0 0,0-1-1 0 0,0 1 1 0 0,0 1 0 0 0,1-1-1 0 0,-1 1 1 0 0,0 0-1 0 0,0 0 1 0 0,0 0 0 0 0,0 1-1 0 0,-1 0 1 0 0,1 0 0 0 0,0 0-1 0 0,-1 0 1 0 0,1 1 0 0 0,-1 0-1 0 0,8 6 1 0 0,-7-3-67 0 0,-1 0 1 0 0,0 0 0 0 0,0 0 0 0 0,0 1-1 0 0,-1-1 1 0 0,0 1 0 0 0,0 0-1 0 0,-1 0 1 0 0,0 0 0 0 0,0 0-1 0 0,0 1 1 0 0,-1-1 0 0 0,0 0 0 0 0,-1 1-1 0 0,1-1 1 0 0,-1 1 0 0 0,-1-1-1 0 0,0 0 1 0 0,0 1 0 0 0,0-1-1 0 0,-1 0 1 0 0,-3 9 0 0 0,-5 17 91 0 0,-1 0 1 0 0,-2-1 0 0 0,-28 49-1 0 0,19-38-62 0 0,29-56 38 0 0,1 0 0 0 0,0 1 1 0 0,1 0-1 0 0,0 0 0 0 0,1 1 1 0 0,0 0-1 0 0,1 0 0 0 0,16-12 0 0 0,-18 16-143 0 0,0 1 0 0 0,1 0 0 0 0,-1 1 0 0 0,1 0 0 0 0,0 1-1 0 0,0 0 1 0 0,0 0 0 0 0,1 1 0 0 0,-1 0 0 0 0,1 1 0 0 0,0 0-1 0 0,19 0 1 0 0,-19 2-560 0 0,7-1-2781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2.949"/>
    </inkml:context>
    <inkml:brush xml:id="br0">
      <inkml:brushProperty name="width" value="0.035" units="cm"/>
      <inkml:brushProperty name="height" value="0.035" units="cm"/>
      <inkml:brushProperty name="color" value="#E71224"/>
    </inkml:brush>
  </inkml:definitions>
  <inkml:trace contextRef="#ctx0" brushRef="#br0">72 412 1704 0 0,'80'-279'14134'0'0,"-75"287"-9421"0"0,9 52-3079 0 0,-13-19-1199 0 0,-1 0 1 0 0,-1 0-1 0 0,-13 70 1 0 0,-38 120-219 0 0,36-166-110 0 0,-4 14-87 0 0,-4 15-247 0 0,-21 157 0 0 0,45-227-89 0 0,7-40 132 0 0,6-41 97 0 0,3-31 156 0 0,6-33-203 0 0,63-201-1 0 0,-66 269 111 0 0,74-187-55 0 0,-78 208 80 0 0,1 0-1 0 0,2 1 1 0 0,2 1 0 0 0,0 1 0 0 0,28-30-1 0 0,-40 50 0 0 0,0 1-1 0 0,1 0 1 0 0,1 0 0 0 0,-1 1-1 0 0,1 0 1 0 0,12-6-1 0 0,-20 12 5 0 0,-1 0-1 0 0,1 0 0 0 0,0 0 1 0 0,0 0-1 0 0,0 0 1 0 0,0 1-1 0 0,0-1 0 0 0,0 1 1 0 0,0-1-1 0 0,0 1 1 0 0,0 0-1 0 0,0-1 0 0 0,0 1 1 0 0,0 0-1 0 0,0 1 1 0 0,0-1-1 0 0,0 0 0 0 0,0 1 1 0 0,0-1-1 0 0,0 1 1 0 0,0-1-1 0 0,0 1 0 0 0,0 0 1 0 0,0 0-1 0 0,0 0 1 0 0,-1 0-1 0 0,1 0 1 0 0,0 0-1 0 0,-1 0 0 0 0,1 1 1 0 0,-1-1-1 0 0,1 1 1 0 0,-1-1-1 0 0,0 1 0 0 0,1-1 1 0 0,-1 1-1 0 0,0 0 1 0 0,0 0-1 0 0,0-1 0 0 0,0 1 1 0 0,-1 0-1 0 0,1 0 1 0 0,0 3-1 0 0,3 8 45 0 0,-1 0 0 0 0,-1 1 0 0 0,0 0 1 0 0,-1-1-1 0 0,-1 1 0 0 0,0 0 0 0 0,-1-1 0 0 0,0 1 0 0 0,-1 0 0 0 0,0-1 1 0 0,-2 0-1 0 0,-4 14 0 0 0,-10 27 304 0 0,-38 78-1 0 0,46-112-267 0 0,-12 27 135 0 0,-53 83 0 0 0,63-113-217 0 0,0-1 0 0 0,-1 0 0 0 0,0-1 0 0 0,-2 0 0 0 0,1-1 0 0 0,-2-1 0 0 0,-30 21 0 0 0,44-33-78 0 0,0 1 1 0 0,-1-1-1 0 0,1 0 1 0 0,0 0 0 0 0,0 0-1 0 0,-1 0 1 0 0,1 0-1 0 0,0 0 1 0 0,-1 0 0 0 0,1-1-1 0 0,-1 1 1 0 0,1-1-1 0 0,-1 0 1 0 0,1 0-1 0 0,-5 0 1 0 0,6-1-141 0 0,0 1-1 0 0,0-1 1 0 0,0 1-1 0 0,0-1 1 0 0,0 1-1 0 0,1-1 1 0 0,-1 1 0 0 0,0-1-1 0 0,1 0 1 0 0,-1 0-1 0 0,0 1 1 0 0,1-1-1 0 0,-1 0 1 0 0,1 0 0 0 0,-1 0-1 0 0,1 0 1 0 0,-1 0-1 0 0,1 0 1 0 0,0 1 0 0 0,0-1-1 0 0,-1 0 1 0 0,1 0-1 0 0,0 0 1 0 0,0 0-1 0 0,0 0 1 0 0,0-2 0 0 0,0-5-1336 0 0,1 0 1 0 0,0 0-1 0 0,0-1 1 0 0,1 1-1 0 0,0 0 1 0 0,0 0-1 0 0,6-11 1 0 0,4-6-1383 0 0,-1 7 921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4.580"/>
    </inkml:context>
    <inkml:brush xml:id="br0">
      <inkml:brushProperty name="width" value="0.035" units="cm"/>
      <inkml:brushProperty name="height" value="0.035" units="cm"/>
      <inkml:brushProperty name="color" value="#E71224"/>
    </inkml:brush>
  </inkml:definitions>
  <inkml:trace contextRef="#ctx0" brushRef="#br0">258 72 3144 0 0,'10'-11'1542'0'0,"-5"7"-539"0"0,-1 0-1 0 0,0-1 0 0 0,0 1 0 0 0,-1-1 1 0 0,1 0-1 0 0,-1 0 0 0 0,5-10 0 0 0,-8 14-898 0 0,0 1 0 0 0,0-1 1 0 0,0 1-1 0 0,0-1 0 0 0,0 1 0 0 0,0-1 0 0 0,-1 1 0 0 0,1-1 0 0 0,0 1 0 0 0,0-1 0 0 0,0 1 0 0 0,0-1 0 0 0,-1 1 0 0 0,1-1 0 0 0,0 1 0 0 0,-1-1 0 0 0,1 1 0 0 0,0 0 0 0 0,-1-1 0 0 0,1 1 0 0 0,0-1 0 0 0,-1 1 0 0 0,1 0 0 0 0,-1-1 0 0 0,1 1 0 0 0,-1 0 1 0 0,1 0-1 0 0,0-1 0 0 0,-1 1 0 0 0,1 0 0 0 0,-1 0 0 0 0,1 0 0 0 0,-1 0 0 0 0,1 0 0 0 0,-1 0 0 0 0,0 0 0 0 0,1 0 0 0 0,-1 0 0 0 0,1 0 0 0 0,-1 0 0 0 0,1 0 0 0 0,-1 0 0 0 0,1 0 0 0 0,-1 0 0 0 0,1 0 0 0 0,-1 0 0 0 0,0 1 0 0 0,-27 6 1103 0 0,20-1-1026 0 0,1 0 1 0 0,-1 0 0 0 0,2 1 0 0 0,-1 0 0 0 0,1 1-1 0 0,0-1 1 0 0,1 1 0 0 0,-1 0 0 0 0,-5 14-1 0 0,-33 86 599 0 0,36-86-644 0 0,-20 62 247 0 0,3 1-1 0 0,-24 171 1 0 0,19 177-606 0 0,29-407 14 0 0,0 10-221 0 0,5 48-1 0 0,-4-77 148 0 0,1 1 1 0 0,1-1-1 0 0,-1 1 0 0 0,1-1 0 0 0,0 0 0 0 0,1 0 0 0 0,0 0 1 0 0,0 0-1 0 0,0 0 0 0 0,1 0 0 0 0,0-1 0 0 0,7 9 1 0 0,-9-13-75 0 0,0-1 1 0 0,1 1-1 0 0,-1 0 1 0 0,1-1 0 0 0,-1 1-1 0 0,1-1 1 0 0,-1 0-1 0 0,1 0 1 0 0,0 0 0 0 0,-1 0-1 0 0,1 0 1 0 0,0 0-1 0 0,0-1 1 0 0,0 0 0 0 0,0 1-1 0 0,-1-1 1 0 0,1 0-1 0 0,0 0 1 0 0,0-1 0 0 0,0 1-1 0 0,0-1 1 0 0,0 1-1 0 0,-1-1 1 0 0,1 0-1 0 0,0 0 1 0 0,-1 0 0 0 0,1 0-1 0 0,0-1 1 0 0,3-2-1 0 0,4-1-462 0 0,0-2 0 0 0,-1 1 0 0 0,0-2-1 0 0,0 1 1 0 0,-1-1 0 0 0,9-10-1 0 0,14-21-433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5.812"/>
    </inkml:context>
    <inkml:brush xml:id="br0">
      <inkml:brushProperty name="width" value="0.035" units="cm"/>
      <inkml:brushProperty name="height" value="0.035" units="cm"/>
      <inkml:brushProperty name="color" value="#E71224"/>
    </inkml:brush>
  </inkml:definitions>
  <inkml:trace contextRef="#ctx0" brushRef="#br0">118 45 1384 0 0,'13'-32'10462'0'0,"-7"20"-4750"0"0,-12 12-3724 0 0,4 11-1330 0 0,-1 15-451 0 0,-47 212 333 0 0,-19 245 0 0 0,62-303-734 0 0,27-276-13331 0 0,-4 22 9182 0 0,-3 8 2090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6.167"/>
    </inkml:context>
    <inkml:brush xml:id="br0">
      <inkml:brushProperty name="width" value="0.035" units="cm"/>
      <inkml:brushProperty name="height" value="0.035" units="cm"/>
      <inkml:brushProperty name="color" value="#E71224"/>
    </inkml:brush>
  </inkml:definitions>
  <inkml:trace contextRef="#ctx0" brushRef="#br0">0 45 664 0 0,'7'-6'9504'0'0,"-1"-1"-4497"0"0,-5 6-4798 0 0,0 0 0 0 0,0 0 0 0 0,0 0 0 0 0,0-1 0 0 0,0 1-1 0 0,0 0 1 0 0,-1 0 0 0 0,1-1 0 0 0,-1 1 0 0 0,1-1 0 0 0,-1 1 0 0 0,1 0 0 0 0,-1-1 0 0 0,0 1 0 0 0,1-1 0 0 0,-1 1 0 0 0,0-1 0 0 0,0 1-1 0 0,0-1 1 0 0,0 1 0 0 0,-1-2 0 0 0,62 34-47 0 0,8 6-2625 0 0,-63-34 1448 0 0,-2 0 1 0 0,1 0-1 0 0,0 1 0 0 0,-1 0 0 0 0,0 0 1 0 0,1 0-1 0 0,-2 0 0 0 0,1 1 1 0 0,6 9-1 0 0,-9-11 689 0 0,0-1 1 0 0,0 1-1 0 0,0 0 1 0 0,0-1-1 0 0,0 1 1 0 0,-1 0-1 0 0,1-1 1 0 0,-1 1-1 0 0,0 0 1 0 0,0 0-1 0 0,0-1 1 0 0,0 1-1 0 0,0 0 1 0 0,-1 0-1 0 0,1-1 1 0 0,-2 5-1 0 0,-12 23-1247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6.393"/>
    </inkml:context>
    <inkml:brush xml:id="br0">
      <inkml:brushProperty name="width" value="0.035" units="cm"/>
      <inkml:brushProperty name="height" value="0.035" units="cm"/>
      <inkml:brushProperty name="color" value="#E71224"/>
    </inkml:brush>
  </inkml:definitions>
  <inkml:trace contextRef="#ctx0" brushRef="#br0">1 6 3064 0 0,'12'-3'4000'0'0,"-2"2"-640"0"0,-2-1-720 0 0,2 4-720 0 0,-1-2-560 0 0,1 1-319 0 0,2 1-401 0 0,2 0-240 0 0,2 4-160 0 0,-1-4-80 0 0,3 1-160 0 0,1-1-288 0 0,1-2-752 0 0,2 0-1841 0 0,2 0-1519 0 0,1-2 320 0 0,-2-1 1120 0 0,-1 2 880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6.828"/>
    </inkml:context>
    <inkml:brush xml:id="br0">
      <inkml:brushProperty name="width" value="0.035" units="cm"/>
      <inkml:brushProperty name="height" value="0.035" units="cm"/>
      <inkml:brushProperty name="color" value="#E71224"/>
    </inkml:brush>
  </inkml:definitions>
  <inkml:trace contextRef="#ctx0" brushRef="#br0">173 110 2104 0 0,'0'0'264'0'0,"0"-1"1"0"0,0 1-1 0 0,1-1 0 0 0,-1 1 0 0 0,0-1 0 0 0,0 1 1 0 0,-1-1-1 0 0,1 1 0 0 0,0-1 0 0 0,0 1 0 0 0,0 0 1 0 0,0-1-1 0 0,0 1 0 0 0,0-1 0 0 0,-1 1 1 0 0,1-1-1 0 0,0 1 0 0 0,0 0 0 0 0,-1-1 0 0 0,1 1 1 0 0,0 0-1 0 0,-1-1 0 0 0,1 1 0 0 0,0 0 1 0 0,-1-1-1 0 0,1 1 0 0 0,0 0 0 0 0,-1 0 0 0 0,1-1 1 0 0,-1 1-1 0 0,-10 9 3646 0 0,-6 22-1731 0 0,-18 42-508 0 0,5-11-1364 0 0,-43 129 1 0 0,90-213-837 0 0,-1-2 0 0 0,15-26 0 0 0,26-67 463 0 0,-31 59 411 0 0,3 2 0 0 0,45-68-1 0 0,-73 124-301 0 0,-1-1 1 0 0,0 0-1 0 0,0 1 0 0 0,1-1 1 0 0,-1 0-1 0 0,0 1 0 0 0,1-1 0 0 0,-1 0 1 0 0,0 1-1 0 0,1-1 0 0 0,-1 1 1 0 0,1-1-1 0 0,-1 1 0 0 0,1-1 0 0 0,-1 1 1 0 0,1-1-1 0 0,0 1 0 0 0,-1 0 0 0 0,1-1 1 0 0,0 1-1 0 0,-1 0 0 0 0,1-1 1 0 0,0 1-1 0 0,-1 0 0 0 0,1 0 0 0 0,0-1 1 0 0,-1 1-1 0 0,1 0 0 0 0,0 0 0 0 0,0 0 1 0 0,-1 0-1 0 0,1 0 0 0 0,1 0 1 0 0,-1 2 25 0 0,0-1 1 0 0,-1 1 0 0 0,1 0 0 0 0,0-1 0 0 0,-1 1 0 0 0,1-1 0 0 0,-1 1 0 0 0,0 0-1 0 0,1-1 1 0 0,-1 1 0 0 0,0 0 0 0 0,0-1 0 0 0,0 4 0 0 0,-7 68 836 0 0,7-69-862 0 0,-26 149 553 0 0,-8 80-875 0 0,32-197-769 0 0,1 0 1 0 0,5 47-1 0 0,-1-68 450 0 0,1 3-3870 0 0,0-10-1595 0 0,-3-23 681 0 0,-1-3 3714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7.044"/>
    </inkml:context>
    <inkml:brush xml:id="br0">
      <inkml:brushProperty name="width" value="0.035" units="cm"/>
      <inkml:brushProperty name="height" value="0.035" units="cm"/>
      <inkml:brushProperty name="color" value="#E71224"/>
    </inkml:brush>
  </inkml:definitions>
  <inkml:trace contextRef="#ctx0" brushRef="#br0">36 63 184 0 0,'-35'8'17540'0'0,"57"-10"-16733"0"0,129-28-322 0 0,-38 6-4253 0 0,0 10-8384 0 0,-90 13 9912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7.410"/>
    </inkml:context>
    <inkml:brush xml:id="br0">
      <inkml:brushProperty name="width" value="0.035" units="cm"/>
      <inkml:brushProperty name="height" value="0.035" units="cm"/>
      <inkml:brushProperty name="color" value="#E71224"/>
    </inkml:brush>
  </inkml:definitions>
  <inkml:trace contextRef="#ctx0" brushRef="#br0">45 117 2344 0 0,'-8'0'3142'0'0,"-23"1"5781"0"0,25-4-5359 0 0,19-3-2032 0 0,188-62-648 0 0,-64 34-6510 0 0,-133 33 4933 0 0,32-4-3810 0 0,-35 5 4228 0 0,0 0 1 0 0,1-1-1 0 0,-1 1 0 0 0,0 0 1 0 0,0 0-1 0 0,0 0 1 0 0,1 1-1 0 0,-1-1 0 0 0,0 0 1 0 0,0 0-1 0 0,0 0 1 0 0,0 1-1 0 0,1-1 0 0 0,-1 1 1 0 0,0-1-1 0 0,0 1 0 0 0,0-1 1 0 0,0 1-1 0 0,0 0 1 0 0,0 0-1 0 0,0-1 0 0 0,0 1 1 0 0,1 2-1 0 0,-2 8-1925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7.588"/>
    </inkml:context>
    <inkml:brush xml:id="br0">
      <inkml:brushProperty name="width" value="0.035" units="cm"/>
      <inkml:brushProperty name="height" value="0.035" units="cm"/>
      <inkml:brushProperty name="color" value="#E71224"/>
    </inkml:brush>
  </inkml:definitions>
  <inkml:trace contextRef="#ctx0" brushRef="#br0">28 302 3464 0 0,'-16'18'4480'0'0,"6"-7"-800"0"0,9-4-1120 0 0,11-9-960 0 0,10-9-639 0 0,13-8-401 0 0,12-7-240 0 0,15-8 0 0 0,8-5-240 0 0,6-1-368 0 0,-4 1-1713 0 0,-5 1-1999 0 0,-10 6-400 0 0,-9 6 960 0 0,-8 7 1120 0 0,-11 6 880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8.166"/>
    </inkml:context>
    <inkml:brush xml:id="br0">
      <inkml:brushProperty name="width" value="0.035" units="cm"/>
      <inkml:brushProperty name="height" value="0.035" units="cm"/>
      <inkml:brushProperty name="color" value="#E71224"/>
    </inkml:brush>
  </inkml:definitions>
  <inkml:trace contextRef="#ctx0" brushRef="#br0">0 448 1464 0 0,'12'-9'11433'0'0,"-1"-21"-8820"0"0,-7 18-1352 0 0,66-136 1323 0 0,-41 90-1596 0 0,-2-1-1 0 0,22-73 1 0 0,-65 211-161 0 0,3 0 0 0 0,-4 110 1 0 0,-2 16-710 0 0,8-130-71 0 0,4-42-506 0 0,2 0 0 0 0,1 0 0 0 0,2 0 0 0 0,3 49 0 0 0,-1-80 302 0 0,0 0-1 0 0,0 0 1 0 0,1 0 0 0 0,-1 0 0 0 0,0 0-1 0 0,1 0 1 0 0,-1 0 0 0 0,1 0-1 0 0,0 0 1 0 0,-1 0 0 0 0,1 0-1 0 0,0 0 1 0 0,0-1 0 0 0,1 1 0 0 0,-1 0-1 0 0,0-1 1 0 0,0 1 0 0 0,1-1-1 0 0,2 3 1 0 0,-3-4-129 0 0,0 1-1 0 0,1-1 1 0 0,-1 0 0 0 0,0 0-1 0 0,1 0 1 0 0,-1 0 0 0 0,0 0-1 0 0,0 0 1 0 0,1 0 0 0 0,-1 0-1 0 0,0-1 1 0 0,0 1 0 0 0,1 0-1 0 0,-1-1 1 0 0,0 1-1 0 0,0-1 1 0 0,0 1 0 0 0,1-1-1 0 0,-1 0 1 0 0,0 0 0 0 0,0 1-1 0 0,1-2 1 0 0,35-36-7086 0 0,-19 12 5662 0 0,9-18-503 0 0,2-6 786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8.469"/>
    </inkml:context>
    <inkml:brush xml:id="br0">
      <inkml:brushProperty name="width" value="0.035" units="cm"/>
      <inkml:brushProperty name="height" value="0.035" units="cm"/>
      <inkml:brushProperty name="color" value="#E71224"/>
    </inkml:brush>
  </inkml:definitions>
  <inkml:trace contextRef="#ctx0" brushRef="#br0">33 139 1864 0 0,'-9'-25'3080'0'0,"5"15"-1747"0"0,0 0 0 0 0,0-1 1 0 0,1 0-1 0 0,0 0 1 0 0,1 0-1 0 0,0 0 1 0 0,1 0-1 0 0,1-16 1 0 0,0 27-1228 0 0,1-1 0 0 0,0 1 1 0 0,0 0-1 0 0,0 0 0 0 0,-1 1 1 0 0,1-1-1 0 0,0 0 0 0 0,0 0 1 0 0,0 0-1 0 0,-1 0 0 0 0,1 1 1 0 0,0-1-1 0 0,0 0 0 0 0,-1 1 1 0 0,1-1-1 0 0,0 1 0 0 0,0-1 1 0 0,-1 1-1 0 0,1-1 0 0 0,-1 1 0 0 0,1-1 1 0 0,0 1-1 0 0,-1 0 0 0 0,1-1 1 0 0,-1 1-1 0 0,1 1 0 0 0,23 20 431 0 0,-23-22-478 0 0,40 41 684 0 0,55 68 0 0 0,-84-93-688 0 0,0 1-1 0 0,-1 1 0 0 0,-1 0 0 0 0,-1 0 1 0 0,0 1-1 0 0,-2 0 0 0 0,11 38 0 0 0,-12-22-3 0 0,-1 0 0 0 0,-2 0 0 0 0,-1 1-1 0 0,-2-1 1 0 0,-1 0 0 0 0,-2 0 0 0 0,-2 0-1 0 0,-10 43 1 0 0,5-40-99 0 0,-2 0 0 0 0,-1 0 0 0 0,-2-1 0 0 0,-1-1 0 0 0,-2-1 0 0 0,-2 0-1 0 0,-26 35 1 0 0,41-64-281 0 0,-28 35-687 0 0,31-39 441 0 0,0 1 1 0 0,0-1-1 0 0,0 0 1 0 0,-1 0 0 0 0,1 0-1 0 0,-1-1 1 0 0,1 1 0 0 0,-1 0-1 0 0,0-1 1 0 0,0 0 0 0 0,0 0-1 0 0,1 0 1 0 0,-5 1-1 0 0,6-2 382 0 0,1 0-1 0 0,-1 0 0 0 0,1 0 0 0 0,-1 0 1 0 0,1 0-1 0 0,-1 0 0 0 0,1 0 0 0 0,-1 0 1 0 0,1 0-1 0 0,0 0 0 0 0,-1-1 0 0 0,1 1 1 0 0,-1 0-1 0 0,1 0 0 0 0,-1-1 0 0 0,1 1 1 0 0,0 0-1 0 0,-1 0 0 0 0,1-1 0 0 0,0 1 0 0 0,-1 0 1 0 0,1-1-1 0 0,0 1 0 0 0,-1-1 0 0 0,1 1 1 0 0,0 0-1 0 0,0-1 0 0 0,-1 1 0 0 0,1-1 1 0 0,0 1-1 0 0,0-1 0 0 0,0 1 0 0 0,0 0 1 0 0,0-1-1 0 0,0 1 0 0 0,-1-1 0 0 0,1 1 1 0 0,0-1-1 0 0,0 1 0 0 0,1-1 0 0 0,-1 0 1 0 0,4-21-2657 0 0,10-4 1037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8.780"/>
    </inkml:context>
    <inkml:brush xml:id="br0">
      <inkml:brushProperty name="width" value="0.035" units="cm"/>
      <inkml:brushProperty name="height" value="0.035" units="cm"/>
      <inkml:brushProperty name="color" value="#E71224"/>
    </inkml:brush>
  </inkml:definitions>
  <inkml:trace contextRef="#ctx0" brushRef="#br0">47 25 1704 0 0,'-15'2'4640'0'0,"0"2"-320"0"0,5 1-1200 0 0,4-1 561 0 0,13-4-2721 0 0,11 0-320 0 0,11-4-240 0 0,15 1-80 0 0,14-3-160 0 0,4 1-160 0 0,1-3-288 0 0,-4 3-832 0 0,-6 1-1681 0 0,-13 0-1839 0 0,-13 4 160 0 0,-12 4 1200 0 0,-12 2 1040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8.940"/>
    </inkml:context>
    <inkml:brush xml:id="br0">
      <inkml:brushProperty name="width" value="0.035" units="cm"/>
      <inkml:brushProperty name="height" value="0.035" units="cm"/>
      <inkml:brushProperty name="color" value="#E71224"/>
    </inkml:brush>
  </inkml:definitions>
  <inkml:trace contextRef="#ctx0" brushRef="#br0">52 74 2424 0 0,'-26'15'4640'0'0,"8"0"-640"0"0,10-4-1120 0 0,12-3-1040 0 0,9-6-639 0 0,10-4-321 0 0,9-7-320 0 0,12-1-160 0 0,14-4-80 0 0,9 0-320 0 0,4-3-288 0 0,-2 1-1152 0 0,-7 1-2081 0 0,-9 1-1119 0 0,-9 5 560 0 0,-15 4 1200 0 0,-5 6 1040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39.509"/>
    </inkml:context>
    <inkml:brush xml:id="br0">
      <inkml:brushProperty name="width" value="0.035" units="cm"/>
      <inkml:brushProperty name="height" value="0.035" units="cm"/>
      <inkml:brushProperty name="color" value="#E71224"/>
    </inkml:brush>
  </inkml:definitions>
  <inkml:trace contextRef="#ctx0" brushRef="#br0">214 146 1064 0 0,'-5'11'11460'0'0,"-2"9"-7115"0"0,-23 54-3296 0 0,-4 11-53 0 0,-37 135 1 0 0,29-79-790 0 0,36-115-147 0 0,5-21 0 0 0,0 1 0 0 0,0-1 0 0 0,0 0 0 0 0,-1 0 0 0 0,0 0 0 0 0,-5 10 0 0 0,3-46 313 0 0,13-39-226 0 0,3 1 0 0 0,3 0-1 0 0,3 1 1 0 0,52-125 0 0 0,-68 187-141 0 0,17-39 101 0 0,27-47-1 0 0,-40 81-71 0 0,0 0 1 0 0,1 1-1 0 0,1 0 1 0 0,0 0-1 0 0,0 0 0 0 0,1 1 1 0 0,0 0-1 0 0,1 1 1 0 0,17-12-1 0 0,-22 17-15 0 0,-1 1-1 0 0,0 0 1 0 0,0 0 0 0 0,1 0-1 0 0,0 0 1 0 0,-1 1 0 0 0,1 0-1 0 0,0 0 1 0 0,-1 0-1 0 0,1 1 1 0 0,0-1 0 0 0,0 1-1 0 0,-1 0 1 0 0,1 1 0 0 0,0-1-1 0 0,0 1 1 0 0,-1 0 0 0 0,1 0-1 0 0,0 0 1 0 0,-1 1 0 0 0,1 0-1 0 0,-1 0 1 0 0,0 0 0 0 0,1 0-1 0 0,-1 1 1 0 0,0-1-1 0 0,0 1 1 0 0,-1 0 0 0 0,7 6-1 0 0,-5-3 28 0 0,0 0-1 0 0,0 0 1 0 0,0 0-1 0 0,-1 1 1 0 0,0-1 0 0 0,0 1-1 0 0,-1 0 1 0 0,1 0-1 0 0,-2 1 1 0 0,1-1-1 0 0,-1 1 1 0 0,0-1-1 0 0,-1 1 1 0 0,1 0-1 0 0,-2-1 1 0 0,1 1-1 0 0,-1 11 1 0 0,-2-5 17 0 0,-1-1 1 0 0,0 0-1 0 0,-1 1 1 0 0,0-1 0 0 0,-1-1-1 0 0,-1 1 1 0 0,0-1-1 0 0,0 0 1 0 0,-9 12-1 0 0,-14 17 128 0 0,-37 40 1 0 0,51-63-117 0 0,3-4-62 0 0,0-1 0 0 0,-1-1-1 0 0,-25 20 1 0 0,33-29-248 0 0,0 1 0 0 0,0-1 0 0 0,0 0 0 0 0,0 0 0 0 0,0-1 0 0 0,-1 1 1 0 0,1-1-1 0 0,-1-1 0 0 0,0 1 0 0 0,0-1 0 0 0,1 0 0 0 0,-1 0 0 0 0,0 0 0 0 0,0-1 0 0 0,-7 0 0 0 0,11-1-145 0 0,1 1-1 0 0,-1-1 0 0 0,1 1 1 0 0,-1-1-1 0 0,1 1 1 0 0,-1-1-1 0 0,1 0 0 0 0,0 0 1 0 0,-1 0-1 0 0,1 0 1 0 0,0 0-1 0 0,0 0 0 0 0,0 0 1 0 0,0 0-1 0 0,0-1 1 0 0,0 1-1 0 0,0 0 0 0 0,0-1 1 0 0,0 1-1 0 0,0-1 1 0 0,1 1-1 0 0,-1-1 0 0 0,0 1 1 0 0,1-1-1 0 0,0 1 1 0 0,-1-2-1 0 0,-3-43-6558 0 0,6 17 4418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1.995"/>
    </inkml:context>
    <inkml:brush xml:id="br0">
      <inkml:brushProperty name="width" value="0.035" units="cm"/>
      <inkml:brushProperty name="height" value="0.035" units="cm"/>
      <inkml:brushProperty name="color" value="#E71224"/>
    </inkml:brush>
  </inkml:definitions>
  <inkml:trace contextRef="#ctx0" brushRef="#br0">78 240 1464 0 0,'-3'-6'1292'0'0,"0"2"-133"0"0,1-1-1 0 0,-1 0 1 0 0,1 0 0 0 0,0 0 0 0 0,0 0-1 0 0,1 0 1 0 0,-1 0 0 0 0,0-7-1 0 0,10 91 4279 0 0,0-1-4860 0 0,-20 498 1164 0 0,-3-308-1615 0 0,-4-382-94 0 0,-6-305-45 0 0,27 330 29 0 0,5 0 0 0 0,29-149-1 0 0,-30 212 44 0 0,1 0 1 0 0,1 0-1 0 0,17-38 0 0 0,-22 58-50 0 0,-1 0 0 0 0,1 0-1 0 0,1 1 1 0 0,-1-1 0 0 0,1 1 0 0 0,0-1 0 0 0,0 1 0 0 0,1 1-1 0 0,0-1 1 0 0,-1 0 0 0 0,2 1 0 0 0,-1 0 0 0 0,0 0 0 0 0,1 1-1 0 0,0 0 1 0 0,-1 0 0 0 0,1 0 0 0 0,1 0 0 0 0,11-2 0 0 0,-15 4-8 0 0,0 1 1 0 0,1-1 0 0 0,-1 1-1 0 0,1 0 1 0 0,-1 0 0 0 0,1 1-1 0 0,-1-1 1 0 0,0 1 0 0 0,1-1-1 0 0,-1 1 1 0 0,0 0 0 0 0,1 1-1 0 0,-1-1 1 0 0,0 0 0 0 0,0 1-1 0 0,0 0 1 0 0,3 2 0 0 0,-1 0 5 0 0,-1 0 0 0 0,1 1 0 0 0,-1-1 0 0 0,0 1 0 0 0,-1 0 0 0 0,1 0 0 0 0,-1 0 0 0 0,0 0 0 0 0,3 7 0 0 0,0 4 13 0 0,-1 1 0 0 0,0-1 0 0 0,-1 1 0 0 0,0 0 0 0 0,-1 0 0 0 0,0 18 0 0 0,-3 10 64 0 0,-1 0 0 0 0,-3 0 0 0 0,-1 0 0 0 0,-22 83 0 0 0,-73 165 288 0 0,88-262-390 0 0,5-10-190 0 0,-1-1 0 0 0,-1 0 0 0 0,-1 0-1 0 0,-1-1 1 0 0,-13 18 0 0 0,24-37 170 0 0,0 0-1 0 0,0-1 1 0 0,0 1 0 0 0,0 0-1 0 0,0-1 1 0 0,0 1 0 0 0,0 0-1 0 0,0 0 1 0 0,0-1 0 0 0,0 1-1 0 0,0 0 1 0 0,0 0-1 0 0,-1-1 1 0 0,1 1 0 0 0,0 0-1 0 0,0 0 1 0 0,0 0 0 0 0,0-1-1 0 0,-1 1 1 0 0,1 0 0 0 0,0 0-1 0 0,0 0 1 0 0,0-1 0 0 0,-1 1-1 0 0,1 0 1 0 0,0 0 0 0 0,0 0-1 0 0,-1 0 1 0 0,1 0 0 0 0,0 0-1 0 0,0 0 1 0 0,-1 0 0 0 0,1-1-1 0 0,0 1 1 0 0,0 0 0 0 0,-1 0-1 0 0,1 0 1 0 0,0 0-1 0 0,-1 0 1 0 0,1 0 0 0 0,0 1-1 0 0,0-1 1 0 0,-1 0 0 0 0,1 0-1 0 0,0 0 1 0 0,0 0 0 0 0,-1 0-1 0 0,1 0 1 0 0,0 0 0 0 0,0 0-1 0 0,-1 1 1 0 0,1-1 0 0 0,0 0-1 0 0,0 0 1 0 0,0 0 0 0 0,-1 0-1 0 0,1 1 1 0 0,0-1 0 0 0,0 0-1 0 0,0 0 1 0 0,-1 1-1 0 0,3-28-2423 0 0,25-75-6449 0 0,10 1 3555 0 0,-13 46 3609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2.368"/>
    </inkml:context>
    <inkml:brush xml:id="br0">
      <inkml:brushProperty name="width" value="0.035" units="cm"/>
      <inkml:brushProperty name="height" value="0.035" units="cm"/>
      <inkml:brushProperty name="color" value="#E71224"/>
    </inkml:brush>
  </inkml:definitions>
  <inkml:trace contextRef="#ctx0" brushRef="#br0">275 32 984 0 0,'0'-1'433'0'0,"0"-1"0"0"0,-1 1 0 0 0,1-1 0 0 0,0 1 0 0 0,-1-1 0 0 0,1 1 1 0 0,-1-1-1 0 0,0 1 0 0 0,1-1 0 0 0,-1 1 0 0 0,0 0 0 0 0,0-1 0 0 0,0 1 0 0 0,0 0 0 0 0,0 0 0 0 0,0-1 0 0 0,0 1 0 0 0,0 0 0 0 0,-1 0 1 0 0,1 0-1 0 0,0 1 0 0 0,-1-1 0 0 0,1 0 0 0 0,-2 0 0 0 0,0 0-137 0 0,1 1 1 0 0,0 0-1 0 0,0 1 0 0 0,0-1 0 0 0,0 0 1 0 0,0 0-1 0 0,0 1 0 0 0,0-1 1 0 0,1 1-1 0 0,-1 0 0 0 0,0 0 1 0 0,0 0-1 0 0,0 0 0 0 0,0 0 0 0 0,1 0 1 0 0,-3 2-1 0 0,-4 3 63 0 0,0 1-1 0 0,1 0 1 0 0,0 0-1 0 0,0 1 1 0 0,0 0-1 0 0,-7 14 1 0 0,-9 21-51 0 0,2 2 0 0 0,3 0 0 0 0,1 1 0 0 0,2 1 0 0 0,-16 92 0 0 0,16-33-325 0 0,-3 174-1 0 0,18-262-170 0 0,4 137-1621 0 0,11-79-1761 0 0,-12-67 2352 0 0,0 0 0 0 0,1-1 0 0 0,0 1 0 0 0,0-1 0 0 0,9 13 0 0 0,-11-18 837 0 0,0 0 1 0 0,0-1-1 0 0,1 1 0 0 0,-1-1 0 0 0,1 1 0 0 0,-1-1 0 0 0,1 0 0 0 0,0 0 1 0 0,0 0-1 0 0,0 0 0 0 0,0-1 0 0 0,0 1 0 0 0,0-1 0 0 0,0 0 1 0 0,7 2-1 0 0,19-3-1286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2.689"/>
    </inkml:context>
    <inkml:brush xml:id="br0">
      <inkml:brushProperty name="width" value="0.035" units="cm"/>
      <inkml:brushProperty name="height" value="0.035" units="cm"/>
      <inkml:brushProperty name="color" value="#E71224"/>
    </inkml:brush>
  </inkml:definitions>
  <inkml:trace contextRef="#ctx0" brushRef="#br0">114 15 1704 0 0,'0'-1'335'0'0,"0"1"-1"0"0,0-1 0 0 0,0 1 1 0 0,0-1-1 0 0,0 1 1 0 0,0-1-1 0 0,0 1 1 0 0,0-1-1 0 0,0 1 1 0 0,0-1-1 0 0,0 1 1 0 0,0-1-1 0 0,0 1 0 0 0,0-1 1 0 0,-1 1-1 0 0,1-1 1 0 0,0 1-1 0 0,0-1 1 0 0,-1 1-1 0 0,1 0 1 0 0,0-1-1 0 0,0 1 1 0 0,-1-1-1 0 0,1 1 0 0 0,-1 0 1 0 0,1-1-1 0 0,0 1 1 0 0,-1 0-1 0 0,1 0 1 0 0,-1-1-1 0 0,0 1 1 0 0,-9 12 3628 0 0,-3 28-2282 0 0,-31 293 969 0 0,32-218-2380 0 0,0-34-246 0 0,-2 21-812 0 0,12-38-2669 0 0,5-60-1371 0 0,1-10 1655 0 0,3-13-200 0 0,0-14 613 0 0,-2-11 840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2.887"/>
    </inkml:context>
    <inkml:brush xml:id="br0">
      <inkml:brushProperty name="width" value="0.035" units="cm"/>
      <inkml:brushProperty name="height" value="0.035" units="cm"/>
      <inkml:brushProperty name="color" value="#E71224"/>
    </inkml:brush>
  </inkml:definitions>
  <inkml:trace contextRef="#ctx0" brushRef="#br0">63 6 3704 0 0,'-6'-2'1779'0'0,"-1"1"-1"0"0,0 0 0 0 0,1 0 1 0 0,-1 1-1 0 0,0 0 0 0 0,0 0 1 0 0,-8 1-1 0 0,62 9 62 0 0,-39-9-1911 0 0,20 2 20 0 0,-1 1 1 0 0,1 1-1 0 0,-1 1 0 0 0,41 16 1 0 0,-62-19-279 0 0,0-1 0 0 0,0 1 0 0 0,0 1 0 0 0,-1-1 0 0 0,0 1 0 0 0,1 0 1 0 0,-1 0-1 0 0,-1 1 0 0 0,1 0 0 0 0,-1-1 0 0 0,5 8 0 0 0,-7-8-247 0 0,1 0 1 0 0,-1 0-1 0 0,-1 0 0 0 0,1 1 0 0 0,-1-1 0 0 0,0 1 1 0 0,1-1-1 0 0,-2 1 0 0 0,1-1 0 0 0,-1 1 1 0 0,1 0-1 0 0,-1-1 0 0 0,-1 1 0 0 0,1 0 0 0 0,-1-1 1 0 0,0 1-1 0 0,-2 7 0 0 0,-11 23-2264 0 0,-7 3 840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3.064"/>
    </inkml:context>
    <inkml:brush xml:id="br0">
      <inkml:brushProperty name="width" value="0.035" units="cm"/>
      <inkml:brushProperty name="height" value="0.035" units="cm"/>
      <inkml:brushProperty name="color" value="#E71224"/>
    </inkml:brush>
  </inkml:definitions>
  <inkml:trace contextRef="#ctx0" brushRef="#br0">29 22 1064 0 0,'-2'1'346'0'0,"-24"21"7284"0"0,26-21-7520 0 0,0-1 0 0 0,0 0 0 0 0,0 0 0 0 0,0 0 0 0 0,-1 0 0 0 0,1 1 0 0 0,0-1 0 0 0,0 0 0 0 0,0 0 0 0 0,0 0 0 0 0,0 1 0 0 0,0-1 0 0 0,0 0 0 0 0,0 0 0 0 0,0 0 0 0 0,0 1 0 0 0,0-1 0 0 0,0 0 0 0 0,0 0 0 0 0,0 0 0 0 0,1 0 0 0 0,-1 1 0 0 0,0-1 0 0 0,0 0 0 0 0,0 0 0 0 0,0 0 0 0 0,0 0 0 0 0,0 1 0 0 0,0-1 0 0 0,0 0 1 0 0,1 0-1 0 0,-1 0 0 0 0,0 0 0 0 0,0 0 0 0 0,0 0 0 0 0,0 1 0 0 0,1-1 0 0 0,-1 0 0 0 0,0 0 0 0 0,0 0 0 0 0,0 0 0 0 0,0 0 0 0 0,1 0 0 0 0,-1 0 0 0 0,22 2 1657 0 0,22-7-131 0 0,77-16 1 0 0,-18 1-1992 0 0,-80 17-1558 0 0,-1 0 0 0 0,36 2-1 0 0,-57 1 1669 0 0,0 0-1 0 0,0 0 1 0 0,0 0 0 0 0,0 0-1 0 0,0 0 1 0 0,0 0-1 0 0,0 0 1 0 0,1 0-1 0 0,-1 1 1 0 0,0-1-1 0 0,0 0 1 0 0,0 1-1 0 0,0-1 1 0 0,0 1-1 0 0,0-1 1 0 0,0 1 0 0 0,0-1-1 0 0,0 1 1 0 0,-1 0-1 0 0,1-1 1 0 0,0 1-1 0 0,0 0 1 0 0,0 0-1 0 0,-1 0 1 0 0,1 0-1 0 0,0-1 1 0 0,-1 1-1 0 0,1 0 1 0 0,-1 0 0 0 0,1 0-1 0 0,-1 0 1 0 0,0 0-1 0 0,1 0 1 0 0,-1 1-1 0 0,0-1 1 0 0,0 0-1 0 0,1 0 1 0 0,-1 0-1 0 0,0 0 1 0 0,0 0-1 0 0,0 0 1 0 0,-1 0 0 0 0,1 2-1 0 0,-5 20-1674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4.180"/>
    </inkml:context>
    <inkml:brush xml:id="br0">
      <inkml:brushProperty name="width" value="0.035" units="cm"/>
      <inkml:brushProperty name="height" value="0.035" units="cm"/>
      <inkml:brushProperty name="color" value="#E71224"/>
    </inkml:brush>
  </inkml:definitions>
  <inkml:trace contextRef="#ctx0" brushRef="#br0">121 0 824 0 0,'-6'9'11033'0'0,"-2"8"-6234"0"0,-18 53-4838 0 0,22-57 980 0 0,-73 179-474 0 0,77-184-1132 0 0,9-17 380 0 0,9-17 261 0 0,-14 20 35 0 0,0-2 258 0 0,-9 11 265 0 0,4 0-382 0 0,1-3-157 0 0,0 0 1 0 0,0 0-1 0 0,0 0 0 0 0,0 0 1 0 0,0 0-1 0 0,0 0 0 0 0,0-1 1 0 0,0 1-1 0 0,0 0 1 0 0,-1 0-1 0 0,1 0 0 0 0,0 0 1 0 0,0 0-1 0 0,0 0 0 0 0,0 0 1 0 0,0 0-1 0 0,0 0 1 0 0,0 0-1 0 0,0 0 0 0 0,0 0 1 0 0,-1 0-1 0 0,1 0 0 0 0,0 0 1 0 0,0 0-1 0 0,0 0 0 0 0,0 0 1 0 0,0 0-1 0 0,0 0 1 0 0,0 0-1 0 0,0 0 0 0 0,0 0 1 0 0,-1 0-1 0 0,1 0 0 0 0,0 0 1 0 0,0 0-1 0 0,0 0 0 0 0,0 0 1 0 0,0 1-1 0 0,0-1 1 0 0,0 0-1 0 0,0 0 0 0 0,0 0 1 0 0,0 0-1 0 0,0 0 0 0 0,-1 0 1 0 0,1 0-1 0 0,0 0 1 0 0,0 0-1 0 0,0-1-136 0 0,0 0 0 0 0,0 0 1 0 0,0 0-1 0 0,0-1 0 0 0,1 1 0 0 0,-1 0 0 0 0,0 0 1 0 0,0 0-1 0 0,1 0 0 0 0,-1-1 0 0 0,1 1 1 0 0,-1 0-1 0 0,1 0 0 0 0,-1 0 0 0 0,1 0 1 0 0,0 0-1 0 0,-1 0 0 0 0,1 0 0 0 0,0 1 0 0 0,2-3 1 0 0,-3 2 64 0 0,1 1 0 0 0,0-1 0 0 0,0 0 0 0 0,-1 0 1 0 0,1 1-1 0 0,0-1 0 0 0,-1 0 0 0 0,1 0 1 0 0,-1 0-1 0 0,1 0 0 0 0,-1 0 0 0 0,1 0 0 0 0,-1 0 1 0 0,0 0-1 0 0,0 0 0 0 0,1 0 0 0 0,-1 0 0 0 0,0 0 1 0 0,0-2-1 0 0,-1 0-103 0 0,0-1 1 0 0,1 1 0 0 0,0 0-1 0 0,-1 0 1 0 0,1-1 0 0 0,0 1-1 0 0,1 0 1 0 0,-1-1 0 0 0,1-3-1 0 0,0 1-1525 0 0,-8 23 1424 0 0,5-23-6654 0 0,4-1 5174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4.484"/>
    </inkml:context>
    <inkml:brush xml:id="br0">
      <inkml:brushProperty name="width" value="0.035" units="cm"/>
      <inkml:brushProperty name="height" value="0.035" units="cm"/>
      <inkml:brushProperty name="color" value="#E71224"/>
    </inkml:brush>
  </inkml:definitions>
  <inkml:trace contextRef="#ctx0" brushRef="#br0">10 73 2584 0 0,'3'-9'1525'0'0,"-2"4"-620"0"0,1 0 0 0 0,-1 0 0 0 0,0 1 0 0 0,-1-1 0 0 0,1 0 0 0 0,-1 0 0 0 0,0 0 0 0 0,0 0 0 0 0,0 1 0 0 0,-2-9 0 0 0,1 13-864 0 0,1-1 0 0 0,0 1 0 0 0,0 0-1 0 0,0 0 1 0 0,0 0 0 0 0,-1-1 0 0 0,1 1-1 0 0,0 0 1 0 0,0 0 0 0 0,0 0 0 0 0,-1 0-1 0 0,1 0 1 0 0,0 0 0 0 0,0-1-1 0 0,-1 1 1 0 0,1 0 0 0 0,0 0 0 0 0,0 0-1 0 0,-1 0 1 0 0,1 0 0 0 0,0 0 0 0 0,0 0-1 0 0,-1 0 1 0 0,1 0 0 0 0,0 0 0 0 0,-1 0-1 0 0,1 0 1 0 0,0 0 0 0 0,0 1 0 0 0,-1-1-1 0 0,1 0 1 0 0,0 0 0 0 0,0 0 0 0 0,0 0-1 0 0,-1 0 1 0 0,1 0 0 0 0,0 1-1 0 0,0-1 1 0 0,0 0 0 0 0,-1 0 0 0 0,1 0-1 0 0,0 0 1 0 0,0 1 0 0 0,0-1 0 0 0,0 0-1 0 0,-1 0 1 0 0,1 1 0 0 0,0-1 0 0 0,0 0-1 0 0,0 0 1 0 0,0 1 0 0 0,0-1 0 0 0,0 0-1 0 0,0 0 1 0 0,0 1 0 0 0,0-1-1 0 0,0 0 1 0 0,0 0 0 0 0,0 1 0 0 0,0-1-1 0 0,-5 18 329 0 0,8-8-278 0 0,0 0 0 0 0,1 0 0 0 0,0 0 0 0 0,1-1 0 0 0,0 1 0 0 0,9 10 0 0 0,4 10 219 0 0,36 51 300 0 0,-42-66-597 0 0,-1 0-1 0 0,0 1 1 0 0,-1 0 0 0 0,-1 0-1 0 0,-1 1 1 0 0,8 23-1 0 0,-15-15-1062 0 0,-1-23 663 0 0,0-1-1 0 0,-1 1 1 0 0,1-1-1 0 0,-1 1 1 0 0,1-1-1 0 0,-1 0 1 0 0,1 1-1 0 0,-1-1 1 0 0,0 0-1 0 0,0 1 1 0 0,0-1-1 0 0,0 0 1 0 0,0 0-1 0 0,0 0 1 0 0,0 0-1 0 0,0 0 1 0 0,0 0-1 0 0,-1 0 1 0 0,1 0-1 0 0,0 0 1 0 0,0 0-1 0 0,-1-1 1 0 0,1 1-1 0 0,-1-1 1 0 0,1 1 0 0 0,-1-1-1 0 0,1 1 1 0 0,-1-1-1 0 0,1 0 1 0 0,-1 0-1 0 0,1 0 1 0 0,-1 0-1 0 0,1 0 1 0 0,-1 0-1 0 0,1 0 1 0 0,-2-1-1 0 0,-15-4-1852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4.645"/>
    </inkml:context>
    <inkml:brush xml:id="br0">
      <inkml:brushProperty name="width" value="0.035" units="cm"/>
      <inkml:brushProperty name="height" value="0.035" units="cm"/>
      <inkml:brushProperty name="color" value="#E71224"/>
    </inkml:brush>
  </inkml:definitions>
  <inkml:trace contextRef="#ctx0" brushRef="#br0">8 23 2904 0 0,'-7'-4'12080'0'0,"11"4"-10880"0"0,2 0-559 0 0,7 1-161 0 0,6-1-160 0 0,7-3-448 0 0,6 1-752 0 0,0 2-1761 0 0,7-4-1679 0 0,0 0 320 0 0,2-2 960 0 0,-6 6 960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4.842"/>
    </inkml:context>
    <inkml:brush xml:id="br0">
      <inkml:brushProperty name="width" value="0.035" units="cm"/>
      <inkml:brushProperty name="height" value="0.035" units="cm"/>
      <inkml:brushProperty name="color" value="#E71224"/>
    </inkml:brush>
  </inkml:definitions>
  <inkml:trace contextRef="#ctx0" brushRef="#br0">1 103 1784 0 0,'-1'-16'4320'0'0,"1"4"-560"0"0,0 1-1120 0 0,6 0-960 0 0,6 0-640 0 0,8-1-400 0 0,7 1-240 0 0,5 3-368 0 0,1 0-912 0 0,-3 7-1840 0 0,1-1-1280 0 0,-7 2 320 0 0,-9 0 880 0 0,-11 11 880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5.011"/>
    </inkml:context>
    <inkml:brush xml:id="br0">
      <inkml:brushProperty name="width" value="0.035" units="cm"/>
      <inkml:brushProperty name="height" value="0.035" units="cm"/>
      <inkml:brushProperty name="color" value="#E71224"/>
    </inkml:brush>
  </inkml:definitions>
  <inkml:trace contextRef="#ctx0" brushRef="#br0">1 189 3544 0 0,'2'9'8240'0'0,"4"-14"-5760"0"0,5-5-880 0 0,8-1-719 0 0,10-2-401 0 0,4-1-80 0 0,3-5-400 0 0,5-10-1008 0 0,1-1-2273 0 0,-5 5-1199 0 0,-2 6 560 0 0,-8 5 1040 0 0,-7 6 960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5.424"/>
    </inkml:context>
    <inkml:brush xml:id="br0">
      <inkml:brushProperty name="width" value="0.035" units="cm"/>
      <inkml:brushProperty name="height" value="0.035" units="cm"/>
      <inkml:brushProperty name="color" value="#E71224"/>
    </inkml:brush>
  </inkml:definitions>
  <inkml:trace contextRef="#ctx0" brushRef="#br0">201 36 1544 0 0,'0'0'283'0'0,"0"-1"1"0"0,-1 1-1 0 0,1 0 1 0 0,0-1-1 0 0,0 1 1 0 0,0 0-1 0 0,-1 0 1 0 0,1-1-1 0 0,0 1 1 0 0,0 0-1 0 0,-1 0 0 0 0,1-1 1 0 0,0 1-1 0 0,-1 0 1 0 0,1 0-1 0 0,0 0 1 0 0,-1 0-1 0 0,1 0 1 0 0,0-1-1 0 0,-1 1 0 0 0,1 0 1 0 0,0 0-1 0 0,-1 0 1 0 0,1 0-1 0 0,0 0 1 0 0,-1 0-1 0 0,1 0 1 0 0,0 0-1 0 0,-1 0 0 0 0,1 0 1 0 0,0 0-1 0 0,-1 0 1 0 0,1 1-1 0 0,-1-1 1 0 0,1 0-1 0 0,0 0 1 0 0,0 0-1 0 0,-1 0 0 0 0,1 1 1 0 0,0-1-1 0 0,-1 0 1 0 0,-14 19 3575 0 0,-11 39-4537 0 0,21-44 1939 0 0,-7 12-1070 0 0,1 0 1 0 0,1 0-1 0 0,2 1 0 0 0,0 1 0 0 0,2-1 1 0 0,-4 44-1 0 0,9-68-193 0 0,1 0 0 0 0,0 0 0 0 0,0 1 0 0 0,1-1 0 0 0,-1 0 0 0 0,1 0 0 0 0,-1 0 0 0 0,1 0 0 0 0,0-1 0 0 0,0 1 0 0 0,0 0 0 0 0,0 0-1 0 0,1 0 1 0 0,-1-1 0 0 0,1 1 0 0 0,0-1 0 0 0,0 1 0 0 0,0-1 0 0 0,0 0 0 0 0,0 1 0 0 0,2 1 0 0 0,0-2-17 0 0,0 0 0 0 0,0 0 0 0 0,0-1 0 0 0,0 1 0 0 0,0-1 0 0 0,0 0 0 0 0,0 0 0 0 0,0 0 0 0 0,1 0 0 0 0,-1-1 0 0 0,0 0 0 0 0,0 0 0 0 0,6 0 0 0 0,7-2-114 0 0,-1-1 1 0 0,0-1-1 0 0,0 0 0 0 0,0-1 0 0 0,-1 0 1 0 0,27-14-1 0 0,-20 6-62 0 0,0 0 0 0 0,-1-1 0 0 0,-1-1 0 0 0,32-30 1 0 0,-43 36 221 0 0,0 1 0 0 0,-1-2 1 0 0,0 1-1 0 0,-1-1 1 0 0,0-1-1 0 0,-1 1 0 0 0,0-1 1 0 0,-1 0-1 0 0,0-1 1 0 0,0 1-1 0 0,4-22 1 0 0,-8 29 56 0 0,0-1 1 0 0,0 1 0 0 0,0-1 0 0 0,-1 1 0 0 0,0-1 0 0 0,0 0 0 0 0,-1 1 0 0 0,1-1 0 0 0,-1 1 0 0 0,0-1 0 0 0,0 1 0 0 0,0-1 0 0 0,-1 1 0 0 0,1 0-1 0 0,-1-1 1 0 0,0 1 0 0 0,0 0 0 0 0,-1 0 0 0 0,1 0 0 0 0,-1 1 0 0 0,0-1 0 0 0,0 1 0 0 0,0-1 0 0 0,-1 1 0 0 0,1 0 0 0 0,-1 0 0 0 0,1 1 0 0 0,-1-1-1 0 0,0 1 1 0 0,0-1 0 0 0,-7-2 0 0 0,-1 1 27 0 0,0 1 0 0 0,0-1-1 0 0,0 2 1 0 0,0 0 0 0 0,-1 0 0 0 0,1 1-1 0 0,-1 0 1 0 0,1 1 0 0 0,-1 1 0 0 0,-19 3-1 0 0,8 0-49 0 0,1 2-1 0 0,-1 0 0 0 0,1 2 1 0 0,1 0-1 0 0,-1 1 0 0 0,2 1 1 0 0,-23 14-1 0 0,35-18-291 0 0,1 1 1 0 0,-1-1-1 0 0,1 1 1 0 0,0 1-1 0 0,1-1 0 0 0,0 1 1 0 0,-12 18-1 0 0,15-20-313 0 0,1 1 0 0 0,0-1-1 0 0,0 1 1 0 0,0-1 0 0 0,1 1 0 0 0,0 0-1 0 0,0 0 1 0 0,1 0 0 0 0,0 0 0 0 0,0 1 0 0 0,1-1-1 0 0,1 14 1 0 0,1-1-1614 0 0,1-1 1 0 0,2 0-1 0 0,6 20 0 0 0,5 8-763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5.942"/>
    </inkml:context>
    <inkml:brush xml:id="br0">
      <inkml:brushProperty name="width" value="0.035" units="cm"/>
      <inkml:brushProperty name="height" value="0.035" units="cm"/>
      <inkml:brushProperty name="color" value="#E71224"/>
    </inkml:brush>
  </inkml:definitions>
  <inkml:trace contextRef="#ctx0" brushRef="#br0">57 85 1304 0 0,'-4'-10'1948'0'0,"-15"-38"4978"0"0,0 22 534 0 0,44 43-4474 0 0,2 1-2945 0 0,42 38 148 0 0,-31-27-110 0 0,0 2 0 0 0,-3 2 0 0 0,42 47 0 0 0,-68-69-56 0 0,0 1 1 0 0,-1-1-1 0 0,-1 1 1 0 0,0 0-1 0 0,-1 1 1 0 0,0 0-1 0 0,-1 0 0 0 0,0 0 1 0 0,-1 1-1 0 0,-1-1 1 0 0,0 1-1 0 0,-1 0 0 0 0,0 0 1 0 0,-1 0-1 0 0,-2 28 1 0 0,-1-20-4 0 0,-2-1 0 0 0,0 0-1 0 0,-2 1 1 0 0,0-2 0 0 0,-1 1 0 0 0,-1-1 0 0 0,-1 0 0 0 0,-1 0 0 0 0,-1-1 0 0 0,-20 28 0 0 0,3-13-76 0 0,-1-1 0 0 0,-1-1 0 0 0,-2-1-1 0 0,-44 33 1 0 0,57-50-546 0 0,-40 35-1464 0 0,31-13-7199 0 0,38-37 2669 0 0,-8 0 5951 0 0,20-7-1448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6.269"/>
    </inkml:context>
    <inkml:brush xml:id="br0">
      <inkml:brushProperty name="width" value="0.035" units="cm"/>
      <inkml:brushProperty name="height" value="0.035" units="cm"/>
      <inkml:brushProperty name="color" value="#E71224"/>
    </inkml:brush>
  </inkml:definitions>
  <inkml:trace contextRef="#ctx0" brushRef="#br0">35 38 4024 0 0,'-13'14'4880'0'0,"0"-2"-1040"0"0,5-4-1360 0 0,9-3-1119 0 0,11-5-721 0 0,8-2-400 0 0,8-3-80 0 0,10-2-160 0 0,9-4-448 0 0,0-3-1633 0 0,-1-2-1999 0 0,-8 3-160 0 0,-13 6 960 0 0,-9 5 960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6.431"/>
    </inkml:context>
    <inkml:brush xml:id="br0">
      <inkml:brushProperty name="width" value="0.035" units="cm"/>
      <inkml:brushProperty name="height" value="0.035" units="cm"/>
      <inkml:brushProperty name="color" value="#E71224"/>
    </inkml:brush>
  </inkml:definitions>
  <inkml:trace contextRef="#ctx0" brushRef="#br0">68 73 2904 0 0,'-27'30'5440'0'0,"3"-1"-720"0"0,10-7-1520 0 0,12-5-1199 0 0,8-8-881 0 0,8-5-560 0 0,9-5-320 0 0,7-9-160 0 0,9-2 0 0 0,7-5-80 0 0,6-3-288 0 0,1-4-1072 0 0,1-3-2401 0 0,-3-1-1199 0 0,-8 4 720 0 0,-9 9 1120 0 0,-11 9 1120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7.389"/>
    </inkml:context>
    <inkml:brush xml:id="br0">
      <inkml:brushProperty name="width" value="0.035" units="cm"/>
      <inkml:brushProperty name="height" value="0.035" units="cm"/>
      <inkml:brushProperty name="color" value="#E71224"/>
    </inkml:brush>
  </inkml:definitions>
  <inkml:trace contextRef="#ctx0" brushRef="#br0">211 280 824 0 0,'4'-6'1109'0'0,"1"0"1"0"0,-1 0-1 0 0,0 0 1 0 0,-1 0-1 0 0,0-1 0 0 0,0 1 1 0 0,3-10-1 0 0,-4 9-378 0 0,0-1-1 0 0,0 0 1 0 0,-1 0-1 0 0,0 0 1 0 0,0 0 0 0 0,-1-14-1 0 0,0 18-558 0 0,-1-1-1 0 0,1 0 0 0 0,-1 1 1 0 0,0-1-1 0 0,0 1 0 0 0,0-1 1 0 0,-1 1-1 0 0,0-1 0 0 0,0 1 1 0 0,0 0-1 0 0,0 0 0 0 0,0 0 1 0 0,-1 0-1 0 0,0 0 1 0 0,0 1-1 0 0,0-1 0 0 0,0 1 1 0 0,-1 0-1 0 0,1 0 0 0 0,-1 0 1 0 0,0 0-1 0 0,0 0 0 0 0,0 1 1 0 0,0 0-1 0 0,0 0 1 0 0,0 0-1 0 0,-7-2 0 0 0,8 3-130 0 0,0 1 0 0 0,0-1-1 0 0,-1 1 1 0 0,1-1 0 0 0,0 1 0 0 0,-1 0-1 0 0,1 0 1 0 0,-1 1 0 0 0,1-1 0 0 0,0 1-1 0 0,-1-1 1 0 0,1 1 0 0 0,0 0 0 0 0,0 0-1 0 0,0 1 1 0 0,0-1 0 0 0,-5 3 0 0 0,2 0-16 0 0,1 0 1 0 0,-1 1 0 0 0,1 0 0 0 0,0 0 0 0 0,0 0-1 0 0,0 0 1 0 0,1 1 0 0 0,-4 6 0 0 0,-1 2-10 0 0,1 1 1 0 0,1-1-1 0 0,0 2 0 0 0,1-1 1 0 0,1 1-1 0 0,-6 24 0 0 0,8-19-33 0 0,0 1-1 0 0,2-1 0 0 0,0 0 0 0 0,4 42 1 0 0,-2-57-9 0 0,-1 0 0 0 0,1 1 0 0 0,1-1 0 0 0,-1 0 0 0 0,1 1 0 0 0,0-1 0 0 0,0 0 0 0 0,1 0 0 0 0,0 0 0 0 0,0-1 0 0 0,0 1 0 0 0,1-1 0 0 0,-1 0 0 0 0,1 0 0 0 0,1 0 0 0 0,-1 0 0 0 0,1-1 0 0 0,-1 1 0 0 0,1-1 0 0 0,8 5 0 0 0,-9-8 8 0 0,0 1 0 0 0,1-1 0 0 0,-1 0 0 0 0,1 0 0 0 0,-1 0 0 0 0,1-1 0 0 0,-1 1 0 0 0,1-1 0 0 0,-1 0 0 0 0,1-1 0 0 0,-1 1 0 0 0,1-1 0 0 0,-1 0 0 0 0,1 0 0 0 0,-1 0 0 0 0,0 0 0 0 0,0-1 0 0 0,1 0 0 0 0,-1 0 0 0 0,0 0 1 0 0,-1 0-1 0 0,1-1 0 0 0,0 1 0 0 0,-1-1 0 0 0,1 0 0 0 0,4-5 0 0 0,2-2 20 0 0,-1 0 0 0 0,1-1 1 0 0,-2 0-1 0 0,1-1 0 0 0,-2 0 0 0 0,1 0 1 0 0,6-18-1 0 0,-2-3 196 0 0,-2 0 0 0 0,-1-1 0 0 0,-2 0 0 0 0,-1-1 0 0 0,-2 1 0 0 0,-1-1-1 0 0,-2 0 1 0 0,-4-49 0 0 0,3 83-168 0 0,0 0 1 0 0,0 1-1 0 0,0-1 0 0 0,0 0 0 0 0,0 1 0 0 0,0-1 0 0 0,0 0 0 0 0,0 1 0 0 0,0-1 1 0 0,-1 0-1 0 0,1 1 0 0 0,0-1 0 0 0,0 0 0 0 0,-1 1 0 0 0,1-1 0 0 0,0 1 0 0 0,-1-1 1 0 0,1 1-1 0 0,0-1 0 0 0,-1 1 0 0 0,1-1 0 0 0,-1 1 0 0 0,1-1 0 0 0,-1 0 0 0 0,-10 10 278 0 0,-10 31-252 0 0,19-35-26 0 0,-7 16-30 0 0,1 0 1 0 0,1 1-1 0 0,0-1 0 0 0,2 1 1 0 0,0 1-1 0 0,2-1 1 0 0,1 1-1 0 0,0-1 0 0 0,3 41 1 0 0,7 2-45 0 0,2 0 1 0 0,19 64-1 0 0,-2-11 318 0 0,-21-86-152 0 0,-2 0 0 0 0,-1 0 1 0 0,-1 0-1 0 0,-5 58 0 0 0,1-69-316 0 0,-2 1 0 0 0,0-1 0 0 0,0 0 0 0 0,-2 0 0 0 0,-1 0 0 0 0,-1-1-1 0 0,-20 39 1 0 0,21-48-1731 0 0,22-24-15324 0 0,7-2 15156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7.688"/>
    </inkml:context>
    <inkml:brush xml:id="br0">
      <inkml:brushProperty name="width" value="0.035" units="cm"/>
      <inkml:brushProperty name="height" value="0.035" units="cm"/>
      <inkml:brushProperty name="color" value="#E71224"/>
    </inkml:brush>
  </inkml:definitions>
  <inkml:trace contextRef="#ctx0" brushRef="#br0">27 21 1064 0 0,'-8'3'4400'0'0,"-2"1"-80"0"0,4 0-1120 0 0,3-2-1120 0 0,3 4-719 0 0,6 0-481 0 0,10-1-240 0 0,11-3-320 0 0,11-3-160 0 0,7-6-288 0 0,3-2-672 0 0,2-1-1201 0 0,-6-1-1999 0 0,-7 2-320 0 0,-9 4 880 0 0,-15 5 1120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7.835"/>
    </inkml:context>
    <inkml:brush xml:id="br0">
      <inkml:brushProperty name="width" value="0.035" units="cm"/>
      <inkml:brushProperty name="height" value="0.035" units="cm"/>
      <inkml:brushProperty name="color" value="#E71224"/>
    </inkml:brush>
  </inkml:definitions>
  <inkml:trace contextRef="#ctx0" brushRef="#br0">41 127 3224 0 0,'-23'23'4880'0'0,"9"-4"-960"0"0,10-7-1200 0 0,14-5-1120 0 0,10-7-719 0 0,12-7-401 0 0,14-4-240 0 0,11-9-288 0 0,13-4-912 0 0,2-2-2001 0 0,3-4-1599 0 0,-9 1 560 0 0,-7 5 1040 0 0,-9 7 880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8.308"/>
    </inkml:context>
    <inkml:brush xml:id="br0">
      <inkml:brushProperty name="width" value="0.035" units="cm"/>
      <inkml:brushProperty name="height" value="0.035" units="cm"/>
      <inkml:brushProperty name="color" value="#E71224"/>
    </inkml:brush>
  </inkml:definitions>
  <inkml:trace contextRef="#ctx0" brushRef="#br0">22 534 184 0 0,'-4'-3'2552'0'0,"2"2"-1850"0"0,1 0 0 0 0,0 1 0 0 0,0-1-1 0 0,-1 0 1 0 0,1 0 0 0 0,0 0 0 0 0,0 0 0 0 0,0 0 0 0 0,0 0 0 0 0,0 0 0 0 0,0 0 0 0 0,0 0 0 0 0,1-1 0 0 0,-1 1 0 0 0,-1-2 0 0 0,13-26 2356 0 0,117-196-355 0 0,-38 73-1993 0 0,-74 126-513 0 0,-12 20-60 0 0,0 0-1 0 0,0 0 0 0 0,0 0 0 0 0,-1-1 1 0 0,0 1-1 0 0,0-1 0 0 0,-1 0 0 0 0,1 0 1 0 0,1-14-1 0 0,-8 20 435 0 0,-7 10-390 0 0,-7 12-106 0 0,-7 22-86 0 0,1 2 1 0 0,2 0-1 0 0,3 2 1 0 0,1 0 0 0 0,3 1-1 0 0,1 1 1 0 0,3 0-1 0 0,2 1 1 0 0,2 0-1 0 0,0 62 1 0 0,6-104-374 0 0,1 1 0 0 0,1-1 1 0 0,-1 1-1 0 0,1 0 0 0 0,1-1 0 0 0,2 9 0 0 0,-4-15 76 0 0,1-1 0 0 0,0 1 1 0 0,-1-1-1 0 0,1 1 0 0 0,0-1 0 0 0,0 1 0 0 0,0-1 0 0 0,0 0 0 0 0,0 0 0 0 0,0 1 1 0 0,1-1-1 0 0,-1 0 0 0 0,0 0 0 0 0,1 0 0 0 0,-1 0 0 0 0,0 0 0 0 0,1-1 1 0 0,-1 1-1 0 0,1 0 0 0 0,0-1 0 0 0,-1 1 0 0 0,1-1 0 0 0,-1 1 0 0 0,1-1 0 0 0,0 0 1 0 0,-1 0-1 0 0,1 0 0 0 0,0 0 0 0 0,-1 0 0 0 0,1 0 0 0 0,0 0 0 0 0,-1 0 0 0 0,1-1 1 0 0,-1 1-1 0 0,1-1 0 0 0,0 1 0 0 0,-1-1 0 0 0,3-1 0 0 0,26-10-3745 0 0,2-4 1106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8.544"/>
    </inkml:context>
    <inkml:brush xml:id="br0">
      <inkml:brushProperty name="width" value="0.035" units="cm"/>
      <inkml:brushProperty name="height" value="0.035" units="cm"/>
      <inkml:brushProperty name="color" value="#E71224"/>
    </inkml:brush>
  </inkml:definitions>
  <inkml:trace contextRef="#ctx0" brushRef="#br0">0 67 344 0 0,'0'-9'4240'0'0,"0"3"-160"0"0,5-1-1040 0 0,4 0-1040 0 0,5 1-720 0 0,3-2-400 0 0,2 3-400 0 0,7-1-79 0 0,3-1-161 0 0,5 4-80 0 0,1 2-288 0 0,1-1-993 0 0,-3 2-2159 0 0,0 0-1360 0 0,-6 0 720 0 0,-9 2 1200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6:49.318"/>
    </inkml:context>
    <inkml:brush xml:id="br0">
      <inkml:brushProperty name="width" value="0.035" units="cm"/>
      <inkml:brushProperty name="height" value="0.035" units="cm"/>
      <inkml:brushProperty name="color" value="#E71224"/>
    </inkml:brush>
  </inkml:definitions>
  <inkml:trace contextRef="#ctx0" brushRef="#br0">293 170 264 0 0,'1'-7'1705'0'0,"-1"0"-1"0"0,-1 0 1 0 0,1 0 0 0 0,-1 0-1 0 0,-3-10 1 0 0,-12-38 2927 0 0,5 21-3171 0 0,11 33-1373 0 0,0 1 0 0 0,0-1 0 0 0,0 1 0 0 0,0-1 0 0 0,-1 0 1 0 0,1 1-1 0 0,0-1 0 0 0,0 1 0 0 0,0-1 0 0 0,-1 1 1 0 0,1-1-1 0 0,0 0 0 0 0,0 1 0 0 0,-1-1 0 0 0,1 1 1 0 0,-1-1-1 0 0,1 1 0 0 0,0 0 0 0 0,-1-1 0 0 0,1 1 1 0 0,-1-1-1 0 0,1 1 0 0 0,-1 0 0 0 0,1-1 0 0 0,-2 1 1 0 0,-7 11 1237 0 0,-6 35-416 0 0,12-36-799 0 0,-111 298 934 0 0,25-109-810 0 0,72-160-267 0 0,13-29-128 0 0,12-26-83 0 0,80-197 158 0 0,40-78 1458 0 0,-127 289-1359 0 0,40-65 412 0 0,-38 62-407 0 0,1 0 0 0 0,-1 1 0 0 0,1 0 0 0 0,0 0 0 0 0,0 0 0 0 0,1 0-1 0 0,-1 1 1 0 0,1 0 0 0 0,-1-1 0 0 0,1 2 0 0 0,9-5 0 0 0,-10 6-10 0 0,0 1 1 0 0,0 0-1 0 0,0 0 0 0 0,0 0 1 0 0,0 1-1 0 0,0-1 1 0 0,0 1-1 0 0,0 0 0 0 0,0 0 1 0 0,0 0-1 0 0,0 1 1 0 0,-1-1-1 0 0,1 1 0 0 0,0 0 1 0 0,-1 0-1 0 0,5 4 1 0 0,52 40 150 0 0,-53-40-119 0 0,0 1 0 0 0,0 0 0 0 0,-1 0 1 0 0,0 1-1 0 0,0 0 0 0 0,-1 0 0 0 0,0 0 0 0 0,0 0 0 0 0,-1 1 1 0 0,0 0-1 0 0,0 0 0 0 0,-1 0 0 0 0,2 12 0 0 0,-4-14-1 0 0,0-1 0 0 0,-1 1 0 0 0,0 0 0 0 0,-1 0 0 0 0,1 0-1 0 0,-1-1 1 0 0,-1 1 0 0 0,1 0 0 0 0,-1-1 0 0 0,0 1 0 0 0,-1-1-1 0 0,1 1 1 0 0,-1-1 0 0 0,-1 0 0 0 0,1 0 0 0 0,-1-1 0 0 0,0 1-1 0 0,0-1 1 0 0,-8 8 0 0 0,-3 2 195 0 0,0-1 0 0 0,-1 0 0 0 0,0-1 0 0 0,-1-1 0 0 0,-1-1 0 0 0,1-1 0 0 0,-33 14 0 0 0,41-19-428 0 0,-1-2 1 0 0,1 1 0 0 0,-1-1 0 0 0,0-1-1 0 0,0 1 1 0 0,-1-2 0 0 0,1 0 0 0 0,0 0-1 0 0,0 0 1 0 0,-1-2 0 0 0,1 1-1 0 0,0-1 1 0 0,-1-1 0 0 0,1 1 0 0 0,0-2-1 0 0,0 0 1 0 0,-12-4 0 0 0,18 3-814 0 0,-1 1 1 0 0,0-1 0 0 0,1 0 0 0 0,0 0-1 0 0,0 0 1 0 0,0-1 0 0 0,0 1 0 0 0,1-1-1 0 0,0 0 1 0 0,0 0 0 0 0,0 0-1 0 0,0-1 1 0 0,1 1 0 0 0,0-1 0 0 0,0 1-1 0 0,-2-12 1 0 0,-12-27-3933 0 0,0 17 2965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17.363"/>
    </inkml:context>
    <inkml:brush xml:id="br0">
      <inkml:brushProperty name="width" value="0.035" units="cm"/>
      <inkml:brushProperty name="height" value="0.035" units="cm"/>
      <inkml:brushProperty name="color" value="#E71224"/>
    </inkml:brush>
  </inkml:definitions>
  <inkml:trace contextRef="#ctx0" brushRef="#br0">232 19 1144 0 0,'3'-5'501'0'0,"9"-9"5509"0"0,-14 24-534 0 0,-9 12-4803 0 0,2 1 0 0 0,1 0 0 0 0,0 0 0 0 0,2 1 1 0 0,-4 25-1 0 0,-9 127 190 0 0,10-71-178 0 0,-44 262 228 0 0,37-290-1242 0 0,-4 0 0 0 0,-48 123-1 0 0,64-195-3852 0 0,2-8 943 0 0,0-23-1020 0 0,6-40 312 0 0,1 5 1867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17.664"/>
    </inkml:context>
    <inkml:brush xml:id="br0">
      <inkml:brushProperty name="width" value="0.035" units="cm"/>
      <inkml:brushProperty name="height" value="0.035" units="cm"/>
      <inkml:brushProperty name="color" value="#E71224"/>
    </inkml:brush>
  </inkml:definitions>
  <inkml:trace contextRef="#ctx0" brushRef="#br0">6 19 2024 0 0,'-1'0'287'0'0,"1"-1"0"0"0,-1 1 1 0 0,1 0-1 0 0,0-1 0 0 0,-1 1 0 0 0,1-1 0 0 0,0 1 0 0 0,-1-1 1 0 0,1 1-1 0 0,0-1 0 0 0,0 1 0 0 0,-1-1 0 0 0,1 1 0 0 0,0-1 1 0 0,0 0-1 0 0,0 1 0 0 0,0-1 0 0 0,0 1 0 0 0,0-1 0 0 0,0 1 1 0 0,0-1-1 0 0,0 0 0 0 0,0 1 0 0 0,0-1 0 0 0,0 1 0 0 0,0-1 1 0 0,0 1-1 0 0,0-1 0 0 0,1 1 0 0 0,-1-1 0 0 0,0 0 0 0 0,0 1 1 0 0,1-1-1 0 0,0 0 0 0 0,18 8 5172 0 0,9 5-4995 0 0,6-7-106 0 0,0-1 0 0 0,-1-1 0 0 0,39-2 0 0 0,-40-1-286 0 0,0 1 0 0 0,0 1 0 0 0,57 12 0 0 0,-86-14-69 0 0,-1 1 0 0 0,0-1 1 0 0,0 1-1 0 0,0 0 0 0 0,1-1 1 0 0,-1 1-1 0 0,0 0 0 0 0,0 0 0 0 0,0 1 1 0 0,0-1-1 0 0,0 0 0 0 0,-1 1 1 0 0,1-1-1 0 0,0 1 0 0 0,-1 0 0 0 0,1-1 1 0 0,-1 1-1 0 0,1 0 0 0 0,1 3 1 0 0,-3-3-26 0 0,1 0 1 0 0,-1 0-1 0 0,0 0 1 0 0,0 0-1 0 0,1 0 1 0 0,-1 0-1 0 0,-1-1 1 0 0,1 1-1 0 0,0 0 1 0 0,0 0-1 0 0,-1 0 1 0 0,1 0 0 0 0,-1 0-1 0 0,0 0 1 0 0,1 0-1 0 0,-1 0 1 0 0,-2 3-1 0 0,-4 5-741 0 0,-1 0-1 0 0,0 0 1 0 0,0 0-1 0 0,-1-1 1 0 0,-14 12-1 0 0,-100 75-10769 0 0,76-60 9266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17.845"/>
    </inkml:context>
    <inkml:brush xml:id="br0">
      <inkml:brushProperty name="width" value="0.035" units="cm"/>
      <inkml:brushProperty name="height" value="0.035" units="cm"/>
      <inkml:brushProperty name="color" value="#E71224"/>
    </inkml:brush>
  </inkml:definitions>
  <inkml:trace contextRef="#ctx0" brushRef="#br0">91 0 664 0 0,'-27'47'4250'0'0,"15"-28"-2476"0"0,1-1 0 0 0,1 1 0 0 0,1 1 0 0 0,-10 30 0 0 0,18-48-1704 0 0,1 0-1 0 0,-1 1 0 0 0,1-1 0 0 0,0 0 0 0 0,-1 0 1 0 0,1 0-1 0 0,0 0 0 0 0,0 0 0 0 0,0 0 0 0 0,1 1 0 0 0,-1-1 1 0 0,0 0-1 0 0,1 0 0 0 0,0 0 0 0 0,-1 0 0 0 0,1 0 1 0 0,0 0-1 0 0,0 0 0 0 0,0 0 0 0 0,0-1 0 0 0,0 1 1 0 0,0 0-1 0 0,1-1 0 0 0,-1 1 0 0 0,1 0 0 0 0,-1-1 0 0 0,1 0 1 0 0,0 1-1 0 0,-1-1 0 0 0,1 0 0 0 0,0 0 0 0 0,0 0 1 0 0,0 0-1 0 0,0 0 0 0 0,0 0 0 0 0,0-1 0 0 0,3 2 1 0 0,9 1 70 0 0,0 0 0 0 0,0-2 1 0 0,0 1-1 0 0,23-2 0 0 0,-19 0 63 0 0,-3 1-354 0 0,10-1 649 0 0,0 1 0 0 0,44 9-1 0 0,-61-8-639 0 0,0 0-1 0 0,-1 1 0 0 0,1-1 1 0 0,-1 2-1 0 0,10 5 0 0 0,-13-7-275 0 0,0 1 0 0 0,-1 0-1 0 0,1 0 1 0 0,-1 0 0 0 0,1 0 0 0 0,-1 1-1 0 0,0-1 1 0 0,0 1 0 0 0,-1 0-1 0 0,4 5 1 0 0,-6-9 53 0 0,1 1 1 0 0,-1 0-1 0 0,1 0 1 0 0,-1 0-1 0 0,1 0 0 0 0,-1-1 1 0 0,0 1-1 0 0,0 0 1 0 0,1 0-1 0 0,-1 0 0 0 0,0 0 1 0 0,0 0-1 0 0,0 0 1 0 0,0 0-1 0 0,0 0 0 0 0,0 0 1 0 0,0 0-1 0 0,0 0 1 0 0,0 0-1 0 0,-1 0 0 0 0,1-1 1 0 0,0 1-1 0 0,0 0 0 0 0,-1 0 1 0 0,1 0-1 0 0,-1 0 1 0 0,1 0-1 0 0,-1 0 0 0 0,-6 2-1488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22.711"/>
    </inkml:context>
    <inkml:brush xml:id="br0">
      <inkml:brushProperty name="width" value="0.035" units="cm"/>
      <inkml:brushProperty name="height" value="0.035" units="cm"/>
      <inkml:brushProperty name="color" value="#E71224"/>
    </inkml:brush>
  </inkml:definitions>
  <inkml:trace contextRef="#ctx0" brushRef="#br0">79 64 344 0 0,'10'-20'2657'0'0,"-8"14"-1491"0"0,1 1-1 0 0,0-1 0 0 0,0 1 0 0 0,0 0 0 0 0,0 0 0 0 0,7-7 1 0 0,-29 67 2305 0 0,13-33-3129 0 0,-23 85-456 0 0,5 2 1 0 0,-14 143-1 0 0,40-239-4359 0 0,7-34 897 0 0,9-40-389 0 0,-6 0 1965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22.894"/>
    </inkml:context>
    <inkml:brush xml:id="br0">
      <inkml:brushProperty name="width" value="0.035" units="cm"/>
      <inkml:brushProperty name="height" value="0.035" units="cm"/>
      <inkml:brushProperty name="color" value="#E71224"/>
    </inkml:brush>
  </inkml:definitions>
  <inkml:trace contextRef="#ctx0" brushRef="#br0">1 14 2424 0 0,'0'-1'224'0'0,"0"1"1"0"0,0-1-1 0 0,0 0 0 0 0,0 1 1 0 0,0-1-1 0 0,1 1 0 0 0,-1-1 1 0 0,0 0-1 0 0,0 1 0 0 0,1-1 1 0 0,-1 1-1 0 0,0-1 0 0 0,1 1 1 0 0,-1-1-1 0 0,0 1 0 0 0,1-1 1 0 0,-1 1-1 0 0,1 0 0 0 0,-1-1 1 0 0,1 1-1 0 0,-1-1 0 0 0,1 1 1 0 0,-1 0-1 0 0,1-1 0 0 0,0 1 1 0 0,-1 0-1 0 0,1 0 0 0 0,0-1 1 0 0,5 18 2857 0 0,-1 51-1605 0 0,-4-45-648 0 0,3 182 1231 0 0,-5-140-2118 0 0,2 0-1 0 0,17 110 1 0 0,-13-159-1683 0 0,0-30-9485 0 0,-7 0 10553 0 0,-5-15-1434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23.056"/>
    </inkml:context>
    <inkml:brush xml:id="br0">
      <inkml:brushProperty name="width" value="0.035" units="cm"/>
      <inkml:brushProperty name="height" value="0.035" units="cm"/>
      <inkml:brushProperty name="color" value="#E71224"/>
    </inkml:brush>
  </inkml:definitions>
  <inkml:trace contextRef="#ctx0" brushRef="#br0">13 74 2584 0 0,'-6'6'3680'0'0,"1"1"-480"0"0,3 0-880 0 0,3-1-640 0 0,5 0-640 0 0,5 0-320 0 0,4 1-240 0 0,5-5-240 0 0,6-4-240 0 0,3-5-448 0 0,1-1-1152 0 0,5-10-2000 0 0,4-7-400 0 0,-6-3 880 0 0,-4-5 960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23.512"/>
    </inkml:context>
    <inkml:brush xml:id="br0">
      <inkml:brushProperty name="width" value="0.035" units="cm"/>
      <inkml:brushProperty name="height" value="0.035" units="cm"/>
      <inkml:brushProperty name="color" value="#E71224"/>
    </inkml:brush>
  </inkml:definitions>
  <inkml:trace contextRef="#ctx0" brushRef="#br0">156 28 2504 0 0,'-23'-4'7532'0'0,"23"4"-7450"0"0,0-1 1 0 0,0 1-1 0 0,0 0 1 0 0,0 0-1 0 0,-1 0 0 0 0,1-1 1 0 0,0 1-1 0 0,0 0 1 0 0,0 0-1 0 0,0-1 0 0 0,0 1 1 0 0,0 0-1 0 0,0 0 1 0 0,0 0-1 0 0,0-1 0 0 0,0 1 1 0 0,0 0-1 0 0,0 0 1 0 0,0-1-1 0 0,0 1 0 0 0,0 0 1 0 0,0 0-1 0 0,0-1 0 0 0,0 1 1 0 0,0 0-1 0 0,0 0 1 0 0,1-1-1 0 0,-1 1 0 0 0,0 0 1 0 0,0 0-1 0 0,0 0 1 0 0,0-1-1 0 0,0 1 0 0 0,1 0 1 0 0,-1 0-1 0 0,0 0 1 0 0,0 0-1 0 0,0-1 0 0 0,1 1 1 0 0,-1 0-1 0 0,0 0 1 0 0,1 0-1 0 0,1-2 22 0 0,1 0 0 0 0,0 1-1 0 0,0-1 1 0 0,0 1 0 0 0,0 0 0 0 0,0 0-1 0 0,0 0 1 0 0,0 0 0 0 0,1 0 0 0 0,-1 1 0 0 0,4-1-1 0 0,0 1-45 0 0,-1 0 0 0 0,1 0-1 0 0,0 1 1 0 0,-1 0 0 0 0,1 0-1 0 0,-1 0 1 0 0,0 1-1 0 0,1 0 1 0 0,-1 0 0 0 0,0 1-1 0 0,0-1 1 0 0,0 2 0 0 0,-1-1-1 0 0,1 0 1 0 0,7 7 0 0 0,-9-6-19 0 0,0 0 1 0 0,-1 0 0 0 0,1 1 0 0 0,-1 0 0 0 0,0-1 0 0 0,0 1 0 0 0,-1 0 0 0 0,0 0 0 0 0,1 0-1 0 0,-1 1 1 0 0,-1-1 0 0 0,1 0 0 0 0,-1 1 0 0 0,0-1 0 0 0,-1 1 0 0 0,1 0 0 0 0,-1-1 0 0 0,0 10 0 0 0,-3 6 30 0 0,0-1 1 0 0,0 1 0 0 0,-2-1 0 0 0,-1 0-1 0 0,0 0 1 0 0,-2-1 0 0 0,0 0 0 0 0,-16 27-1 0 0,1-8 91 0 0,-2-1 0 0 0,-56 65 1 0 0,77-97-142 0 0,-3 3 26 0 0,1 0 0 0 0,-1-1 0 0 0,-1 0 0 0 0,1 0 0 0 0,-1 0 0 0 0,-1-1 0 0 0,1 0 0 0 0,-1-1 0 0 0,-11 6 0 0 0,19-10-39 0 0,0-1 0 0 0,0 0 1 0 0,0 0-1 0 0,0 1 1 0 0,0-1-1 0 0,0 0 1 0 0,0 0-1 0 0,0 0 0 0 0,0 0 1 0 0,0 0-1 0 0,0 0 1 0 0,0 0-1 0 0,0 0 1 0 0,0 0-1 0 0,0-1 0 0 0,0 1 1 0 0,0 0-1 0 0,0-1 1 0 0,0 1-1 0 0,0-1 1 0 0,0 1-1 0 0,0-1 0 0 0,1 1 1 0 0,-1-1-1 0 0,0 1 1 0 0,0-1-1 0 0,1 0 1 0 0,-1 0-1 0 0,0 1 0 0 0,0-1 1 0 0,1 0-1 0 0,-1 0 1 0 0,1 0-1 0 0,-1 0 1 0 0,1 0-1 0 0,-1 0 0 0 0,1 1 1 0 0,0-1-1 0 0,-1 0 1 0 0,1 0-1 0 0,0 0 1 0 0,0-1-1 0 0,0 1 0 0 0,0 0 1 0 0,0 0-1 0 0,0 0 1 0 0,0-1-1 0 0,0-5 9 0 0,0 1 0 0 0,0-1-1 0 0,0 0 1 0 0,1 1 0 0 0,0-1 0 0 0,3-7-1 0 0,-1 2 11 0 0,2 1 0 0 0,0-1 0 0 0,0 1 0 0 0,1 0 0 0 0,0 1 0 0 0,1 0 0 0 0,0 0 0 0 0,1 0 0 0 0,0 1 1 0 0,0 0-1 0 0,1 0 0 0 0,0 1 0 0 0,1 0 0 0 0,0 1 0 0 0,0 0 0 0 0,0 1 0 0 0,1 0 0 0 0,0 0 0 0 0,0 1 0 0 0,1 1 0 0 0,-1 0 0 0 0,22-5 0 0 0,-18 6-19 0 0,0 1-1 0 0,0 0 1 0 0,0 1 0 0 0,0 1-1 0 0,0 0 1 0 0,0 1 0 0 0,0 0-1 0 0,0 1 1 0 0,0 1 0 0 0,0 1-1 0 0,-1 0 1 0 0,1 1 0 0 0,-1 0-1 0 0,0 1 1 0 0,-1 1 0 0 0,0 0-1 0 0,0 1 1 0 0,16 12 0 0 0,-22-14-379 0 0,-1-1 0 0 0,0 1 0 0 0,0 0 0 0 0,-1 1 0 0 0,0 0 1 0 0,0-1-1 0 0,6 13 0 0 0,-8-11-756 0 0,1 0 1 0 0,-1 0-1 0 0,0 0 0 0 0,-1 0 0 0 0,0 1 1 0 0,0-1-1 0 0,-1 1 0 0 0,0-1 1 0 0,-1 1-1 0 0,0-1 0 0 0,-1 17 0 0 0,-3 0-885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23.785"/>
    </inkml:context>
    <inkml:brush xml:id="br0">
      <inkml:brushProperty name="width" value="0.035" units="cm"/>
      <inkml:brushProperty name="height" value="0.035" units="cm"/>
      <inkml:brushProperty name="color" value="#E71224"/>
    </inkml:brush>
  </inkml:definitions>
  <inkml:trace contextRef="#ctx0" brushRef="#br0">1 18 2584 0 0,'2'2'3600'0'0,"2"-2"-560"0"0,8-1-720 0 0,8-1-720 0 0,7-1-560 0 0,10-1-240 0 0,5 0-240 0 0,7 1-240 0 0,0 1-160 0 0,-2 2-160 0 0,-1 5-208 0 0,-3 1-752 0 0,-7 3-1600 0 0,-6-1-1360 0 0,-12 3 400 0 0,-16 2 880 0 0,-12 4 880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23.953"/>
    </inkml:context>
    <inkml:brush xml:id="br0">
      <inkml:brushProperty name="width" value="0.035" units="cm"/>
      <inkml:brushProperty name="height" value="0.035" units="cm"/>
      <inkml:brushProperty name="color" value="#E71224"/>
    </inkml:brush>
  </inkml:definitions>
  <inkml:trace contextRef="#ctx0" brushRef="#br0">6 1 2264 0 0,'-4'4'4160'0'0,"2"1"-560"0"0,6-2-960 0 0,5 1-640 0 0,7-1-560 0 0,7 0-479 0 0,10-2-321 0 0,10-2-240 0 0,7-2-240 0 0,2-1-80 0 0,4-1-288 0 0,-2 1-832 0 0,-5 1-1681 0 0,-4 1-1679 0 0,-9 2 320 0 0,-13 5 960 0 0,-7 1 1120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24.729"/>
    </inkml:context>
    <inkml:brush xml:id="br0">
      <inkml:brushProperty name="width" value="0.035" units="cm"/>
      <inkml:brushProperty name="height" value="0.035" units="cm"/>
      <inkml:brushProperty name="color" value="#E71224"/>
    </inkml:brush>
  </inkml:definitions>
  <inkml:trace contextRef="#ctx0" brushRef="#br0">99 0 1464 0 0,'-2'2'999'0'0,"0"-1"0"0"0,0 1 1 0 0,0 0-1 0 0,0 0 0 0 0,1 0 0 0 0,-1-1 1 0 0,1 2-1 0 0,-1-1 0 0 0,1 0 0 0 0,0 0 0 0 0,0 0 1 0 0,0 1-1 0 0,0-1 0 0 0,-1 3 0 0 0,-7 47 3128 0 0,9-16-4888 0 0,4 43 1 0 0,-2-60 1887 0 0,5 275-507 0 0,-9-249-1337 0 0,-3 0-1 0 0,-1-1 0 0 0,-2 1 0 0 0,-21 63 1 0 0,24-95 122 0 0,-3-1-4529 0 0,1-13-49 0 0,1-15 2064 0 0,2-9 829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24.942"/>
    </inkml:context>
    <inkml:brush xml:id="br0">
      <inkml:brushProperty name="width" value="0.035" units="cm"/>
      <inkml:brushProperty name="height" value="0.035" units="cm"/>
      <inkml:brushProperty name="color" value="#E71224"/>
    </inkml:brush>
  </inkml:definitions>
  <inkml:trace contextRef="#ctx0" brushRef="#br0">90 33 24 0 0,'-5'-3'1177'0'0,"1"-1"0"0"0,-1 1 0 0 0,0 0 0 0 0,0 0 0 0 0,-1 0 0 0 0,1 1-1 0 0,-1-1 1 0 0,1 2 0 0 0,-1-1 0 0 0,0 0 0 0 0,1 1 0 0 0,-1 0 0 0 0,0 1 0 0 0,-9-1 0 0 0,49 3-746 0 0,-1 2 0 0 0,0 1 1 0 0,33 10-1 0 0,-24-5-409 0 0,-20-5-178 0 0,11 1-1043 0 0,41 15 1 0 0,-66-18 310 0 0,-1 0 1 0 0,1 0-1 0 0,-1 1 1 0 0,1 0-1 0 0,-1 0 1 0 0,0 1-1 0 0,-1-1 1 0 0,1 2-1 0 0,-1-1 1 0 0,10 11 0 0 0,-2 13-2620 0 0,-12 2 920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7:47:25.153"/>
    </inkml:context>
    <inkml:brush xml:id="br0">
      <inkml:brushProperty name="width" value="0.035" units="cm"/>
      <inkml:brushProperty name="height" value="0.035" units="cm"/>
      <inkml:brushProperty name="color" value="#E71224"/>
    </inkml:brush>
  </inkml:definitions>
  <inkml:trace contextRef="#ctx0" brushRef="#br0">1 97 1064 0 0,'3'-2'1291'0'0,"0"-1"0"0"0,0 1 0 0 0,0 0 0 0 0,0 0 0 0 0,0 0 0 0 0,1 0 0 0 0,-1 1 0 0 0,4-2 0 0 0,55-10 1062 0 0,-42 9-1258 0 0,375-56 1257 0 0,-381 60-3164 0 0,-28 3-12497 0 0,3-1 11843 0 0,-9 1-734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16.718"/>
    </inkml:context>
    <inkml:brush xml:id="br0">
      <inkml:brushProperty name="width" value="0.035" units="cm"/>
      <inkml:brushProperty name="height" value="0.035" units="cm"/>
      <inkml:brushProperty name="color" value="#E71224"/>
    </inkml:brush>
  </inkml:definitions>
  <inkml:trace contextRef="#ctx0" brushRef="#br0">4 304 3864 0 0,'2'-9'1556'0'0,"-1"-1"-1"0"0,0 0 1 0 0,-1 0 0 0 0,0 0-1 0 0,-1-1 1 0 0,0 2-1 0 0,0-1 1 0 0,-4-11 0 0 0,30 119 2552 0 0,-2 56-3339 0 0,-7-40-380 0 0,19 208-19 0 0,-10-76-361 0 0,-21-222-47 0 0,-3-37-21 0 0,-2-41-17 0 0,-49-314 233 0 0,31 270-68 0 0,5 0 1 0 0,4-2-1 0 0,3-104 0 0 0,7 189-67 0 0,1 0 1 0 0,1 0-1 0 0,1 0 0 0 0,0 1 0 0 0,0-1 0 0 0,2 1 0 0 0,6-17 0 0 0,-8 25-18 0 0,0 1 0 0 0,1-1 0 0 0,-1 0 0 0 0,1 1 0 0 0,0 0 0 0 0,0 0 0 0 0,1 0 0 0 0,0 0 0 0 0,0 1 0 0 0,0 0 0 0 0,0 0 0 0 0,1 0 1 0 0,-1 1-1 0 0,1-1 0 0 0,0 2 0 0 0,0-1 0 0 0,0 0 0 0 0,9-1 0 0 0,-3 1-3 0 0,-1 0 0 0 0,1 2 0 0 0,0-1 0 0 0,0 2 1 0 0,0-1-1 0 0,0 2 0 0 0,0-1 0 0 0,0 2 0 0 0,0 0 0 0 0,0 0 0 0 0,0 1 1 0 0,-1 0-1 0 0,1 1 0 0 0,16 8 0 0 0,-19-7 0 0 0,0-1-1 0 0,-1 2 1 0 0,0-1-1 0 0,1 1 1 0 0,-2 0-1 0 0,1 1 1 0 0,-1 0-1 0 0,0 0 1 0 0,-1 1-1 0 0,0-1 0 0 0,0 2 1 0 0,0-1-1 0 0,-1 0 1 0 0,0 1-1 0 0,-1 0 1 0 0,0 0-1 0 0,0 1 1 0 0,2 9-1 0 0,-3-2 53 0 0,0 0-1 0 0,-1 0 0 0 0,-1 0 0 0 0,-1 0 0 0 0,0 1 0 0 0,-1-1 0 0 0,-1 0 0 0 0,0 0 0 0 0,-2 0 0 0 0,0 0 0 0 0,0 0 0 0 0,-2-1 0 0 0,0 0 1 0 0,-16 30-1 0 0,14-32 29 0 0,0-1 1 0 0,-1 0 0 0 0,0-1 0 0 0,-1 1 0 0 0,0-2 0 0 0,-1 0 0 0 0,0 0 0 0 0,0-1 0 0 0,-1 0 0 0 0,-1-1-1 0 0,0 0 1 0 0,0-1 0 0 0,-1-1 0 0 0,0 0 0 0 0,0-1 0 0 0,-29 9 0 0 0,38-14-67 0 0,-1-1-1 0 0,0 1 1 0 0,1-1 0 0 0,-1 0 0 0 0,1 0 0 0 0,-1-1 0 0 0,1 1 0 0 0,-1-1-1 0 0,1-1 1 0 0,-1 1 0 0 0,1-1 0 0 0,0 0 0 0 0,0 0 0 0 0,-6-3 0 0 0,8 4-166 0 0,1-1 0 0 0,0 1 1 0 0,0 0-1 0 0,0-1 1 0 0,0 1-1 0 0,1-1 0 0 0,-1 1 1 0 0,0-1-1 0 0,0 0 1 0 0,1 0-1 0 0,0 0 0 0 0,-1 0 1 0 0,1 0-1 0 0,0 0 1 0 0,0 0-1 0 0,0 0 0 0 0,0 0 1 0 0,0-1-1 0 0,0 1 1 0 0,1 0-1 0 0,-1-1 0 0 0,1 1 1 0 0,0-1-1 0 0,-1 1 1 0 0,1 0-1 0 0,0-1 0 0 0,1 1 1 0 0,-1-1-1 0 0,0 1 1 0 0,1 0-1 0 0,-1-1 0 0 0,1 1 1 0 0,0 0-1 0 0,1-4 1 0 0,-1 3-538 0 0,1 1 0 0 0,0 0 0 0 0,-1-1 0 0 0,1 1 0 0 0,0 0 0 0 0,0 0 0 0 0,0 0 1 0 0,0 0-1 0 0,1 0 0 0 0,4-2 0 0 0,-7 3 464 0 0,1 1 0 0 0,-1-1-1 0 0,1 1 1 0 0,0 0 0 0 0,-1-1 0 0 0,1 1 0 0 0,0 0 0 0 0,0-1 0 0 0,-1 1-1 0 0,1 0 1 0 0,0 0 0 0 0,0 0 0 0 0,-1 0 0 0 0,1-1 0 0 0,0 1-1 0 0,0 0 1 0 0,-1 0 0 0 0,1 1 0 0 0,0-1 0 0 0,0 0 0 0 0,-1 0-1 0 0,1 0 1 0 0,0 0 0 0 0,0 1 0 0 0,-1-1 0 0 0,1 0 0 0 0,0 1-1 0 0,-1-1 1 0 0,1 0 0 0 0,0 1 0 0 0,-1-1 0 0 0,1 1 0 0 0,0-1 0 0 0,-1 1-1 0 0,1 0 1 0 0,-1-1 0 0 0,1 1 0 0 0,-1-1 0 0 0,0 1 0 0 0,1 0-1 0 0,-1-1 1 0 0,0 1 0 0 0,1 0 0 0 0,-1 1 0 0 0,5 20-2523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17.968"/>
    </inkml:context>
    <inkml:brush xml:id="br0">
      <inkml:brushProperty name="width" value="0.035" units="cm"/>
      <inkml:brushProperty name="height" value="0.035" units="cm"/>
      <inkml:brushProperty name="color" value="#E71224"/>
    </inkml:brush>
  </inkml:definitions>
  <inkml:trace contextRef="#ctx0" brushRef="#br0">198 195 2344 0 0,'8'-40'4170'0'0,"-4"25"-2573"0"0,-1-1 0 0 0,-1 1-1 0 0,0 0 1 0 0,-1-1 0 0 0,-1 0-1 0 0,-2-26 1 0 0,2 41-1536 0 0,0 1-1 0 0,0-1 1 0 0,0 0-1 0 0,-1 0 1 0 0,1 0-1 0 0,0 0 1 0 0,0 0-1 0 0,-1 1 1 0 0,1-1-1 0 0,-1 0 1 0 0,1 0-1 0 0,-1 1 1 0 0,1-1-1 0 0,-1 0 1 0 0,1 1-1 0 0,-1-1 1 0 0,0 0-1 0 0,1 1 1 0 0,-1-1-1 0 0,0 1 1 0 0,1-1-1 0 0,-1 1 1 0 0,0-1-1 0 0,0 1 1 0 0,0-1-1 0 0,1 1 1 0 0,-1 0-1 0 0,0 0 1 0 0,0-1-1 0 0,0 1 1 0 0,0 0-1 0 0,0 0 1 0 0,1 0-1 0 0,-1 0 1 0 0,0 0-1 0 0,0 0 1 0 0,0 0-1 0 0,0 0 1 0 0,0 0-1 0 0,0 1 1 0 0,1-1-1 0 0,-1 0 1 0 0,0 1-1 0 0,0-1 1 0 0,0 0-1 0 0,0 1 1 0 0,1-1-1 0 0,-2 2 1 0 0,-3 0 62 0 0,0 1 0 0 0,0 0 0 0 0,1 1 1 0 0,-1-1-1 0 0,1 1 0 0 0,-6 6 0 0 0,-5 10-2 0 0,1 0 0 0 0,1 1 0 0 0,1 0 0 0 0,1 1 0 0 0,1 0 0 0 0,1 1 0 0 0,1 0-1 0 0,-10 48 1 0 0,5-1-9 0 0,-6 128 0 0 0,16-136-89 0 0,4-1 1 0 0,14 112-1 0 0,-10-144-66 0 0,1-1-1 0 0,0 1 1 0 0,3-1 0 0 0,0 0-1 0 0,2-1 1 0 0,1 0 0 0 0,1-1-1 0 0,16 26 1 0 0,-26-49-6 0 0,0 1-1 0 0,0 0 1 0 0,0-1 0 0 0,0 1-1 0 0,1-1 1 0 0,-1 0 0 0 0,1 0-1 0 0,0 0 1 0 0,0-1 0 0 0,7 4-1 0 0,-8-5-239 0 0,-1 1-1 0 0,2-2 0 0 0,-1 1 1 0 0,0 0-1 0 0,0 0 0 0 0,0-1 0 0 0,0 0 1 0 0,0 1-1 0 0,0-1 0 0 0,1-1 1 0 0,-1 1-1 0 0,0 0 0 0 0,4-2 0 0 0,-3 1-327 0 0,1-1-1 0 0,-1 0 0 0 0,0 0 1 0 0,0 0-1 0 0,0 0 0 0 0,0-1 1 0 0,0 0-1 0 0,-1 0 0 0 0,1 0 1 0 0,-1 0-1 0 0,0 0 0 0 0,1-1 1 0 0,-2 0-1 0 0,1 1 0 0 0,0-1 1 0 0,-1 0-1 0 0,0 0 0 0 0,0-1 1 0 0,0 1-1 0 0,0 0 0 0 0,1-7 1 0 0,4-29-1890 0 0,-5-15 827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18.442"/>
    </inkml:context>
    <inkml:brush xml:id="br0">
      <inkml:brushProperty name="width" value="0.035" units="cm"/>
      <inkml:brushProperty name="height" value="0.035" units="cm"/>
      <inkml:brushProperty name="color" value="#E71224"/>
    </inkml:brush>
  </inkml:definitions>
  <inkml:trace contextRef="#ctx0" brushRef="#br0">9 116 3624 0 0,'0'7'10585'0'0,"-3"22"-7535"0"0,0-3-2018 0 0,1 61 342 0 0,10 92-1 0 0,0 9-1120 0 0,-4-17-527 0 0,9-299-926 0 0,-16-46 714 0 0,-2 70 292 0 0,6 0 1 0 0,15-114-1 0 0,-15 208 223 0 0,-1 6 19 0 0,0-1-1 0 0,1 1 1 0 0,-1-1-1 0 0,1 1 1 0 0,0-1 0 0 0,1 1-1 0 0,-1-1 1 0 0,1 1-1 0 0,0 0 1 0 0,0 0 0 0 0,0 0-1 0 0,5-8 1 0 0,-6 12-15 0 0,0 0 0 0 0,0 0 0 0 0,0 0 0 0 0,0 0 0 0 0,-1 0 0 0 0,1 0 0 0 0,0 0 1 0 0,0 0-1 0 0,0 0 0 0 0,0 0 0 0 0,-1 1 0 0 0,1-1 0 0 0,0 0 0 0 0,0 0 0 0 0,0 1 0 0 0,-1-1 0 0 0,1 1 0 0 0,0-1 0 0 0,0 1 0 0 0,-1-1 1 0 0,1 1-1 0 0,0-1 0 0 0,-1 1 0 0 0,1 0 0 0 0,-1-1 0 0 0,1 1 0 0 0,-1 0 0 0 0,1-1 0 0 0,-1 1 0 0 0,1 0 0 0 0,-1 0 0 0 0,1 0 0 0 0,14 27 529 0 0,7 27-181 0 0,-2 1-1 0 0,21 104 0 0 0,-20-73-227 0 0,8 13-50 0 0,12 51-4574 0 0,-53-157-6987 0 0,-7-19 8288 0 0,-2-9 917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18.603"/>
    </inkml:context>
    <inkml:brush xml:id="br0">
      <inkml:brushProperty name="width" value="0.035" units="cm"/>
      <inkml:brushProperty name="height" value="0.035" units="cm"/>
      <inkml:brushProperty name="color" value="#E71224"/>
    </inkml:brush>
  </inkml:definitions>
  <inkml:trace contextRef="#ctx0" brushRef="#br0">1 66 904 0 0,'3'10'3840'0'0,"0"-1"-80"0"0,2-2-800 0 0,8-1-720 0 0,5-4-640 0 0,7-1-640 0 0,8-5-319 0 0,6-5-321 0 0,6 0-240 0 0,1-4-368 0 0,-3 1-1553 0 0,0-3-2079 0 0,-4 0-320 0 0,-10 3 880 0 0,-3 0 1040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18.828"/>
    </inkml:context>
    <inkml:brush xml:id="br0">
      <inkml:brushProperty name="width" value="0.035" units="cm"/>
      <inkml:brushProperty name="height" value="0.035" units="cm"/>
      <inkml:brushProperty name="color" value="#E71224"/>
    </inkml:brush>
  </inkml:definitions>
  <inkml:trace contextRef="#ctx0" brushRef="#br0">1 0 3464 0 0,'5'8'8953'0'0,"1"7"-4220"0"0,11 47-3691 0 0,-9-28-116 0 0,-2-16-818 0 0,90 370 96 0 0,-81-298-1754 0 0,4 25-3884 0 0,6-4-3409 0 0,-16-87 6416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19.682"/>
    </inkml:context>
    <inkml:brush xml:id="br0">
      <inkml:brushProperty name="width" value="0.035" units="cm"/>
      <inkml:brushProperty name="height" value="0.035" units="cm"/>
      <inkml:brushProperty name="color" value="#E71224"/>
    </inkml:brush>
  </inkml:definitions>
  <inkml:trace contextRef="#ctx0" brushRef="#br0">1 196 744 0 0,'5'-14'10979'0'0,"-3"22"-3563"0"0,2 11-7130 0 0,42 213 1410 0 0,-12-50-1352 0 0,-29-155-65 0 0,-5-28-266 0 0,0 1 0 0 0,0 0 0 0 0,0 0 0 0 0,0 0-1 0 0,0 0 1 0 0,0 0 0 0 0,0 0 0 0 0,-1 0 0 0 0,1 0 0 0 0,0 0 0 0 0,0 0-1 0 0,0 0 1 0 0,0 0 0 0 0,0 0 0 0 0,0-1 0 0 0,0 1 0 0 0,0 0 0 0 0,0 0-1 0 0,0 0 1 0 0,0 0 0 0 0,-1 0 0 0 0,1 0 0 0 0,0 0 0 0 0,0 0-1 0 0,0 0 1 0 0,0 0 0 0 0,0 0 0 0 0,0 0 0 0 0,0 0 0 0 0,0 0 0 0 0,0 0-1 0 0,0 0 1 0 0,-1 0 0 0 0,1 0 0 0 0,0 0 0 0 0,0 0 0 0 0,0 0 0 0 0,0 0-1 0 0,0 0 1 0 0,0 0 0 0 0,0 1 0 0 0,0-1 0 0 0,0 0 0 0 0,0 0-1 0 0,-1 0 1 0 0,1 0 0 0 0,0 0 0 0 0,0 0 0 0 0,0 0 0 0 0,-17-43 491 0 0,3-5-422 0 0,3 0-1 0 0,1-1 1 0 0,3-1-1 0 0,2 1 1 0 0,2-1-1 0 0,3 0 1 0 0,1 0-1 0 0,10-61 1 0 0,-9 104-53 0 0,-1-1 0 0 0,1 1 0 0 0,1-1 0 0 0,-1 1 0 0 0,1 0 0 0 0,0 0 0 0 0,1 1 0 0 0,0-1 0 0 0,8-11 0 0 0,-11 16-26 0 0,1 1 1 0 0,-1-1-1 0 0,1 1 0 0 0,-1-1 1 0 0,1 1-1 0 0,-1 0 0 0 0,1 0 1 0 0,0 0-1 0 0,-1 0 0 0 0,1 0 1 0 0,0 0-1 0 0,0 0 0 0 0,0 0 1 0 0,0 1-1 0 0,0-1 0 0 0,0 1 1 0 0,0 0-1 0 0,0-1 0 0 0,0 1 1 0 0,0 0-1 0 0,0 0 0 0 0,0 0 1 0 0,0 0-1 0 0,0 1 0 0 0,0-1 1 0 0,0 1-1 0 0,0-1 0 0 0,0 1 1 0 0,0-1-1 0 0,0 1 0 0 0,0 0 0 0 0,0 0 1 0 0,-1 0-1 0 0,1 0 0 0 0,0 0 1 0 0,-1 1-1 0 0,1-1 0 0 0,-1 0 1 0 0,1 1-1 0 0,1 2 0 0 0,7 6 15 0 0,-2 0-1 0 0,1 0 0 0 0,-2 1 0 0 0,1 0 0 0 0,-1 0 0 0 0,-1 0 0 0 0,0 1 0 0 0,-1 0 1 0 0,0 1-1 0 0,-1-1 0 0 0,0 1 0 0 0,-1 0 0 0 0,0 0 0 0 0,-1 0 0 0 0,-1 0 0 0 0,0 20 1 0 0,-2-3-8 0 0,-1-1 1 0 0,-1 1-1 0 0,-1-1 1 0 0,-2 0 0 0 0,-1 0-1 0 0,-14 36 1 0 0,16-62-422 0 0,2-15 131 0 0,1-18-96 0 0,3 18 272 0 0,1-1 0 0 0,0 1 0 0 0,1-1-1 0 0,0 1 1 0 0,1 0 0 0 0,1 0 0 0 0,0 0 0 0 0,0 1 0 0 0,1 0-1 0 0,1 0 1 0 0,0 0 0 0 0,0 1 0 0 0,1 0 0 0 0,12-12 0 0 0,-16 17 99 0 0,1 1 1 0 0,0 0-1 0 0,0 0 0 0 0,0 0 1 0 0,1 0-1 0 0,0 1 1 0 0,-1 0-1 0 0,1 0 1 0 0,0 0-1 0 0,0 1 1 0 0,1 0-1 0 0,-1 0 1 0 0,0 1-1 0 0,1 0 0 0 0,-1 0 1 0 0,1 0-1 0 0,-1 1 1 0 0,1 0-1 0 0,-1 0 1 0 0,1 0-1 0 0,-1 1 1 0 0,1 0-1 0 0,-1 0 1 0 0,1 1-1 0 0,-1 0 0 0 0,0 0 1 0 0,0 1-1 0 0,0-1 1 0 0,6 5-1 0 0,-1-1 113 0 0,-1 0 0 0 0,-1 1 0 0 0,1 0-1 0 0,-1 0 1 0 0,-1 1 0 0 0,1 0 0 0 0,-1 1 0 0 0,0 0-1 0 0,-1 0 1 0 0,0 1 0 0 0,-1 0 0 0 0,0 0-1 0 0,-1 0 1 0 0,1 1 0 0 0,-2 0 0 0 0,0 0 0 0 0,0 0-1 0 0,-1 0 1 0 0,0 1 0 0 0,-1-1 0 0 0,-1 1 0 0 0,1-1-1 0 0,-2 1 1 0 0,0 0 0 0 0,0 0 0 0 0,-1-1-1 0 0,0 1 1 0 0,-1 0 0 0 0,-1-1 0 0 0,0 1 0 0 0,0-1-1 0 0,-1 0 1 0 0,-1 0 0 0 0,1 0 0 0 0,-13 18-1 0 0,7-13-22 0 0,0-1-1 0 0,-1-1 0 0 0,0 0 1 0 0,-1 0-1 0 0,-1-1 1 0 0,0-1-1 0 0,-15 12 0 0 0,23-21-149 0 0,0 0 0 0 0,1 0 0 0 0,-1 0 0 0 0,0 0-1 0 0,-1-1 1 0 0,1 0 0 0 0,0 0 0 0 0,-1-1 0 0 0,1 1 0 0 0,-1-1-1 0 0,-9 1 1 0 0,12-3-108 0 0,-1 1-1 0 0,0 0 0 0 0,1-1 0 0 0,-1 0 1 0 0,0 0-1 0 0,1 0 0 0 0,-1 0 1 0 0,1 0-1 0 0,0-1 0 0 0,-1 0 0 0 0,1 0 1 0 0,0 0-1 0 0,0 0 0 0 0,0 0 1 0 0,0 0-1 0 0,0-1 0 0 0,1 1 0 0 0,-1-1 1 0 0,-3-4-1 0 0,2 0-703 0 0,0 0 1 0 0,0 0-1 0 0,0 0 1 0 0,1 0-1 0 0,0-1 1 0 0,1 1-1 0 0,0-1 1 0 0,0 0-1 0 0,0 1 1 0 0,1-1-1 0 0,0 0 0 0 0,1 0 1 0 0,0-16-1 0 0,2-6-1659 0 0,2 0 0 0 0,8-37-1 0 0,5 0 604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19.943"/>
    </inkml:context>
    <inkml:brush xml:id="br0">
      <inkml:brushProperty name="width" value="0.035" units="cm"/>
      <inkml:brushProperty name="height" value="0.035" units="cm"/>
      <inkml:brushProperty name="color" value="#E71224"/>
    </inkml:brush>
  </inkml:definitions>
  <inkml:trace contextRef="#ctx0" brushRef="#br0">0 7 904 0 0,'6'-2'1344'0'0,"0"1"1"0"0,0 0-1 0 0,0 0 0 0 0,0 0 0 0 0,0 1 1 0 0,1 0-1 0 0,5 1 0 0 0,48 11 2612 0 0,-45-7-3545 0 0,0 1-1 0 0,-1 1 1 0 0,0 0 0 0 0,0 0-1 0 0,19 15 1 0 0,-16-7-147 0 0,0 1 0 0 0,-2 0 0 0 0,1 1 0 0 0,-2 1 0 0 0,0 0 0 0 0,-1 1 0 0 0,-1 1 0 0 0,-1 0 0 0 0,-1 0 0 0 0,-1 1 0 0 0,0 1 0 0 0,-2-1 0 0 0,0 1 0 0 0,3 24 0 0 0,-2-6-639 0 0,-3 0 1 0 0,-1 0 0 0 0,-1 0 0 0 0,-3 0-1 0 0,-1 0 1 0 0,-3 0 0 0 0,-8 47-1 0 0,-1-46-4135 0 0,3-24-108 0 0,10-16 4478 0 0,0-1 1 0 0,-1 0-1 0 0,1 0 0 0 0,0 0 0 0 0,0 0 1 0 0,-1 0-1 0 0,1 1 0 0 0,0-1 1 0 0,-1 0-1 0 0,1 0 0 0 0,0 0 1 0 0,-1 0-1 0 0,1 0 0 0 0,0 0 1 0 0,0 0-1 0 0,-1 0 0 0 0,1 0 0 0 0,0 0 1 0 0,-1 0-1 0 0,1 0 0 0 0,0 0 1 0 0,-1 0-1 0 0,1-1 0 0 0,0 1 1 0 0,0 0-1 0 0,-1 0 0 0 0,1 0 1 0 0,0 0-1 0 0,0 0 0 0 0,-1-1 0 0 0,1 1 1 0 0,0 0-1 0 0,0 0 0 0 0,-1 0 1 0 0,1-1-1 0 0,0 1 0 0 0,0 0 1 0 0,0 0-1 0 0,0-1 0 0 0,-1 1 1 0 0,1 0-1 0 0,0 0 0 0 0,0-1 0 0 0,0 1 1 0 0,0 0-1 0 0,0-1 0 0 0,-6-17-2193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0.168"/>
    </inkml:context>
    <inkml:brush xml:id="br0">
      <inkml:brushProperty name="width" value="0.035" units="cm"/>
      <inkml:brushProperty name="height" value="0.035" units="cm"/>
      <inkml:brushProperty name="color" value="#E71224"/>
    </inkml:brush>
  </inkml:definitions>
  <inkml:trace contextRef="#ctx0" brushRef="#br0">1 112 3944 0 0,'4'9'4320'0'0,"1"-5"-960"0"0,5-3-800 0 0,2-3-720 0 0,6-4-559 0 0,7-6-401 0 0,10-6-400 0 0,7-4-80 0 0,2 2-320 0 0,-3 0-48 0 0,-2 6-592 0 0,-4 3-400 0 0,-6 10-801 0 0,-10 9-1439 0 0,-11 6-1040 0 0,-9 8 640 0 0,-11 7 880 0 0,-10 3 960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0.306"/>
    </inkml:context>
    <inkml:brush xml:id="br0">
      <inkml:brushProperty name="width" value="0.035" units="cm"/>
      <inkml:brushProperty name="height" value="0.035" units="cm"/>
      <inkml:brushProperty name="color" value="#E71224"/>
    </inkml:brush>
  </inkml:definitions>
  <inkml:trace contextRef="#ctx0" brushRef="#br0">32 115 2584 0 0,'-16'23'3840'0'0,"4"-7"-400"0"0,8-9-800 0 0,7-3-560 0 0,6-6-480 0 0,8-7-399 0 0,12-10-401 0 0,9-7-240 0 0,8-2-240 0 0,1 2-160 0 0,3 6-208 0 0,-4 3-512 0 0,-8 5-720 0 0,-7 7-1521 0 0,-8 10-1599 0 0,-14 12 240 0 0,-11 9 1040 0 0,-15 10 1040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0.991"/>
    </inkml:context>
    <inkml:brush xml:id="br0">
      <inkml:brushProperty name="width" value="0.035" units="cm"/>
      <inkml:brushProperty name="height" value="0.035" units="cm"/>
      <inkml:brushProperty name="color" value="#E71224"/>
    </inkml:brush>
  </inkml:definitions>
  <inkml:trace contextRef="#ctx0" brushRef="#br0">0 141 3544 0 0,'7'5'4080'0'0,"0"-3"-800"0"0,2-3-880 0 0,6-7-800 0 0,6-8-560 0 0,7 0-399 0 0,2-4-241 0 0,0-1-160 0 0,4 3-240 0 0,4 0-448 0 0,-3 4-1233 0 0,-3 5-2159 0 0,-7 3-400 0 0,-14 6 800 0 0,-9 5 1120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1.168"/>
    </inkml:context>
    <inkml:brush xml:id="br0">
      <inkml:brushProperty name="width" value="0.035" units="cm"/>
      <inkml:brushProperty name="height" value="0.035" units="cm"/>
      <inkml:brushProperty name="color" value="#E71224"/>
    </inkml:brush>
  </inkml:definitions>
  <inkml:trace contextRef="#ctx0" brushRef="#br0">0 124 4104 0 0,'7'19'4400'0'0,"1"-9"-880"0"0,4-4-880 0 0,9-6-719 0 0,8-6-561 0 0,9-6-480 0 0,7-3-240 0 0,4-3-240 0 0,3-3-240 0 0,2-1-288 0 0,1 2-752 0 0,-4 1-2161 0 0,-5 4-1839 0 0,-2 5 320 0 0,-4 9 1120 0 0,-2 8 1120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2.160"/>
    </inkml:context>
    <inkml:brush xml:id="br0">
      <inkml:brushProperty name="width" value="0.035" units="cm"/>
      <inkml:brushProperty name="height" value="0.035" units="cm"/>
      <inkml:brushProperty name="color" value="#E71224"/>
    </inkml:brush>
  </inkml:definitions>
  <inkml:trace contextRef="#ctx0" brushRef="#br0">8 230 2184 0 0,'-1'-6'1264'0'0,"0"4"-771"0"0,-1-1-1 0 0,2 1 0 0 0,-1-1 0 0 0,0 0 0 0 0,0 1 1 0 0,1-1-1 0 0,0 0 0 0 0,-1 1 0 0 0,1-1 0 0 0,0 0 1 0 0,0 1-1 0 0,0-1 0 0 0,1 0 0 0 0,-1 1 0 0 0,1-1 0 0 0,-1 0 1 0 0,1 1-1 0 0,0-1 0 0 0,0 1 0 0 0,2-3 0 0 0,-3 5-369 0 0,1 0 0 0 0,-1 0 0 0 0,1 0 0 0 0,-1 0 0 0 0,1 0 0 0 0,-1 0 0 0 0,1 0 0 0 0,-1 0 0 0 0,1 0 0 0 0,-1 0 0 0 0,1 0 0 0 0,-1 0 0 0 0,0 1 0 0 0,1-1 0 0 0,-1 0 0 0 0,1 0 0 0 0,-1 1 0 0 0,1-1 0 0 0,-1 0 0 0 0,0 0 0 0 0,1 1 0 0 0,-1-1 0 0 0,1 1 0 0 0,-1-1 0 0 0,0 0 0 0 0,1 1 0 0 0,-1-1 0 0 0,0 1 0 0 0,0-1 0 0 0,0 0 0 0 0,1 1 0 0 0,-1 0 0 0 0,11 19 706 0 0,-10-19-623 0 0,18 40 612 0 0,-2 0-1 0 0,-2 1 1 0 0,12 50 0 0 0,19 136-127 0 0,-28-130-466 0 0,9 89 29 0 0,5 20-223 0 0,-84-391-84 0 0,5 21 87 0 0,19 42 202 0 0,4-2 0 0 0,-11-178-1 0 0,35 282-142 0 0,0-1 0 0 0,0 1 0 0 0,2 0 0 0 0,1-1-1 0 0,9-35 1 0 0,-11 50-92 0 0,0 0 0 0 0,1 1 0 0 0,0-1-1 0 0,-1 1 1 0 0,2-1 0 0 0,-1 1 0 0 0,0 0-1 0 0,1 0 1 0 0,0 0 0 0 0,0 0-1 0 0,0 1 1 0 0,0-1 0 0 0,1 1 0 0 0,-1 0-1 0 0,1 0 1 0 0,0 0 0 0 0,0 0 0 0 0,0 1-1 0 0,0-1 1 0 0,0 1 0 0 0,1 0 0 0 0,-1 0-1 0 0,1 1 1 0 0,-1-1 0 0 0,1 1 0 0 0,0 0-1 0 0,0 0 1 0 0,8 0 0 0 0,-7 2-4 0 0,0 0 1 0 0,0 0-1 0 0,0 0 1 0 0,-1 1 0 0 0,1 0-1 0 0,0 0 1 0 0,-1 0-1 0 0,0 1 1 0 0,1 0-1 0 0,-1 0 1 0 0,0 0 0 0 0,-1 0-1 0 0,1 1 1 0 0,-1 0-1 0 0,1 0 1 0 0,-1 0-1 0 0,0 1 1 0 0,0-1 0 0 0,-1 1-1 0 0,0 0 1 0 0,0 0-1 0 0,3 6 1 0 0,5 8 71 0 0,-2 1-1 0 0,0 0 1 0 0,-2 1 0 0 0,9 33 0 0 0,-10-22-11 0 0,-1 1 0 0 0,-1-1 0 0 0,-2 1 0 0 0,-2 0 0 0 0,-1-1 1 0 0,-1 1-1 0 0,-2 0 0 0 0,-1-1 0 0 0,-2 0 0 0 0,-1 0 0 0 0,-1-1 0 0 0,-2 0 1 0 0,-1 0-1 0 0,-29 51 0 0 0,37-73-145 0 0,-2-1 0 0 0,1 1 0 0 0,-1-1 1 0 0,0 0-1 0 0,-1 0 0 0 0,-10 9 0 0 0,15-16-37 0 0,1 0 0 0 0,0 0 0 0 0,-1 0-1 0 0,1 0 1 0 0,-1 0 0 0 0,0 0 0 0 0,1 0 0 0 0,-1-1 0 0 0,0 1-1 0 0,1-1 1 0 0,-1 1 0 0 0,0-1 0 0 0,0 1 0 0 0,0-1 0 0 0,1 0-1 0 0,-1 0 1 0 0,0 0 0 0 0,0 0 0 0 0,0 0 0 0 0,1-1 0 0 0,-1 1-1 0 0,0 0 1 0 0,0-1 0 0 0,0 1 0 0 0,1-1 0 0 0,-1 0 0 0 0,0 1-1 0 0,1-1 1 0 0,-1 0 0 0 0,1 0 0 0 0,-1 0 0 0 0,1 0 0 0 0,-1-1-1 0 0,1 1 1 0 0,0 0 0 0 0,0 0 0 0 0,-1-1 0 0 0,1 1 0 0 0,0-1-1 0 0,0 1 1 0 0,0-1 0 0 0,-1-3 0 0 0,-3-6-1168 0 0,0-1-1 0 0,0 0 1 0 0,1 0 0 0 0,1 0-1 0 0,0-1 1 0 0,1 0 0 0 0,0 1-1 0 0,1-1 1 0 0,0 0-1 0 0,1 0 1 0 0,0 1 0 0 0,4-21-1 0 0,3-16-1120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2.928"/>
    </inkml:context>
    <inkml:brush xml:id="br0">
      <inkml:brushProperty name="width" value="0.035" units="cm"/>
      <inkml:brushProperty name="height" value="0.035" units="cm"/>
      <inkml:brushProperty name="color" value="#E71224"/>
    </inkml:brush>
  </inkml:definitions>
  <inkml:trace contextRef="#ctx0" brushRef="#br0">74 1 3144 0 0,'-6'2'10715'0'0,"1"1"-6608"0"0,3-2-3955 0 0,1 1 0 0 0,-1-1 0 0 0,1 1 1 0 0,-1 0-1 0 0,1 0 0 0 0,0 0 0 0 0,0-1 0 0 0,0 1 1 0 0,0 0-1 0 0,0 0 0 0 0,0 0 0 0 0,-1 3 1 0 0,-8 29 470 0 0,2 0 0 0 0,0 0 0 0 0,-4 59 0 0 0,5 111 241 0 0,7-156-700 0 0,2 111-367 0 0,8-1 0 0 0,57 294 1 0 0,-65-443 105 0 0,10 54-1659 0 0,22 61-1 0 0,-26-103-64 0 0,1 0 0 0 0,14 26 0 0 0,-17-37 153 0 0,0 1 0 0 0,2-1 0 0 0,-1-1 0 0 0,1 1 0 0 0,13 11 0 0 0,-3-8-1012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3.531"/>
    </inkml:context>
    <inkml:brush xml:id="br0">
      <inkml:brushProperty name="width" value="0.035" units="cm"/>
      <inkml:brushProperty name="height" value="0.035" units="cm"/>
      <inkml:brushProperty name="color" value="#E71224"/>
    </inkml:brush>
  </inkml:definitions>
  <inkml:trace contextRef="#ctx0" brushRef="#br0">10 24 824 0 0,'1'0'215'0'0,"-1"0"0"0"0,0 0-1 0 0,0 1 1 0 0,0-1 0 0 0,0 0 0 0 0,0 0-1 0 0,0 1 1 0 0,0-1 0 0 0,0 0 0 0 0,0 0 0 0 0,1 0-1 0 0,-1 1 1 0 0,0-1 0 0 0,0 0 0 0 0,0 0-1 0 0,0 0 1 0 0,1 0 0 0 0,-1 1 0 0 0,0-1 0 0 0,0 0-1 0 0,0 0 1 0 0,1 0 0 0 0,-1 0 0 0 0,0 0-1 0 0,0 0 1 0 0,1 0 0 0 0,-1 1 0 0 0,0-1 0 0 0,0 0-1 0 0,0 0 1 0 0,1 0 0 0 0,-1 0 0 0 0,0 0-1 0 0,0 0 1 0 0,1 0 0 0 0,-1 0 0 0 0,0 0 0 0 0,0 0-1 0 0,1-1 1 0 0,-1 1 0 0 0,0 0 0 0 0,0 0-1 0 0,1 0 1 0 0,-1 0 0 0 0,0 0 0 0 0,0 0 0 0 0,0 0-1 0 0,1-1 1 0 0,-1 1 0 0 0,0 0 0 0 0,0 0-1 0 0,0 0 1 0 0,0 0 0 0 0,1-1 0 0 0,-1 1 0 0 0,0 0-1 0 0,0 0 1 0 0,0 0 0 0 0,0-1 0 0 0,0 1-1 0 0,0 0 1 0 0,0 0 0 0 0,1-1 0 0 0,-1 1 0 0 0,0-1-1 0 0,5 37 3446 0 0,-2 48-2881 0 0,3 279 1602 0 0,0-47-2223 0 0,-24-574-1339 0 0,-4-61 775 0 0,21 298 422 0 0,0 0-1 0 0,2 0 1 0 0,0 0 0 0 0,2 0-1 0 0,0 0 1 0 0,1 0 0 0 0,1 1 0 0 0,11-28-1 0 0,-16 46 19 0 0,1 0 0 0 0,0 1 0 0 0,0-1 0 0 0,-1 0 0 0 0,1 1 0 0 0,0-1 0 0 0,0 1-1 0 0,0-1 1 0 0,1 1 0 0 0,-1 0 0 0 0,0-1 0 0 0,0 1 0 0 0,1 0 0 0 0,-1 0 0 0 0,1 0 0 0 0,-1 0 0 0 0,1 0-1 0 0,0 0 1 0 0,-1 0 0 0 0,1 0 0 0 0,3 0 0 0 0,-4 1 14 0 0,1 0 1 0 0,-1 1-1 0 0,1-1 1 0 0,-1 0-1 0 0,1 1 1 0 0,0-1-1 0 0,-1 1 1 0 0,0 0-1 0 0,1-1 0 0 0,-1 1 1 0 0,1 0-1 0 0,-1 0 1 0 0,0 0-1 0 0,0 0 1 0 0,1 0-1 0 0,-1 0 1 0 0,0 1-1 0 0,0-1 0 0 0,1 2 1 0 0,5 7 195 0 0,-1 0-1 0 0,0 1 1 0 0,0 0 0 0 0,8 23 0 0 0,89 321 1604 0 0,-11-31-6371 0 0,-86-307 4578 0 0,0-4-7265 0 0,-19-32-3956 0 0,-6-9 9233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3.677"/>
    </inkml:context>
    <inkml:brush xml:id="br0">
      <inkml:brushProperty name="width" value="0.035" units="cm"/>
      <inkml:brushProperty name="height" value="0.035" units="cm"/>
      <inkml:brushProperty name="color" value="#E71224"/>
    </inkml:brush>
  </inkml:definitions>
  <inkml:trace contextRef="#ctx0" brushRef="#br0">30 30 584 0 0,'-12'8'4080'0'0,"4"0"0"0"0,0 1-720 0 0,7-2-960 0 0,4-1-640 0 0,3 3-559 0 0,10-6-481 0 0,10-4-320 0 0,9-4-448 0 0,7-5-992 0 0,5-3-2081 0 0,6-4-1439 0 0,2 2 480 0 0,1 3 960 0 0,-4 5 1040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4.073"/>
    </inkml:context>
    <inkml:brush xml:id="br0">
      <inkml:brushProperty name="width" value="0.035" units="cm"/>
      <inkml:brushProperty name="height" value="0.035" units="cm"/>
      <inkml:brushProperty name="color" value="#E71224"/>
    </inkml:brush>
  </inkml:definitions>
  <inkml:trace contextRef="#ctx0" brushRef="#br0">135 723 3864 0 0,'-42'-79'8517'0'0,"6"-7"-3716"0"0,23 49-4076 0 0,2 0 0 0 0,1-1 0 0 0,2 0 0 0 0,1 0-1 0 0,-1-43 1 0 0,9 65-659 0 0,0 1-1 0 0,0-1 1 0 0,2 1-1 0 0,0 0 1 0 0,0 0-1 0 0,1 0 1 0 0,1 0-1 0 0,1 1 1 0 0,11-23-1 0 0,-12 29-62 0 0,-1 0-1 0 0,1 0 1 0 0,0 0-1 0 0,1 1 1 0 0,-1-1-1 0 0,2 1 0 0 0,-1 1 1 0 0,1-1-1 0 0,0 1 1 0 0,0 0-1 0 0,1 1 1 0 0,0-1-1 0 0,-1 2 0 0 0,2-1 1 0 0,-1 1-1 0 0,1 0 1 0 0,9-3-1 0 0,-13 7 1 0 0,0-1 0 0 0,1 1 0 0 0,-1 0 0 0 0,0 0 1 0 0,0 0-1 0 0,0 0 0 0 0,0 1 0 0 0,0 0 0 0 0,0 0 0 0 0,0 1 0 0 0,0-1 0 0 0,0 1 0 0 0,0 0 1 0 0,-1 0-1 0 0,1 1 0 0 0,-1-1 0 0 0,0 1 0 0 0,1 0 0 0 0,-1 1 0 0 0,0-1 0 0 0,-1 0 1 0 0,1 1-1 0 0,-1 0 0 0 0,1 0 0 0 0,2 5 0 0 0,8 10 132 0 0,-2 1-1 0 0,0 1 1 0 0,-1 0 0 0 0,10 25 0 0 0,-3 3-148 0 0,-1 2 0 0 0,-3-1 0 0 0,-1 2 1 0 0,-3 0-1 0 0,-3 0 0 0 0,-1 1 1 0 0,-3 0-1 0 0,-5 75 0 0 0,2-96-2005 0 0,1-23-1835 0 0,3-22-1556 0 0,4-61-2738 0 0,-1 21 5560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4.715"/>
    </inkml:context>
    <inkml:brush xml:id="br0">
      <inkml:brushProperty name="width" value="0.035" units="cm"/>
      <inkml:brushProperty name="height" value="0.035" units="cm"/>
      <inkml:brushProperty name="color" value="#E71224"/>
    </inkml:brush>
  </inkml:definitions>
  <inkml:trace contextRef="#ctx0" brushRef="#br0">50 226 1464 0 0,'-6'-11'13345'0'0,"8"24"-9205"0"0,7 24-3424 0 0,14 55-520 0 0,-4 0 1 0 0,-4 1 0 0 0,4 120-1 0 0,-18-132-257 0 0,-25-134-259 0 0,-3-35 442 0 0,4-2-1 0 0,3 0 1 0 0,5-1-1 0 0,-7-161 1 0 0,22 237 29 0 0,0 0 0 0 0,1 0-1 0 0,0 0 1 0 0,2 0 0 0 0,0 0 0 0 0,6-18 0 0 0,-9 30-119 0 0,1 1 0 0 0,0-1 0 0 0,0 0 0 0 0,0 1 1 0 0,1-1-1 0 0,-1 1 0 0 0,1 0 0 0 0,-1-1 0 0 0,1 1 0 0 0,0 0 0 0 0,0 0 0 0 0,0 0 1 0 0,0 0-1 0 0,0 0 0 0 0,0 0 0 0 0,0 1 0 0 0,1-1 0 0 0,-1 1 0 0 0,1 0 1 0 0,-1-1-1 0 0,1 1 0 0 0,-1 0 0 0 0,1 1 0 0 0,0-1 0 0 0,0 0 0 0 0,-1 1 0 0 0,1-1 1 0 0,0 1-1 0 0,0 0 0 0 0,0 0 0 0 0,-1 0 0 0 0,1 0 0 0 0,0 1 0 0 0,0-1 1 0 0,-1 1-1 0 0,1 0 0 0 0,0-1 0 0 0,-1 1 0 0 0,1 0 0 0 0,3 3 0 0 0,2 0 15 0 0,0 0 0 0 0,-1 1 0 0 0,1 0 0 0 0,-1 0-1 0 0,-1 1 1 0 0,1 0 0 0 0,-1 0 0 0 0,0 1 0 0 0,0 0-1 0 0,-1 0 1 0 0,0 0 0 0 0,0 0 0 0 0,0 1 0 0 0,-1 0-1 0 0,0 0 1 0 0,-1 0 0 0 0,0 0 0 0 0,0 1 0 0 0,-1 0-1 0 0,0-1 1 0 0,1 10 0 0 0,2 14 8 0 0,-2 1 1 0 0,-1-1-1 0 0,-1 0 1 0 0,-6 46-1 0 0,-13 79-1530 0 0,21-202 1028 0 0,2 0-1 0 0,18-69 1 0 0,-18 94 338 0 0,1 1 0 0 0,1 0 1 0 0,1 0-1 0 0,1 0 1 0 0,0 1-1 0 0,1 1 0 0 0,1 0 1 0 0,16-20-1 0 0,-24 34 116 0 0,-1 0 0 0 0,0 0 0 0 0,1 1 0 0 0,-1-1 0 0 0,1 1 0 0 0,0 0 0 0 0,0-1 0 0 0,0 1 0 0 0,0 0 0 0 0,0 1 0 0 0,0-1 0 0 0,1 1 0 0 0,-1-1 0 0 0,0 1 0 0 0,1 0 0 0 0,-1 0 0 0 0,1 0 0 0 0,0 1 0 0 0,-1-1 0 0 0,1 1 0 0 0,0 0 0 0 0,-1 0 0 0 0,1 0 0 0 0,3 1 0 0 0,-2 1 30 0 0,-1 0 0 0 0,1 0 0 0 0,-1 0 0 0 0,0 0-1 0 0,0 1 1 0 0,0 0 0 0 0,0-1 0 0 0,0 1 0 0 0,-1 1 0 0 0,0-1-1 0 0,1 0 1 0 0,-1 1 0 0 0,0 0 0 0 0,-1 0 0 0 0,1 0 0 0 0,-1 0-1 0 0,1 0 1 0 0,1 5 0 0 0,4 10 92 0 0,-1 1 1 0 0,-1 0-1 0 0,-1 1 0 0 0,-1-1 1 0 0,0 1-1 0 0,-1 0 0 0 0,-2-1 1 0 0,0 1-1 0 0,-1 0 0 0 0,-4 29 0 0 0,1-28-21 0 0,0 0-1 0 0,-1 0 0 0 0,-2 0 0 0 0,0 0 0 0 0,-1-1 0 0 0,-2 0 0 0 0,0-1 0 0 0,-1 1 0 0 0,-18 26 0 0 0,25-43-144 0 0,1 0-1 0 0,-1-1 0 0 0,0 0 1 0 0,0 1-1 0 0,0-1 0 0 0,-1-1 1 0 0,1 1-1 0 0,-1 0 0 0 0,0-1 1 0 0,1 0-1 0 0,-6 2 0 0 0,8-3-80 0 0,0-1 0 0 0,-1 0-1 0 0,1 1 1 0 0,0-1 0 0 0,0 0 0 0 0,-1 0-1 0 0,1 0 1 0 0,0 0 0 0 0,-1-1-1 0 0,1 1 1 0 0,0 0 0 0 0,-1 0 0 0 0,1-1-1 0 0,0 1 1 0 0,0-1 0 0 0,-1 1 0 0 0,1-1-1 0 0,0 0 1 0 0,0 1 0 0 0,0-1-1 0 0,0 0 1 0 0,0 0 0 0 0,0 0 0 0 0,0 0-1 0 0,0 0 1 0 0,0 0 0 0 0,0 0-1 0 0,0 0 1 0 0,1 0 0 0 0,-1 0 0 0 0,0 0-1 0 0,1 0 1 0 0,-1-1 0 0 0,1 1 0 0 0,-1 0-1 0 0,1 0 1 0 0,0-1 0 0 0,-1 1-1 0 0,1 0 1 0 0,0-3 0 0 0,-3-8-1594 0 0,1 0 1 0 0,0-1-1 0 0,0 1 1 0 0,1-1-1 0 0,1-12 0 0 0,8-68-3901 0 0,-6 72 4935 0 0,7-52-1255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4.948"/>
    </inkml:context>
    <inkml:brush xml:id="br0">
      <inkml:brushProperty name="width" value="0.035" units="cm"/>
      <inkml:brushProperty name="height" value="0.035" units="cm"/>
      <inkml:brushProperty name="color" value="#E71224"/>
    </inkml:brush>
  </inkml:definitions>
  <inkml:trace contextRef="#ctx0" brushRef="#br0">35 0 1464 0 0,'-35'5'18387'0'0,"35"-5"-18267"0"0,22 4 1107 0 0,12 3-737 0 0,0 1-1 0 0,0 2 1 0 0,54 24-1 0 0,94 57 286 0 0,-150-72-713 0 0,0 1-1 0 0,-1 2 1 0 0,-1 1-1 0 0,-1 1 0 0 0,-1 2 1 0 0,-1 1-1 0 0,-2 0 1 0 0,0 2-1 0 0,-2 1 0 0 0,-2 1 1 0 0,26 48-1 0 0,-34-53-145 0 0,-1 0 0 0 0,-2 1 0 0 0,0 1 0 0 0,-2 0 0 0 0,-1 0 0 0 0,-1 1 0 0 0,-1-1 0 0 0,-2 1 0 0 0,-1 0 0 0 0,-1 0 0 0 0,-2 0 0 0 0,-1 0 0 0 0,-1 0-1 0 0,-1 0 1 0 0,-12 41 0 0 0,4-32-898 0 0,-1 0 0 0 0,-23 42-1 0 0,18-45-754 0 0,-1-1-1 0 0,-2-1 0 0 0,-2-1 0 0 0,0-1 0 0 0,-2-2 1 0 0,-2 0-1 0 0,0-1 0 0 0,-37 27 0 0 0,-38 16-1342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5.603"/>
    </inkml:context>
    <inkml:brush xml:id="br0">
      <inkml:brushProperty name="width" value="0.035" units="cm"/>
      <inkml:brushProperty name="height" value="0.035" units="cm"/>
      <inkml:brushProperty name="color" value="#E71224"/>
    </inkml:brush>
  </inkml:definitions>
  <inkml:trace contextRef="#ctx0" brushRef="#br0">0 1452 1944 0 0,'15'6'9201'0'0,"2"-5"-3623"0"0,20-10-1585 0 0,35-31-5350 0 0,-61 33 2583 0 0,308-209 412 0 0,-81 51-1116 0 0,1179-787 1763 0 0,-1311 883-5018 0 0,-140 84-14721 0 0,2 8 14267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7.206"/>
    </inkml:context>
    <inkml:brush xml:id="br0">
      <inkml:brushProperty name="width" value="0.035" units="cm"/>
      <inkml:brushProperty name="height" value="0.035" units="cm"/>
      <inkml:brushProperty name="color" value="#E71224"/>
    </inkml:brush>
  </inkml:definitions>
  <inkml:trace contextRef="#ctx0" brushRef="#br0">64 56 2584 0 0,'-3'-8'1499'0'0,"3"5"-916"0"0,-1 0-1 0 0,1 0 1 0 0,-1 0-1 0 0,0 0 0 0 0,-1 1 1 0 0,1-1-1 0 0,0 0 1 0 0,-1 0-1 0 0,1 1 0 0 0,-1-1 1 0 0,0 1-1 0 0,0-1 1 0 0,0 1-1 0 0,0 0 1 0 0,-1 0-1 0 0,-2-3 0 0 0,4 5-496 0 0,1 0-1 0 0,0 0 1 0 0,-1 0-1 0 0,1 0 0 0 0,0 0 1 0 0,-1 0-1 0 0,1 0 0 0 0,0 0 1 0 0,-1 0-1 0 0,1 0 0 0 0,0 0 1 0 0,-1 0-1 0 0,1 0 0 0 0,0 0 1 0 0,-1 0-1 0 0,1 1 1 0 0,0-1-1 0 0,-1 0 0 0 0,1 0 1 0 0,0 0-1 0 0,0 1 0 0 0,-1-1 1 0 0,1 0-1 0 0,0 0 0 0 0,0 1 1 0 0,-1-1-1 0 0,1 0 0 0 0,0 0 1 0 0,0 1-1 0 0,0-1 1 0 0,0 0-1 0 0,-1 1 0 0 0,1-1 1 0 0,0 0-1 0 0,0 1 0 0 0,0-1 1 0 0,0 0-1 0 0,0 1 0 0 0,0-1 1 0 0,0 0-1 0 0,0 1 0 0 0,0-1 1 0 0,0 0-1 0 0,0 1 1 0 0,0-1-1 0 0,0 1 0 0 0,2 19 1020 0 0,-1-18-955 0 0,67 332 2733 0 0,64 159-3760 0 0,-115-439 331 0 0,-9-37 57 0 0,-10-33-210 0 0,-23-81 553 0 0,-74-185-1 0 0,-11-32 408 0 0,106 299-163 0 0,1 0 0 0 0,0 1-1 0 0,1-1 1 0 0,1 0-1 0 0,0-1 1 0 0,2-20 0 0 0,-1 32-61 0 0,0 1 1 0 0,1 0-1 0 0,-1-1 1 0 0,1 1-1 0 0,0 0 1 0 0,0-1 0 0 0,0 1-1 0 0,1 0 1 0 0,-1 0-1 0 0,1 0 1 0 0,0 0-1 0 0,0 0 1 0 0,0 0-1 0 0,0 1 1 0 0,0-1-1 0 0,1 0 1 0 0,-1 1 0 0 0,1 0-1 0 0,-1 0 1 0 0,1 0-1 0 0,0 0 1 0 0,0 0-1 0 0,0 0 1 0 0,0 1-1 0 0,0-1 1 0 0,0 1-1 0 0,1 0 1 0 0,-1 0 0 0 0,0 0-1 0 0,1 1 1 0 0,-1-1-1 0 0,0 1 1 0 0,7-1-1 0 0,-1 2-12 0 0,0 0 1 0 0,0 0-1 0 0,1 0 0 0 0,-1 1 0 0 0,0 1 0 0 0,-1 0 1 0 0,1 0-1 0 0,0 0 0 0 0,-1 1 0 0 0,0 0 0 0 0,0 1 0 0 0,0 0 1 0 0,-1 0-1 0 0,1 1 0 0 0,-1 0 0 0 0,0 0 0 0 0,-1 1 0 0 0,0-1 1 0 0,0 2-1 0 0,0-1 0 0 0,-1 0 0 0 0,7 13 0 0 0,-5-8 59 0 0,0 0 0 0 0,-1 0 1 0 0,0 1-1 0 0,-1 0 0 0 0,0 0 0 0 0,-1 0 0 0 0,-1 0 0 0 0,0 1 0 0 0,-1 0 0 0 0,0-1 0 0 0,-1 1 0 0 0,0 0 0 0 0,-2 0 0 0 0,-2 20 0 0 0,-1-16-6 0 0,0 0-1 0 0,-2-1 0 0 0,0 0 1 0 0,-1 0-1 0 0,-1-1 0 0 0,-10 17 1 0 0,15-28-92 0 0,-1 1 0 0 0,1-1 0 0 0,-1 0-1 0 0,0 1 1 0 0,0-2 0 0 0,-1 1 0 0 0,1-1 0 0 0,-1 1 0 0 0,0-1 0 0 0,0 0 0 0 0,-1-1 0 0 0,1 0 0 0 0,-1 1-1 0 0,0-2 1 0 0,0 1 0 0 0,0-1 0 0 0,0 0 0 0 0,0 0 0 0 0,0 0 0 0 0,-8 0 0 0 0,11-2-53 0 0,0 0 1 0 0,0 0 0 0 0,0 0 0 0 0,0 0-1 0 0,0-1 1 0 0,0 1 0 0 0,0-1-1 0 0,1 0 1 0 0,-1 0 0 0 0,0 0 0 0 0,1 0-1 0 0,-1 0 1 0 0,0-1 0 0 0,1 1 0 0 0,-1-1-1 0 0,-1-2 1 0 0,2 2-287 0 0,0 0 0 0 0,0 0-1 0 0,0-1 1 0 0,0 1 0 0 0,0-1 0 0 0,1 1 0 0 0,-1-1-1 0 0,1 1 1 0 0,0-1 0 0 0,0 0 0 0 0,0 0 0 0 0,0 0-1 0 0,0-5 1 0 0,0 5-251 0 0,1-1 0 0 0,-1 0-1 0 0,1 0 1 0 0,0 0 0 0 0,1 0 0 0 0,-1 0-1 0 0,1 0 1 0 0,0 0 0 0 0,0 0-1 0 0,0 0 1 0 0,0 1 0 0 0,1-1 0 0 0,-1 0-1 0 0,1 1 1 0 0,0-1 0 0 0,0 1 0 0 0,0 0-1 0 0,1 0 1 0 0,-1 0 0 0 0,1 0 0 0 0,0 0-1 0 0,-1 0 1 0 0,6-3 0 0 0,14-6-1663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7.515"/>
    </inkml:context>
    <inkml:brush xml:id="br0">
      <inkml:brushProperty name="width" value="0.035" units="cm"/>
      <inkml:brushProperty name="height" value="0.035" units="cm"/>
      <inkml:brushProperty name="color" value="#E71224"/>
    </inkml:brush>
  </inkml:definitions>
  <inkml:trace contextRef="#ctx0" brushRef="#br0">107 47 1544 0 0,'-1'-4'752'0'0,"0"1"0"0"0,-1-1 0 0 0,0 0-1 0 0,0 1 1 0 0,0-1 0 0 0,0 1 0 0 0,0 0 0 0 0,-1 0 0 0 0,1 0 0 0 0,-1 0-1 0 0,-3-3 1 0 0,5 6-561 0 0,1-1 1 0 0,-1 1-1 0 0,0 0 0 0 0,1-1 0 0 0,-1 1 0 0 0,0 0 1 0 0,0-1-1 0 0,0 1 0 0 0,1 0 0 0 0,-1 0 0 0 0,0 0 1 0 0,0 0-1 0 0,0 0 0 0 0,1 0 0 0 0,-1 0 0 0 0,0 0 1 0 0,0 0-1 0 0,0 0 0 0 0,0 0 0 0 0,1 0 0 0 0,-1 0 1 0 0,-1 1-1 0 0,0 0-68 0 0,0 1 1 0 0,1-1-1 0 0,-1 0 0 0 0,1 1 1 0 0,-1-1-1 0 0,1 1 0 0 0,0-1 1 0 0,-1 1-1 0 0,1 0 1 0 0,0-1-1 0 0,0 1 0 0 0,0 0 1 0 0,-1 2-1 0 0,-6 16 397 0 0,1 0-1 0 0,1 1 1 0 0,1 0-1 0 0,1 0 1 0 0,-4 40-1 0 0,6 111 404 0 0,9-59-514 0 0,26 145 1 0 0,-20-194-1647 0 0,3 0 0 0 0,2-1 1 0 0,43 99-1 0 0,-55-149-144 0 0,1-1 1 0 0,-1 0-1 0 0,13 16 0 0 0,-18-26 1076 0 0,0 0-1 0 0,1-1 0 0 0,-1 1 1 0 0,0 0-1 0 0,1 0 0 0 0,0-1 1 0 0,-1 1-1 0 0,1-1 0 0 0,0 1 1 0 0,0-1-1 0 0,0 0 0 0 0,0 0 1 0 0,0 1-1 0 0,0-1 0 0 0,0-1 1 0 0,0 1-1 0 0,0 0 0 0 0,1-1 1 0 0,-1 1-1 0 0,0-1 0 0 0,0 1 1 0 0,1-1-1 0 0,-1 0 0 0 0,0 0 1 0 0,1 0-1 0 0,-1 0 0 0 0,0-1 1 0 0,3 0-1 0 0,14-11-1614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8.115"/>
    </inkml:context>
    <inkml:brush xml:id="br0">
      <inkml:brushProperty name="width" value="0.035" units="cm"/>
      <inkml:brushProperty name="height" value="0.035" units="cm"/>
      <inkml:brushProperty name="color" value="#E71224"/>
    </inkml:brush>
  </inkml:definitions>
  <inkml:trace contextRef="#ctx0" brushRef="#br0">31 124 2264 0 0,'0'-1'340'0'0,"0"-29"12445"0"0,3 46-10763 0 0,79 589 2512 0 0,-73-486-4574 0 0,-36-183 21 0 0,-2-25 62 0 0,-20-114-1 0 0,41 159-25 0 0,2 1 0 0 0,2-1 1 0 0,2 0-1 0 0,7-82 0 0 0,-2 108-18 0 0,0 1 0 0 0,1-1-1 0 0,1 0 1 0 0,13-29 0 0 0,-16 42 6 0 0,1 1 0 0 0,-1-1 0 0 0,1 0 0 0 0,0 1 0 0 0,1-1 0 0 0,-1 1 0 0 0,1 0-1 0 0,0 0 1 0 0,4-4 0 0 0,-6 7 3 0 0,0 0 0 0 0,0 0-1 0 0,0 0 1 0 0,0 0 0 0 0,0 0 0 0 0,1 0-1 0 0,-1 0 1 0 0,0 1 0 0 0,0-1 0 0 0,0 1-1 0 0,1-1 1 0 0,-1 1 0 0 0,0 0-1 0 0,0 0 1 0 0,1 0 0 0 0,-1 0 0 0 0,0 1-1 0 0,0-1 1 0 0,1 0 0 0 0,-1 1 0 0 0,0 0-1 0 0,3 1 1 0 0,-1 0 17 0 0,0 1 1 0 0,0-1-1 0 0,0 1 1 0 0,0 1-1 0 0,0-1 1 0 0,-1 0-1 0 0,0 1 0 0 0,1 0 1 0 0,-1 0-1 0 0,0 0 1 0 0,-1 0-1 0 0,1 0 0 0 0,-1 0 1 0 0,0 1-1 0 0,0-1 1 0 0,2 9-1 0 0,2 5 27 0 0,-1-1 0 0 0,-1 1 0 0 0,2 22 0 0 0,-1 24-144 0 0,-4 1-1 0 0,-2-1 1 0 0,-3 1 0 0 0,-12 66 0 0 0,22-200-835 0 0,5-21 574 0 0,27-55-157 0 0,-31 125 437 0 0,0 1 0 0 0,1 0 0 0 0,1 0 0 0 0,1 0 1 0 0,14-18-1 0 0,-23 34 75 0 0,1 1-1 0 0,0-1 1 0 0,-1 1-1 0 0,1 0 1 0 0,0-1-1 0 0,0 1 1 0 0,1 0 0 0 0,-1 0-1 0 0,0 0 1 0 0,1 1-1 0 0,-1-1 1 0 0,1 0 0 0 0,0 1-1 0 0,-1 0 1 0 0,1 0-1 0 0,0 0 1 0 0,0 0-1 0 0,0 0 1 0 0,0 0 0 0 0,0 1-1 0 0,0-1 1 0 0,0 1-1 0 0,0 0 1 0 0,0 0-1 0 0,0 0 1 0 0,5 1 0 0 0,-4 1 43 0 0,1 0 0 0 0,0 0 1 0 0,-1 1-1 0 0,1-1 0 0 0,-1 1 1 0 0,0 0-1 0 0,0 0 0 0 0,0 1 1 0 0,-1-1-1 0 0,1 1 0 0 0,-1 0 1 0 0,1 0-1 0 0,-1 0 0 0 0,-1 0 1 0 0,4 5-1 0 0,4 11 115 0 0,0 0 0 0 0,-2 1 0 0 0,0 0-1 0 0,-1 0 1 0 0,-1 0 0 0 0,-1 1 0 0 0,-1 0 0 0 0,-1 0 0 0 0,1 31 0 0 0,-4 16 114 0 0,-12 115 0 0 0,8-148-273 0 0,1-3-173 0 0,-1-1-1 0 0,-1-1 1 0 0,-16 54 0 0 0,20-84 76 0 0,1 1 0 0 0,-1-1 1 0 0,1 1-1 0 0,-1-1 0 0 0,0 0 1 0 0,1 1-1 0 0,-1-1 0 0 0,0 0 0 0 0,0 1 1 0 0,0-1-1 0 0,0 0 0 0 0,0 0 1 0 0,0 0-1 0 0,-2 1 0 0 0,3-2-25 0 0,-1 1 0 0 0,1-1 0 0 0,-1 0 0 0 0,1 0 0 0 0,0 0-1 0 0,-1 0 1 0 0,1 0 0 0 0,-1 0 0 0 0,1 0 0 0 0,-1 0 0 0 0,1-1-1 0 0,0 1 1 0 0,-1 0 0 0 0,1 0 0 0 0,-1 0 0 0 0,1 0 0 0 0,0-1-1 0 0,-1 1 1 0 0,1 0 0 0 0,-1 0 0 0 0,1-1 0 0 0,0 1 0 0 0,-1 0-1 0 0,1 0 1 0 0,0-1 0 0 0,-1 1 0 0 0,1 0 0 0 0,0-1 0 0 0,0 1-1 0 0,-1-1 1 0 0,-2-4-855 0 0,1 0-1 0 0,-1-1 1 0 0,1 1-1 0 0,0-1 1 0 0,0 1-1 0 0,0-7 1 0 0,-24-122-6571 0 0,11 42 5280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28.370"/>
    </inkml:context>
    <inkml:brush xml:id="br0">
      <inkml:brushProperty name="width" value="0.035" units="cm"/>
      <inkml:brushProperty name="height" value="0.035" units="cm"/>
      <inkml:brushProperty name="color" value="#E71224"/>
    </inkml:brush>
  </inkml:definitions>
  <inkml:trace contextRef="#ctx0" brushRef="#br0">1 24 3864 0 0,'0'-1'339'0'0,"0"0"-1"0"0,0 0 1 0 0,0 0 0 0 0,0 1-1 0 0,0-1 1 0 0,0 0-1 0 0,0 0 1 0 0,0 0 0 0 0,0 1-1 0 0,1-1 1 0 0,-1 0-1 0 0,0 0 1 0 0,0 1 0 0 0,1-1-1 0 0,-1 0 1 0 0,0 1 0 0 0,1-1-1 0 0,-1 0 1 0 0,1 1-1 0 0,-1-1 1 0 0,1 0 0 0 0,-1 1-1 0 0,1-1 1 0 0,-1 1-1 0 0,1-1 1 0 0,0 1 0 0 0,-1-1-1 0 0,1 1 1 0 0,0 0-1 0 0,-1-1 1 0 0,1 1 0 0 0,1-1-1 0 0,1 1 29 0 0,0-1 0 0 0,0 1 0 0 0,0 0 0 0 0,0 0 0 0 0,0 0 0 0 0,0 0 0 0 0,0 0 0 0 0,0 1 0 0 0,3 0 0 0 0,61 23 990 0 0,-45-12-1125 0 0,-1 2 0 0 0,0 0 0 0 0,0 1 0 0 0,-1 0 0 0 0,-1 2 0 0 0,-1 1 0 0 0,-1 0 1 0 0,0 1-1 0 0,-1 1 0 0 0,18 30 0 0 0,-14-17-90 0 0,-1 0 0 0 0,-2 2 0 0 0,-1 0 0 0 0,-2 1 0 0 0,-1 0-1 0 0,9 45 1 0 0,-14-32-93 0 0,-2 0 0 0 0,-2 0 0 0 0,-2 1-1 0 0,-2-1 1 0 0,-7 54 0 0 0,-8 6-1266 0 0,-33 125 0 0 0,22-136-1904 0 0,16-63 369 0 0,-2-2 0 0 0,-1 1 0 0 0,-2-2 0 0 0,-29 50 0 0 0,3-27-181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0.651"/>
    </inkml:context>
    <inkml:brush xml:id="br0">
      <inkml:brushProperty name="width" value="0.035" units="cm"/>
      <inkml:brushProperty name="height" value="0.035" units="cm"/>
      <inkml:brushProperty name="color" value="#E71224"/>
    </inkml:brush>
  </inkml:definitions>
  <inkml:trace contextRef="#ctx0" brushRef="#br0">52 111 3384 0 0,'0'-92'11787'0'0,"3"106"-6549"0"0,3 8-3405 0 0,9 36-704 0 0,-6 22-367 0 0,-5 0 1 0 0,-2 1-1 0 0,-15 124 0 0 0,-58 236-1939 0 0,64-411-346 0 0,7-51-660 0 0,0-9 1889 0 0,0-29-464 0 0,6-290-1942 0 0,0 264 2475 0 0,3 0 0 0 0,21-87 0 0 0,-24 146 527 0 0,1 0 0 0 0,1 0 0 0 0,1 1 0 0 0,1 0 0 0 0,2 1 0 0 0,22-36 1 0 0,-33 58-230 0 0,-1 1 0 0 0,1 0 0 0 0,0 0 1 0 0,0 0-1 0 0,0 0 0 0 0,0 0 0 0 0,0 0 0 0 0,0 0 1 0 0,1 0-1 0 0,-1 1 0 0 0,0-1 0 0 0,0 0 1 0 0,1 1-1 0 0,-1-1 0 0 0,0 1 0 0 0,1-1 1 0 0,-1 1-1 0 0,0-1 0 0 0,1 1 0 0 0,-1 0 0 0 0,1 0 1 0 0,-1 0-1 0 0,0 0 0 0 0,1 0 0 0 0,-1 0 1 0 0,1 0-1 0 0,-1 0 0 0 0,0 1 0 0 0,1-1 0 0 0,-1 0 1 0 0,1 1-1 0 0,-1-1 0 0 0,0 1 0 0 0,0 0 1 0 0,1-1-1 0 0,-1 1 0 0 0,0 0 0 0 0,0 0 1 0 0,0 0-1 0 0,0 0 0 0 0,0 0 0 0 0,0 0 0 0 0,0 0 1 0 0,2 2-1 0 0,4 5 225 0 0,0 1 1 0 0,-1-1-1 0 0,1 1 0 0 0,7 16 0 0 0,9 24 225 0 0,-2 1 1 0 0,-2 1-1 0 0,19 76 0 0 0,18 163-224 0 0,-47-238-575 0 0,14 107-358 0 0,-22-139-885 0 0,-1 1 0 0 0,-4 40 1 0 0,4-61 1352 0 0,0 1 1 0 0,0-1-1 0 0,0 0 1 0 0,0 1 0 0 0,0-1-1 0 0,1 1 1 0 0,-2-1 0 0 0,1 0-1 0 0,0 1 1 0 0,0-1-1 0 0,0 1 1 0 0,0-1 0 0 0,0 0-1 0 0,0 1 1 0 0,0-1-1 0 0,0 0 1 0 0,0 1 0 0 0,-1-1-1 0 0,1 0 1 0 0,0 1 0 0 0,0-1-1 0 0,0 0 1 0 0,-1 1-1 0 0,1-1 1 0 0,0 0 0 0 0,-1 0-1 0 0,1 1 1 0 0,0-1-1 0 0,0 0 1 0 0,-1 0 0 0 0,1 0-1 0 0,0 1 1 0 0,-1-1 0 0 0,1 0-1 0 0,-1 0 1 0 0,1 0-1 0 0,0 0 1 0 0,-1 0 0 0 0,1 0-1 0 0,0 0 1 0 0,-1 1-1 0 0,1-1 1 0 0,-1 0 0 0 0,1 0-1 0 0,0-1 1 0 0,-1 1 0 0 0,1 0-1 0 0,0 0 1 0 0,-1 0-1 0 0,1 0 1 0 0,-1 0 0 0 0,1 0-1 0 0,0 0 1 0 0,-1-1-1 0 0,1 1 1 0 0,0 0 0 0 0,-1 0-1 0 0,1 0 1 0 0,0-1-1 0 0,0 1 1 0 0,-1-1 0 0 0,-19-20-5761 0 0,19 19 5745 0 0,-22-28-2819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0.813"/>
    </inkml:context>
    <inkml:brush xml:id="br0">
      <inkml:brushProperty name="width" value="0.035" units="cm"/>
      <inkml:brushProperty name="height" value="0.035" units="cm"/>
      <inkml:brushProperty name="color" value="#E71224"/>
    </inkml:brush>
  </inkml:definitions>
  <inkml:trace contextRef="#ctx0" brushRef="#br0">0 150 1784 0 0,'1'10'4480'0'0,"5"-1"-560"0"0,1-5-960 0 0,6-4-960 0 0,7 2-639 0 0,10-4-321 0 0,7-4-400 0 0,7-5-320 0 0,6-6-320 0 0,3-4-848 0 0,-3-3-2113 0 0,1-2-1759 0 0,-7 2 480 0 0,-5 3 1120 0 0,-10-1 960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1.329"/>
    </inkml:context>
    <inkml:brush xml:id="br0">
      <inkml:brushProperty name="width" value="0.035" units="cm"/>
      <inkml:brushProperty name="height" value="0.035" units="cm"/>
      <inkml:brushProperty name="color" value="#E71224"/>
    </inkml:brush>
  </inkml:definitions>
  <inkml:trace contextRef="#ctx0" brushRef="#br0">1 136 1464 0 0,'2'7'9520'0'0,"3"-5"-4131"0"0,12-4-2244 0 0,17-13-3532 0 0,80-57-208 0 0,-74 46-3272 0 0,-1 1-4479 0 0,-30 21 5132 0 0,-6 3 881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1.479"/>
    </inkml:context>
    <inkml:brush xml:id="br0">
      <inkml:brushProperty name="width" value="0.035" units="cm"/>
      <inkml:brushProperty name="height" value="0.035" units="cm"/>
      <inkml:brushProperty name="color" value="#E71224"/>
    </inkml:brush>
  </inkml:definitions>
  <inkml:trace contextRef="#ctx0" brushRef="#br0">1 116 3864 0 0,'0'21'4640'0'0,"3"-7"-960"0"0,-2-6-960 0 0,4 0-799 0 0,4-5-641 0 0,3-3-480 0 0,6-6-320 0 0,5-5-80 0 0,7-4-240 0 0,5-5-208 0 0,-2-3-592 0 0,4-3-1520 0 0,-1-2-2401 0 0,-5 5-239 0 0,-10 8 960 0 0,-9 12 1120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4.703"/>
    </inkml:context>
    <inkml:brush xml:id="br0">
      <inkml:brushProperty name="width" value="0.035" units="cm"/>
      <inkml:brushProperty name="height" value="0.035" units="cm"/>
      <inkml:brushProperty name="color" value="#E71224"/>
    </inkml:brush>
  </inkml:definitions>
  <inkml:trace contextRef="#ctx0" brushRef="#br0">1 41 1224 0 0,'5'-21'3166'0'0,"-1"2"6532"0"0,-2 35-4735 0 0,2 62-4341 0 0,3 0-1 0 0,4 0 0 0 0,2-1 1 0 0,28 85-1 0 0,-29-120-544 0 0,25 57-1 0 0,-32-88-73 0 0,0 0 0 0 0,1-1 0 0 0,0 1 0 0 0,0-1 0 0 0,1-1 1 0 0,1 1-1 0 0,-1-1 0 0 0,1 0 0 0 0,1-1 0 0 0,13 11 0 0 0,-19-18-107 0 0,0 1 1 0 0,0 0 0 0 0,0-1 0 0 0,0 1-1 0 0,0-1 1 0 0,0 0 0 0 0,1 0 0 0 0,-1 0-1 0 0,0-1 1 0 0,1 1 0 0 0,-1-1 0 0 0,1 1 0 0 0,-1-1-1 0 0,1-1 1 0 0,-1 1 0 0 0,0 0 0 0 0,6-2-1 0 0,-3 0-327 0 0,0 0 0 0 0,0 0 0 0 0,-1-1-1 0 0,1 1 1 0 0,-1-2 0 0 0,1 1 0 0 0,-1 0-1 0 0,0-1 1 0 0,5-5 0 0 0,0 0-504 0 0,-1-1 1 0 0,0 0-1 0 0,0 0 1 0 0,-1-1-1 0 0,-1 0 1 0 0,0-1-1 0 0,0 0 0 0 0,6-17 1 0 0,-7 5-2946 0 0,-6 6 1093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4.900"/>
    </inkml:context>
    <inkml:brush xml:id="br0">
      <inkml:brushProperty name="width" value="0.035" units="cm"/>
      <inkml:brushProperty name="height" value="0.035" units="cm"/>
      <inkml:brushProperty name="color" value="#E71224"/>
    </inkml:brush>
  </inkml:definitions>
  <inkml:trace contextRef="#ctx0" brushRef="#br0">0 68 3464 0 0,'10'-2'4320'0'0,"1"-1"-800"0"0,2-1-880 0 0,2 2-800 0 0,3 0-559 0 0,5-2-321 0 0,7-1-400 0 0,5 1-320 0 0,4-4-448 0 0,3 1-1072 0 0,-1 0-2401 0 0,-2-3-1119 0 0,-6 3 720 0 0,-5 5 1280 0 0,-14 2 1040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5.430"/>
    </inkml:context>
    <inkml:brush xml:id="br0">
      <inkml:brushProperty name="width" value="0.035" units="cm"/>
      <inkml:brushProperty name="height" value="0.035" units="cm"/>
      <inkml:brushProperty name="color" value="#E71224"/>
    </inkml:brush>
  </inkml:definitions>
  <inkml:trace contextRef="#ctx0" brushRef="#br0">189 38 664 0 0,'8'-10'1758'0'0,"3"-9"4833"0"0,-10 11-438 0 0,-17 16-2961 0 0,5 1-2635 0 0,-1 1-1 0 0,2 0 1 0 0,0 1 0 0 0,0 0-1 0 0,1 0 1 0 0,-13 22 0 0 0,-41 81 149 0 0,62-112-682 0 0,-8 17 77 0 0,0 0 1 0 0,-9 33 0 0 0,16-44-98 0 0,0 0 0 0 0,1-1 0 0 0,-1 1 1 0 0,2 0-1 0 0,-1 0 0 0 0,1 0 1 0 0,0 0-1 0 0,0 0 0 0 0,1 0 0 0 0,2 8 1 0 0,-2-13-17 0 0,1 0-1 0 0,0 0 1 0 0,-1 0 0 0 0,1 0 0 0 0,0 0 0 0 0,1-1 0 0 0,-1 1 0 0 0,0 0-1 0 0,1-1 1 0 0,0 0 0 0 0,-1 0 0 0 0,1 0 0 0 0,0 0 0 0 0,0 0-1 0 0,0 0 1 0 0,0-1 0 0 0,0 0 0 0 0,0 1 0 0 0,1-1 0 0 0,-1 0 0 0 0,0-1-1 0 0,1 1 1 0 0,6 0 0 0 0,6 1 17 0 0,0-1 0 0 0,0 0 0 0 0,27-3 0 0 0,58-13 141 0 0,-69 8-828 0 0,0 2-1 0 0,40-1 0 0 0,-72 6 534 0 0,1 0 1 0 0,-1 0-1 0 0,1 0 0 0 0,-1 0 0 0 0,1-1 0 0 0,-1 1 0 0 0,0 0 1 0 0,1 0-1 0 0,-1 0 0 0 0,1 0 0 0 0,-1 0 0 0 0,1 0 0 0 0,-1 1 1 0 0,1-1-1 0 0,-1 0 0 0 0,1 0 0 0 0,-1 0 0 0 0,0 0 0 0 0,1 0 0 0 0,-1 1 1 0 0,1-1-1 0 0,-1 0 0 0 0,0 0 0 0 0,1 1 0 0 0,-1-1 0 0 0,1 0 1 0 0,-1 1-1 0 0,0-1 0 0 0,1 0 0 0 0,-1 1 0 0 0,0-1 0 0 0,0 0 1 0 0,1 1-1 0 0,-1-1 0 0 0,0 1 0 0 0,0-1 0 0 0,0 0 0 0 0,0 1 1 0 0,1-1-1 0 0,-1 1 0 0 0,0-1 0 0 0,0 1 0 0 0,0-1 0 0 0,0 1 0 0 0,0-1 1 0 0,0 0-1 0 0,0 1 0 0 0,0-1 0 0 0,0 1 0 0 0,0-1 0 0 0,0 1 1 0 0,-1-1-1 0 0,1 1 0 0 0,0-1 0 0 0,0 0 0 0 0,0 1 0 0 0,-1-1 1 0 0,1 1-1 0 0,0-1 0 0 0,0 0 0 0 0,-1 1 0 0 0,1-1 0 0 0,0 0 0 0 0,-1 1 1 0 0,1-1-1 0 0,0 0 0 0 0,-1 1 0 0 0,-15 16-5913 0 0,7-9 5085 0 0,-14 9-1690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5.610"/>
    </inkml:context>
    <inkml:brush xml:id="br0">
      <inkml:brushProperty name="width" value="0.035" units="cm"/>
      <inkml:brushProperty name="height" value="0.035" units="cm"/>
      <inkml:brushProperty name="color" value="#E71224"/>
    </inkml:brush>
  </inkml:definitions>
  <inkml:trace contextRef="#ctx0" brushRef="#br0">19 11 2504 0 0,'-4'7'1905'0'0,"-10"22"9140"0"0,20-20-6847 0 0,14-7-3465 0 0,28-6 3 0 0,87-21 0 0 0,-48 8-3622 0 0,-2 6-7202 0 0,-83 11 9763 0 0,0-1 1 0 0,-1 1 0 0 0,1 0-1 0 0,0 0 1 0 0,0 1-1 0 0,-1-1 1 0 0,1 0-1 0 0,0 0 1 0 0,0 1-1 0 0,-1-1 1 0 0,1 1-1 0 0,0 0 1 0 0,-1-1 0 0 0,1 1-1 0 0,-1 0 1 0 0,1 0-1 0 0,-1 0 1 0 0,1 0-1 0 0,-1 0 1 0 0,2 2-1 0 0,6 12-1608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7.346"/>
    </inkml:context>
    <inkml:brush xml:id="br0">
      <inkml:brushProperty name="width" value="0.035" units="cm"/>
      <inkml:brushProperty name="height" value="0.035" units="cm"/>
      <inkml:brushProperty name="color" value="#E71224"/>
    </inkml:brush>
  </inkml:definitions>
  <inkml:trace contextRef="#ctx0" brushRef="#br0">135 55 824 0 0,'31'-24'5537'0'0,"-6"-7"2940"0"0,-62 93-2722 0 0,-67 130-2346 0 0,95-172-3429 0 0,1 0 0 0 0,0 0 1 0 0,2 1-1 0 0,1 0 0 0 0,0 0 1 0 0,2 1-1 0 0,0-1 0 0 0,1 23 1 0 0,2-41 28 0 0,0 0 0 0 0,1 1 0 0 0,0-1 0 0 0,0 0 0 0 0,0 0 0 0 0,0 0 0 0 0,0 0 0 0 0,0 0 0 0 0,1 0 0 0 0,-1-1 0 0 0,1 1 0 0 0,0 0 0 0 0,0-1 0 0 0,0 1 0 0 0,0-1 0 0 0,1 0 0 0 0,-1 0 0 0 0,0 1 0 0 0,1-2 0 0 0,0 1 0 0 0,-1 0 0 0 0,1 0 0 0 0,0-1 0 0 0,0 0 0 0 0,0 1 0 0 0,0-1 1 0 0,0 0-1 0 0,0-1 0 0 0,4 2 0 0 0,12 2 87 0 0,0-1 1 0 0,0 0 0 0 0,33-1-1 0 0,-32-1-73 0 0,169 10-1591 0 0,-197-11-7572 0 0,-1 0 3727 0 0,-37 6-915 0 0,19-1 4408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7.736"/>
    </inkml:context>
    <inkml:brush xml:id="br0">
      <inkml:brushProperty name="width" value="0.035" units="cm"/>
      <inkml:brushProperty name="height" value="0.035" units="cm"/>
      <inkml:brushProperty name="color" value="#E71224"/>
    </inkml:brush>
  </inkml:definitions>
  <inkml:trace contextRef="#ctx0" brushRef="#br0">0 57 2584 0 0,'0'1'479'0'0,"0"-1"1"0"0,0 1-1 0 0,1 0 0 0 0,-1-1 0 0 0,0 1 1 0 0,0-1-1 0 0,0 1 0 0 0,0 0 0 0 0,1-1 1 0 0,-1 1-1 0 0,0-1 0 0 0,0 1 0 0 0,1-1 1 0 0,-1 1-1 0 0,0-1 0 0 0,1 1 0 0 0,-1-1 0 0 0,1 1 1 0 0,-1-1-1 0 0,1 1 0 0 0,-1-1 0 0 0,1 0 1 0 0,-1 1-1 0 0,2-1 0 0 0,17 5 3539 0 0,27-10-3558 0 0,-40 4 322 0 0,130-25 824 0 0,24-4-1967 0 0,-53 18-10453 0 0,-92 15 3281 0 0,-15-1 5266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39.071"/>
    </inkml:context>
    <inkml:brush xml:id="br0">
      <inkml:brushProperty name="width" value="0.035" units="cm"/>
      <inkml:brushProperty name="height" value="0.035" units="cm"/>
      <inkml:brushProperty name="color" value="#E71224"/>
    </inkml:brush>
  </inkml:definitions>
  <inkml:trace contextRef="#ctx0" brushRef="#br0">16 95 504 0 0,'1'-23'3029'0'0,"-1"16"-1463"0"0,1 0 1 0 0,-1 0-1 0 0,0 0 1 0 0,0 0-1 0 0,-1 0 1 0 0,0 0-1 0 0,-3-9 0 0 0,-1 11 1232 0 0,10 3-49 0 0,-12 48-882 0 0,5-28-1735 0 0,1 0 1 0 0,0 0-1 0 0,1 0 1 0 0,1 0-1 0 0,4 28 0 0 0,26 89 1114 0 0,-29-129-1222 0 0,0 0-1 0 0,0 0 1 0 0,0 0-1 0 0,1 0 1 0 0,0 0-1 0 0,0 0 1 0 0,1-1-1 0 0,-1 0 1 0 0,1 1-1 0 0,0-1 1 0 0,1-1-1 0 0,-1 1 1 0 0,1-1-1 0 0,0 1 1 0 0,0-1-1 0 0,0-1 1 0 0,1 1-1 0 0,-1-1 1 0 0,1 0-1 0 0,9 4 1 0 0,-6-4 31 0 0,-1-1 0 0 0,1 0 0 0 0,-1-1 0 0 0,1 0 0 0 0,0 0 0 0 0,-1-1 0 0 0,1 0 1 0 0,0 0-1 0 0,-1-1 0 0 0,1 0 0 0 0,0-1 0 0 0,-1 0 0 0 0,0 0 0 0 0,15-7 0 0 0,-1 0 60 0 0,-7 2 62 0 0,1 1 0 0 0,0 0 0 0 0,0 1 0 0 0,30-5 0 0 0,-58 6-3493 0 0,-13-14-6675 0 0,-9-7 236 0 0,14 17 6715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0.218"/>
    </inkml:context>
    <inkml:brush xml:id="br0">
      <inkml:brushProperty name="width" value="0.035" units="cm"/>
      <inkml:brushProperty name="height" value="0.035" units="cm"/>
      <inkml:brushProperty name="color" value="#E71224"/>
    </inkml:brush>
  </inkml:definitions>
  <inkml:trace contextRef="#ctx0" brushRef="#br0">32 176 424 0 0,'-17'-16'7076'0'0,"16"16"-6588"0"0,0-1 0 0 0,0 1 1 0 0,0-1-1 0 0,0 1 1 0 0,0-1-1 0 0,0 0 1 0 0,0 0-1 0 0,1 0 1 0 0,-1 1-1 0 0,0-1 0 0 0,1 0 1 0 0,-1 0-1 0 0,0 0 1 0 0,1 0-1 0 0,-1 0 1 0 0,1 0-1 0 0,0 0 0 0 0,-1-2 1 0 0,8-16 1542 0 0,0 7-1628 0 0,37-52 524 0 0,-40 59-811 0 0,0 0 1 0 0,0 0-1 0 0,1 0 0 0 0,-1 1 1 0 0,1 0-1 0 0,0 0 0 0 0,0 0 1 0 0,1 1-1 0 0,7-5 1 0 0,-12 8-97 0 0,0 0 0 0 0,-1 0 0 0 0,1 0 0 0 0,-1-1 0 0 0,1 1 1 0 0,0 0-1 0 0,-1 0 0 0 0,1 0 0 0 0,-1 0 0 0 0,1 0 0 0 0,0 0 0 0 0,-1 0 1 0 0,1 1-1 0 0,-1-1 0 0 0,1 0 0 0 0,0 0 0 0 0,-1 0 0 0 0,1 1 1 0 0,-1-1-1 0 0,1 0 0 0 0,-1 0 0 0 0,1 1 0 0 0,-1-1 0 0 0,1 1 0 0 0,-1-1 1 0 0,1 0-1 0 0,-1 1 0 0 0,1-1 0 0 0,-1 1 0 0 0,1 0 0 0 0,10 23 279 0 0,-2 33-2 0 0,-9-54-237 0 0,4 121 541 0 0,-5-84-559 0 0,8 67 0 0 0,-7-104-46 0 0,0 0-1 0 0,0-1 0 0 0,1 1 1 0 0,-1-1-1 0 0,1 0 1 0 0,0 1-1 0 0,0-1 1 0 0,-1 1-1 0 0,2-1 1 0 0,-1 0-1 0 0,0 0 1 0 0,0 1-1 0 0,1-1 1 0 0,-1 0-1 0 0,1 0 1 0 0,0-1-1 0 0,-1 1 1 0 0,1 0-1 0 0,0 0 0 0 0,0-1 1 0 0,0 1-1 0 0,0-1 1 0 0,3 2-1 0 0,-2-3 3 0 0,0 1-1 0 0,1 0 0 0 0,-1-1 1 0 0,1 0-1 0 0,-1 0 0 0 0,0 0 0 0 0,1 0 1 0 0,-1 0-1 0 0,1-1 0 0 0,-1 1 1 0 0,0-1-1 0 0,1 0 0 0 0,-1 0 1 0 0,6-3-1 0 0,7-4-31 0 0,1-1 0 0 0,-1-1-1 0 0,0 0 1 0 0,26-24 0 0 0,-41 33 16 0 0,23-16 146 0 0,-16 19 115 0 0,-5 15-1 0 0,-12 60 39 0 0,5-49-238 0 0,0 0 0 0 0,2 35 0 0 0,2-56-58 0 0,0 0 1 0 0,1-1-1 0 0,0 1 1 0 0,0 0-1 0 0,0-1 1 0 0,1 1-1 0 0,0-1 1 0 0,1 1-1 0 0,-1-1 0 0 0,1 0 1 0 0,0 0-1 0 0,1 0 1 0 0,-1-1-1 0 0,7 8 1 0 0,-8-11-7 0 0,-1-1 1 0 0,1 1 0 0 0,-1-1-1 0 0,1 0 1 0 0,0 1-1 0 0,0-1 1 0 0,-1 0 0 0 0,1 0-1 0 0,0-1 1 0 0,0 1 0 0 0,0 0-1 0 0,0-1 1 0 0,0 1-1 0 0,0-1 1 0 0,0 1 0 0 0,0-1-1 0 0,0 0 1 0 0,0 0 0 0 0,1 0-1 0 0,-1 0 1 0 0,0 0-1 0 0,0-1 1 0 0,3 0 0 0 0,51-22-338 0 0,-51 19 413 0 0,1 1 0 0 0,0 0 1 0 0,0 1-1 0 0,0-1 0 0 0,0 1 0 0 0,1 0 0 0 0,10-1 0 0 0,-16 3-2 0 0,0 1-1 0 0,0-1 0 0 0,-1 1 0 0 0,1-1 0 0 0,0 1 0 0 0,-1 0 0 0 0,1-1 0 0 0,-1 1 1 0 0,1 0-1 0 0,-1-1 0 0 0,1 1 0 0 0,-1 0 0 0 0,0 0 0 0 0,1 0 0 0 0,-1-1 0 0 0,0 1 1 0 0,1 0-1 0 0,-1 0 0 0 0,0 0 0 0 0,0 0 0 0 0,0 0 0 0 0,0-1 0 0 0,0 1 0 0 0,0 0 1 0 0,0 0-1 0 0,0 0 0 0 0,0 0 0 0 0,0 0 0 0 0,-1 0 0 0 0,1-1 0 0 0,0 1 0 0 0,-1 0 1 0 0,1 1-1 0 0,-9 33 762 0 0,-8 14-639 0 0,-3-1 0 0 0,-38 69 0 0 0,42-97-2808 0 0,15-34-3678 0 0,16-37-3772 0 0,1 23 6363 0 0,3 1 1040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1.065"/>
    </inkml:context>
    <inkml:brush xml:id="br0">
      <inkml:brushProperty name="width" value="0.035" units="cm"/>
      <inkml:brushProperty name="height" value="0.035" units="cm"/>
      <inkml:brushProperty name="color" value="#E71224"/>
    </inkml:brush>
  </inkml:definitions>
  <inkml:trace contextRef="#ctx0" brushRef="#br0">1 148 2184 0 0,'10'-6'3920'0'0,"-1"2"-320"0"0,4-1-800 0 0,5-3-720 0 0,4 1-720 0 0,3-1-399 0 0,3-1-321 0 0,2-1-240 0 0,-1-4-448 0 0,2-1-832 0 0,-6 3-1921 0 0,8-6-1599 0 0,-3 2 320 0 0,-5 7 960 0 0,-3 3 1040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3.726"/>
    </inkml:context>
    <inkml:brush xml:id="br0">
      <inkml:brushProperty name="width" value="0.035" units="cm"/>
      <inkml:brushProperty name="height" value="0.035" units="cm"/>
      <inkml:brushProperty name="color" value="#E71224"/>
    </inkml:brush>
  </inkml:definitions>
  <inkml:trace contextRef="#ctx0" brushRef="#br0">0 31 3384 0 0,'3'-8'1224'0'0,"8"-14"9535"0"0,-3 23-5820 0 0,2 14-3714 0 0,82 207 1674 0 0,-47-105-2864 0 0,-22-42-3090 0 0,-16-26-6152 0 0,-7-49 9034 0 0,0 0-1 0 0,0 1 1 0 0,0-1 0 0 0,0 0-1 0 0,0 1 1 0 0,0-1 0 0 0,0 0-1 0 0,0 1 1 0 0,0-1 0 0 0,-1 0-1 0 0,1 1 1 0 0,0-1 0 0 0,0 0-1 0 0,0 1 1 0 0,0-1 0 0 0,0 0-1 0 0,-1 1 1 0 0,1-1 0 0 0,0 0-1 0 0,0 0 1 0 0,-1 1 0 0 0,1-1-1 0 0,0 0 1 0 0,0 0 0 0 0,-1 1-1 0 0,1-1 1 0 0,0 0 0 0 0,-1 0-1 0 0,1 0 1 0 0,0 1 0 0 0,-1-1-1 0 0,1 0 1 0 0,0 0 0 0 0,-1 0-1 0 0,1 0 1 0 0,0 0 0 0 0,-1 0-1 0 0,1 0 1 0 0,0 0-1 0 0,-1 0 1 0 0,1 0 0 0 0,0 0-1 0 0,-1 0 1 0 0,1 0 0 0 0,0 0-1 0 0,-1 0 1 0 0,0-1 0 0 0,-12-2-2374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3.917"/>
    </inkml:context>
    <inkml:brush xml:id="br0">
      <inkml:brushProperty name="width" value="0.035" units="cm"/>
      <inkml:brushProperty name="height" value="0.035" units="cm"/>
      <inkml:brushProperty name="color" value="#E71224"/>
    </inkml:brush>
  </inkml:definitions>
  <inkml:trace contextRef="#ctx0" brushRef="#br0">1 97 744 0 0,'4'1'12266'0'0,"8"0"-6047"0"0,4 0-3975 0 0,52 0-1919 0 0,-50-3-365 0 0,0-1 1 0 0,0-1-1 0 0,0-1 1 0 0,-1-1-1 0 0,23-9 1 0 0,0-7-4750 0 0,-7-5-5887 0 0,-27 20 7383 0 0,-6-2 946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4.159"/>
    </inkml:context>
    <inkml:brush xml:id="br0">
      <inkml:brushProperty name="width" value="0.035" units="cm"/>
      <inkml:brushProperty name="height" value="0.035" units="cm"/>
      <inkml:brushProperty name="color" value="#E71224"/>
    </inkml:brush>
  </inkml:definitions>
  <inkml:trace contextRef="#ctx0" brushRef="#br0">1 21 4024 0 0,'-1'-16'9394'0'0,"8"11"-3891"0"0,18 13-1834 0 0,-7 0-3488 0 0,4-1 12 0 0,-1 1 0 0 0,0 1 0 0 0,0 1 0 0 0,-1 1 1 0 0,0 0-1 0 0,-1 2 0 0 0,22 18 0 0 0,-29-20-765 0 0,0 1 0 0 0,0 1 1 0 0,-1-1-1 0 0,11 18 0 0 0,-14-17-1139 0 0,0 0 0 0 0,-1 0-1 0 0,-1 1 1 0 0,0 0 0 0 0,4 16 0 0 0,-9-25 722 0 0,1 1 1 0 0,-1 0 0 0 0,0-1-1 0 0,-1 1 1 0 0,1 0-1 0 0,-1-1 1 0 0,-1 11 0 0 0,-3 6-1439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4.369"/>
    </inkml:context>
    <inkml:brush xml:id="br0">
      <inkml:brushProperty name="width" value="0.035" units="cm"/>
      <inkml:brushProperty name="height" value="0.035" units="cm"/>
      <inkml:brushProperty name="color" value="#E71224"/>
    </inkml:brush>
  </inkml:definitions>
  <inkml:trace contextRef="#ctx0" brushRef="#br0">162 0 1624 0 0,'-10'28'9644'0'0,"-1"-1"-4123"0"0,2-4-3558 0 0,1 1 0 0 0,-10 42 0 0 0,-13 236-253 0 0,14-93-7056 0 0,8-145-2373 0 0,-20 80-1 0 0,10-76 4973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5.771"/>
    </inkml:context>
    <inkml:brush xml:id="br0">
      <inkml:brushProperty name="width" value="0.035" units="cm"/>
      <inkml:brushProperty name="height" value="0.035" units="cm"/>
      <inkml:brushProperty name="color" value="#E71224"/>
    </inkml:brush>
  </inkml:definitions>
  <inkml:trace contextRef="#ctx0" brushRef="#br0">3 25 3864 0 0,'-2'-24'9656'0'0,"12"56"-4558"0"0,-2-6-5025 0 0,132 343 2645 0 0,18 62-2177 0 0,-145-389-549 0 0,46 191-664 0 0,-63-244 542 0 0,0 0 0 0 0,0 0 0 0 0,-11-19 0 0 0,-1-1 63 0 0,0-4 3 0 0,-147-330-362 0 0,33-12 751 0 0,124 355-236 0 0,2 13-41 0 0,1 0-1 0 0,0 0 1 0 0,1-1 0 0 0,0 0-1 0 0,1 1 1 0 0,0-1 0 0 0,0 0-1 0 0,1 0 1 0 0,0 0 0 0 0,3-17-1 0 0,-2 26-37 0 0,0 0 0 0 0,0 0 0 0 0,0-1 0 0 0,0 1 0 0 0,0 0 0 0 0,0 0 0 0 0,1 0 0 0 0,-1 0 0 0 0,0 0 0 0 0,1 1 0 0 0,-1-1 0 0 0,1 0 0 0 0,-1 0 0 0 0,1 1 0 0 0,-1-1 0 0 0,1 1 0 0 0,-1 0-1 0 0,1-1 1 0 0,-1 1 0 0 0,1 0 0 0 0,-1 0 0 0 0,1 0 0 0 0,0 0 0 0 0,-1 0 0 0 0,1 0 0 0 0,-1 0 0 0 0,1 1 0 0 0,0-1 0 0 0,-1 1 0 0 0,1-1 0 0 0,-1 1 0 0 0,0-1 0 0 0,1 1 0 0 0,1 1 0 0 0,5 1 41 0 0,-1 0-1 0 0,0 0 1 0 0,1 1 0 0 0,-1 0 0 0 0,9 7 0 0 0,-7-2 22 0 0,0 1 0 0 0,-1 0 0 0 0,0 0 0 0 0,-1 1 0 0 0,0-1 0 0 0,-1 2 0 0 0,0-1 0 0 0,-1 1 0 0 0,0 0 0 0 0,-1 0 0 0 0,0 0 0 0 0,-1 1 0 0 0,0 0 0 0 0,1 13 0 0 0,1 23 86 0 0,-2-1 1 0 0,-3 63-1 0 0,-14 85-367 0 0,10-182-123 0 0,-1-19-120 0 0,-3-26-7 0 0,6 6 359 0 0,1 1 0 0 0,1 0 0 0 0,2-1 0 0 0,0 1 0 0 0,1 0 0 0 0,2-1 0 0 0,0 2 0 0 0,2-1 0 0 0,0 1 0 0 0,14-28 0 0 0,-13 33 74 0 0,1 0-1 0 0,0 0 1 0 0,1 1-1 0 0,2 1 1 0 0,-1 0-1 0 0,2 0 1 0 0,0 1-1 0 0,1 1 1 0 0,0 0-1 0 0,1 1 1 0 0,1 1 0 0 0,0 0-1 0 0,19-10 1 0 0,-31 19 33 0 0,1 0-1 0 0,0 1 1 0 0,0 0 0 0 0,0 0 0 0 0,0 1 0 0 0,1-1 0 0 0,-1 1 0 0 0,0 0 0 0 0,1 0 0 0 0,-1 1 0 0 0,0 0 0 0 0,1 0 0 0 0,-1 0-1 0 0,1 1 1 0 0,-1-1 0 0 0,0 1 0 0 0,1 0 0 0 0,-1 1 0 0 0,9 3 0 0 0,-7-1 42 0 0,-1 0-1 0 0,1 0 1 0 0,-1 1-1 0 0,0 0 1 0 0,0 0 0 0 0,0 0-1 0 0,-1 1 1 0 0,0 0 0 0 0,0 0-1 0 0,0 0 1 0 0,-1 1 0 0 0,0-1-1 0 0,4 9 1 0 0,-1 3 119 0 0,0 0 0 0 0,0 0-1 0 0,-2 0 1 0 0,-1 1 0 0 0,0 0 0 0 0,-1 0 0 0 0,-1 0-1 0 0,-1 0 1 0 0,0 0 0 0 0,-2 0 0 0 0,0 0 0 0 0,-1 1 0 0 0,-8 30-1 0 0,1-12 47 0 0,-2 0 0 0 0,-2-1 0 0 0,-2-1 0 0 0,-1 0 0 0 0,-35 58 0 0 0,44-83-246 0 0,1-1-7 0 0,-1 1 1 0 0,0-1-1 0 0,-12 13 1 0 0,18-21-91 0 0,-1 0 0 0 0,0 0 0 0 0,0-1 1 0 0,1 1-1 0 0,-1-1 0 0 0,0 1 0 0 0,0-1 1 0 0,0 0-1 0 0,-1 0 0 0 0,1 1 0 0 0,0-2 0 0 0,0 1 1 0 0,-1 0-1 0 0,1 0 0 0 0,0-1 0 0 0,-1 1 1 0 0,1-1-1 0 0,0 0 0 0 0,-1 0 0 0 0,1 0 1 0 0,-1 0-1 0 0,1 0 0 0 0,-5-1 0 0 0,6 0-173 0 0,0 1-1 0 0,0-1 1 0 0,-1 1-1 0 0,1-1 1 0 0,0 0-1 0 0,0 0 1 0 0,0 1-1 0 0,0-1 0 0 0,0 0 1 0 0,0 0-1 0 0,0 0 1 0 0,0 0-1 0 0,0 0 1 0 0,1 0-1 0 0,-1 0 1 0 0,0-1-1 0 0,1 1 1 0 0,-1 0-1 0 0,1 0 1 0 0,-1-1-1 0 0,1 1 0 0 0,-1 0 1 0 0,1 0-1 0 0,0-1 1 0 0,0 1-1 0 0,0 0 1 0 0,0-1-1 0 0,0 1 1 0 0,0 0-1 0 0,0-3 1 0 0,10-41-7232 0 0,1 15 4426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6.978"/>
    </inkml:context>
    <inkml:brush xml:id="br0">
      <inkml:brushProperty name="width" value="0.035" units="cm"/>
      <inkml:brushProperty name="height" value="0.035" units="cm"/>
      <inkml:brushProperty name="color" value="#E71224"/>
    </inkml:brush>
  </inkml:definitions>
  <inkml:trace contextRef="#ctx0" brushRef="#br0">24 139 664 0 0,'-23'-6'8328'0'0,"23"6"-8227"0"0,0 0 0 0 0,0 0 0 0 0,0 0 0 0 0,0-1 1 0 0,0 1-1 0 0,0 0 0 0 0,0 0 0 0 0,0 0 0 0 0,-1-1 0 0 0,1 1 0 0 0,0 0 1 0 0,0 0-1 0 0,0 0 0 0 0,0-1 0 0 0,0 1 0 0 0,0 0 0 0 0,0 0 0 0 0,1 0 0 0 0,-1-1 1 0 0,0 1-1 0 0,0 0 0 0 0,0 0 0 0 0,0 0 0 0 0,0-1 0 0 0,0 1 0 0 0,0 0 0 0 0,0 0 1 0 0,0 0-1 0 0,0 0 0 0 0,1-1 0 0 0,-1 1 0 0 0,0 0 0 0 0,0 0 0 0 0,0 0 1 0 0,0 0-1 0 0,1 0 0 0 0,-1-1 0 0 0,0 1 0 0 0,0 0 0 0 0,0 0 0 0 0,0 0 0 0 0,1 0 1 0 0,-1 0-1 0 0,0 0 0 0 0,0 0 0 0 0,0 0 0 0 0,1 0 0 0 0,45-16 3607 0 0,-20 8-3504 0 0,111-63-894 0 0,-86 42-6775 0 0,-46 27 3262 0 0,-8 8 1139 0 0,-11 11 864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7.108"/>
    </inkml:context>
    <inkml:brush xml:id="br0">
      <inkml:brushProperty name="width" value="0.035" units="cm"/>
      <inkml:brushProperty name="height" value="0.035" units="cm"/>
      <inkml:brushProperty name="color" value="#E71224"/>
    </inkml:brush>
  </inkml:definitions>
  <inkml:trace contextRef="#ctx0" brushRef="#br0">1 249 3224 0 0,'0'15'3920'0'0,"3"-6"-880"0"0,8-6-880 0 0,3-5-640 0 0,7-3-480 0 0,8-6-400 0 0,9-10-240 0 0,8-6-368 0 0,5-8-1232 0 0,6-5-2400 0 0,-2-5-720 0 0,-2 0 880 0 0,-6 1 1040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7.866"/>
    </inkml:context>
    <inkml:brush xml:id="br0">
      <inkml:brushProperty name="width" value="0.035" units="cm"/>
      <inkml:brushProperty name="height" value="0.035" units="cm"/>
      <inkml:brushProperty name="color" value="#E71224"/>
    </inkml:brush>
  </inkml:definitions>
  <inkml:trace contextRef="#ctx0" brushRef="#br0">138 9 504 0 0,'-5'-2'1417'0'0,"-1"0"-1"0"0,1 1 1 0 0,-1 0-1 0 0,0 0 1 0 0,1 0 0 0 0,-1 1-1 0 0,-9 0 1 0 0,10 0-784 0 0,-1 0 0 0 0,0 1 0 0 0,1 0-1 0 0,-1 0 1 0 0,1 1 0 0 0,-1 0 0 0 0,1 0 0 0 0,0 0 0 0 0,0 0 0 0 0,0 1 0 0 0,0 0 0 0 0,-7 5 0 0 0,12-8-610 0 0,-1 0 0 0 0,1 0 0 0 0,-1 0 1 0 0,1 1-1 0 0,-1-1 0 0 0,1 0 0 0 0,0 1 0 0 0,-1-1 1 0 0,1 1-1 0 0,0-1 0 0 0,-1 0 0 0 0,1 1 1 0 0,0-1-1 0 0,-1 1 0 0 0,1-1 0 0 0,0 1 1 0 0,0-1-1 0 0,-1 1 0 0 0,1-1 0 0 0,0 1 0 0 0,0-1 1 0 0,0 1-1 0 0,0-1 0 0 0,0 1 0 0 0,0-1 1 0 0,0 1-1 0 0,0-1 0 0 0,0 1 0 0 0,0-1 1 0 0,0 1-1 0 0,0-1 0 0 0,0 1 0 0 0,0-1 0 0 0,0 1 1 0 0,0-1-1 0 0,1 1 0 0 0,-1-1 0 0 0,0 1 1 0 0,1 0-1 0 0,23 11 128 0 0,32-4-151 0 0,12-14 115 0 0,-58 3-95 0 0,0 2-1 0 0,1-1 1 0 0,-1 1 0 0 0,1 1 0 0 0,0 0-1 0 0,-1 0 1 0 0,1 1 0 0 0,-1 0-1 0 0,1 1 1 0 0,-1 0 0 0 0,12 5 0 0 0,-20-6-9 0 0,1 1 1 0 0,-1 0-1 0 0,0-1 1 0 0,0 1 0 0 0,0 0-1 0 0,0 1 1 0 0,0-1 0 0 0,-1 0-1 0 0,1 0 1 0 0,-1 1-1 0 0,1-1 1 0 0,-1 1 0 0 0,0-1-1 0 0,0 1 1 0 0,0 0-1 0 0,0-1 1 0 0,0 1 0 0 0,-1 0-1 0 0,1 0 1 0 0,-1 0-1 0 0,0-1 1 0 0,0 1 0 0 0,0 0-1 0 0,0 0 1 0 0,0 0-1 0 0,-1-1 1 0 0,0 5 0 0 0,-2 9 95 0 0,-1-1 0 0 0,0 0 0 0 0,-9 22-1 0 0,12-37-104 0 0,-72 153 467 0 0,49-111-406 0 0,3 2 1 0 0,-25 71-1 0 0,46-114-72 0 0,-1 0 0 0 0,0 1 0 0 0,1-1 0 0 0,-1 0 0 0 0,1 1-1 0 0,0-1 1 0 0,0 1 0 0 0,-1-1 0 0 0,1 0 0 0 0,0 1 0 0 0,0-1 0 0 0,0 1 0 0 0,0-1 0 0 0,0 1 0 0 0,1-1 0 0 0,-1 0 0 0 0,0 1-1 0 0,1-1 1 0 0,-1 1 0 0 0,1-1 0 0 0,-1 0 0 0 0,1 1 0 0 0,0-1 0 0 0,-1 0 0 0 0,1 0 0 0 0,2 2 0 0 0,-1-2-3 0 0,0 0-1 0 0,0 0 1 0 0,0-1 0 0 0,0 1 0 0 0,0-1 0 0 0,0 1 0 0 0,0-1 0 0 0,0 0 0 0 0,0 0 0 0 0,0 0 0 0 0,0 0 0 0 0,0 0 0 0 0,0 0 0 0 0,0-1 0 0 0,0 1 0 0 0,3-2 0 0 0,13-3-60 0 0,0-2 0 0 0,-1 0 0 0 0,19-11 0 0 0,-30 15 50 0 0,32-17-81 0 0,-6 2 39 0 0,1 1 0 0 0,0 2 1 0 0,1 1-1 0 0,1 2 0 0 0,44-10 1 0 0,-77 22 85 0 0,1-1 0 0 0,0 1 1 0 0,0-1-1 0 0,0 1 1 0 0,0 0-1 0 0,1 0 0 0 0,-1 0 1 0 0,0 0-1 0 0,0 1 1 0 0,0-1-1 0 0,0 1 1 0 0,-1 0-1 0 0,1 0 0 0 0,0 0 1 0 0,0 0-1 0 0,0 0 1 0 0,-1 1-1 0 0,1-1 0 0 0,0 1 1 0 0,3 3-1 0 0,-4-2 13 0 0,0 0 0 0 0,0-1 1 0 0,-1 1-1 0 0,0 0 0 0 0,1 0 0 0 0,-1 0 0 0 0,0 0 0 0 0,0 0 0 0 0,-1 1 1 0 0,1-1-1 0 0,-1 0 0 0 0,1 0 0 0 0,-1 0 0 0 0,0 1 0 0 0,0-1 0 0 0,-1 0 1 0 0,1 0-1 0 0,0 0 0 0 0,-2 5 0 0 0,-8 29 202 0 0,-2-2 0 0 0,0 1 0 0 0,-34 62 0 0 0,24-52-197 0 0,-20 56-1 0 0,42-101-49 0 0,-1 0 1 0 0,1 0-1 0 0,-1 0 1 0 0,1 0 0 0 0,0 0-1 0 0,-1 0 1 0 0,1 0-1 0 0,0 0 1 0 0,0 0-1 0 0,0 0 1 0 0,0 0 0 0 0,0 0-1 0 0,0 0 1 0 0,0 0-1 0 0,0 1 1 0 0,0-1-1 0 0,0 0 1 0 0,1 0 0 0 0,-1 0-1 0 0,0 0 1 0 0,1 0-1 0 0,-1 0 1 0 0,1 0-1 0 0,0 1 1 0 0,0-2-2 0 0,0 1 0 0 0,0-1 0 0 0,0 0 0 0 0,0 1 0 0 0,0-1 0 0 0,0 0 0 0 0,0 0 1 0 0,0 1-1 0 0,0-1 0 0 0,1 0 0 0 0,-1 0 0 0 0,0 0 0 0 0,0 0 0 0 0,0-1 0 0 0,0 1 0 0 0,0 0 0 0 0,0 0 0 0 0,0-1 0 0 0,1 1 0 0 0,52-27-210 0 0,-52 26 222 0 0,28-17 7 0 0,-13 7 50 0 0,0 0 1 0 0,1 1 0 0 0,0 1 0 0 0,37-12-1 0 0,-54 21-34 0 0,-1-1 0 0 0,1 1 0 0 0,0 0 0 0 0,-1 0 0 0 0,1 0 0 0 0,-1 0 0 0 0,1-1 0 0 0,-1 1 0 0 0,1 0 0 0 0,0 0 0 0 0,-1 0 0 0 0,1 0 0 0 0,-1 0 0 0 0,1 0 0 0 0,0 0 0 0 0,-1 1 0 0 0,1-1 0 0 0,-1 0 0 0 0,1 0 0 0 0,-1 0-1 0 0,1 0 1 0 0,0 1 0 0 0,-1-1 0 0 0,1 0 0 0 0,-1 1 0 0 0,1-1 0 0 0,-1 0 0 0 0,0 1 0 0 0,1-1 0 0 0,-1 1 0 0 0,1-1 0 0 0,-1 1 0 0 0,0-1 0 0 0,1 0 0 0 0,-1 1 0 0 0,0 0 0 0 0,1 0 0 0 0,-4 27 429 0 0,-24 31-28 0 0,26-58-414 0 0,-99 165-409 0 0,26-60-6798 0 0,69-98 5405 0 0,-1-1 1 0 0,0 0 0 0 0,0 0 0 0 0,-1 0 0 0 0,1-1 0 0 0,-2 0 0 0 0,-11 9 0 0 0,-3-5-970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9.621"/>
    </inkml:context>
    <inkml:brush xml:id="br0">
      <inkml:brushProperty name="width" value="0.035" units="cm"/>
      <inkml:brushProperty name="height" value="0.035" units="cm"/>
      <inkml:brushProperty name="color" value="#E71224"/>
    </inkml:brush>
  </inkml:definitions>
  <inkml:trace contextRef="#ctx0" brushRef="#br0">126 71 824 0 0,'-12'-10'2442'0'0,"5"4"-1075"0"0,1 0 0 0 0,-1 0 0 0 0,0 1 0 0 0,0 0 0 0 0,0 0 0 0 0,-1 0 1 0 0,0 1-1 0 0,0 0 0 0 0,0 1 0 0 0,0 0 0 0 0,0 0 0 0 0,-17-3 0 0 0,53 8-412 0 0,50 11 1 0 0,-9-1-854 0 0,94 0 149 0 0,-101-9-289 0 0,0 3 1 0 0,78 16 0 0 0,-138-22 43 0 0,-1 1 1 0 0,1-1-1 0 0,-1 1 1 0 0,1-1-1 0 0,-1 1 1 0 0,1-1-1 0 0,-1 1 1 0 0,1 0-1 0 0,-1 0 0 0 0,1-1 1 0 0,-1 1-1 0 0,0 0 1 0 0,1 0-1 0 0,-1 1 1 0 0,0-1-1 0 0,0 0 1 0 0,2 3-1 0 0,-3-3 7 0 0,1 0 1 0 0,-1 0-1 0 0,0 0 1 0 0,0 0-1 0 0,0 0 1 0 0,0 0-1 0 0,0 0 1 0 0,0 0-1 0 0,0 0 1 0 0,0 0-1 0 0,0 0 1 0 0,0 0-1 0 0,-1 0 1 0 0,1 0-1 0 0,0 0 1 0 0,-1 0-1 0 0,1 0 0 0 0,-1 0 1 0 0,1 0-1 0 0,-2 2 1 0 0,-4 5 106 0 0,-1 0 1 0 0,0 0-1 0 0,-1 0 0 0 0,-13 10 1 0 0,-1 2-34 0 0,-20 29 38 0 0,2 3-1 0 0,3 1 1 0 0,-41 77 0 0 0,76-126-209 0 0,-1 0 0 0 0,1 0-1 0 0,0 0 1 0 0,0 1 0 0 0,1-1 0 0 0,-1 1 0 0 0,1 0 0 0 0,0-1 0 0 0,0 1 0 0 0,0 0-1 0 0,1 0 1 0 0,0 0 0 0 0,0-1 0 0 0,0 1 0 0 0,0 0 0 0 0,1 0 0 0 0,1 5 0 0 0,-1-7-246 0 0,0-1 1 0 0,0 0 0 0 0,0 1 0 0 0,1-1 0 0 0,-1 0 0 0 0,1 0 0 0 0,-1 0 0 0 0,1 0 0 0 0,0 0-1 0 0,-1 0 1 0 0,1-1 0 0 0,0 1 0 0 0,4 2 0 0 0,-3-2-637 0 0,1 0 0 0 0,0-1 0 0 0,0 1 0 0 0,0-1 0 0 0,0 0 0 0 0,0 0 0 0 0,0 0 0 0 0,0 0 0 0 0,0-1 1 0 0,5 1-1 0 0,11-2-2955 0 0,-2-1 1068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49.883"/>
    </inkml:context>
    <inkml:brush xml:id="br0">
      <inkml:brushProperty name="width" value="0.035" units="cm"/>
      <inkml:brushProperty name="height" value="0.035" units="cm"/>
      <inkml:brushProperty name="color" value="#E71224"/>
    </inkml:brush>
  </inkml:definitions>
  <inkml:trace contextRef="#ctx0" brushRef="#br0">37 473 1384 0 0,'-11'4'4240'0'0,"0"-2"-320"0"0,4-3-1040 0 0,3-6-880 0 0,1-1-560 0 0,4-6-479 0 0,8-9-321 0 0,7-8-240 0 0,13-5-160 0 0,8-7-240 0 0,7-3-208 0 0,4-1-672 0 0,4-6-1841 0 0,-2-2-1839 0 0,-3 6 320 0 0,-11 9 1120 0 0,-4 14 960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50.591"/>
    </inkml:context>
    <inkml:brush xml:id="br0">
      <inkml:brushProperty name="width" value="0.035" units="cm"/>
      <inkml:brushProperty name="height" value="0.035" units="cm"/>
      <inkml:brushProperty name="color" value="#E71224"/>
    </inkml:brush>
  </inkml:definitions>
  <inkml:trace contextRef="#ctx0" brushRef="#br0">95 23 1064 0 0,'0'-1'476'0'0,"-1"0"0"0"0,1 0-1 0 0,0 0 1 0 0,0 0 0 0 0,0 0 0 0 0,-1 0 0 0 0,1 0-1 0 0,-1 0 1 0 0,1 0 0 0 0,-1 0 0 0 0,1 0 0 0 0,-1 0-1 0 0,1 0 1 0 0,-1 1 0 0 0,0-1 0 0 0,0 0 0 0 0,1 0 0 0 0,-1 1-1 0 0,0-1 1 0 0,0 0 0 0 0,0 1 0 0 0,0-1 0 0 0,1 1-1 0 0,-1-1 1 0 0,0 1 0 0 0,0 0 0 0 0,0-1 0 0 0,0 1-1 0 0,0 0 1 0 0,0 0 0 0 0,0 0 0 0 0,0-1 0 0 0,-2 1-1 0 0,1 1-202 0 0,0-1 0 0 0,1 1 0 0 0,-1-1 0 0 0,1 1 0 0 0,-1 0 0 0 0,1 0-1 0 0,-1-1 1 0 0,1 1 0 0 0,-1 0 0 0 0,1 0 0 0 0,0 1 0 0 0,0-1 0 0 0,-1 0-1 0 0,1 0 1 0 0,0 0 0 0 0,0 1 0 0 0,0-1 0 0 0,0 1 0 0 0,1-1 0 0 0,-2 3-1 0 0,-7 21-51 0 0,1 1 0 0 0,1 0-1 0 0,1 0 1 0 0,2 0-1 0 0,0 1 1 0 0,2 0 0 0 0,1-1-1 0 0,1 1 1 0 0,1 0 0 0 0,7 34-1 0 0,-5-40-199 0 0,2-2-1 0 0,0 1 1 0 0,1 0-1 0 0,1-1 0 0 0,1 0 1 0 0,1-1-1 0 0,0 0 1 0 0,1 0-1 0 0,1-1 1 0 0,1 0-1 0 0,21 23 1 0 0,-27-33 14 0 0,1-1-1 0 0,0 1 1 0 0,0-1 0 0 0,1-1 0 0 0,-1 1 0 0 0,1-1 0 0 0,1 0 0 0 0,-1-1-1 0 0,0 0 1 0 0,1-1 0 0 0,0 1 0 0 0,0-2 0 0 0,0 1 0 0 0,0-1 0 0 0,1 0-1 0 0,-1-1 1 0 0,0 0 0 0 0,1-1 0 0 0,-1 0 0 0 0,1 0 0 0 0,-1-1 0 0 0,0 0-1 0 0,1-1 1 0 0,-1 0 0 0 0,0-1 0 0 0,15-5 0 0 0,-15 5-610 0 0,20-9 1096 0 0,-20 4-4820 0 0,-9-4-6850 0 0,-4 8 5873 0 0,-6 2 2964 0 0,8 2 1793 0 0,-18 0-1921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0:50.797"/>
    </inkml:context>
    <inkml:brush xml:id="br0">
      <inkml:brushProperty name="width" value="0.035" units="cm"/>
      <inkml:brushProperty name="height" value="0.035" units="cm"/>
      <inkml:brushProperty name="color" value="#E71224"/>
    </inkml:brush>
  </inkml:definitions>
  <inkml:trace contextRef="#ctx0" brushRef="#br0">5 282 3384 0 0,'-3'-10'4240'0'0,"2"3"-800"0"0,3-1-880 0 0,2 1-640 0 0,9-3-479 0 0,8-7-481 0 0,9-4-320 0 0,7-5-240 0 0,2-1-160 0 0,5 1-528 0 0,1 0-1232 0 0,0-2-2641 0 0,-2 2-639 0 0,-7 2 800 0 0,-8 6 1120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1:53.948"/>
    </inkml:context>
    <inkml:brush xml:id="br0">
      <inkml:brushProperty name="width" value="0.035" units="cm"/>
      <inkml:brushProperty name="height" value="0.035" units="cm"/>
      <inkml:brushProperty name="color" value="#E71224"/>
    </inkml:brush>
  </inkml:definitions>
  <inkml:trace contextRef="#ctx0" brushRef="#br0">48 15 1144 0 0,'-1'-1'879'0'0,"0"0"1"0"0,0 0-1 0 0,0-1 0 0 0,0 1 1 0 0,0 0-1 0 0,0 0 0 0 0,-1 1 1 0 0,1-1-1 0 0,0 0 0 0 0,-1 0 1 0 0,1 0-1 0 0,-1 1 0 0 0,1-1 0 0 0,0 1 1 0 0,-1-1-1 0 0,-1 1 0 0 0,2 0-639 0 0,-1 1-1 0 0,1-1 1 0 0,0 1-1 0 0,0 0 0 0 0,0 0 1 0 0,0 0-1 0 0,0 0 0 0 0,1 0 1 0 0,-1-1-1 0 0,0 2 1 0 0,0-1-1 0 0,0 0 0 0 0,1 0 1 0 0,-1 0-1 0 0,1 0 0 0 0,-1 0 1 0 0,1 0-1 0 0,-1 1 0 0 0,1-1 1 0 0,0 0-1 0 0,-1 0 1 0 0,1 2-1 0 0,-1 2-113 0 0,-1-1 1 0 0,1 0-1 0 0,0 0 1 0 0,0 1-1 0 0,0-1 0 0 0,1 0 1 0 0,-1 1-1 0 0,1-1 1 0 0,0 1-1 0 0,1-1 0 0 0,-1 1 1 0 0,1-1-1 0 0,0 0 1 0 0,0 1-1 0 0,0-1 0 0 0,0 0 1 0 0,1 0-1 0 0,0 0 0 0 0,0 0 1 0 0,0 0-1 0 0,0 0 1 0 0,1 0-1 0 0,-1-1 0 0 0,1 1 1 0 0,0-1-1 0 0,0 1 1 0 0,0-1-1 0 0,0 0 0 0 0,1-1 1 0 0,-1 1-1 0 0,1-1 1 0 0,0 1-1 0 0,0-1 0 0 0,0 0 1 0 0,6 2-1 0 0,3 1-585 0 0,0-1 0 0 0,0-1-1 0 0,0 0 1 0 0,0 0 0 0 0,1-2 0 0 0,-1 1 0 0 0,1-2-1 0 0,-1 0 1 0 0,1 0 0 0 0,20-4 0 0 0,-29 3-35 0 0,37-8-5424 0 0,-39 8 4862 0 0,0 0 0 0 0,1 0-1 0 0,-1-1 1 0 0,0 1 0 0 0,0-1 0 0 0,0 1 0 0 0,0-1-1 0 0,-1 0 1 0 0,6-4 0 0 0,-6 1-1731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1:54.149"/>
    </inkml:context>
    <inkml:brush xml:id="br0">
      <inkml:brushProperty name="width" value="0.035" units="cm"/>
      <inkml:brushProperty name="height" value="0.035" units="cm"/>
      <inkml:brushProperty name="color" value="#E71224"/>
    </inkml:brush>
  </inkml:definitions>
  <inkml:trace contextRef="#ctx0" brushRef="#br0">31 62 2904 0 0,'-9'5'1084'0'0,"-13"9"8246"0"0,26-11-4945 0 0,16-4-3170 0 0,182-39 1265 0 0,-96 15-3957 0 0,1 8-6321 0 0,-101 16 6724 0 0,24 2-5959 0 0,-25 4 4353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1:56.298"/>
    </inkml:context>
    <inkml:brush xml:id="br0">
      <inkml:brushProperty name="width" value="0.035" units="cm"/>
      <inkml:brushProperty name="height" value="0.035" units="cm"/>
      <inkml:brushProperty name="color" value="#E71224"/>
    </inkml:brush>
  </inkml:definitions>
  <inkml:trace contextRef="#ctx0" brushRef="#br0">0 323 1304 0 0,'2'26'4378'0'0,"-3"-16"-3009"0"0,2 0 1 0 0,-1 0-1 0 0,2 1 1 0 0,-1-1-1 0 0,1 0 1 0 0,1-1-1 0 0,7 20 1 0 0,-10-28-1310 0 0,1 0 1 0 0,0-1-1 0 0,-1 1 1 0 0,1 0-1 0 0,0-1 1 0 0,0 1-1 0 0,0-1 0 0 0,0 1 1 0 0,-1-1-1 0 0,1 1 1 0 0,0-1-1 0 0,0 1 1 0 0,0-1-1 0 0,0 0 1 0 0,0 0-1 0 0,0 1 1 0 0,0-1-1 0 0,0 0 0 0 0,0 0 1 0 0,0 0-1 0 0,1 0 1 0 0,-1 0-1 0 0,0 0 1 0 0,0 0-1 0 0,0-1 1 0 0,0 1-1 0 0,0 0 0 0 0,0-1 1 0 0,0 1-1 0 0,-1 0 1 0 0,1-1-1 0 0,0 1 1 0 0,0-1-1 0 0,0 0 1 0 0,0 1-1 0 0,1-2 1 0 0,32-25 742 0 0,-15 7-566 0 0,-1-1-1 0 0,-1 0 1 0 0,-1-1-1 0 0,-1-1 1 0 0,-1 0 0 0 0,19-43-1 0 0,-6-3 1109 0 0,24-88 1 0 0,-84 259 40 0 0,-28 105-575 0 0,52-170-916 0 0,2 1 1 0 0,1 0-1 0 0,-1 64 0 0 0,7-93-279 0 0,0 0-1 0 0,1-1 1 0 0,0 1-1 0 0,1 0 1 0 0,-1 0-1 0 0,2 0 1 0 0,-1-1-1 0 0,1 1 0 0 0,7 11 1 0 0,-9-17-24 0 0,1-1 1 0 0,-1 0-1 0 0,1 1 0 0 0,0-1 0 0 0,0 0 1 0 0,0 0-1 0 0,0 0 0 0 0,0-1 1 0 0,0 1-1 0 0,0 0 0 0 0,1-1 1 0 0,-1 1-1 0 0,1-1 0 0 0,-1 0 0 0 0,1 0 1 0 0,-1 0-1 0 0,1 0 0 0 0,0 0 1 0 0,-1-1-1 0 0,1 1 0 0 0,0-1 1 0 0,0 0-1 0 0,0 0 0 0 0,-1 0 1 0 0,1 0-1 0 0,0 0 0 0 0,0 0 0 0 0,-1-1 1 0 0,1 0-1 0 0,0 1 0 0 0,-1-1 1 0 0,1 0-1 0 0,3-2 0 0 0,27-13-3472 0 0,1-8 1160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1:56.717"/>
    </inkml:context>
    <inkml:brush xml:id="br0">
      <inkml:brushProperty name="width" value="0.035" units="cm"/>
      <inkml:brushProperty name="height" value="0.035" units="cm"/>
      <inkml:brushProperty name="color" value="#E71224"/>
    </inkml:brush>
  </inkml:definitions>
  <inkml:trace contextRef="#ctx0" brushRef="#br0">0 44 1544 0 0,'14'-2'16836'0'0,"14"0"-10907"0"0,56-6-8756 0 0,-53 4 4570 0 0,-1-1-2007 0 0,123-17 189 0 0,-76 21-2908 0 0,-4 12-4864 0 0,-71-11 7449 0 0,-1 0 0 0 0,0 1 0 0 0,1-1 0 0 0,-1 1 0 0 0,1-1 0 0 0,-1 1 0 0 0,0-1 0 0 0,0 1-1 0 0,1 0 1 0 0,-1 0 0 0 0,0-1 0 0 0,0 1 0 0 0,0 0 0 0 0,0 0 0 0 0,0 0 0 0 0,0 0 0 0 0,0 1-1 0 0,0-1 1 0 0,0 0 0 0 0,1 2 0 0 0,-1 9-2282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1:57.740"/>
    </inkml:context>
    <inkml:brush xml:id="br0">
      <inkml:brushProperty name="width" value="0.035" units="cm"/>
      <inkml:brushProperty name="height" value="0.035" units="cm"/>
      <inkml:brushProperty name="color" value="#E71224"/>
    </inkml:brush>
  </inkml:definitions>
  <inkml:trace contextRef="#ctx0" brushRef="#br0">84 348 1784 0 0,'5'1'934'0'0,"0"0"-1"0"0,0 0 1 0 0,0-1-1 0 0,0 0 1 0 0,0 0-1 0 0,0 0 1 0 0,0 0-1 0 0,0-1 1 0 0,-1 0-1 0 0,1 0 1 0 0,0 0-1 0 0,0-1 1 0 0,-1 0-1 0 0,6-2 1 0 0,-2-1-323 0 0,0 1 0 0 0,-1-2 0 0 0,1 1 0 0 0,-1-1 0 0 0,0 0 0 0 0,-1 0 0 0 0,7-9 0 0 0,6-9-374 0 0,-2-1 1 0 0,-1-1-1 0 0,20-41 1 0 0,-11 6 461 0 0,-24 57-581 0 0,0 0-1 0 0,0-1 1 0 0,0 1-1 0 0,0 0 1 0 0,0-1-1 0 0,-1 1 1 0 0,0-1-1 0 0,0 1 1 0 0,0-1-1 0 0,-1 1 0 0 0,1 0 1 0 0,-3-8-1 0 0,2 11-90 0 0,0 0 0 0 0,1-1 0 0 0,-1 1 0 0 0,0 0 0 0 0,0 0 0 0 0,0 0 0 0 0,0 0 0 0 0,-1 0 0 0 0,1 0 0 0 0,0 0 0 0 0,0 0 0 0 0,-1 0 0 0 0,1 1 0 0 0,0-1 0 0 0,-1 0 0 0 0,1 1 0 0 0,-1-1-1 0 0,1 1 1 0 0,-1-1 0 0 0,1 1 0 0 0,-1 0 0 0 0,1 0 0 0 0,-1 0 0 0 0,1 0 0 0 0,-1 0 0 0 0,1 0 0 0 0,-1 0 0 0 0,1 0 0 0 0,-1 1 0 0 0,1-1 0 0 0,-1 0 0 0 0,-1 2 0 0 0,-49 19 190 0 0,31-9-157 0 0,0 2 0 0 0,1 1 0 0 0,0 1 0 0 0,1 0 0 0 0,1 1 0 0 0,0 1 0 0 0,2 1 0 0 0,0 0 0 0 0,1 2 0 0 0,1-1 0 0 0,-15 31 0 0 0,26-46-35 0 0,0 1 1 0 0,1 0-1 0 0,0 0 0 0 0,0 0 1 0 0,1 0-1 0 0,-1 0 0 0 0,1 0 1 0 0,1 0-1 0 0,-1 0 0 0 0,1 0 1 0 0,0 1-1 0 0,0-1 0 0 0,1 0 1 0 0,0 0-1 0 0,0 0 0 0 0,3 9 1 0 0,-1-8 21 0 0,1 1 0 0 0,-1-1 0 0 0,1 0 1 0 0,1-1-1 0 0,-1 1 0 0 0,1-1 0 0 0,1 1 0 0 0,-1-1 1 0 0,1-1-1 0 0,0 1 0 0 0,8 5 0 0 0,3 1 72 0 0,1-1 0 0 0,1-1 0 0 0,-1-1 0 0 0,1 0-1 0 0,1-1 1 0 0,0-2 0 0 0,0 0 0 0 0,39 7 0 0 0,-18-8-408 0 0,56 0 0 0 0,-7-12-5795 0 0,-71 0-1095 0 0,-33 12-6589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1:58.203"/>
    </inkml:context>
    <inkml:brush xml:id="br0">
      <inkml:brushProperty name="width" value="0.035" units="cm"/>
      <inkml:brushProperty name="height" value="0.035" units="cm"/>
      <inkml:brushProperty name="color" value="#E71224"/>
    </inkml:brush>
  </inkml:definitions>
  <inkml:trace contextRef="#ctx0" brushRef="#br0">14 57 3224 0 0,'-6'-7'4480'0'0,"1"-2"-720"0"0,3 1-800 0 0,3 2-719 0 0,5-1-561 0 0,4 2-640 0 0,9-1-400 0 0,11 2-240 0 0,7-1-160 0 0,2 5-208 0 0,4 4-592 0 0,3-2-720 0 0,1 0-2161 0 0,4-1-1519 0 0,-4 1 480 0 0,-5 2 1040 0 0,-6 2 1120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1:58.490"/>
    </inkml:context>
    <inkml:brush xml:id="br0">
      <inkml:brushProperty name="width" value="0.035" units="cm"/>
      <inkml:brushProperty name="height" value="0.035" units="cm"/>
      <inkml:brushProperty name="color" value="#E71224"/>
    </inkml:brush>
  </inkml:definitions>
  <inkml:trace contextRef="#ctx0" brushRef="#br0">21 11 1304 0 0,'-20'-10'9033'0'0,"27"15"-1533"0"0,14 8-3124 0 0,1-1-5231 0 0,93 34 1866 0 0,32 15-542 0 0,-124-51-1023 0 0,-2 2 1 0 0,1 1-1 0 0,-2 0 1 0 0,25 22-1 0 0,-22-6-4259 0 0,-22-28 4544 0 0,-1-1-1 0 0,1 1 0 0 0,-1-1 0 0 0,1 1 1 0 0,-1-1-1 0 0,1 1 0 0 0,-1 0 0 0 0,1-1 1 0 0,-1 1-1 0 0,0-1 0 0 0,1 1 0 0 0,-1 0 1 0 0,0-1-1 0 0,0 1 0 0 0,0 0 0 0 0,1-1 1 0 0,-1 1-1 0 0,0 0 0 0 0,0 0 0 0 0,0-1 1 0 0,0 1-1 0 0,0 0 0 0 0,0-1 0 0 0,0 1 1 0 0,0 0-1 0 0,-1-1 0 0 0,1 1 0 0 0,0 0 1 0 0,0-1-1 0 0,0 1 0 0 0,-1 0 0 0 0,1-1 1 0 0,0 1-1 0 0,-1 0 0 0 0,1-1 0 0 0,-1 1 1 0 0,1-1-1 0 0,-1 1 0 0 0,1-1 0 0 0,-1 1 1 0 0,1-1-1 0 0,-1 1 0 0 0,1-1 0 0 0,-1 0 1 0 0,1 1-1 0 0,-1-1 0 0 0,-1 1 0 0 0,-6-1-1823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1:58.687"/>
    </inkml:context>
    <inkml:brush xml:id="br0">
      <inkml:brushProperty name="width" value="0.035" units="cm"/>
      <inkml:brushProperty name="height" value="0.035" units="cm"/>
      <inkml:brushProperty name="color" value="#E71224"/>
    </inkml:brush>
  </inkml:definitions>
  <inkml:trace contextRef="#ctx0" brushRef="#br0">116 1 744 0 0,'-16'11'4320'0'0,"1"3"-160"0"0,3 3-800 0 0,-2 1-800 0 0,-1 2-639 0 0,2 4-561 0 0,0 2-560 0 0,3 1-240 0 0,3 1-240 0 0,6 1-320 0 0,1-3-48 0 0,2-3-592 0 0,1-3-720 0 0,-2-1-2001 0 0,4-4-1439 0 0,-1-1 480 0 0,2-4 1120 0 0,2-1 1200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2:00.087"/>
    </inkml:context>
    <inkml:brush xml:id="br0">
      <inkml:brushProperty name="width" value="0.035" units="cm"/>
      <inkml:brushProperty name="height" value="0.035" units="cm"/>
      <inkml:brushProperty name="color" value="#E71224"/>
    </inkml:brush>
  </inkml:definitions>
  <inkml:trace contextRef="#ctx0" brushRef="#br0">19 42 2424 0 0,'-2'-3'1144'0'0,"-1"0"0"0"0,1 0 0 0 0,0 0-1 0 0,1-1 1 0 0,-1 1 0 0 0,1 0 0 0 0,-1-1 0 0 0,1 0 0 0 0,-1-4-1 0 0,2 8-1033 0 0,0-1 0 0 0,0 1 0 0 0,0 0 0 0 0,0 0 0 0 0,0 0 0 0 0,0 0 0 0 0,1-1 0 0 0,-1 1 0 0 0,0 0 0 0 0,0 0 0 0 0,0 0 0 0 0,0 0 0 0 0,0-1 0 0 0,1 1 0 0 0,-1 0 0 0 0,0 0 0 0 0,0 0 0 0 0,0 0 0 0 0,0 0 0 0 0,1 0 0 0 0,-1 0 0 0 0,0 0 0 0 0,0-1 0 0 0,0 1-1 0 0,1 0 1 0 0,-1 0 0 0 0,0 0 0 0 0,0 0 0 0 0,0 0 0 0 0,1 0 0 0 0,-1 0 0 0 0,0 0 0 0 0,0 0 0 0 0,0 0 0 0 0,1 0 0 0 0,-1 0 0 0 0,0 1 0 0 0,0-1 0 0 0,0 0 0 0 0,1 0 0 0 0,-1 0 0 0 0,0 0 0 0 0,0 0 0 0 0,0 0 0 0 0,1 0 0 0 0,-1 1 0 0 0,23 14 724 0 0,105 102 631 0 0,-35-28-1424 0 0,-81-77 1717 0 0,0 3-3784 0 0,4 3-7177 0 0,-21-38-454 0 0,-1 4 7550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2:00.247"/>
    </inkml:context>
    <inkml:brush xml:id="br0">
      <inkml:brushProperty name="width" value="0.035" units="cm"/>
      <inkml:brushProperty name="height" value="0.035" units="cm"/>
      <inkml:brushProperty name="color" value="#E71224"/>
    </inkml:brush>
  </inkml:definitions>
  <inkml:trace contextRef="#ctx0" brushRef="#br0">368 0 2824 0 0,'-16'21'5120'0'0,"0"3"-640"0"0,-3 5-800 0 0,2 4-639 0 0,-5 8-641 0 0,-2 7-560 0 0,-5 3-400 0 0,1-1-400 0 0,2-1-320 0 0,3-5-560 0 0,-1-4-608 0 0,2-7-1152 0 0,2-6-2480 0 0,3-8-2321 0 0,-2-4 481 0 0,-3 2 1520 0 0,-2 4 1360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08.364"/>
    </inkml:context>
    <inkml:brush xml:id="br0">
      <inkml:brushProperty name="width" value="0.035" units="cm"/>
      <inkml:brushProperty name="height" value="0.035" units="cm"/>
      <inkml:brushProperty name="color" value="#E71224"/>
    </inkml:brush>
  </inkml:definitions>
  <inkml:trace contextRef="#ctx0" brushRef="#br0">0 257 1384 0 0,'29'-55'4217'0'0,"35"-58"2646"0"0,-58 104-6276 0 0,1-1 0 0 0,0 1-1 0 0,1 0 1 0 0,0 1 0 0 0,1 0-1 0 0,0 0 1 0 0,0 1 0 0 0,16-10 0 0 0,-25 16-544 0 0,1 1-1 0 0,-1 0 1 0 0,1-1 0 0 0,-1 1 0 0 0,1 0 0 0 0,-1-1 0 0 0,1 1 0 0 0,0 0 0 0 0,-1 0 0 0 0,1 0 0 0 0,-1-1 0 0 0,1 1 0 0 0,0 0 0 0 0,-1 0 0 0 0,1 0 0 0 0,0 0 0 0 0,-1 0 0 0 0,1 0 0 0 0,0 0 0 0 0,-1 1 0 0 0,1-1 0 0 0,-1 0 0 0 0,1 0 0 0 0,0 0 0 0 0,-1 1 0 0 0,1-1 0 0 0,-1 0 0 0 0,1 0 0 0 0,0 1 0 0 0,-1-1 0 0 0,1 1 0 0 0,7 21 725 0 0,-11 27 9 0 0,-16 32-49 0 0,-12 75-282 0 0,28-134-431 0 0,1-1 1 0 0,1 1-1 0 0,1-1 1 0 0,1 1-1 0 0,4 25 0 0 0,-4-43-15 0 0,0 1-1 0 0,0 0 1 0 0,0-1-1 0 0,0 1 1 0 0,1 0-1 0 0,0-1 1 0 0,0 0-1 0 0,0 1 1 0 0,0-1-1 0 0,1 0 1 0 0,0 0-1 0 0,0-1 1 0 0,0 1-1 0 0,0 0 1 0 0,0-1-1 0 0,1 0 1 0 0,5 4-1 0 0,-6-5-1 0 0,1 0-1 0 0,0-1 1 0 0,-1 0 0 0 0,1 1-1 0 0,0-2 1 0 0,0 1 0 0 0,0 0-1 0 0,0-1 1 0 0,0 0-1 0 0,-1 1 1 0 0,1-2 0 0 0,0 1-1 0 0,0 0 1 0 0,0-1 0 0 0,0 0-1 0 0,0 0 1 0 0,0 0 0 0 0,-1 0-1 0 0,1 0 1 0 0,0-1-1 0 0,5-3 1 0 0,4-3 6 0 0,1 0-1 0 0,-1-1 1 0 0,0-1 0 0 0,-1 0-1 0 0,0-1 1 0 0,-1 0-1 0 0,12-16 1 0 0,66-94 40 0 0,-77 104-42 0 0,-2 2 8 0 0,65-102 467 0 0,-66 100-385 0 0,0 0 0 0 0,-1-1 0 0 0,-1 0 0 0 0,0 0 1 0 0,3-20-1 0 0,-75 207 1268 0 0,49-120-1329 0 0,-16 90 0 0 0,29-124-38 0 0,2 0 0 0 0,-1-1-1 0 0,2 1 1 0 0,0 0-1 0 0,1 0 1 0 0,0-1-1 0 0,1 1 1 0 0,1-1-1 0 0,0 1 1 0 0,1-1 0 0 0,7 16-1 0 0,-10-26-82 0 0,1 0-1 0 0,0-1 1 0 0,1 1 0 0 0,-1-1 0 0 0,0 1-1 0 0,1-1 1 0 0,0 0 0 0 0,0 0-1 0 0,0 0 1 0 0,0 0 0 0 0,6 4 0 0 0,-6-5-392 0 0,1-1 1 0 0,-1 1 0 0 0,0-1 0 0 0,1 0 0 0 0,-1 0 0 0 0,1 0-1 0 0,-1 0 1 0 0,1 0 0 0 0,-1-1 0 0 0,1 0 0 0 0,5 0 0 0 0,2-1-1111 0 0,-1-1 0 0 0,1-1 1 0 0,-1 1-1 0 0,0-2 1 0 0,0 1-1 0 0,0-2 0 0 0,0 1 1 0 0,10-8-1 0 0,11-6-928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08.646"/>
    </inkml:context>
    <inkml:brush xml:id="br0">
      <inkml:brushProperty name="width" value="0.035" units="cm"/>
      <inkml:brushProperty name="height" value="0.035" units="cm"/>
      <inkml:brushProperty name="color" value="#E71224"/>
    </inkml:brush>
  </inkml:definitions>
  <inkml:trace contextRef="#ctx0" brushRef="#br0">1 1 1304 0 0,'0'2'11600'0'0,"1"2"-9440"0"0,3-1-719 0 0,-1 0-481 0 0,9 1-400 0 0,11-1-160 0 0,7-2-240 0 0,6-1-160 0 0,-1-1-208 0 0,0-2-912 0 0,-4 3-1601 0 0,0-5-1759 0 0,-5 1 320 0 0,-10 2 1040 0 0,-8 2 1040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08.809"/>
    </inkml:context>
    <inkml:brush xml:id="br0">
      <inkml:brushProperty name="width" value="0.035" units="cm"/>
      <inkml:brushProperty name="height" value="0.035" units="cm"/>
      <inkml:brushProperty name="color" value="#E71224"/>
    </inkml:brush>
  </inkml:definitions>
  <inkml:trace contextRef="#ctx0" brushRef="#br0">86 49 4184 0 0,'-28'25'4720'0'0,"3"-2"-880"0"0,6-6-800 0 0,10-4-879 0 0,5-3-641 0 0,9-3-640 0 0,7-2-400 0 0,9-2-160 0 0,11-3-80 0 0,8-6-80 0 0,3-8-80 0 0,3-5-208 0 0,0-1-592 0 0,-1-2-1520 0 0,-2-1-2561 0 0,-10 1-319 0 0,-8 4 1040 0 0,-10 11 1200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0.027"/>
    </inkml:context>
    <inkml:brush xml:id="br0">
      <inkml:brushProperty name="width" value="0.035" units="cm"/>
      <inkml:brushProperty name="height" value="0.035" units="cm"/>
      <inkml:brushProperty name="color" value="#E71224"/>
    </inkml:brush>
  </inkml:definitions>
  <inkml:trace contextRef="#ctx0" brushRef="#br0">2 39 24 0 0,'-1'-14'1812'0'0,"3"-11"11790"0"0,4 40-11615 0 0,17 41-1146 0 0,2 0 1 0 0,2-1 0 0 0,46 66 0 0 0,119 140-636 0 0,-149-213-112 0 0,-30-36-293 0 0,-1 1 0 0 0,0 1 0 0 0,-1 0 0 0 0,15 25 0 0 0,-34-55-11290 0 0,-14-31 5604 0 0,0 5 3458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0.245"/>
    </inkml:context>
    <inkml:brush xml:id="br0">
      <inkml:brushProperty name="width" value="0.035" units="cm"/>
      <inkml:brushProperty name="height" value="0.035" units="cm"/>
      <inkml:brushProperty name="color" value="#E71224"/>
    </inkml:brush>
  </inkml:definitions>
  <inkml:trace contextRef="#ctx0" brushRef="#br0">231 1 3544 0 0,'-13'43'8489'0'0,"-4"-2"-4850"0"0,-7 18-1433 0 0,-6 31-673 0 0,-86 288 193 0 0,114-368-1759 0 0,-22 95-145 0 0,22-92-246 0 0,1-1 1 0 0,0 0 0 0 0,0 1 0 0 0,2-1 0 0 0,-1 0-1 0 0,4 19 1 0 0,-3-28-54 0 0,0 0-1 0 0,-1-1 1 0 0,1 0 0 0 0,0 1-1 0 0,0-1 1 0 0,0 0 0 0 0,1 1-1 0 0,-1-1 1 0 0,1 0-1 0 0,-1 0 1 0 0,1 0 0 0 0,0 0-1 0 0,3 3 1 0 0,-4-4 193 0 0,0-1 0 0 0,0 1 1 0 0,0-1-1 0 0,0 1 0 0 0,0-1 0 0 0,1 1 0 0 0,-1-1 1 0 0,0 0-1 0 0,0 1 0 0 0,0-1 0 0 0,0 0 1 0 0,1 0-1 0 0,-1 0 0 0 0,0 0 0 0 0,0 0 0 0 0,1 0 1 0 0,-1 0-1 0 0,0-1 0 0 0,0 1 0 0 0,0 0 1 0 0,0-1-1 0 0,1 1 0 0 0,-1-1 0 0 0,0 1 0 0 0,0-1 1 0 0,0 1-1 0 0,0-1 0 0 0,0 0 0 0 0,0 1 1 0 0,1-3-1 0 0,15-14-1903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0.555"/>
    </inkml:context>
    <inkml:brush xml:id="br0">
      <inkml:brushProperty name="width" value="0.035" units="cm"/>
      <inkml:brushProperty name="height" value="0.035" units="cm"/>
      <inkml:brushProperty name="color" value="#E71224"/>
    </inkml:brush>
  </inkml:definitions>
  <inkml:trace contextRef="#ctx0" brushRef="#br0">34 2 3784 0 0,'1'-1'4960'0'0,"-5"1"-800"0"0,-3 3-960 0 0,-2 2-879 0 0,1-1-881 0 0,3 1-560 0 0,4-3-400 0 0,2-4-320 0 0,2 4-128 0 0,2 2-352 0 0,3 2-480 0 0,-2-4-880 0 0,6 5-2321 0 0,0 2-1119 0 0,-9 1 720 0 0,-3 7 1280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0.763"/>
    </inkml:context>
    <inkml:brush xml:id="br0">
      <inkml:brushProperty name="width" value="0.035" units="cm"/>
      <inkml:brushProperty name="height" value="0.035" units="cm"/>
      <inkml:brushProperty name="color" value="#E71224"/>
    </inkml:brush>
  </inkml:definitions>
  <inkml:trace contextRef="#ctx0" brushRef="#br0">238 1 1704 0 0,'12'42'9979'0'0,"-8"5"-4586"0"0,-11 49-1607 0 0,3-58-2997 0 0,-3 31-534 0 0,-4-1 1 0 0,-2-1-1 0 0,-3 0 0 0 0,-46 116 0 0 0,22-91-4063 0 0,-6-2-3721 0 0,44-86 6581 0 0,-1 0-1 0 0,1 1 1 0 0,-1-1 0 0 0,0 0 0 0 0,0-1 0 0 0,0 1-1 0 0,0 0 1 0 0,-7 4 0 0 0,-6 0-1732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2.557"/>
    </inkml:context>
    <inkml:brush xml:id="br0">
      <inkml:brushProperty name="width" value="0.035" units="cm"/>
      <inkml:brushProperty name="height" value="0.035" units="cm"/>
      <inkml:brushProperty name="color" value="#E71224"/>
    </inkml:brush>
  </inkml:definitions>
  <inkml:trace contextRef="#ctx0" brushRef="#br0">268 595 424 0 0,'1'-3'618'0'0,"0"0"0"0"0,-1-1 0 0 0,1 1 1 0 0,-1-1-1 0 0,0 1 0 0 0,0 0 0 0 0,0-1 0 0 0,0 1 0 0 0,-1-1 0 0 0,1 1 1 0 0,-1 0-1 0 0,0-1 0 0 0,0 1 0 0 0,0 0 0 0 0,-1 0 0 0 0,-2-5 0 0 0,2 6-328 0 0,1-1 0 0 0,-1 1 0 0 0,0 0 0 0 0,0 1-1 0 0,0-1 1 0 0,-1 0 0 0 0,1 1 0 0 0,0-1 0 0 0,-1 1-1 0 0,1 0 1 0 0,0 0 0 0 0,-1-1 0 0 0,0 2-1 0 0,1-1 1 0 0,-1 0 0 0 0,-4 0 0 0 0,0 0-148 0 0,1 1-1 0 0,0 0 1 0 0,-1 0 0 0 0,1 1 0 0 0,0 0 0 0 0,0 0-1 0 0,0 0 1 0 0,0 1 0 0 0,0 0 0 0 0,0 0 0 0 0,0 0-1 0 0,0 1 1 0 0,1 0 0 0 0,-1 0 0 0 0,1 0 0 0 0,0 1-1 0 0,-6 5 1 0 0,0 2-87 0 0,2 0 0 0 0,-1 1-1 0 0,2 0 1 0 0,-1 0 0 0 0,2 1 0 0 0,0 0-1 0 0,0 1 1 0 0,1-1 0 0 0,1 1-1 0 0,0 0 1 0 0,-4 27 0 0 0,5-22-2 0 0,1 1 0 0 0,1 0 0 0 0,0 0 0 0 0,2 1 0 0 0,0-1 0 0 0,2 0 0 0 0,0 0 0 0 0,6 23 0 0 0,-7-39-53 0 0,0 1 1 0 0,0-1 0 0 0,0 0 0 0 0,1 0 0 0 0,0 0-1 0 0,-1 0 1 0 0,2 0 0 0 0,-1 0 0 0 0,0 0 0 0 0,1 0-1 0 0,0-1 1 0 0,0 1 0 0 0,0-1 0 0 0,0 0 0 0 0,0 0-1 0 0,1 0 1 0 0,-1-1 0 0 0,1 1 0 0 0,6 3 0 0 0,-7-5-1 0 0,1 0 1 0 0,0-1 0 0 0,0 1-1 0 0,0-1 1 0 0,0 1 0 0 0,0-1-1 0 0,0 0 1 0 0,-1-1 0 0 0,1 1 0 0 0,0-1-1 0 0,0 1 1 0 0,0-1 0 0 0,-1 0-1 0 0,1-1 1 0 0,0 1 0 0 0,-1-1-1 0 0,1 1 1 0 0,-1-1 0 0 0,1 0 0 0 0,-1-1-1 0 0,0 1 1 0 0,5-5 0 0 0,11-10 19 0 0,0 0 1 0 0,-1-2-1 0 0,-1-1 1 0 0,-1 0-1 0 0,-1 0 1 0 0,23-42 0 0 0,-12 13 53 0 0,-3 0 1 0 0,20-63 0 0 0,-32 73 31 0 0,-2-1 1 0 0,-1 1 0 0 0,-3-2-1 0 0,-1 1 1 0 0,-1-1 0 0 0,-3 1-1 0 0,-1-1 1 0 0,-2 1 0 0 0,-2 0-1 0 0,-2-1 1 0 0,-18-60 0 0 0,23 92 66 0 0,-1 1 0 0 0,0 0 1 0 0,0 0-1 0 0,-7-12 0 0 0,-4 65 321 0 0,8-24-471 0 0,2 0 1 0 0,1 0 0 0 0,1 0 0 0 0,0 1-1 0 0,2-1 1 0 0,2 28 0 0 0,26 130-39 0 0,-13-94 24 0 0,31 327-351 0 0,-39-373-1387 0 0,2-28-1782 0 0,-8-12 3200 0 0,0 1 1 0 0,-1 0-1 0 0,1 0 0 0 0,0-1 0 0 0,0 1 0 0 0,0-1 0 0 0,-1 1 0 0 0,1 0 0 0 0,0-1 0 0 0,-1 1 0 0 0,1-1 0 0 0,0 0 0 0 0,-1 1 0 0 0,1-1 0 0 0,0 0 1 0 0,-1 1-1 0 0,1-1 0 0 0,-1 0 0 0 0,0 1 0 0 0,1-1 0 0 0,0-1 0 0 0,1-3-559 0 0,1 0 1 0 0,-1-1-1 0 0,0 1 0 0 0,-1 0 1 0 0,1-1-1 0 0,-1 1 0 0 0,0-1 1 0 0,0-6-1 0 0,3-29-1490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3.254"/>
    </inkml:context>
    <inkml:brush xml:id="br0">
      <inkml:brushProperty name="width" value="0.035" units="cm"/>
      <inkml:brushProperty name="height" value="0.035" units="cm"/>
      <inkml:brushProperty name="color" value="#E71224"/>
    </inkml:brush>
  </inkml:definitions>
  <inkml:trace contextRef="#ctx0" brushRef="#br0">137 78 2504 0 0,'0'-18'7182'0'0,"-9"15"-1167"0"0,-3 11-2409 0 0,4 8-3862 0 0,4 3 359 0 0,1 0 0 0 0,1 1 0 0 0,1-1 0 0 0,0 0 0 0 0,5 38 0 0 0,-2-31 96 0 0,-2 0-1 0 0,-3 41 1 0 0,-3-33 21 0 0,-3-1 1 0 0,-24 63 0 0 0,22-68-172 0 0,1 1 0 0 0,1 0 0 0 0,2 0-1 0 0,-6 38 1 0 0,13-65-52 0 0,0 0-1 0 0,-1 0 1 0 0,1 0-1 0 0,0 0 1 0 0,0 0-1 0 0,0 0 1 0 0,0 0-1 0 0,0 0 0 0 0,1 1 1 0 0,-1-1-1 0 0,1 0 1 0 0,-1 0-1 0 0,1 0 1 0 0,0 0-1 0 0,0-1 1 0 0,0 1-1 0 0,0 0 1 0 0,0 0-1 0 0,2 2 0 0 0,-2-3 1 0 0,0-1-1 0 0,1 1 1 0 0,-1 0-1 0 0,0-1 1 0 0,1 0-1 0 0,-1 1 1 0 0,0-1-1 0 0,1 0 0 0 0,-1 0 1 0 0,0 0-1 0 0,1 0 1 0 0,-1 0-1 0 0,0 0 1 0 0,1 0-1 0 0,-1 0 0 0 0,1 0 1 0 0,-1-1-1 0 0,0 1 1 0 0,0 0-1 0 0,1-1 1 0 0,1-1-1 0 0,10-4 20 0 0,-1-1 1 0 0,0 0-1 0 0,0-1 1 0 0,13-13-1 0 0,-21 18 11 0 0,50-43 118 0 0,-2-2 0 0 0,-2-3-1 0 0,44-59 1 0 0,-83 96-41 0 0,-1-1 0 0 0,0 0 0 0 0,-1-1 0 0 0,-1 0 0 0 0,-1 0 0 0 0,0-1 0 0 0,-1 1 1 0 0,-1-2-1 0 0,-1 1 0 0 0,4-24 0 0 0,-7 31-38 0 0,0 0 1 0 0,-1 0-1 0 0,0 0 1 0 0,0 0-1 0 0,-1 1 1 0 0,-1-1-1 0 0,1 0 1 0 0,-2 0-1 0 0,1 1 1 0 0,-1-1-1 0 0,-1 1 1 0 0,0 0-1 0 0,0 0 1 0 0,-1 0-1 0 0,0 1 1 0 0,0-1-1 0 0,-1 1 1 0 0,0 0-1 0 0,0 1 1 0 0,-10-9-1 0 0,12 12 11 0 0,-1 1 0 0 0,0-1 0 0 0,-1 1 0 0 0,1 0 0 0 0,-1 0 0 0 0,1 1 0 0 0,-9-3 0 0 0,12 4-164 0 0,1 0-1 0 0,0 1 1 0 0,-1-1-1 0 0,1 1 1 0 0,-1 0-1 0 0,1-1 1 0 0,0 1-1 0 0,-1 0 1 0 0,1 0-1 0 0,-1 0 1 0 0,1 0-1 0 0,-1 0 1 0 0,1 0-1 0 0,-1 0 1 0 0,1 1-1 0 0,0-1 1 0 0,-1 0-1 0 0,1 1 1 0 0,-1-1-1 0 0,1 1 1 0 0,0 0-1 0 0,0-1 1 0 0,-1 1-1 0 0,1 0 1 0 0,0 0-1 0 0,0 0 1 0 0,0 0-1 0 0,0 0 1 0 0,0 0-1 0 0,0 0 1 0 0,0 0-1 0 0,0 0 1 0 0,0 0-1 0 0,0 0 1 0 0,1 1-1 0 0,-2 1 1 0 0,6 4-7438 0 0,13 9 1079 0 0,-6-5 2656 0 0,-3 3 937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3.760"/>
    </inkml:context>
    <inkml:brush xml:id="br0">
      <inkml:brushProperty name="width" value="0.035" units="cm"/>
      <inkml:brushProperty name="height" value="0.035" units="cm"/>
      <inkml:brushProperty name="color" value="#E71224"/>
    </inkml:brush>
  </inkml:definitions>
  <inkml:trace contextRef="#ctx0" brushRef="#br0">18 70 1464 0 0,'-17'8'12041'0'0,"29"-8"-7059"0"0,34-10-3951 0 0,-41 8-1101 0 0,169-46 851 0 0,-142 41-4040 0 0,54-3-1 0 0,-68 12-2263 0 0,-18-2 5372 0 0,0 0 0 0 0,1 0 0 0 0,-1 0 0 0 0,1 0 0 0 0,-1 1 0 0 0,0-1 0 0 0,0 0 0 0 0,1 0 0 0 0,-1 1 0 0 0,0-1 0 0 0,1 0 0 0 0,-1 1-1 0 0,0-1 1 0 0,0 0 0 0 0,1 1 0 0 0,-1-1 0 0 0,0 0 0 0 0,0 1 0 0 0,0-1 0 0 0,0 0 0 0 0,0 1 0 0 0,1-1 0 0 0,-1 1 0 0 0,0-1 0 0 0,0 0 0 0 0,0 1 0 0 0,0-1 0 0 0,0 1 0 0 0,0-1 0 0 0,0 0 0 0 0,0 1-1 0 0,0-1 1 0 0,0 1 0 0 0,-1-1 0 0 0,1 0 0 0 0,0 1 0 0 0,0-1 0 0 0,0 1 0 0 0,-7 11-1929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3.935"/>
    </inkml:context>
    <inkml:brush xml:id="br0">
      <inkml:brushProperty name="width" value="0.035" units="cm"/>
      <inkml:brushProperty name="height" value="0.035" units="cm"/>
      <inkml:brushProperty name="color" value="#E71224"/>
    </inkml:brush>
  </inkml:definitions>
  <inkml:trace contextRef="#ctx0" brushRef="#br0">2 111 1544 0 0,'-2'18'4400'0'0,"4"-5"-400"0"0,5-8-960 0 0,5-5-880 0 0,4-5-559 0 0,8-3-481 0 0,9-4-320 0 0,8-4-400 0 0,8-1-160 0 0,4-2-240 0 0,-1 3-448 0 0,-2-1-1632 0 0,-3-1-2321 0 0,-6 5-319 0 0,-12 7 880 0 0,-10 8 1120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5.379"/>
    </inkml:context>
    <inkml:brush xml:id="br0">
      <inkml:brushProperty name="width" value="0.035" units="cm"/>
      <inkml:brushProperty name="height" value="0.035" units="cm"/>
      <inkml:brushProperty name="color" value="#E71224"/>
    </inkml:brush>
  </inkml:definitions>
  <inkml:trace contextRef="#ctx0" brushRef="#br0">2 193 984 0 0,'-1'-60'6869'0'0,"1"31"-3438"0"0,0 0-1 0 0,5-32 1 0 0,-4 60-3396 0 0,-1 0 1 0 0,0 1-1 0 0,1-1 1 0 0,-1 0-1 0 0,0 0 1 0 0,1 1-1 0 0,-1-1 0 0 0,1 0 1 0 0,-1 1-1 0 0,1-1 1 0 0,0 1-1 0 0,-1-1 1 0 0,1 1-1 0 0,-1-1 1 0 0,1 1-1 0 0,0-1 1 0 0,0 1-1 0 0,-1 0 1 0 0,1-1-1 0 0,0 1 1 0 0,-1 0-1 0 0,1-1 1 0 0,0 1-1 0 0,0 0 1 0 0,0 0-1 0 0,-1 0 1 0 0,1 0-1 0 0,0 0 1 0 0,0 0-1 0 0,0 0 1 0 0,-1 0-1 0 0,1 0 1 0 0,0 0-1 0 0,0 0 1 0 0,0 1-1 0 0,-1-1 1 0 0,1 0-1 0 0,0 1 1 0 0,0-1-1 0 0,-1 0 1 0 0,1 1-1 0 0,0-1 1 0 0,-1 1-1 0 0,1-1 1 0 0,0 1-1 0 0,35 21 386 0 0,-19-8-330 0 0,-2 0-1 0 0,0 2 1 0 0,-1-1 0 0 0,0 2 0 0 0,-1 0-1 0 0,-1 0 1 0 0,-1 2 0 0 0,0-1-1 0 0,8 21 1 0 0,11 33 174 0 0,23 80 1 0 0,-46-132-197 0 0,17 46 277 0 0,4 0 1 0 0,56 97 0 0 0,-77-144 614 0 0,-5 2-4823 0 0,-3-20 3357 0 0,1 0 0 0 0,0 0 0 0 0,0 1 0 0 0,-1-1 0 0 0,1 0 0 0 0,0 0 0 0 0,-1 0 0 0 0,1 1 0 0 0,-1-1 0 0 0,0 0 0 0 0,1 0 0 0 0,-1 0 0 0 0,0 0 0 0 0,0 0 0 0 0,0 0 0 0 0,0 0 0 0 0,1-1 0 0 0,-1 1 0 0 0,0 0 0 0 0,-1 0 0 0 0,1-1 0 0 0,0 1 0 0 0,0 0 0 0 0,0-1 0 0 0,0 1 0 0 0,0-1 0 0 0,-1 0 0 0 0,1 1 0 0 0,0-1 0 0 0,-2 0 0 0 0,-12 1-2428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5.608"/>
    </inkml:context>
    <inkml:brush xml:id="br0">
      <inkml:brushProperty name="width" value="0.035" units="cm"/>
      <inkml:brushProperty name="height" value="0.035" units="cm"/>
      <inkml:brushProperty name="color" value="#E71224"/>
    </inkml:brush>
  </inkml:definitions>
  <inkml:trace contextRef="#ctx0" brushRef="#br0">201 0 3144 0 0,'-18'34'9268'0'0,"-5"-2"-5736"0"0,-13 23-1358 0 0,13-7-1589 0 0,2 1 1 0 0,2 1-1 0 0,-18 74 0 0 0,30-88-1902 0 0,0 0 0 0 0,3 0-1 0 0,-1 45 1 0 0,5-79 920 0 0,2 22-3850 0 0,-3-24 4057 0 0,1 1 0 0 0,0-1 0 0 0,0 1 0 0 0,1-1 0 0 0,-1 1 0 0 0,0-1 0 0 0,0 1 0 0 0,0-1 0 0 0,0 1 0 0 0,0-1 0 0 0,0 0 0 0 0,1 1 0 0 0,-1-1 0 0 0,0 1 0 0 0,0-1 0 0 0,1 1 0 0 0,-1-1 0 0 0,0 0 0 0 0,1 1 0 0 0,-1-1 0 0 0,0 0 0 0 0,1 1 0 0 0,-1-1 0 0 0,1 0 0 0 0,-1 1 0 0 0,0-1 0 0 0,1 0 0 0 0,-1 0 0 0 0,1 0 0 0 0,-1 1 0 0 0,1-1 0 0 0,-1 0 0 0 0,1 0 0 0 0,-1 0 0 0 0,1 0 0 0 0,-1 0 0 0 0,1 0 0 0 0,0 0 0 0 0,10-6-2170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6.336"/>
    </inkml:context>
    <inkml:brush xml:id="br0">
      <inkml:brushProperty name="width" value="0.035" units="cm"/>
      <inkml:brushProperty name="height" value="0.035" units="cm"/>
      <inkml:brushProperty name="color" value="#E71224"/>
    </inkml:brush>
  </inkml:definitions>
  <inkml:trace contextRef="#ctx0" brushRef="#br0">29 307 2664 0 0,'10'15'9140'0'0,"4"-7"-3714"0"0,-10-8-5050 0 0,-1 1 0 0 0,1-1 0 0 0,0 0 0 0 0,-1 0 0 0 0,1 0-1 0 0,-1 0 1 0 0,1-1 0 0 0,6-1 0 0 0,6-3-686 0 0,-1 0 1 0 0,0-2-1 0 0,16-8 0 0 0,-27 13 961 0 0,30-16-493 0 0,0-2 0 0 0,32-25 1 0 0,-53 35-119 0 0,0 0 1 0 0,-1-2 0 0 0,0 1-1 0 0,-1-1 1 0 0,-1-1-1 0 0,1 0 1 0 0,12-22 0 0 0,-22 33-27 0 0,1 0 1 0 0,-1 0-1 0 0,0 0 1 0 0,1-1-1 0 0,-1 1 0 0 0,0 0 1 0 0,0-1-1 0 0,-1 1 1 0 0,1-1-1 0 0,0 1 1 0 0,-1-1-1 0 0,0 1 1 0 0,1-1-1 0 0,-1 1 1 0 0,0-1-1 0 0,0 1 1 0 0,0-1-1 0 0,-1 1 1 0 0,1-1-1 0 0,-1 1 1 0 0,1-1-1 0 0,-1 1 1 0 0,0-1-1 0 0,0 1 0 0 0,0 0 1 0 0,0 0-1 0 0,0-1 1 0 0,-1 1-1 0 0,1 0 1 0 0,-1 0-1 0 0,-3-4 1 0 0,2 4-1 0 0,-1 0 0 0 0,0 0 0 0 0,0 0 1 0 0,1 1-1 0 0,-1-1 0 0 0,0 1 0 0 0,-1 0 1 0 0,1 0-1 0 0,0 1 0 0 0,0-1 0 0 0,0 1 0 0 0,0 0 1 0 0,-1 0-1 0 0,1 0 0 0 0,0 0 0 0 0,0 1 1 0 0,0 0-1 0 0,-6 1 0 0 0,-10 4 44 0 0,0 1-1 0 0,1 1 1 0 0,-1 1 0 0 0,2 0-1 0 0,-1 1 1 0 0,1 2 0 0 0,1-1-1 0 0,0 2 1 0 0,-23 22 0 0 0,29-25 7 0 0,0 1 1 0 0,1 0-1 0 0,0 1 1 0 0,0 0-1 0 0,2 1 1 0 0,-1 0-1 0 0,2 0 1 0 0,0 1-1 0 0,0 0 1 0 0,1 0-1 0 0,1 1 0 0 0,0-1 1 0 0,-4 27-1 0 0,8-35-50 0 0,1 1 0 0 0,-1-1 0 0 0,2 1 0 0 0,-1-1 0 0 0,1 1 0 0 0,0-1 0 0 0,0 0 0 0 0,0 0 0 0 0,1 1 0 0 0,0-1 0 0 0,0 0-1 0 0,1 0 1 0 0,0-1 0 0 0,0 1 0 0 0,0 0 0 0 0,1-1 0 0 0,-1 0 0 0 0,1 0 0 0 0,1 0 0 0 0,-1 0 0 0 0,1-1 0 0 0,-1 1 0 0 0,1-1 0 0 0,1-1-1 0 0,-1 1 1 0 0,0-1 0 0 0,1 1 0 0 0,0-2 0 0 0,9 5 0 0 0,1-2-94 0 0,0 1 0 0 0,1-2 0 0 0,-1 0 0 0 0,1-2 0 0 0,0 1 0 0 0,0-2 0 0 0,0 0 0 0 0,-1-1 0 0 0,1-1 0 0 0,20-3 0 0 0,-7-2-1624 0 0,1 0 0 0 0,55-22-1 0 0,-70 22 170 0 0,0-1-1 0 0,-1 0 0 0 0,-1-2 1 0 0,1 1-1 0 0,-1-2 0 0 0,-1 0 1 0 0,13-12-1 0 0,5-13-1732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6.554"/>
    </inkml:context>
    <inkml:brush xml:id="br0">
      <inkml:brushProperty name="width" value="0.035" units="cm"/>
      <inkml:brushProperty name="height" value="0.035" units="cm"/>
      <inkml:brushProperty name="color" value="#E71224"/>
    </inkml:brush>
  </inkml:definitions>
  <inkml:trace contextRef="#ctx0" brushRef="#br0">17 60 1304 0 0,'-9'9'4480'0'0,"2"-6"2960"0"0,10-6-5040 0 0,7-1-719 0 0,10-1-561 0 0,12-1-480 0 0,10 0-160 0 0,8-1-160 0 0,9-2-160 0 0,3 0-128 0 0,0 0-432 0 0,-5 3-720 0 0,-8 4-1761 0 0,-9 0-1919 0 0,-12 0 240 0 0,-10 1 1120 0 0,-9 1 1200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6.837"/>
    </inkml:context>
    <inkml:brush xml:id="br0">
      <inkml:brushProperty name="width" value="0.035" units="cm"/>
      <inkml:brushProperty name="height" value="0.035" units="cm"/>
      <inkml:brushProperty name="color" value="#E71224"/>
    </inkml:brush>
  </inkml:definitions>
  <inkml:trace contextRef="#ctx0" brushRef="#br0">28 1 3144 0 0,'-23'3'8554'0'0,"23"-3"-8427"0"0,-1 0 0 0 0,1 0 0 0 0,0 0 0 0 0,0 0 0 0 0,0 0 0 0 0,-1 0 0 0 0,1 0 0 0 0,0 0 0 0 0,0 0 0 0 0,0 0 0 0 0,-1 0 0 0 0,1 1 0 0 0,0-1 0 0 0,0 0 0 0 0,0 0-1 0 0,0 0 1 0 0,0 0 0 0 0,-1 0 0 0 0,1 1 0 0 0,0-1 0 0 0,0 0 0 0 0,0 0 0 0 0,0 0 0 0 0,0 1 0 0 0,0-1 0 0 0,0 0 0 0 0,0 0 0 0 0,0 0 0 0 0,0 1 0 0 0,0-1 0 0 0,0 0 0 0 0,0 0 0 0 0,0 0 0 0 0,0 1 0 0 0,0-1-1 0 0,0 0 1 0 0,0 0 0 0 0,0 0 0 0 0,0 1 0 0 0,0-1 0 0 0,0 0 0 0 0,0 0 0 0 0,27 23 3313 0 0,-18-16-3852 0 0,23 17 843 0 0,-1 2 0 0 0,-1 1 1 0 0,49 58-1 0 0,-7 8-1020 0 0,-3 4-4703 0 0,-61-85 4253 0 0,-1-5-4292 0 0,-6-17-1059 0 0,-5-8 3977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7.014"/>
    </inkml:context>
    <inkml:brush xml:id="br0">
      <inkml:brushProperty name="width" value="0.035" units="cm"/>
      <inkml:brushProperty name="height" value="0.035" units="cm"/>
      <inkml:brushProperty name="color" value="#E71224"/>
    </inkml:brush>
  </inkml:definitions>
  <inkml:trace contextRef="#ctx0" brushRef="#br0">209 0 1064 0 0,'-12'8'3596'0'0,"1"0"0"0"0,0 1 0 0 0,-18 19 0 0 0,19-17-2419 0 0,0 1-1 0 0,1 1 1 0 0,-9 13 0 0 0,4 2-857 0 0,0 0 1 0 0,2 1 0 0 0,-9 34 0 0 0,16-50-375 0 0,-2 6-242 0 0,1 0 0 0 0,1 0 0 0 0,0 1 0 0 0,1-1 0 0 0,1 1 0 0 0,1 0 0 0 0,1 27 1 0 0,1-45-104 0 0,0-1 0 0 0,0 1 0 0 0,1 0 0 0 0,-1 0 0 0 0,0-1 0 0 0,1 1 0 0 0,-1-1-1 0 0,1 1 1 0 0,-1 0 0 0 0,1-1 0 0 0,0 1 0 0 0,-1-1 0 0 0,1 1 0 0 0,0-1 0 0 0,0 0 0 0 0,0 1 0 0 0,0-1 0 0 0,1 0 0 0 0,-1 0 0 0 0,0 1 0 0 0,0-1 0 0 0,1 0 0 0 0,-1 0 0 0 0,1-1 0 0 0,-1 1 0 0 0,1 0 0 0 0,-1 0 0 0 0,1-1 0 0 0,-1 1 0 0 0,1-1 0 0 0,0 1 0 0 0,-1-1 0 0 0,1 0 0 0 0,0 0 0 0 0,-1 1 0 0 0,1-1 0 0 0,0 0 0 0 0,0-1 0 0 0,2 1 0 0 0,13-8-2041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7.753"/>
    </inkml:context>
    <inkml:brush xml:id="br0">
      <inkml:brushProperty name="width" value="0.035" units="cm"/>
      <inkml:brushProperty name="height" value="0.035" units="cm"/>
      <inkml:brushProperty name="color" value="#E71224"/>
    </inkml:brush>
  </inkml:definitions>
  <inkml:trace contextRef="#ctx0" brushRef="#br0">1 5 824 0 0,'5'-4'9784'0'0,"8"9"-5494"0"0,19 18-2659 0 0,-19-14-362 0 0,49 32-82 0 0,-26-18-638 0 0,0 1 1 0 0,-2 2-1 0 0,43 40 1 0 0,-69-58-695 0 0,-1 0 1 0 0,0 0 0 0 0,0 1 0 0 0,0 0 0 0 0,-1 0-1 0 0,-1 1 1 0 0,0-1 0 0 0,0 1 0 0 0,-1 0 0 0 0,0 1 0 0 0,0-1-1 0 0,-1 1 1 0 0,-1 0 0 0 0,0-1 0 0 0,0 1 0 0 0,-1 0 0 0 0,-1 0-1 0 0,0 13 1 0 0,-5-2-5620 0 0,5-22 5602 0 0,0 0-1 0 0,0 1 1 0 0,0-1 0 0 0,0 0 0 0 0,0 1 0 0 0,-1-1 0 0 0,1 0-1 0 0,0 1 1 0 0,0-1 0 0 0,0 0 0 0 0,0 1 0 0 0,-1-1 0 0 0,1 0 0 0 0,0 0-1 0 0,0 1 1 0 0,0-1 0 0 0,-1 0 0 0 0,1 0 0 0 0,0 1 0 0 0,0-1-1 0 0,-1 0 1 0 0,1 0 0 0 0,0 0 0 0 0,-1 0 0 0 0,1 1 0 0 0,0-1 0 0 0,-1 0-1 0 0,1 0 1 0 0,0 0 0 0 0,-1 0 0 0 0,1 0 0 0 0,0 0 0 0 0,-1 0-1 0 0,1 0 1 0 0,0 0 0 0 0,-1 0 0 0 0,1 0 0 0 0,0 0 0 0 0,-1 0 0 0 0,1 0-1 0 0,0 0 1 0 0,-1 0 0 0 0,1 0 0 0 0,0-1 0 0 0,0 1 0 0 0,-1 0-1 0 0,1 0 1 0 0,0 0 0 0 0,-1 0 0 0 0,1-1 0 0 0,0 1 0 0 0,0 0-1 0 0,-1 0 1 0 0,1-1 0 0 0,0 1 0 0 0,0 0 0 0 0,0 0 0 0 0,-1-1 0 0 0,1 1-1 0 0,-7-12-2250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7.963"/>
    </inkml:context>
    <inkml:brush xml:id="br0">
      <inkml:brushProperty name="width" value="0.035" units="cm"/>
      <inkml:brushProperty name="height" value="0.035" units="cm"/>
      <inkml:brushProperty name="color" value="#E71224"/>
    </inkml:brush>
  </inkml:definitions>
  <inkml:trace contextRef="#ctx0" brushRef="#br0">225 1 2664 0 0,'-27'15'5342'0'0,"5"-3"-2039"0"0,0 1 1 0 0,-22 19-1 0 0,36-26-3048 0 0,1 1 0 0 0,0 0 0 0 0,0 0 0 0 0,1 1-1 0 0,0-1 1 0 0,1 2 0 0 0,-1-1 0 0 0,2 0 0 0 0,-5 10 0 0 0,0 4-87 0 0,1 0 0 0 0,1 1 1 0 0,1-1-1 0 0,0 1 1 0 0,-1 25-1 0 0,6-38-677 0 0,1 1-1 0 0,0-1 0 0 0,0 1 1 0 0,1-1-1 0 0,1 1 1 0 0,2 10-1 0 0,-3-16-471 0 0,1 0 0 0 0,0 0 1 0 0,-1-1-1 0 0,2 1 0 0 0,-1 0 0 0 0,1-1 0 0 0,-1 0 0 0 0,1 1 0 0 0,0-1 1 0 0,1-1-1 0 0,-1 1 0 0 0,1 0 0 0 0,4 3 0 0 0,9 3-1859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8.700"/>
    </inkml:context>
    <inkml:brush xml:id="br0">
      <inkml:brushProperty name="width" value="0.035" units="cm"/>
      <inkml:brushProperty name="height" value="0.035" units="cm"/>
      <inkml:brushProperty name="color" value="#E71224"/>
    </inkml:brush>
  </inkml:definitions>
  <inkml:trace contextRef="#ctx0" brushRef="#br0">371 245 504 0 0,'0'-3'900'0'0,"0"0"-1"0"0,0-1 1 0 0,-1 1-1 0 0,1 0 1 0 0,-1 0-1 0 0,0 0 1 0 0,0 0-1 0 0,0 0 1 0 0,0 0-1 0 0,-3-6 1 0 0,-26-30 3446 0 0,21 30-3766 0 0,0 0 0 0 0,-1 1 0 0 0,0 0 0 0 0,-1 0 0 0 0,-12-6 0 0 0,19 12-514 0 0,1 1 1 0 0,-1 0-1 0 0,0 0 1 0 0,1 0-1 0 0,-1 0 1 0 0,0 1-1 0 0,1-1 1 0 0,-1 1-1 0 0,0 0 1 0 0,0 0-1 0 0,0 0 1 0 0,1 1-1 0 0,-1-1 1 0 0,0 1-1 0 0,1 0 1 0 0,-1 0-1 0 0,0 0 1 0 0,1 1-1 0 0,0-1 0 0 0,-1 1 1 0 0,1 0-1 0 0,0 0 1 0 0,0 0-1 0 0,-1 0 1 0 0,2 1-1 0 0,-1-1 1 0 0,-4 5-1 0 0,-7 8 23 0 0,0 0-1 0 0,1 1 1 0 0,-19 31-1 0 0,26-37-23 0 0,-6 9-1 0 0,0 1 0 0 0,2 0 0 0 0,0 1 0 0 0,-13 39 0 0 0,21-53-59 0 0,-1 1 1 0 0,2 0-1 0 0,-1 0 1 0 0,1-1-1 0 0,0 1 1 0 0,1 0-1 0 0,0 0 1 0 0,0 0-1 0 0,1 0 1 0 0,0 0-1 0 0,0 0 1 0 0,1-1-1 0 0,0 1 0 0 0,0-1 1 0 0,1 1-1 0 0,0-1 1 0 0,5 10-1 0 0,-6-14-12 0 0,1 0-1 0 0,-1 0 0 0 0,1 0 0 0 0,0-1 1 0 0,0 1-1 0 0,0-1 0 0 0,0 0 0 0 0,0 0 1 0 0,0 0-1 0 0,1 0 0 0 0,-1-1 1 0 0,1 1-1 0 0,-1-1 0 0 0,1 0 0 0 0,-1 0 1 0 0,1 0-1 0 0,0 0 0 0 0,0-1 0 0 0,-1 0 1 0 0,1 1-1 0 0,0-1 0 0 0,0-1 0 0 0,-1 1 1 0 0,1 0-1 0 0,0-1 0 0 0,0 0 0 0 0,-1 0 1 0 0,1 0-1 0 0,4-2 0 0 0,9-3 3 0 0,0-1 0 0 0,-1 0-1 0 0,0-2 1 0 0,27-17 0 0 0,-18 8 11 0 0,0-2 0 0 0,-1 0 0 0 0,-1-2 1 0 0,-1-1-1 0 0,-2 0 0 0 0,0-2 1 0 0,19-30-1 0 0,-26 35 78 0 0,-1-1 0 0 0,0-1 1 0 0,-2 0-1 0 0,-1 0 0 0 0,0-1 1 0 0,-2 0-1 0 0,0-1 0 0 0,-2 0 1 0 0,4-43-1 0 0,-8 67-56 0 0,-1-1 1 0 0,0 0-1 0 0,0 0 0 0 0,0 1 1 0 0,1-1-1 0 0,-1 0 0 0 0,0 0 1 0 0,0 1-1 0 0,0-1 0 0 0,0 0 1 0 0,0 0-1 0 0,0 0 0 0 0,-1 1 0 0 0,1-1 1 0 0,0 0-1 0 0,0 0 0 0 0,0 1 1 0 0,-1-1-1 0 0,1 0 0 0 0,0 1 1 0 0,-1-1-1 0 0,1 0 0 0 0,-1 1 1 0 0,1-1-1 0 0,-1 0 0 0 0,1 1 1 0 0,-1-1-1 0 0,1 1 0 0 0,-2-2 1 0 0,1 3 4 0 0,-1-1-1 0 0,1 1 1 0 0,0-1 0 0 0,0 1 0 0 0,0-1 0 0 0,-1 1 0 0 0,1-1 0 0 0,0 1 0 0 0,0 0 0 0 0,0 0 0 0 0,0 0 0 0 0,0 0 0 0 0,0 0 0 0 0,1 0-1 0 0,-2 1 1 0 0,-32 46 404 0 0,24-32-415 0 0,1 2 0 0 0,0-1 0 0 0,1 1 1 0 0,1 0-1 0 0,0 1 0 0 0,2-1 0 0 0,0 1 0 0 0,1 1 0 0 0,1-1 0 0 0,1 0 0 0 0,1 1 0 0 0,0-1 0 0 0,1 1 0 0 0,1 0 0 0 0,2-1 0 0 0,-1 0 0 0 0,2 1 0 0 0,8 24 0 0 0,2 3-152 0 0,-12-35-308 0 0,1 1 1 0 0,0-1-1 0 0,1 0 0 0 0,1-1 1 0 0,0 1-1 0 0,0-1 0 0 0,1 0 1 0 0,0 0-1 0 0,10 12 0 0 0,-13-21-516 0 0,-1-1 0 0 0,1 1 0 0 0,0-1-1 0 0,0 1 1 0 0,0-1 0 0 0,0 0 0 0 0,0 0 0 0 0,0 0-1 0 0,0 0 1 0 0,1-1 0 0 0,-1 1 0 0 0,0-1 0 0 0,0 0 0 0 0,1 0-1 0 0,2 0 1 0 0,7 0-1806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9.029"/>
    </inkml:context>
    <inkml:brush xml:id="br0">
      <inkml:brushProperty name="width" value="0.035" units="cm"/>
      <inkml:brushProperty name="height" value="0.035" units="cm"/>
      <inkml:brushProperty name="color" value="#E71224"/>
    </inkml:brush>
  </inkml:definitions>
  <inkml:trace contextRef="#ctx0" brushRef="#br0">27 1 3304 0 0,'-1'0'530'0'0,"-1"1"1"0"0,1-1-1 0 0,-1 1 0 0 0,1 0 1 0 0,0-1-1 0 0,-1 1 0 0 0,1 0 0 0 0,0 0 1 0 0,-1 0-1 0 0,1 0 0 0 0,0 0 1 0 0,0 0-1 0 0,0 0 0 0 0,0 1 1 0 0,0-1-1 0 0,0 0 0 0 0,0 1 0 0 0,1-1 1 0 0,-1 0-1 0 0,0 1 0 0 0,1-1 1 0 0,-2 3-1 0 0,2-1-167 0 0,0 1 0 0 0,-1-1 0 0 0,1 1 0 0 0,0-1 0 0 0,0 0 0 0 0,1 1 0 0 0,-1-1 0 0 0,1 0 0 0 0,0 1 0 0 0,1 3 0 0 0,2 5-102 0 0,2 0 0 0 0,-1 0-1 0 0,1 0 1 0 0,12 15 0 0 0,13 13-10 0 0,2-1 1 0 0,2-2-1 0 0,1-2 1 0 0,49 37-1 0 0,56 56-1169 0 0,-133-119 807 0 0,20 20-3709 0 0,-17-27-1194 0 0,-7-18-2922 0 0,-5-1 5176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19.239"/>
    </inkml:context>
    <inkml:brush xml:id="br0">
      <inkml:brushProperty name="width" value="0.035" units="cm"/>
      <inkml:brushProperty name="height" value="0.035" units="cm"/>
      <inkml:brushProperty name="color" value="#E71224"/>
    </inkml:brush>
  </inkml:definitions>
  <inkml:trace contextRef="#ctx0" brushRef="#br0">552 0 3944 0 0,'-28'12'10125'0'0,"4"12"-5520"0"0,-15 37-2897 0 0,27-42-825 0 0,-242 337 1176 0 0,164-237-7597 0 0,3 2-9259 0 0,70-95 12264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21.922"/>
    </inkml:context>
    <inkml:brush xml:id="br0">
      <inkml:brushProperty name="width" value="0.035" units="cm"/>
      <inkml:brushProperty name="height" value="0.035" units="cm"/>
      <inkml:brushProperty name="color" value="#E71224"/>
    </inkml:brush>
  </inkml:definitions>
  <inkml:trace contextRef="#ctx0" brushRef="#br0">399 104 904 0 0,'1'0'509'0'0,"0"1"-1"0"0,0 0 1 0 0,1-1-1 0 0,-1 1 1 0 0,0-1-1 0 0,0 0 1 0 0,0 1-1 0 0,0-1 1 0 0,1 0-1 0 0,-1 0 1 0 0,0 1-1 0 0,0-1 1 0 0,0 0 0 0 0,1 0-1 0 0,-1-1 1 0 0,0 1-1 0 0,0 0 1 0 0,0 0-1 0 0,1 0 1 0 0,-1-1-1 0 0,0 1 1 0 0,0-1-1 0 0,0 1 1 0 0,0-1-1 0 0,0 1 1 0 0,0-1 0 0 0,0 0-1 0 0,2-1 1 0 0,-2-14 3254 0 0,-8-10-3807 0 0,5 23 122 0 0,1-1 0 0 0,-1 1-1 0 0,0-1 1 0 0,0 1 0 0 0,0 0-1 0 0,0 0 1 0 0,0 0 0 0 0,-1 0-1 0 0,1 0 1 0 0,-1 0 0 0 0,0 1-1 0 0,0-1 1 0 0,0 1 0 0 0,0 0 0 0 0,0 0-1 0 0,-1 0 1 0 0,1 0 0 0 0,0 1-1 0 0,-1-1 1 0 0,0 1 0 0 0,1 0-1 0 0,-1 0 1 0 0,0 0 0 0 0,1 1-1 0 0,-1-1 1 0 0,0 1 0 0 0,0 0-1 0 0,0 0 1 0 0,1 0 0 0 0,-1 0-1 0 0,-4 2 1 0 0,1-1-64 0 0,1 0 0 0 0,-1 0-1 0 0,1 1 1 0 0,0 0 0 0 0,0 1 0 0 0,0-1-1 0 0,0 1 1 0 0,0 1 0 0 0,0-1 0 0 0,1 1-1 0 0,0 0 1 0 0,-1 0 0 0 0,1 0 0 0 0,1 1-1 0 0,-1-1 1 0 0,1 1 0 0 0,-5 7 0 0 0,3 1-10 0 0,0 0 0 0 0,0 1 0 0 0,1 0 0 0 0,1 0 0 0 0,0 0 0 0 0,1 0 0 0 0,1 1 0 0 0,0-1 0 0 0,1 1 0 0 0,1-1 0 0 0,0 1 0 0 0,1-1 0 0 0,3 19 0 0 0,4 13 14 0 0,2 0 1 0 0,27 79 0 0 0,-19-75-30 0 0,-4-12 44 0 0,-1 0-1 0 0,10 52 0 0 0,-21-76 44 0 0,-1 0 1 0 0,0-1-1 0 0,0 1 1 0 0,-2 0 0 0 0,1 0-1 0 0,-2 0 1 0 0,0-1-1 0 0,0 1 1 0 0,-2-1-1 0 0,-7 22 1 0 0,4-17 90 0 0,-1-1 1 0 0,-1 0-1 0 0,0 0 1 0 0,-1-1-1 0 0,-22 27 1 0 0,29-39-135 0 0,-1 0 1 0 0,1 0-1 0 0,-1 0 0 0 0,0-1 1 0 0,1 0-1 0 0,-2 1 1 0 0,1-1-1 0 0,0-1 0 0 0,-1 1 1 0 0,1-1-1 0 0,-1 1 1 0 0,1-1-1 0 0,-1-1 0 0 0,0 1 1 0 0,0-1-1 0 0,0 0 1 0 0,0 0-1 0 0,0 0 0 0 0,0 0 1 0 0,-1-1-1 0 0,1 0 0 0 0,0 0 1 0 0,0-1-1 0 0,0 1 1 0 0,0-1-1 0 0,-6-2 0 0 0,-41-19-299 0 0,28 5-1667 0 0,10-4-4102 0 0,17 10-7099 0 0,-6 16 10627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23.733"/>
    </inkml:context>
    <inkml:brush xml:id="br0">
      <inkml:brushProperty name="width" value="0.035" units="cm"/>
      <inkml:brushProperty name="height" value="0.035" units="cm"/>
      <inkml:brushProperty name="color" value="#E71224"/>
    </inkml:brush>
  </inkml:definitions>
  <inkml:trace contextRef="#ctx0" brushRef="#br0">66 118 1144 0 0,'-2'1'489'0'0,"1"-1"0"0"0,0 0 0 0 0,-1 0 0 0 0,1 0-1 0 0,0 0 1 0 0,0 0 0 0 0,-1 0 0 0 0,1 0 0 0 0,0 0 0 0 0,-1-1 0 0 0,1 1 0 0 0,0 0 0 0 0,0-1-1 0 0,0 1 1 0 0,-1-1 0 0 0,1 1 0 0 0,0-1 0 0 0,0 0 0 0 0,0 1 0 0 0,0-1 0 0 0,0 0-1 0 0,0 0 1 0 0,-1-1 0 0 0,0 0-142 0 0,1 0 0 0 0,-1 0-1 0 0,1 0 1 0 0,0-1 0 0 0,0 1-1 0 0,0-1 1 0 0,0 1 0 0 0,0-1 0 0 0,0 1-1 0 0,1-1 1 0 0,-1-2 0 0 0,0 1-198 0 0,1-1 1 0 0,0 1-1 0 0,0 0 1 0 0,0-1-1 0 0,0 1 1 0 0,0 0-1 0 0,1 0 1 0 0,0-1 0 0 0,0 1-1 0 0,0 0 1 0 0,0 0-1 0 0,1 0 1 0 0,3-7-1 0 0,-6 47 1078 0 0,-7 9-888 0 0,-2 1-97 0 0,-3 53-1 0 0,12-87-236 0 0,0 1 0 0 0,1-1 0 0 0,1 0 0 0 0,0 0 0 0 0,1 1 0 0 0,0-1 0 0 0,1 0 0 0 0,0-1 0 0 0,7 19 0 0 0,-8-28-6 0 0,-1 0 0 0 0,1 1-1 0 0,-1-1 1 0 0,1 0 0 0 0,0 0 0 0 0,0 0 0 0 0,0 0 0 0 0,0 0-1 0 0,0 0 1 0 0,0-1 0 0 0,0 1 0 0 0,1-1 0 0 0,-1 1-1 0 0,0-1 1 0 0,1 0 0 0 0,-1 0 0 0 0,1 0 0 0 0,0 0 0 0 0,-1-1-1 0 0,1 1 1 0 0,0-1 0 0 0,-1 0 0 0 0,1 1 0 0 0,0-1-1 0 0,0 0 1 0 0,-1-1 0 0 0,1 1 0 0 0,0 0 0 0 0,0-1 0 0 0,-1 1-1 0 0,1-1 1 0 0,5-2 0 0 0,5-2-4 0 0,0 0-1 0 0,0 0 0 0 0,0-2 1 0 0,22-14-1 0 0,-14 5 117 0 0,0 0 0 0 0,-1-1 0 0 0,-1-2-1 0 0,-1 0 1 0 0,0 0 0 0 0,-2-2 0 0 0,0 0-1 0 0,-1-1 1 0 0,-1-1 0 0 0,-2 0 0 0 0,0 0-1 0 0,-1-1 1 0 0,-1-1 0 0 0,12-49 0 0 0,-54 169 1394 0 0,-2 3-1338 0 0,29-75-158 0 0,0 0-1 0 0,2 0 1 0 0,-1 29 0 0 0,4-40-131 0 0,0-1-1 0 0,1 0 1 0 0,0 0-1 0 0,1 0 1 0 0,0 0-1 0 0,0 0 1 0 0,2 0-1 0 0,7 19 1 0 0,7-8-1595 0 0,-17-21 1240 0 0,1 0-1 0 0,0 0 1 0 0,0 0-1 0 0,0 0 1 0 0,0 0-1 0 0,0-1 1 0 0,0 1-1 0 0,0 0 1 0 0,1-1-1 0 0,-1 0 1 0 0,0 1-1 0 0,0-1 1 0 0,0 0-1 0 0,4-1 1 0 0,-1 1-375 0 0,-1-1-1 0 0,0 0 1 0 0,1-1-1 0 0,-1 1 1 0 0,0-1-1 0 0,0 0 1 0 0,0 0 0 0 0,0 0-1 0 0,0 0 1 0 0,0-1-1 0 0,0 0 1 0 0,5-5-1 0 0,15-18-1520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24.271"/>
    </inkml:context>
    <inkml:brush xml:id="br0">
      <inkml:brushProperty name="width" value="0.035" units="cm"/>
      <inkml:brushProperty name="height" value="0.035" units="cm"/>
      <inkml:brushProperty name="color" value="#E71224"/>
    </inkml:brush>
  </inkml:definitions>
  <inkml:trace contextRef="#ctx0" brushRef="#br0">260 436 664 0 0,'1'-3'762'0'0,"0"0"0"0"0,0 0 0 0 0,0 0 0 0 0,0 0 0 0 0,0-1 0 0 0,-1 1 0 0 0,0 0 0 0 0,1 0 1 0 0,-1 0-1 0 0,0 0 0 0 0,-1-1 0 0 0,1 1 0 0 0,0 0 0 0 0,-3-5 0 0 0,2 5-363 0 0,0 0 0 0 0,0 0 0 0 0,-1 1 0 0 0,1-1 0 0 0,-1 1 0 0 0,0-1 0 0 0,1 1 0 0 0,-1 0 0 0 0,0 0 0 0 0,-1-1 0 0 0,1 1 0 0 0,0 1 0 0 0,-5-4 0 0 0,4 3-263 0 0,-1 0 0 0 0,0 0 0 0 0,0 1 0 0 0,0-1 0 0 0,0 1 0 0 0,0 0 1 0 0,0 0-1 0 0,0 0 0 0 0,0 1 0 0 0,0 0 0 0 0,0-1 0 0 0,-1 1 0 0 0,1 1 0 0 0,0-1 0 0 0,0 1 1 0 0,0-1-1 0 0,0 1 0 0 0,0 0 0 0 0,0 1 0 0 0,0-1 0 0 0,0 1 0 0 0,-6 3 0 0 0,-1 3-64 0 0,0 0-1 0 0,0 0 1 0 0,1 2 0 0 0,1-1-1 0 0,-1 1 1 0 0,2 0-1 0 0,-1 1 1 0 0,-9 17 0 0 0,13-20-63 0 0,0 0-1 0 0,0 0 1 0 0,1 1 0 0 0,0 0 0 0 0,1 0 0 0 0,0 0 0 0 0,0 0 0 0 0,1 0 0 0 0,0 1 0 0 0,1-1 0 0 0,0 1-1 0 0,1 15 1 0 0,0-22-15 0 0,0 0-1 0 0,0 0 1 0 0,1-1-1 0 0,-1 1 1 0 0,1-1 0 0 0,0 1-1 0 0,-1 0 1 0 0,1-1-1 0 0,1 1 1 0 0,-1-1-1 0 0,0 0 1 0 0,0 1-1 0 0,1-1 1 0 0,0 0-1 0 0,-1 0 1 0 0,1 0 0 0 0,0 0-1 0 0,0 0 1 0 0,0 0-1 0 0,0-1 1 0 0,0 1-1 0 0,5 2 1 0 0,-4-3 0 0 0,1 0 0 0 0,1 0 0 0 0,-1 0 0 0 0,0-1 0 0 0,0 1 1 0 0,0-1-1 0 0,0 0 0 0 0,0 0 0 0 0,0 0 0 0 0,1-1 0 0 0,-1 0 0 0 0,0 1 0 0 0,5-3 0 0 0,8-3 3 0 0,-1 0-1 0 0,1-1 0 0 0,-1-1 0 0 0,0-1 1 0 0,24-17-1 0 0,-14 5 65 0 0,0 0 0 0 0,-1-2 1 0 0,-1-1-1 0 0,-2-1 0 0 0,0-1 0 0 0,-2-1 0 0 0,-1-1 0 0 0,-1-1 1 0 0,-1 0-1 0 0,-1-1 0 0 0,-2-1 0 0 0,-2 0 0 0 0,0-1 0 0 0,-2 0 1 0 0,-2-1-1 0 0,7-45 0 0 0,-15 73 0 0 0,1 1 40 0 0,0 0 0 0 0,-1 0 1 0 0,1 0-1 0 0,-1 0 0 0 0,0 0 0 0 0,0 0 0 0 0,-1 0 0 0 0,1 0 0 0 0,-1 0 0 0 0,-2-5 0 0 0,3 9-78 0 0,-1 0-1 0 0,1 0 0 0 0,-1 0 0 0 0,1 0 0 0 0,-1 0 0 0 0,1 0 0 0 0,-1 0 0 0 0,1 0 0 0 0,-1 0 1 0 0,1 0-1 0 0,-1 0 0 0 0,1 0 0 0 0,-1 1 0 0 0,1-1 0 0 0,-1 0 0 0 0,1 0 0 0 0,-1 1 1 0 0,1-1-1 0 0,-1 0 0 0 0,1 1 0 0 0,0-1 0 0 0,-1 0 0 0 0,1 1 0 0 0,0-1 0 0 0,-1 1 0 0 0,1-1 1 0 0,0 1-1 0 0,-1-1 0 0 0,1 1 0 0 0,0-1 0 0 0,0 1 0 0 0,-1 0 0 0 0,-13 20 48 0 0,1 0-70 0 0,1 1 0 0 0,1 0 0 0 0,1 1 0 0 0,1 0 0 0 0,1 1 0 0 0,1 0 0 0 0,2 0 0 0 0,0 0 0 0 0,1 1 0 0 0,2 0 0 0 0,0-1 0 0 0,2 1 0 0 0,3 31 0 0 0,-1 4-122 0 0,2 17-1649 0 0,4-27-3770 0 0,-8-49 5075 0 0,0 0 1 0 0,0 1 0 0 0,0-1 0 0 0,1 1-1 0 0,-1-1 1 0 0,1 1 0 0 0,-1-1-1 0 0,1 0 1 0 0,-1 1 0 0 0,1-1 0 0 0,0 0-1 0 0,0 0 1 0 0,0 1 0 0 0,0-1 0 0 0,-1 0-1 0 0,2 0 1 0 0,-1 0 0 0 0,0 0 0 0 0,0 0-1 0 0,0 0 1 0 0,0 0 0 0 0,1-1 0 0 0,-1 1-1 0 0,0 0 1 0 0,1-1 0 0 0,-1 1 0 0 0,2 0-1 0 0,9-6-1987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24.682"/>
    </inkml:context>
    <inkml:brush xml:id="br0">
      <inkml:brushProperty name="width" value="0.035" units="cm"/>
      <inkml:brushProperty name="height" value="0.035" units="cm"/>
      <inkml:brushProperty name="color" value="#E71224"/>
    </inkml:brush>
  </inkml:definitions>
  <inkml:trace contextRef="#ctx0" brushRef="#br0">0 6 1784 0 0,'1'-1'420'0'0,"0"1"0"0"0,0-1 0 0 0,0 1 0 0 0,0-1 0 0 0,0 1 0 0 0,0-1 0 0 0,0 1 0 0 0,0-1 0 0 0,0 1 0 0 0,0 0 0 0 0,0 0 0 0 0,0-1 0 0 0,0 1 0 0 0,0 0 0 0 0,0 0 0 0 0,0 0 0 0 0,0 0 0 0 0,0 0 0 0 0,0 0 0 0 0,0 1 0 0 0,0-1-1 0 0,0 0 1 0 0,0 0 0 0 0,0 1 0 0 0,0-1 0 0 0,0 1 0 0 0,0-1 0 0 0,0 1 0 0 0,0-1 0 0 0,0 1 0 0 0,0 0 0 0 0,0-1 0 0 0,1 2 0 0 0,-1 2 213 0 0,1 0 0 0 0,-1 0 0 0 0,0 0-1 0 0,0-1 1 0 0,0 1 0 0 0,-1 0 0 0 0,1 8 0 0 0,0 3-1361 0 0,2 24 1258 0 0,-4 47 0 0 0,-1-63-474 0 0,1 1 1 0 0,1-1-1 0 0,1 1 0 0 0,2-1 0 0 0,0 0 0 0 0,12 42 0 0 0,-15-64-49 0 0,0 1 0 0 0,0-1 0 0 0,1 0 0 0 0,-1 0 0 0 0,1 0 0 0 0,-1 0 0 0 0,1 0 0 0 0,-1 0 0 0 0,1 0 0 0 0,-1 0 0 0 0,1 0 0 0 0,0 0 0 0 0,0 0 0 0 0,-1-1 0 0 0,1 1 0 0 0,0 0 0 0 0,0 0 0 0 0,0-1-1 0 0,0 1 1 0 0,0 0 0 0 0,0-1 0 0 0,0 1 0 0 0,0-1 0 0 0,0 1 0 0 0,0-1 0 0 0,0 0 0 0 0,1 0 0 0 0,-1 1 0 0 0,0-1 0 0 0,0 0 0 0 0,0 0 0 0 0,0 0 0 0 0,1 0 0 0 0,-1 0 0 0 0,0 0 0 0 0,0 0 0 0 0,0-1 0 0 0,0 1 0 0 0,0 0 0 0 0,0-1-1 0 0,1 1 1 0 0,-1-1 0 0 0,0 1 0 0 0,0-1 0 0 0,0 1 0 0 0,0-1 0 0 0,0 0 0 0 0,-1 0 0 0 0,1 1 0 0 0,2-3 0 0 0,6-5 79 0 0,-1 0 1 0 0,1 0-1 0 0,13-20 1 0 0,-15 19-54 0 0,20-27 188 0 0,-1-1-1 0 0,-2-1 1 0 0,-2-1 0 0 0,-1-2 0 0 0,16-46 0 0 0,-33 62-51 0 0,-5 19-3653 0 0,-12 27-13431 0 0,-2-3 14487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24.947"/>
    </inkml:context>
    <inkml:brush xml:id="br0">
      <inkml:brushProperty name="width" value="0.035" units="cm"/>
      <inkml:brushProperty name="height" value="0.035" units="cm"/>
      <inkml:brushProperty name="color" value="#E71224"/>
    </inkml:brush>
  </inkml:definitions>
  <inkml:trace contextRef="#ctx0" brushRef="#br0">51 1 184 0 0,'-14'9'2311'0'0,"-20"14"6257"0"0,31-16-4008 0 0,22-9-1332 0 0,30-8-3065 0 0,0 2-1 0 0,57-2 1 0 0,-18 9-9966 0 0,-88 1 9679 0 0,0 0-1 0 0,1-1 0 0 0,-1 1 0 0 0,0 0 0 0 0,1 0 1 0 0,-1 0-1 0 0,0 0 0 0 0,1 0 0 0 0,-1 0 0 0 0,0 0 1 0 0,1 0-1 0 0,-1 0 0 0 0,1 0 0 0 0,-1 0 1 0 0,0 0-1 0 0,1 0 0 0 0,-1 0 0 0 0,0 0 0 0 0,1 0 1 0 0,-1 0-1 0 0,0 0 0 0 0,1 0 0 0 0,-1 1 1 0 0,0-1-1 0 0,1 0 0 0 0,-1 0 0 0 0,0 0 0 0 0,1 1 1 0 0,-1-1-1 0 0,0 0 0 0 0,0 0 0 0 0,1 1 1 0 0,-1-1-1 0 0,0 0 0 0 0,0 0 0 0 0,0 1 0 0 0,1-1 1 0 0,-1 0-1 0 0,0 1 0 0 0,0-1 0 0 0,0 0 1 0 0,0 1-1 0 0,0-1 0 0 0,0 0 0 0 0,0 1 0 0 0,1-1 1 0 0,-1 0-1 0 0,0 1 0 0 0,0-1 0 0 0,0 1 1 0 0,-1-1-1 0 0,1 0 0 0 0,0 1 0 0 0,0-1 0 0 0,0 0 1 0 0,0 1-1 0 0,0-1 0 0 0,0 0 0 0 0,0 1 0 0 0,-1-1 1 0 0,1 0-1 0 0,0 1 0 0 0,0-1 0 0 0,0 0 1 0 0,-1 0-1 0 0,1 1 0 0 0,-10 9-915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25.089"/>
    </inkml:context>
    <inkml:brush xml:id="br0">
      <inkml:brushProperty name="width" value="0.035" units="cm"/>
      <inkml:brushProperty name="height" value="0.035" units="cm"/>
      <inkml:brushProperty name="color" value="#E71224"/>
    </inkml:brush>
  </inkml:definitions>
  <inkml:trace contextRef="#ctx0" brushRef="#br0">41 1 2024 0 0,'-19'27'4400'0'0,"5"-9"-160"0"0,7-4-800 0 0,6-6-959 0 0,5-3-801 0 0,12-4-640 0 0,7 0-400 0 0,13-2-240 0 0,5-3-160 0 0,6-2-80 0 0,6-4-288 0 0,-1 0-992 0 0,1-4-2321 0 0,-4 4-1599 0 0,-8 2 640 0 0,-9 8 1120 0 0,-11 7 1040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27.017"/>
    </inkml:context>
    <inkml:brush xml:id="br0">
      <inkml:brushProperty name="width" value="0.035" units="cm"/>
      <inkml:brushProperty name="height" value="0.035" units="cm"/>
      <inkml:brushProperty name="color" value="#E71224"/>
    </inkml:brush>
  </inkml:definitions>
  <inkml:trace contextRef="#ctx0" brushRef="#br0">62 105 104 0 0,'1'-1'564'0'0,"0"0"-1"0"0,1 0 1 0 0,-1 0 0 0 0,0 1-1 0 0,0-1 1 0 0,1 1 0 0 0,-1-1-1 0 0,0 1 1 0 0,1-1 0 0 0,-1 1 0 0 0,1-1-1 0 0,-1 1 1 0 0,0 0 0 0 0,1 0-1 0 0,-1 0 1 0 0,1 0 0 0 0,-1 0-1 0 0,1 0 1 0 0,1 1 0 0 0,-10 22 8973 0 0,-3-1-10787 0 0,-9 25 2047 0 0,-24 97 0 0 0,40-129-776 0 0,0 1 0 0 0,0 0 0 0 0,2 0 0 0 0,0-1 0 0 0,1 1 1 0 0,0 0-1 0 0,1 0 0 0 0,1 0 0 0 0,1 0 0 0 0,7 24 0 0 0,-10-38-30 0 0,1 1 0 0 0,0-1 1 0 0,0 0-1 0 0,0 1 0 0 0,0-1 0 0 0,1 0 0 0 0,-1 0 0 0 0,0 0 0 0 0,1 0 0 0 0,0 0 0 0 0,-1 0 0 0 0,1-1 0 0 0,0 1 0 0 0,0 0 0 0 0,0-1 0 0 0,0 0 0 0 0,0 1 0 0 0,0-1 0 0 0,0 0 1 0 0,1 0-1 0 0,4 2 0 0 0,-3-3 5 0 0,-1 0 0 0 0,1 1 0 0 0,0-1 1 0 0,0-1-1 0 0,0 1 0 0 0,0 0 1 0 0,0-1-1 0 0,0 0 0 0 0,0 0 0 0 0,-1 0 1 0 0,1-1-1 0 0,5-2 0 0 0,7-4 4 0 0,-1-1-1 0 0,-1 0 1 0 0,0-1-1 0 0,0-1 1 0 0,14-15-1 0 0,2-4 61 0 0,0-2 1 0 0,-2-1-1 0 0,-2-2 0 0 0,28-46 0 0 0,-42 59 101 0 0,0 0 1 0 0,-1-1 0 0 0,-2 0-1 0 0,0 0 1 0 0,-1-1-1 0 0,-2 0 1 0 0,0-1-1 0 0,4-44 1 0 0,-10 68-114 0 0,0 0-1 0 0,1 0 1 0 0,-1-1-1 0 0,0 1 1 0 0,0 0-1 0 0,0 0 1 0 0,0-1 0 0 0,0 1-1 0 0,-1 0 1 0 0,1 0-1 0 0,0-1 1 0 0,0 1-1 0 0,-1 0 1 0 0,1 0 0 0 0,-1 0-1 0 0,1-1 1 0 0,-2-1-1 0 0,1 3-26 0 0,1 0-1 0 0,-1 1 0 0 0,1-1 1 0 0,-1 0-1 0 0,0 0 1 0 0,1 0-1 0 0,-1 0 0 0 0,1 0 1 0 0,-1 1-1 0 0,1-1 1 0 0,-1 0-1 0 0,1 0 0 0 0,-1 1 1 0 0,1-1-1 0 0,-1 0 1 0 0,1 1-1 0 0,0-1 0 0 0,-1 0 1 0 0,1 1-1 0 0,-1-1 1 0 0,1 1-1 0 0,0-1 0 0 0,-1 1 1 0 0,1-1-1 0 0,0 1 0 0 0,-24 42 327 0 0,8 2-493 0 0,2 2 0 0 0,2 0 0 0 0,2 0 0 0 0,3 1 0 0 0,1 0 0 0 0,3 0-1 0 0,1 0 1 0 0,3 0 0 0 0,10 73 0 0 0,-7-103-381 0 0,4 1-3810 0 0,3-11-1998 0 0,-11-8 6009 0 0,1-1 0 0 0,0 1 0 0 0,0-1 0 0 0,0 1 0 0 0,0 0 0 0 0,-1-1 0 0 0,1 0 0 0 0,0 1 0 0 0,0-1-1 0 0,-1 0 1 0 0,1 1 0 0 0,0-1 0 0 0,-1 0 0 0 0,1 1 0 0 0,-1-1 0 0 0,1 0 0 0 0,-1 0 0 0 0,0 0 0 0 0,1-1 0 0 0,9-22-2448 0 0,3-11 854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27.781"/>
    </inkml:context>
    <inkml:brush xml:id="br0">
      <inkml:brushProperty name="width" value="0.035" units="cm"/>
      <inkml:brushProperty name="height" value="0.035" units="cm"/>
      <inkml:brushProperty name="color" value="#E71224"/>
    </inkml:brush>
  </inkml:definitions>
  <inkml:trace contextRef="#ctx0" brushRef="#br0">84 88 2264 0 0,'-1'10'12173'0'0,"-1"0"-7430"0"0,-2 14-3912 0 0,-4 21-318 0 0,-20 68-1 0 0,16-73-182 0 0,2 1-1 0 0,-7 54 1 0 0,17-91-338 0 0,-1 0 0 0 0,1-1 1 0 0,0 1-1 0 0,0 0 1 0 0,0-1-1 0 0,0 1 0 0 0,0 0 1 0 0,1-1-1 0 0,0 1 1 0 0,0 0-1 0 0,0-1 0 0 0,0 1 1 0 0,0-1-1 0 0,1 0 1 0 0,0 1-1 0 0,-1-1 0 0 0,1 0 1 0 0,0 0-1 0 0,1 0 1 0 0,-1 0-1 0 0,4 3 0 0 0,-2-4-1 0 0,-1 0 0 0 0,1 0-1 0 0,0-1 1 0 0,0 1 0 0 0,-1-1-1 0 0,1 0 1 0 0,0 0-1 0 0,0-1 1 0 0,0 1 0 0 0,0-1-1 0 0,0 0 1 0 0,0 0 0 0 0,0 0-1 0 0,0 0 1 0 0,0-1-1 0 0,0 0 1 0 0,0 1 0 0 0,0-2-1 0 0,5-1 1 0 0,13-5 95 0 0,-1 0 0 0 0,-1-2-1 0 0,0 0 1 0 0,0-1 0 0 0,-1-1 0 0 0,0-1 0 0 0,-1-1 0 0 0,0 0-1 0 0,-2-2 1 0 0,1 0 0 0 0,-2 0 0 0 0,0-2 0 0 0,-1 1-1 0 0,-1-2 1 0 0,-1 0 0 0 0,-1-1 0 0 0,0 0 0 0 0,-1 0 0 0 0,-1-1-1 0 0,-2 0 1 0 0,9-34 0 0 0,-14 44 68 0 0,10-66 599 0 0,-11 71-573 0 0,-1-1 0 0 0,0 1 0 0 0,0 0 0 0 0,0-1 0 0 0,-1 1 0 0 0,0 0 0 0 0,0 0 0 0 0,-1 0 0 0 0,-4-12 0 0 0,6 18-119 0 0,-1-1 1 0 0,1 0 0 0 0,-1 1-1 0 0,1-1 1 0 0,-1 0 0 0 0,1 1-1 0 0,-1-1 1 0 0,1 1 0 0 0,-1-1-1 0 0,0 0 1 0 0,1 1 0 0 0,-1 0-1 0 0,0-1 1 0 0,1 1 0 0 0,-1-1-1 0 0,0 1 1 0 0,1 0 0 0 0,-1-1-1 0 0,0 1 1 0 0,-1 0 0 0 0,2 0-65 0 0,0 0 0 0 0,-1 0 0 0 0,1 0 1 0 0,0 0-1 0 0,0 0 0 0 0,-1 0 0 0 0,1 0 1 0 0,0 0-1 0 0,0 0 0 0 0,-1 1 0 0 0,1-1 1 0 0,0 0-1 0 0,0 0 0 0 0,-1 0 0 0 0,1 0 1 0 0,0 1-1 0 0,0-1 0 0 0,-1 0 0 0 0,1 0 1 0 0,0 0-1 0 0,0 1 0 0 0,0-1 0 0 0,0 0 1 0 0,-1 0-1 0 0,1 1 0 0 0,0-1 0 0 0,0 0 1 0 0,0 0-1 0 0,0 1 0 0 0,0-1 1 0 0,0 0-1 0 0,0 1 0 0 0,0-1 0 0 0,0 0 1 0 0,0 0-1 0 0,0 1 0 0 0,0-1 0 0 0,0 0 1 0 0,0 1-1 0 0,0-1 0 0 0,0 0 0 0 0,0 0 1 0 0,0 1-1 0 0,0-1 0 0 0,0 0 0 0 0,0 0 1 0 0,1 1-1 0 0,-1-1 0 0 0,0 0 0 0 0,0 0 1 0 0,1 1-1 0 0,12 22 200 0 0,-8-10 378 0 0,-32-6-2001 0 0,17-5-587 0 0,-1 1 0 0 0,1 0 0 0 0,0 1 0 0 0,1 0 0 0 0,-1 1-1 0 0,1 0 1 0 0,-1 1 0 0 0,2-1 0 0 0,-1 2 0 0 0,-11 9 0 0 0,6-5 770 0 0,-13 11-1117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29.033"/>
    </inkml:context>
    <inkml:brush xml:id="br0">
      <inkml:brushProperty name="width" value="0.035" units="cm"/>
      <inkml:brushProperty name="height" value="0.035" units="cm"/>
      <inkml:brushProperty name="color" value="#E71224"/>
    </inkml:brush>
  </inkml:definitions>
  <inkml:trace contextRef="#ctx0" brushRef="#br0">21 22 2824 0 0,'-5'6'1634'0'0,"-11"21"9269"0"0,22-17-6539 0 0,13-4-3544 0 0,28-1-204 0 0,0-3 0 0 0,0-1 1 0 0,48-7-1 0 0,4 1-129 0 0,9-3-2560 0 0,-39-8-6815 0 0,-67 15 8452 0 0,0 1-1 0 0,0-1 1 0 0,0 1-1 0 0,0-1 1 0 0,0 0-1 0 0,-1 0 1 0 0,1 0-1 0 0,0 0 1 0 0,0 0-1 0 0,-1 0 1 0 0,1-1-1 0 0,-1 1 1 0 0,1-1-1 0 0,-1 1 1 0 0,0-1-1 0 0,1 1 1 0 0,-1-1-1 0 0,1-3 1 0 0,4-14-2231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29.543"/>
    </inkml:context>
    <inkml:brush xml:id="br0">
      <inkml:brushProperty name="width" value="0.035" units="cm"/>
      <inkml:brushProperty name="height" value="0.035" units="cm"/>
      <inkml:brushProperty name="color" value="#E71224"/>
    </inkml:brush>
  </inkml:definitions>
  <inkml:trace contextRef="#ctx0" brushRef="#br0">193 265 264 0 0,'8'-62'5124'0'0,"-4"41"-3271"0"0,-1-1 0 0 0,0-1-1 0 0,-2 1 1 0 0,-1 0 0 0 0,-1 0 0 0 0,-3-25 0 0 0,4 46-1754 0 0,0 0 0 0 0,-1 0 0 0 0,1 0-1 0 0,0 0 1 0 0,0 0 0 0 0,-1 0 0 0 0,1 0 0 0 0,-1 0 0 0 0,1 0 0 0 0,-1 0 0 0 0,1 0 0 0 0,-1 0-1 0 0,0 0 1 0 0,1 0 0 0 0,-1 0 0 0 0,0 0 0 0 0,0 0 0 0 0,1 1 0 0 0,-1-1 0 0 0,0 0 0 0 0,0 1-1 0 0,0-1 1 0 0,0 1 0 0 0,0-1 0 0 0,0 1 0 0 0,0-1 0 0 0,-2 0 0 0 0,1 1-22 0 0,0 0 1 0 0,-1 1-1 0 0,1-1 1 0 0,0 0-1 0 0,0 1 1 0 0,0 0-1 0 0,0-1 0 0 0,0 1 1 0 0,0 0-1 0 0,1 0 1 0 0,-1 0-1 0 0,0 0 1 0 0,-3 3-1 0 0,-5 4 60 0 0,0 0 0 0 0,1 1-1 0 0,-15 18 1 0 0,11-11-101 0 0,1 1 0 0 0,1 0 0 0 0,0 0 0 0 0,1 1 0 0 0,1 1 0 0 0,0-1 0 0 0,2 1-1 0 0,-6 21 1 0 0,10-28-21 0 0,1 0 0 0 0,1 1 0 0 0,0-1 0 0 0,0 1 0 0 0,1 0 0 0 0,1-1 0 0 0,0 1-1 0 0,0-1 1 0 0,2 1 0 0 0,-1-1 0 0 0,2 0 0 0 0,-1 0 0 0 0,2 0 0 0 0,7 16 0 0 0,-2-12-48 0 0,1 0 0 0 0,0 0 0 0 0,1-1 1 0 0,1 0-1 0 0,1-1 0 0 0,-1-1 0 0 0,26 19 0 0 0,-19-15-57 0 0,0 0-1 0 0,30 36 1 0 0,-44-45 82 0 0,0 0 0 0 0,-1 1 1 0 0,0-1-1 0 0,0 1 0 0 0,-1 0 0 0 0,0 1 1 0 0,-1-1-1 0 0,0 1 0 0 0,0 0 0 0 0,-1-1 1 0 0,1 12-1 0 0,-2-1 129 0 0,0-1-1 0 0,-2 0 1 0 0,0 1-1 0 0,-2-1 1 0 0,0 0 0 0 0,-1 0-1 0 0,-1 0 1 0 0,-8 21 0 0 0,3-14 173 0 0,-1-1 1 0 0,-1-1-1 0 0,-1 1 1 0 0,-1-2 0 0 0,-21 27-1 0 0,-8-2 258 0 0,40-45-583 0 0,0 0 0 0 0,0-1-1 0 0,0 1 1 0 0,-1-1-1 0 0,1 0 1 0 0,0 0-1 0 0,-1 0 1 0 0,0 0 0 0 0,1-1-1 0 0,-1 1 1 0 0,0-1-1 0 0,0 0 1 0 0,-6 1-1 0 0,9-2-199 0 0,0 1 0 0 0,0-1 0 0 0,0 0 0 0 0,0 0-1 0 0,0-1 1 0 0,0 1 0 0 0,0 0 0 0 0,0 0 0 0 0,1 0-1 0 0,-1-1 1 0 0,0 1 0 0 0,0 0 0 0 0,0-1-1 0 0,0 1 1 0 0,1 0 0 0 0,-1-1 0 0 0,0 1 0 0 0,0-1-1 0 0,1 0 1 0 0,-1 1 0 0 0,0-1 0 0 0,1 0 0 0 0,-1 1-1 0 0,1-1 1 0 0,-1 0 0 0 0,1 1 0 0 0,-1-1 0 0 0,1 0-1 0 0,0 0 1 0 0,-1-1 0 0 0,0 0-528 0 0,1-1 1 0 0,0 1-1 0 0,0-1 1 0 0,0 1 0 0 0,0-1-1 0 0,0 1 1 0 0,0-1-1 0 0,1 0 1 0 0,-1 1-1 0 0,3-5 1 0 0,12-29-5807 0 0,0 11 4733 0 0,10-8 232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30.574"/>
    </inkml:context>
    <inkml:brush xml:id="br0">
      <inkml:brushProperty name="width" value="0.035" units="cm"/>
      <inkml:brushProperty name="height" value="0.035" units="cm"/>
      <inkml:brushProperty name="color" value="#E71224"/>
    </inkml:brush>
  </inkml:definitions>
  <inkml:trace contextRef="#ctx0" brushRef="#br0">7 69 2184 0 0,'-3'-30'5612'0'0,"-1"-8"5301"0"0,4 39-10843 0 0,0-1-1 0 0,0 0 0 0 0,1 0 0 0 0,-1 0 0 0 0,0 0 0 0 0,0 0 0 0 0,0 0 0 0 0,0 0 1 0 0,0 0-1 0 0,0 0 0 0 0,0 0 0 0 0,0 0 0 0 0,0 0 0 0 0,0 0 0 0 0,0 0 0 0 0,0 0 0 0 0,1 0 1 0 0,-1 0-1 0 0,0 0 0 0 0,0 0 0 0 0,0 0 0 0 0,0 0 0 0 0,0 0 0 0 0,0 0 0 0 0,0 0 1 0 0,0 0-1 0 0,0 0 0 0 0,0 0 0 0 0,0 0 0 0 0,0 0 0 0 0,1-1 277 0 0,-1 1-277 0 0,0 0 0 0 0,0 0 0 0 0,0 0 0 0 0,0 0 0 0 0,0 0 1 0 0,0 0-1 0 0,0 0 0 0 0,0 0 0 0 0,0 0 0 0 0,0 0 0 0 0,0 0 0 0 0,0-1 0 0 0,0 1 1 0 0,0 0-1 0 0,9 22 201 0 0,2 21-34 0 0,-3 0 0 0 0,-1 1 1 0 0,-2 0-1 0 0,-1 75 1 0 0,-4-112-206 0 0,-1 57 177 0 0,0-40-188 0 0,0-1 1 0 0,2 1 0 0 0,0-1-1 0 0,2 0 1 0 0,1 0-1 0 0,7 29 1 0 0,-10-52-27 0 0,-1 1 1 0 0,0-1-1 0 0,1 1 0 0 0,-1 0 0 0 0,0-1 1 0 0,1 1-1 0 0,-1-1 0 0 0,1 1 0 0 0,-1-1 1 0 0,1 1-1 0 0,-1-1 0 0 0,1 1 0 0 0,0-1 1 0 0,-1 0-1 0 0,1 1 0 0 0,-1-1 0 0 0,1 0 1 0 0,0 1-1 0 0,-1-1 0 0 0,1 0 0 0 0,0 0 1 0 0,-1 0-1 0 0,1 0 0 0 0,0 1 0 0 0,-1-1 1 0 0,1 0-1 0 0,0 0 0 0 0,-1 0 0 0 0,1 0 1 0 0,0-1-1 0 0,0 1 0 0 0,-1 0 1 0 0,1 0-1 0 0,0 0 0 0 0,-1 0 0 0 0,1-1 1 0 0,0 1-1 0 0,-1 0 0 0 0,1-1 0 0 0,-1 1 1 0 0,1-1-1 0 0,-1 1 0 0 0,1 0 0 0 0,-1-1 1 0 0,2 0-1 0 0,29-26 157 0 0,-28 23-137 0 0,66-68 830 0 0,-4-4-1 0 0,-3-2 0 0 0,64-107 1 0 0,-124 182-816 0 0,0-1 0 0 0,-1 1 0 0 0,1-1 0 0 0,-1 0 0 0 0,0 0 0 0 0,0 1 0 0 0,-1-1 0 0 0,1 0 0 0 0,-1 0 0 0 0,1-5 0 0 0,-1 8-242 0 0,0 0 0 0 0,0 1-1 0 0,0-1 1 0 0,-1 0 0 0 0,1 0-1 0 0,0 1 1 0 0,0-1 0 0 0,0 0-1 0 0,0 1 1 0 0,-1-1-1 0 0,1 1 1 0 0,0-1 0 0 0,-1 0-1 0 0,1 1 1 0 0,0-1 0 0 0,-1 1-1 0 0,1-1 1 0 0,-1 1 0 0 0,1-1-1 0 0,-1 1 1 0 0,1-1 0 0 0,-1 1-1 0 0,-1-1 1 0 0,1 1-465 0 0,0-1 1 0 0,0 1-1 0 0,0 0 0 0 0,-1 0 1 0 0,1 1-1 0 0,0-1 0 0 0,0 0 1 0 0,-1 0-1 0 0,1 1 1 0 0,0-1-1 0 0,0 0 0 0 0,0 1 1 0 0,0-1-1 0 0,0 1 0 0 0,-1 0 1 0 0,1-1-1 0 0,0 1 1 0 0,0 0-1 0 0,0 0 0 0 0,-17 13-3441 0 0,-10 10 1040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31.337"/>
    </inkml:context>
    <inkml:brush xml:id="br0">
      <inkml:brushProperty name="width" value="0.035" units="cm"/>
      <inkml:brushProperty name="height" value="0.035" units="cm"/>
      <inkml:brushProperty name="color" value="#E71224"/>
    </inkml:brush>
  </inkml:definitions>
  <inkml:trace contextRef="#ctx0" brushRef="#br0">271 513 504 0 0,'-1'-8'1269'0'0,"1"1"0"0"0,-1-1 0 0 0,-1 1 1 0 0,1-1-1 0 0,-2 1 0 0 0,1 0 0 0 0,-1 0 0 0 0,0 0 0 0 0,0 0 0 0 0,0 0 1 0 0,-8-9-1 0 0,10 14-1137 0 0,-1 0 1 0 0,1 0-1 0 0,-1-1 1 0 0,1 2-1 0 0,-1-1 1 0 0,0 0-1 0 0,0 0 1 0 0,0 1 0 0 0,0-1-1 0 0,0 1 1 0 0,0-1-1 0 0,-1 1 1 0 0,1 0-1 0 0,0 0 1 0 0,-1 0-1 0 0,1 0 1 0 0,-1 0 0 0 0,1 1-1 0 0,-1-1 1 0 0,1 1-1 0 0,-1-1 1 0 0,1 1-1 0 0,-1 0 1 0 0,1 0-1 0 0,-1 0 1 0 0,1 1-1 0 0,-1-1 1 0 0,0 0 0 0 0,1 1-1 0 0,-1 0 1 0 0,1 0-1 0 0,0 0 1 0 0,-1 0-1 0 0,1 0 1 0 0,0 0-1 0 0,-3 2 1 0 0,-8 7-96 0 0,0 1 0 0 0,1 0 0 0 0,0 0 0 0 0,1 1 0 0 0,1 1 0 0 0,0 0 0 0 0,0 0 0 0 0,2 1 0 0 0,-1 0 0 0 0,2 1 0 0 0,0-1 0 0 0,1 1 0 0 0,0 1 0 0 0,1-1 1 0 0,1 1-1 0 0,0 0 0 0 0,-1 21 0 0 0,4-34-39 0 0,1-1 1 0 0,0 1 0 0 0,0 0-1 0 0,0-1 1 0 0,0 1-1 0 0,1 0 1 0 0,-1-1 0 0 0,1 1-1 0 0,0-1 1 0 0,-1 1-1 0 0,1-1 1 0 0,0 1 0 0 0,0-1-1 0 0,1 1 1 0 0,-1-1-1 0 0,1 0 1 0 0,-1 0 0 0 0,1 0-1 0 0,2 3 1 0 0,-3-4 0 0 0,1 0-1 0 0,0 0 1 0 0,0 0-1 0 0,0 0 1 0 0,0 0 0 0 0,1-1-1 0 0,-1 1 1 0 0,0-1-1 0 0,0 1 1 0 0,0-1 0 0 0,0 0-1 0 0,1 0 1 0 0,-1 0-1 0 0,0 0 1 0 0,0 0 0 0 0,0 0-1 0 0,1-1 1 0 0,1 0-1 0 0,7-2 29 0 0,0-1 0 0 0,-1 0 0 0 0,1-1 0 0 0,-1 0-1 0 0,0 0 1 0 0,-1-1 0 0 0,14-10 0 0 0,4-7 78 0 0,-2-1 0 0 0,0-1 0 0 0,-1-2 0 0 0,-2 0 0 0 0,-1-1 0 0 0,-1-1 0 0 0,29-57 0 0 0,-13 11 362 0 0,-4-2-1 0 0,25-92 1 0 0,-53 158-320 0 0,0-2 270 0 0,0 1-1 0 0,-1-1 1 0 0,2-22-1 0 0,-11 41-263 0 0,-1 1 1 0 0,1 0-1 0 0,1 0 0 0 0,-1 0 1 0 0,-3 8-1 0 0,-2 4-187 0 0,2 1 0 0 0,0 0-1 0 0,1 0 1 0 0,1 1 0 0 0,1 0 0 0 0,-4 26 0 0 0,-11 136 67 0 0,11-74-35 0 0,-7 16 528 0 0,0 1-1675 0 0,9-42-4401 0 0,11-71-3587 0 0,6-15 3703 0 0,16-23 1526 0 0,-19 19 3573 0 0,20-22-772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31.842"/>
    </inkml:context>
    <inkml:brush xml:id="br0">
      <inkml:brushProperty name="width" value="0.035" units="cm"/>
      <inkml:brushProperty name="height" value="0.035" units="cm"/>
      <inkml:brushProperty name="color" value="#E71224"/>
    </inkml:brush>
  </inkml:definitions>
  <inkml:trace contextRef="#ctx0" brushRef="#br0">31 184 104 0 0,'-3'-1'670'0'0,"1"-1"0"0"0,0 0-1 0 0,0 0 1 0 0,0 0 0 0 0,-1-1 0 0 0,2 1 0 0 0,-1 0-1 0 0,0-1 1 0 0,0 1 0 0 0,1-1 0 0 0,0 0 0 0 0,-1 1-1 0 0,1-1 1 0 0,0 0 0 0 0,0 0 0 0 0,1 0 0 0 0,-1 0-1 0 0,0-4 1 0 0,1 3-274 0 0,0 0-1 0 0,1 0 0 0 0,-1 0 1 0 0,1 0-1 0 0,0 0 0 0 0,0 0 1 0 0,0 1-1 0 0,1-1 1 0 0,0 1-1 0 0,-1-1 0 0 0,1 1 1 0 0,4-6-1 0 0,-1 2-189 0 0,1 0 1 0 0,0 1-1 0 0,0-1 0 0 0,0 2 0 0 0,0-1 1 0 0,1 1-1 0 0,0 0 0 0 0,1 0 0 0 0,-1 1 1 0 0,1-1-1 0 0,-1 2 0 0 0,12-5 0 0 0,-14 7-156 0 0,-1 0-1 0 0,1 0 1 0 0,-1 0-1 0 0,1 0 0 0 0,0 1 1 0 0,-1-1-1 0 0,1 1 1 0 0,0 1-1 0 0,-1-1 0 0 0,1 1 1 0 0,0-1-1 0 0,8 4 1 0 0,-11-3-27 0 0,0 0 1 0 0,0 0-1 0 0,-1 0 1 0 0,1 1 0 0 0,0-1-1 0 0,-1 0 1 0 0,1 1-1 0 0,-1-1 1 0 0,0 1 0 0 0,1 0-1 0 0,-1-1 1 0 0,0 1-1 0 0,0 0 1 0 0,0 0-1 0 0,0 0 1 0 0,0 0 0 0 0,-1 0-1 0 0,1 0 1 0 0,0 0-1 0 0,-1 0 1 0 0,0 0-1 0 0,1 0 1 0 0,-1 0 0 0 0,0 0-1 0 0,0 1 1 0 0,0-1-1 0 0,0 0 1 0 0,-1 0 0 0 0,1 0-1 0 0,-2 4 1 0 0,-3 16 111 0 0,-1 1 1 0 0,-1-1-1 0 0,-2 0 1 0 0,-17 35 0 0 0,13-32-69 0 0,2 2 0 0 0,-14 43 1 0 0,25-68-62 0 0,-4 10-24 0 0,1 1-1 0 0,1 0 1 0 0,0 1 0 0 0,1 20-1 0 0,1-32 13 0 0,-1 0 0 0 0,1-1 0 0 0,0 1 0 0 0,1 0 0 0 0,-1-1 0 0 0,0 1 0 0 0,0 0 0 0 0,1-1 0 0 0,-1 1 0 0 0,1 0 0 0 0,-1-1 0 0 0,1 1 0 0 0,0-1 0 0 0,0 1 0 0 0,0-1 0 0 0,0 1 0 0 0,0-1 0 0 0,0 0 0 0 0,0 0 0 0 0,0 1 0 0 0,0-1 0 0 0,0 0 0 0 0,1 0 0 0 0,-1 0 0 0 0,1 0 0 0 0,-1 0 0 0 0,1 0 0 0 0,-1-1 0 0 0,1 1 0 0 0,-1 0 0 0 0,1-1 0 0 0,-1 1 0 0 0,1-1 0 0 0,0 0 0 0 0,-1 1 0 0 0,1-1 0 0 0,0 0 0 0 0,0 0 0 0 0,-1 0 0 0 0,1 0 0 0 0,0-1 0 0 0,-1 1 0 0 0,1 0 0 0 0,0-1 0 0 0,-1 1 0 0 0,1-1 0 0 0,2 0 0 0 0,8-3 38 0 0,-1-1 0 0 0,1 0 0 0 0,-1-1 0 0 0,0 0 0 0 0,0 0-1 0 0,0-1 1 0 0,-1-1 0 0 0,11-9 0 0 0,73-78 177 0 0,-73 71-251 0 0,123-131 2602 0 0,-176 188-1316 0 0,-46 63 0 0 0,38-37-1666 0 0,-50 100 1 0 0,62-110-1774 0 0,22-41 138 0 0,-1 1 1 0 0,1-1 0 0 0,-2 0 0 0 0,1-1-1 0 0,-1 0 1 0 0,0 0 0 0 0,0 0 0 0 0,-1-1 0 0 0,1 0-1 0 0,-13 5 1 0 0,-13 5-24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36.107"/>
    </inkml:context>
    <inkml:brush xml:id="br0">
      <inkml:brushProperty name="width" value="0.035" units="cm"/>
      <inkml:brushProperty name="height" value="0.035" units="cm"/>
      <inkml:brushProperty name="color" value="#E71224"/>
    </inkml:brush>
  </inkml:definitions>
  <inkml:trace contextRef="#ctx0" brushRef="#br0">68 1 1224 0 0,'-10'3'1609'0'0,"5"-2"-652"0"0,1 0 0 0 0,-1 1 0 0 0,0 0 0 0 0,1-1 0 0 0,0 1 0 0 0,-1 1 0 0 0,1-1 0 0 0,0 1 0 0 0,0 0 1 0 0,0 0-1 0 0,-5 5 0 0 0,15-4 3220 0 0,20-1-3349 0 0,-15-3-406 0 0,209 10 942 0 0,-4 0-2443 0 0,-194-6 1581 0 0,0 7-6419 0 0,-21-10 5720 0 0,-1-1-1 0 0,0 0 1 0 0,0 1 0 0 0,1-1-1 0 0,-1 0 1 0 0,0 0-1 0 0,0 1 1 0 0,0-1 0 0 0,1 0-1 0 0,-1 1 1 0 0,0-1-1 0 0,0 1 1 0 0,0-1 0 0 0,0 0-1 0 0,0 1 1 0 0,0-1 0 0 0,0 0-1 0 0,0 1 1 0 0,0-1-1 0 0,0 1 1 0 0,0-1 0 0 0,0 0-1 0 0,0 1 1 0 0,0-1-1 0 0,0 0 1 0 0,0 1 0 0 0,0-1-1 0 0,0 0 1 0 0,-1 1 0 0 0,1-1-1 0 0,0 0 1 0 0,0 1-1 0 0,-1 0 1 0 0,-22 13-3931 0 0,-9-2 1688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36.527"/>
    </inkml:context>
    <inkml:brush xml:id="br0">
      <inkml:brushProperty name="width" value="0.035" units="cm"/>
      <inkml:brushProperty name="height" value="0.035" units="cm"/>
      <inkml:brushProperty name="color" value="#E71224"/>
    </inkml:brush>
  </inkml:definitions>
  <inkml:trace contextRef="#ctx0" brushRef="#br0">26 195 3064 0 0,'0'0'147'0'0,"-25"23"6379"0"0,26-14-2756 0 0,20-5-2279 0 0,238-6 322 0 0,-21-1-1927 0 0,-174 5 52 0 0,2-1-181 0 0,109 15 1 0 0,-174-16 240 0 0,0 0 1 0 0,-1 0-1 0 0,1 0 0 0 0,-1 0 1 0 0,1 0-1 0 0,0 0 0 0 0,-1 0 1 0 0,1 0-1 0 0,0 0 0 0 0,-1 1 1 0 0,1-1-1 0 0,0 0 0 0 0,-1 0 1 0 0,1 1-1 0 0,-1-1 0 0 0,1 0 1 0 0,-1 1-1 0 0,1-1 1 0 0,-1 0-1 0 0,1 1 0 0 0,-1-1 1 0 0,1 1-1 0 0,-1-1 0 0 0,1 1 1 0 0,-1-1-1 0 0,1 1 0 0 0,-1-1 1 0 0,0 1-1 0 0,1-1 0 0 0,-1 1 1 0 0,0-1-1 0 0,0 1 0 0 0,0 0 1 0 0,1-1-1 0 0,-1 1 1 0 0,0 0-1 0 0,0 0 0 0 0,-1 1 17 0 0,0 0 0 0 0,0 0 0 0 0,0-1 0 0 0,0 1 0 0 0,0 0-1 0 0,-1-1 1 0 0,1 1 0 0 0,-1-1 0 0 0,1 1 0 0 0,-1-1 0 0 0,-3 2 0 0 0,-54 31 542 0 0,58-34-542 0 0,-69 32 551 0 0,42-21-282 0 0,1 1 0 0 0,1 1 0 0 0,0 1 1 0 0,-26 20-1 0 0,52-34-284 0 0,-1 0 0 0 0,0 1 0 0 0,1-1-1 0 0,-1 0 1 0 0,0 1 0 0 0,1-1 0 0 0,-1 1 0 0 0,1-1 0 0 0,-1 1 0 0 0,1 0 0 0 0,-1-1 0 0 0,1 1 0 0 0,-1-1 0 0 0,1 1 0 0 0,0 0 0 0 0,-1-1 0 0 0,1 1 0 0 0,0 0 0 0 0,-1 0 0 0 0,1-1 0 0 0,0 1 0 0 0,0 0 0 0 0,0 0 0 0 0,0 0 0 0 0,14 4-1 0 0,29-9 8 0 0,43-18-257 0 0,-1-3 0 0 0,-2-4 0 0 0,98-48 0 0 0,-171 72 256 0 0,59-33 70 0 0,-64 35 16 0 0,0 0-1 0 0,-1-1 0 0 0,1 1 1 0 0,-1-1-1 0 0,1 0 1 0 0,-1-1-1 0 0,0 1 1 0 0,-1-1-1 0 0,1 0 0 0 0,3-7 1 0 0,-6 10-29 0 0,0-1-1 0 0,-1 1 1 0 0,0 0 0 0 0,1-1-1 0 0,-1 1 1 0 0,0-1-1 0 0,0 1 1 0 0,0-1 0 0 0,-1 1-1 0 0,1-1 1 0 0,0 1 0 0 0,-1 0-1 0 0,0-1 1 0 0,0 1 0 0 0,1 0-1 0 0,-1 0 1 0 0,0-1 0 0 0,-1 1-1 0 0,1 0 1 0 0,0 0 0 0 0,-1 0-1 0 0,1 0 1 0 0,-1 0 0 0 0,0 1-1 0 0,1-1 1 0 0,-1 0 0 0 0,0 1-1 0 0,0-1 1 0 0,-2 0 0 0 0,-7-6 197 0 0,0 0 0 0 0,0 1 0 0 0,-23-10 0 0 0,0 3 212 0 0,-67-16 1 0 0,65 20-643 0 0,-61-24 0 0 0,98 33-1498 0 0,-1 1 1575 0 0,0 0 0 0 0,0 0 1 0 0,0 0-1 0 0,0 0 0 0 0,0 0 0 0 0,0-1 1 0 0,0 1-1 0 0,0 0 0 0 0,0 0 1 0 0,0 0-1 0 0,0 0 0 0 0,0 0 0 0 0,0 0 1 0 0,0 0-1 0 0,0 0 0 0 0,-1 0 1 0 0,0-1-1762 0 0,1 1 1761 0 0,0 0 0 0 0,0 0 0 0 0,13-1-4985 0 0,20 4-2001 0 0,-11 1 4066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38.434"/>
    </inkml:context>
    <inkml:brush xml:id="br0">
      <inkml:brushProperty name="width" value="0.035" units="cm"/>
      <inkml:brushProperty name="height" value="0.035" units="cm"/>
      <inkml:brushProperty name="color" value="#E71224"/>
    </inkml:brush>
  </inkml:definitions>
  <inkml:trace contextRef="#ctx0" brushRef="#br0">303 435 2104 0 0,'-8'-38'9588'0'0,"-10"-4"-4999"0"0,16 36-4298 0 0,-1 1 0 0 0,0 0-1 0 0,-1-1 1 0 0,1 2 0 0 0,-1-1 0 0 0,0 0 0 0 0,0 1 0 0 0,0-1 0 0 0,-1 1 0 0 0,0 0-1 0 0,-8-5 1 0 0,9 8-219 0 0,1 0 0 0 0,-1 0 0 0 0,1 1 0 0 0,-1-1 0 0 0,0 1 0 0 0,1 0 0 0 0,-1 0 0 0 0,0 0 0 0 0,1 1 0 0 0,-1-1 0 0 0,1 1 0 0 0,-1 0 0 0 0,1 0 0 0 0,-1 0 0 0 0,1 0 0 0 0,0 1 0 0 0,-1-1 0 0 0,1 1 0 0 0,0 0 0 0 0,0 0 0 0 0,0 0 0 0 0,0 0 0 0 0,0 1 0 0 0,-3 3 0 0 0,-6 5 38 0 0,0 1 0 0 0,0 1 0 0 0,-16 24 0 0 0,18-22-77 0 0,0 0-1 0 0,2 1 1 0 0,0 0-1 0 0,0 0 1 0 0,2 1-1 0 0,-6 21 1 0 0,9-30-30 0 0,1 1 0 0 0,1-1 0 0 0,-1 1 0 0 0,2 0 0 0 0,-1-1 0 0 0,1 1 0 0 0,0 0 0 0 0,1 0-1 0 0,0-1 1 0 0,1 1 0 0 0,-1 0 0 0 0,2-1 0 0 0,-1 0 0 0 0,7 15 0 0 0,-7-20-7 0 0,0 0 0 0 0,0 0 0 0 0,1 0-1 0 0,-1 0 1 0 0,1 0 0 0 0,0 0-1 0 0,-1-1 1 0 0,1 0 0 0 0,0 1 0 0 0,0-1-1 0 0,1 0 1 0 0,-1 0 0 0 0,0-1 0 0 0,1 1-1 0 0,-1-1 1 0 0,1 0 0 0 0,-1 0 0 0 0,1 0-1 0 0,0 0 1 0 0,-1 0 0 0 0,1-1-1 0 0,0 0 1 0 0,0 0 0 0 0,-1 0 0 0 0,1 0-1 0 0,0 0 1 0 0,0-1 0 0 0,-1 0 0 0 0,1 0-1 0 0,0 0 1 0 0,4-2 0 0 0,8-2 0 0 0,-1-1 0 0 0,1 0 0 0 0,-1-2 0 0 0,-1 0 0 0 0,26-17 0 0 0,-17 7 46 0 0,-1-2-1 0 0,0 0 1 0 0,-2-1 0 0 0,0-1-1 0 0,-2 0 1 0 0,0-2-1 0 0,-2 0 1 0 0,0-1-1 0 0,24-54 1 0 0,-27 48 175 0 0,-1-1 0 0 0,-2 0 0 0 0,-1-1 0 0 0,-2 0 0 0 0,-1 0 0 0 0,-1-1 0 0 0,-2 0-1 0 0,-2-48 1 0 0,0 80-188 0 0,-1 1-1 0 0,0 0 1 0 0,0-1-1 0 0,0 1 0 0 0,0-1 1 0 0,-1 1-1 0 0,1 0 1 0 0,0-1-1 0 0,-1 1 0 0 0,1-1 1 0 0,-1 1-1 0 0,1 0 1 0 0,-1 0-1 0 0,0-1 0 0 0,1 1 1 0 0,-2-1-1 0 0,2 2-16 0 0,-1-1-1 0 0,1 1 0 0 0,-1 0 1 0 0,1 0-1 0 0,-1 0 1 0 0,1 0-1 0 0,-1 0 0 0 0,1 1 1 0 0,-1-1-1 0 0,1 0 0 0 0,-1 0 1 0 0,1 0-1 0 0,-1 0 1 0 0,1 0-1 0 0,0 1 0 0 0,-1-1 1 0 0,1 0-1 0 0,-1 0 0 0 0,1 1 1 0 0,0-1-1 0 0,-1 0 1 0 0,1 1-1 0 0,0-1 0 0 0,-1 0 1 0 0,1 1-1 0 0,0-1 0 0 0,0 0 1 0 0,-1 1-1 0 0,1-1 1 0 0,0 1-1 0 0,-4 5 9 0 0,1 0 1 0 0,-1-1-1 0 0,2 2 1 0 0,-1-1-1 0 0,1 0 1 0 0,-2 7-1 0 0,-29 189 0 0 0,8-31 275 0 0,-6-44-42 0 0,17-80-248 0 0,3 1 0 0 0,1 1-1 0 0,-2 51 1 0 0,12-100-96 0 0,0 1 0 0 0,0-1 0 0 0,-1 0 0 0 0,1 0 0 0 0,0 0 0 0 0,0 1 0 0 0,0-1 0 0 0,0 0 0 0 0,0 0 0 0 0,0 1 0 0 0,0-1 1 0 0,0 0-1 0 0,0 0 0 0 0,0 1 0 0 0,0-1 0 0 0,0 0 0 0 0,1 0 0 0 0,-1 1 0 0 0,0-1 0 0 0,0 0 0 0 0,0 0 0 0 0,0 1 0 0 0,0-1 0 0 0,0 0 0 0 0,1 0 0 0 0,-1 0 0 0 0,0 1 0 0 0,0-1 1 0 0,0 0-1 0 0,0 0 0 0 0,1 0 0 0 0,-1 0 0 0 0,0 0 0 0 0,0 1 0 0 0,1-1 0 0 0,-1 0 0 0 0,0 0 0 0 0,0 0 0 0 0,0 0 0 0 0,1 0 0 0 0,-1 0 0 0 0,0 0 0 0 0,0 0 0 0 0,1 0 0 0 0,-1 0 1 0 0,0 0-1 0 0,0 0 0 0 0,1 0 0 0 0,-1 0 0 0 0,0 0 0 0 0,0 0 0 0 0,1 0 0 0 0,-1 0 0 0 0,0 0 0 0 0,0 0 0 0 0,1 0 0 0 0,-1-1 0 0 0,20-14-5039 0 0,19-27-2799 0 0,-15 9 4302 0 0,2-1 1027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39.262"/>
    </inkml:context>
    <inkml:brush xml:id="br0">
      <inkml:brushProperty name="width" value="0.035" units="cm"/>
      <inkml:brushProperty name="height" value="0.035" units="cm"/>
      <inkml:brushProperty name="color" value="#E71224"/>
    </inkml:brush>
  </inkml:definitions>
  <inkml:trace contextRef="#ctx0" brushRef="#br0">162 59 2264 0 0,'9'-17'8587'0'0,"-5"-2"-3564"0"0,-10 7-2133 0 0,5 12-2789 0 0,1 0 1 0 0,-1 0 0 0 0,0 0-1 0 0,0 0 1 0 0,0 0 0 0 0,0 0 0 0 0,0 0-1 0 0,0 1 1 0 0,0-1 0 0 0,0 0 0 0 0,0 1-1 0 0,0-1 1 0 0,0 1 0 0 0,1-1-1 0 0,-1 1 1 0 0,0-1 0 0 0,0 1 0 0 0,0-1-1 0 0,0 2 1 0 0,-14 9 28 0 0,2 2-1 0 0,-1 0 1 0 0,1 0 0 0 0,1 1 0 0 0,1 0-1 0 0,0 1 1 0 0,0 1 0 0 0,2 0-1 0 0,-10 20 1 0 0,16-29-126 0 0,-1 1 1 0 0,1 0-1 0 0,0 1 0 0 0,0-1 1 0 0,1 0-1 0 0,0 1 0 0 0,1-1 1 0 0,0 1-1 0 0,0 0 0 0 0,1 0 1 0 0,0-1-1 0 0,1 1 0 0 0,-1 0 1 0 0,2-1-1 0 0,-1 1 0 0 0,1-1 0 0 0,1 1 1 0 0,-1-1-1 0 0,2 0 0 0 0,-1 0 1 0 0,8 13-1 0 0,-9-18-8 0 0,0 0 1 0 0,1 0-1 0 0,-1 0 0 0 0,1 0 1 0 0,-1-1-1 0 0,1 1 0 0 0,0-1 0 0 0,0 1 1 0 0,1-1-1 0 0,-1 0 0 0 0,0-1 1 0 0,1 1-1 0 0,-1 0 0 0 0,1-1 1 0 0,-1 0-1 0 0,1 0 0 0 0,7 2 1 0 0,-4-3-3 0 0,0 0 0 0 0,0 0 0 0 0,0 0 1 0 0,-1-1-1 0 0,1 0 0 0 0,0 0 1 0 0,0-1-1 0 0,-1 1 0 0 0,10-5 0 0 0,2-2 2 0 0,0-1 0 0 0,-1-1 0 0 0,0 0 0 0 0,-1-1 0 0 0,0-1 0 0 0,15-15 0 0 0,-11 5 113 0 0,-1-1 0 0 0,0 0 0 0 0,-2-2 0 0 0,-1 0 0 0 0,-2-1 1 0 0,0 0-1 0 0,-1-1 0 0 0,-2 0 0 0 0,-1-1 0 0 0,9-36 0 0 0,-25 74 1503 0 0,-64 124-677 0 0,53-92-1133 0 0,2 0 0 0 0,2 1 0 0 0,2 1 0 0 0,2-1 0 0 0,2 2 0 0 0,1-1 0 0 0,3 1 0 0 0,3 57 0 0 0,-1-101 11 0 0,1 0-1 0 0,0 0 0 0 0,0 0 0 0 0,0-1 0 0 0,0 1 0 0 0,0 0 0 0 0,1 0 0 0 0,-1 0 0 0 0,0-1 1 0 0,0 1-1 0 0,1 0 0 0 0,-1 0 0 0 0,0 0 0 0 0,1-1 0 0 0,-1 1 0 0 0,0 0 0 0 0,1-1 1 0 0,-1 1-1 0 0,1 0 0 0 0,-1-1 0 0 0,1 1 0 0 0,0-1 0 0 0,-1 1 0 0 0,2 0 0 0 0,14-7-6953 0 0,4-17 29 0 0,-11 10 5915 0 0,9-15-1243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39.560"/>
    </inkml:context>
    <inkml:brush xml:id="br0">
      <inkml:brushProperty name="width" value="0.035" units="cm"/>
      <inkml:brushProperty name="height" value="0.035" units="cm"/>
      <inkml:brushProperty name="color" value="#E71224"/>
    </inkml:brush>
  </inkml:definitions>
  <inkml:trace contextRef="#ctx0" brushRef="#br0">1 62 1224 0 0,'4'-2'11863'0'0,"6"-2"-6203"0"0,69-21-4969 0 0,94 2-1199 0 0,-97 19-7912 0 0,-58 1 1179 0 0,-23 3 4988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39.726"/>
    </inkml:context>
    <inkml:brush xml:id="br0">
      <inkml:brushProperty name="width" value="0.035" units="cm"/>
      <inkml:brushProperty name="height" value="0.035" units="cm"/>
      <inkml:brushProperty name="color" value="#E71224"/>
    </inkml:brush>
  </inkml:definitions>
  <inkml:trace contextRef="#ctx0" brushRef="#br0">80 0 344 0 0,'-29'26'4080'0'0,"6"-7"320"0"0,6-4-960 0 0,9-4-880 0 0,6-5-719 0 0,7-2-641 0 0,13-3-400 0 0,11-4-320 0 0,11-2-240 0 0,13-1-160 0 0,7-2-48 0 0,5-1-432 0 0,1-1-1120 0 0,-3 2-2081 0 0,-7 1-1119 0 0,-9 0 720 0 0,-9 3 1120 0 0,-12 4 960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0.434"/>
    </inkml:context>
    <inkml:brush xml:id="br0">
      <inkml:brushProperty name="width" value="0.035" units="cm"/>
      <inkml:brushProperty name="height" value="0.035" units="cm"/>
      <inkml:brushProperty name="color" value="#E71224"/>
    </inkml:brush>
  </inkml:definitions>
  <inkml:trace contextRef="#ctx0" brushRef="#br0">378 423 2824 0 0,'2'-41'9662'0'0,"-15"-21"-5064"0"0,3 23-2231 0 0,10 38-2320 0 0,-1 0 0 0 0,1 0-1 0 0,0 1 1 0 0,-1-1 0 0 0,1 0 0 0 0,0 1-1 0 0,-1-1 1 0 0,1 0 0 0 0,-1 1 0 0 0,1-1-1 0 0,-1 1 1 0 0,1-1 0 0 0,-1 1 0 0 0,1-1-1 0 0,-1 1 1 0 0,0-1 0 0 0,1 1 0 0 0,-1 0-1 0 0,0-1 1 0 0,1 1 0 0 0,-1 0 0 0 0,0-1-1 0 0,1 1 1 0 0,-1 0 0 0 0,0 0 0 0 0,0 0-1 0 0,1 0 1 0 0,-1 0 0 0 0,0 0 0 0 0,0 0-1 0 0,1 0 1 0 0,-1 0 0 0 0,0 0 0 0 0,1 0-1 0 0,-1 0 1 0 0,0 0 0 0 0,0 1 0 0 0,1-1-1 0 0,-2 1 1 0 0,-32 12 145 0 0,31-12-94 0 0,-31 16 72 0 0,1 1 0 0 0,1 2 0 0 0,-36 27 0 0 0,55-37-155 0 0,1 0-1 0 0,1 1 1 0 0,-1 0-1 0 0,2 0 1 0 0,-1 1 0 0 0,2 1-1 0 0,0 0 1 0 0,0 0-1 0 0,1 1 1 0 0,-8 19-1 0 0,15-30-17 0 0,0-1-1 0 0,0 1 0 0 0,0-1 0 0 0,0 1 1 0 0,0 0-1 0 0,1-1 0 0 0,-1 1 0 0 0,1 0 0 0 0,0-1 1 0 0,0 1-1 0 0,0 0 0 0 0,0-1 0 0 0,0 1 1 0 0,1 0-1 0 0,-1 0 0 0 0,1-1 0 0 0,0 1 1 0 0,0-1-1 0 0,0 1 0 0 0,2 4 0 0 0,-1-5-4 0 0,0 0-1 0 0,0-1 0 0 0,0 1 0 0 0,0 0 0 0 0,0-1 1 0 0,0 1-1 0 0,1-1 0 0 0,-1 0 0 0 0,1 0 1 0 0,-1 0-1 0 0,1 0 0 0 0,-1 0 0 0 0,1 0 1 0 0,-1-1-1 0 0,1 1 0 0 0,0-1 0 0 0,2 0 0 0 0,8 0-8 0 0,-1 0-1 0 0,0-1 1 0 0,0 0-1 0 0,0-1 1 0 0,0-1-1 0 0,-1 0 1 0 0,1 0-1 0 0,12-6 1 0 0,-2-2 36 0 0,0 0 1 0 0,-1-2 0 0 0,0-1 0 0 0,-1 0 0 0 0,0-1 0 0 0,-1-2-1 0 0,-1 0 1 0 0,-1 0 0 0 0,0-2 0 0 0,25-37 0 0 0,-19 20 167 0 0,-2-1 0 0 0,-1 0 0 0 0,-3-2 1 0 0,-1 0-1 0 0,17-64 0 0 0,-32 100-127 0 0,11-47 533 0 0,-11 47-494 0 0,0 0 1 0 0,-1 0-1 0 0,0-1 1 0 0,1 1-1 0 0,-1 0 1 0 0,0 0 0 0 0,-1 0-1 0 0,1 0 1 0 0,-1-1-1 0 0,1 1 1 0 0,-1 0-1 0 0,-1-4 1 0 0,1 6-82 0 0,0 1-1 0 0,1 0 1 0 0,-1 0 0 0 0,1 0 0 0 0,-1 0-1 0 0,1 0 1 0 0,-1 0 0 0 0,0 0 0 0 0,1 0-1 0 0,-1 0 1 0 0,1 0 0 0 0,-1 0 0 0 0,1 0 0 0 0,-1 0-1 0 0,0 1 1 0 0,1-1 0 0 0,-1 0 0 0 0,1 0-1 0 0,-1 1 1 0 0,1-1 0 0 0,-1 0 0 0 0,1 1-1 0 0,-1-1 1 0 0,1 0 0 0 0,0 1 0 0 0,-1-1 0 0 0,1 1-1 0 0,-1-1 1 0 0,1 1 0 0 0,0-1 0 0 0,-1 1-1 0 0,1 0 1 0 0,-20 21 107 0 0,16-18-90 0 0,-5 7-33 0 0,1 0-1 0 0,0 0 0 0 0,1 0 0 0 0,1 1 1 0 0,-1 0-1 0 0,2 1 0 0 0,0-1 0 0 0,0 1 1 0 0,2 0-1 0 0,-1 0 0 0 0,1 1 0 0 0,-1 16 1 0 0,1 21-3 0 0,5 101 0 0 0,1-66 0 0 0,-3-50-40 0 0,-2 107-700 0 0,1-125 528 0 0,-2 0 0 0 0,0 0-1 0 0,-1 0 1 0 0,0-1 0 0 0,-13 30-1 0 0,8-30-4514 0 0,8-26-4527 0 0,7-17 545 0 0,-1 11 9109 0 0,8-14-2012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0.810"/>
    </inkml:context>
    <inkml:brush xml:id="br0">
      <inkml:brushProperty name="width" value="0.035" units="cm"/>
      <inkml:brushProperty name="height" value="0.035" units="cm"/>
      <inkml:brushProperty name="color" value="#E71224"/>
    </inkml:brush>
  </inkml:definitions>
  <inkml:trace contextRef="#ctx0" brushRef="#br0">7 3 1624 0 0,'2'-2'15488'0'0,"-9"18"-12322"0"0,6-6-2928 0 0,1 1 0 0 0,-1 0-1 0 0,2 0 1 0 0,0 0 0 0 0,0-1 0 0 0,1 1 0 0 0,0 0 0 0 0,1-1 0 0 0,0 1-1 0 0,1-1 1 0 0,9 19 0 0 0,8 12-122 0 0,38 54 1 0 0,-49-79-4 0 0,80 115 230 0 0,-22-51-3041 0 0,-52-68 535 0 0,-15-12 1851 0 0,0 0-1 0 0,-1 1 1 0 0,1-1-1 0 0,0 0 0 0 0,-1 0 1 0 0,1 0-1 0 0,0 0 1 0 0,-1 0-1 0 0,1 0 1 0 0,0 0-1 0 0,-1 0 0 0 0,1 0 1 0 0,0 0-1 0 0,-1 0 1 0 0,1 0-1 0 0,0-1 1 0 0,-1 1-1 0 0,1 0 0 0 0,0 0 1 0 0,-1-1-1 0 0,1 1 1 0 0,0-1-1 0 0,-1 1 1 0 0,1 0-1 0 0,0-2 0 0 0,11-18-7298 0 0,-6 3 6365 0 0,5-11-354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1.037"/>
    </inkml:context>
    <inkml:brush xml:id="br0">
      <inkml:brushProperty name="width" value="0.035" units="cm"/>
      <inkml:brushProperty name="height" value="0.035" units="cm"/>
      <inkml:brushProperty name="color" value="#E71224"/>
    </inkml:brush>
  </inkml:definitions>
  <inkml:trace contextRef="#ctx0" brushRef="#br0">442 5 2824 0 0,'-2'-1'702'0'0,"-1"0"1"0"0,1 1-1 0 0,0-1 0 0 0,-1 1 1 0 0,1-1-1 0 0,-1 1 0 0 0,0 0 0 0 0,1 0 1 0 0,-1 0-1 0 0,1 0 0 0 0,-1 1 1 0 0,1-1-1 0 0,-1 1 0 0 0,1-1 0 0 0,-1 1 1 0 0,1 0-1 0 0,0 0 0 0 0,-1 0 1 0 0,-3 2-1 0 0,2 1-278 0 0,1 0 1 0 0,-1 0 0 0 0,0 0-1 0 0,1 1 1 0 0,0-1-1 0 0,0 1 1 0 0,0 0 0 0 0,-2 7-1 0 0,-67 130 472 0 0,-114 168 0 0 0,155-259-2347 0 0,3-6-2971 0 0,-3-5-6572 0 0,25-35 8034 0 0,4-6 1000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2.310"/>
    </inkml:context>
    <inkml:brush xml:id="br0">
      <inkml:brushProperty name="width" value="0.035" units="cm"/>
      <inkml:brushProperty name="height" value="0.035" units="cm"/>
      <inkml:brushProperty name="color" value="#E71224"/>
    </inkml:brush>
  </inkml:definitions>
  <inkml:trace contextRef="#ctx0" brushRef="#br0">187 1 1784 0 0,'3'7'4640'0'0,"-3"10"-640"0"0,-2 12-880 0 0,-4 10-800 0 0,-3 13-639 0 0,-5 12-481 0 0,-6 8-480 0 0,-3 6-240 0 0,-2 0-240 0 0,2 1-160 0 0,-1-6-128 0 0,7-6-752 0 0,1-8-2000 0 0,9-13-2001 0 0,3-10 161 0 0,4-13 1200 0 0,6-15 1120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3.277"/>
    </inkml:context>
    <inkml:brush xml:id="br0">
      <inkml:brushProperty name="width" value="0.035" units="cm"/>
      <inkml:brushProperty name="height" value="0.035" units="cm"/>
      <inkml:brushProperty name="color" value="#E71224"/>
    </inkml:brush>
  </inkml:definitions>
  <inkml:trace contextRef="#ctx0" brushRef="#br0">51 29 3384 0 0,'8'-22'8496'0'0,"-4"15"-801"0"0,-4 27-6125 0 0,-2 8-1365 0 0,-1 0 0 0 0,-1 0 0 0 0,-10 31 1 0 0,-2 17-67 0 0,10-45-72 0 0,-11 90 23 0 0,16-109-87 0 0,1-1 1 0 0,0 1-1 0 0,1-1 0 0 0,0 1 0 0 0,1-1 1 0 0,0 0-1 0 0,0 1 0 0 0,6 11 0 0 0,-8-22-3 0 0,1 1-1 0 0,-1-1 0 0 0,1 0 1 0 0,-1 0-1 0 0,1 1 0 0 0,0-1 0 0 0,0 0 1 0 0,-1 0-1 0 0,1 0 0 0 0,0 0 1 0 0,0 0-1 0 0,0 0 0 0 0,0 0 1 0 0,0 0-1 0 0,1-1 0 0 0,-1 1 1 0 0,0 0-1 0 0,0-1 0 0 0,0 1 0 0 0,1-1 1 0 0,-1 1-1 0 0,0-1 0 0 0,1 1 1 0 0,-1-1-1 0 0,2 0 0 0 0,0 0 12 0 0,0 0 0 0 0,0 0-1 0 0,0-1 1 0 0,0 1 0 0 0,0-1 0 0 0,0 0-1 0 0,0 0 1 0 0,0 0 0 0 0,0 0-1 0 0,5-4 1 0 0,6-4 113 0 0,0-1 0 0 0,-1 0 0 0 0,16-16 0 0 0,-24 21-40 0 0,49-51 671 0 0,-3-2 0 0 0,81-119 0 0 0,-88 114 274 0 0,-31 37 419 0 0,-15 19-1076 0 0,-12 11-3160 0 0,12-1 1580 0 0,0 0-1 0 0,0 0 1 0 0,0 0 0 0 0,0 0 0 0 0,1 0-1 0 0,-1 1 1 0 0,1-1 0 0 0,0 0 0 0 0,0 1-1 0 0,0-1 1 0 0,0 1 0 0 0,0 4 0 0 0,-2 6-1779 0 0,-5 13-467 0 0,2 3 1081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3.564"/>
    </inkml:context>
    <inkml:brush xml:id="br0">
      <inkml:brushProperty name="width" value="0.035" units="cm"/>
      <inkml:brushProperty name="height" value="0.035" units="cm"/>
      <inkml:brushProperty name="color" value="#E71224"/>
    </inkml:brush>
  </inkml:definitions>
  <inkml:trace contextRef="#ctx0" brushRef="#br0">4 0 2504 0 0,'-3'7'8400'0'0,"4"-4"-5360"0"0,2 0-800 0 0,5 1-719 0 0,7-1-481 0 0,9-1-480 0 0,8 0-160 0 0,3 2-80 0 0,3-4-160 0 0,0 1-208 0 0,-6 1-512 0 0,-7 1-880 0 0,-6-1-1921 0 0,-7 2-1199 0 0,-12 8-2560 0 0,-13-3 5120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3.727"/>
    </inkml:context>
    <inkml:brush xml:id="br0">
      <inkml:brushProperty name="width" value="0.035" units="cm"/>
      <inkml:brushProperty name="height" value="0.035" units="cm"/>
      <inkml:brushProperty name="color" value="#E71224"/>
    </inkml:brush>
  </inkml:definitions>
  <inkml:trace contextRef="#ctx0" brushRef="#br0">63 0 2104 0 0,'-16'12'3245'0'0,"11"-9"-2253"0"0,1 0 0 0 0,0 0 0 0 0,0 0 0 0 0,0 0-1 0 0,0 1 1 0 0,1-1 0 0 0,0 1 0 0 0,-1 0 0 0 0,1 0 0 0 0,0 0-1 0 0,-2 6 1 0 0,5-10-886 0 0,0 1 0 0 0,0 0 0 0 0,0 0 0 0 0,0 0 0 0 0,0-1 0 0 0,0 1 0 0 0,0 0 0 0 0,1 0 0 0 0,-1 0 0 0 0,0-1 0 0 0,1 1 0 0 0,-1 0 0 0 0,0 0 0 0 0,1-1 0 0 0,-1 1 0 0 0,1 0 0 0 0,-1-1 0 0 0,1 1 0 0 0,-1-1-1 0 0,1 1 1 0 0,0 0 0 0 0,-1-1 0 0 0,1 1 0 0 0,0-1 0 0 0,-1 0 0 0 0,1 1 0 0 0,0-1 0 0 0,-1 0 0 0 0,1 1 0 0 0,0-1 0 0 0,0 0 0 0 0,0 0 0 0 0,-1 1 0 0 0,1-1 0 0 0,0 0 0 0 0,0 0 0 0 0,0 0 0 0 0,1 0 0 0 0,34 3 601 0 0,28-5-98 0 0,103-17 0 0 0,-22 1-7675 0 0,-143 18 6768 0 0,28 0-4930 0 0,-29 0 5053 0 0,0 0 0 0 0,-1 0 0 0 0,1 0 0 0 0,-1 0 0 0 0,1 0 0 0 0,0 0 0 0 0,-1 0 0 0 0,1 0-1 0 0,-1 0 1 0 0,1 0 0 0 0,-1 1 0 0 0,1-1 0 0 0,0 0 0 0 0,-1 0 0 0 0,1 1 0 0 0,-1-1 0 0 0,1 0-1 0 0,-1 1 1 0 0,1-1 0 0 0,-1 0 0 0 0,0 1 0 0 0,1-1 0 0 0,-1 1 0 0 0,1-1 0 0 0,-1 1 0 0 0,0-1-1 0 0,1 1 1 0 0,-1-1 0 0 0,0 1 0 0 0,0-1 0 0 0,1 1 0 0 0,-1-1 0 0 0,0 1 0 0 0,0 0 0 0 0,0-1-1 0 0,0 1 1 0 0,0-1 0 0 0,0 1 0 0 0,0 0 0 0 0,0-1 0 0 0,0 2 0 0 0,-7 13-2252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4.998"/>
    </inkml:context>
    <inkml:brush xml:id="br0">
      <inkml:brushProperty name="width" value="0.035" units="cm"/>
      <inkml:brushProperty name="height" value="0.035" units="cm"/>
      <inkml:brushProperty name="color" value="#E71224"/>
    </inkml:brush>
  </inkml:definitions>
  <inkml:trace contextRef="#ctx0" brushRef="#br0">374 254 904 0 0,'9'-17'2017'0'0,"-1"-1"-1"0"0,0 0 1 0 0,-1-1-1 0 0,6-26 1 0 0,-11 36-1381 0 0,0 1 1 0 0,-1 0 0 0 0,0-1 0 0 0,0 1-1 0 0,-1-1 1 0 0,0 1 0 0 0,0-1 0 0 0,-1 1 0 0 0,0 0-1 0 0,-1-1 1 0 0,0 1 0 0 0,-5-15 0 0 0,6 22-563 0 0,0 0-1 0 0,0 0 1 0 0,1 0 0 0 0,-1 0 0 0 0,0 1 0 0 0,0-1 0 0 0,0 0 0 0 0,0 0 0 0 0,0 1 0 0 0,0-1 0 0 0,0 1 0 0 0,0-1 0 0 0,0 1 0 0 0,0-1 0 0 0,0 1-1 0 0,0-1 1 0 0,0 1 0 0 0,0 0 0 0 0,-1 0 0 0 0,1 0 0 0 0,0-1 0 0 0,0 1 0 0 0,0 0 0 0 0,0 1 0 0 0,-1-1 0 0 0,1 0 0 0 0,0 0 0 0 0,0 0 0 0 0,0 1-1 0 0,0-1 1 0 0,0 0 0 0 0,0 1 0 0 0,0-1 0 0 0,0 1 0 0 0,0 0 0 0 0,0-1 0 0 0,0 1 0 0 0,-1 1 0 0 0,-38 26 429 0 0,29-16-378 0 0,0 0-1 0 0,1 0 1 0 0,1 1-1 0 0,0 0 0 0 0,-11 23 1 0 0,-30 77 102 0 0,43-91-193 0 0,0 0 0 0 0,2 1 0 0 0,0 0 0 0 0,1 0 0 0 0,2 0 0 0 0,0 1 0 0 0,2-1 0 0 0,0 0-1 0 0,5 29 1 0 0,7 21-30 0 0,34 113 0 0 0,5 32 355 0 0,-48-194-269 0 0,0 1 0 0 0,-2-1-1 0 0,-1 0 1 0 0,-1 0-1 0 0,-1 0 1 0 0,-8 38-1 0 0,6-46-9 0 0,0 0 0 0 0,-1-1 0 0 0,-1 0 0 0 0,0 0 0 0 0,-1 0 0 0 0,-1-1 0 0 0,0 0 0 0 0,-1 0 0 0 0,0-1 0 0 0,-21 22 0 0 0,-32 40 240 0 0,49-57-60 0 0,-1 0 0 0 0,-1-1 0 0 0,-32 29 0 0 0,46-46-290 0 0,1 1-1 0 0,-1 0 0 0 0,0-1 1 0 0,1 1-1 0 0,-1-1 0 0 0,0 1 1 0 0,1-1-1 0 0,-1 1 0 0 0,0-1 1 0 0,0 1-1 0 0,1-1 1 0 0,-1 1-1 0 0,0-1 0 0 0,0 0 1 0 0,0 0-1 0 0,0 1 0 0 0,1-1 1 0 0,-1 0-1 0 0,0 0 1 0 0,0 0-1 0 0,0 0 0 0 0,0 0 1 0 0,0 0-1 0 0,0 0 0 0 0,1 0 1 0 0,-1 0-1 0 0,0-1 0 0 0,0 1 1 0 0,0 0-1 0 0,0 0 1 0 0,1-1-1 0 0,-1 1 0 0 0,0-1 1 0 0,0 1-1 0 0,0-1 0 0 0,1 1 1 0 0,-1-1-1 0 0,0 1 1 0 0,1-1-1 0 0,-1 1 0 0 0,1-1 1 0 0,-1 0-1 0 0,0 0 0 0 0,1 1 1 0 0,0-1-1 0 0,-1 0 0 0 0,0-1 1 0 0,0 0-347 0 0,0-1-1 0 0,1 1 1 0 0,-1-1 0 0 0,1 1 0 0 0,-1-1 0 0 0,1 0-1 0 0,0 0 1 0 0,0 1 0 0 0,0-1 0 0 0,0 0 0 0 0,0 1 0 0 0,1-1-1 0 0,-1 0 1 0 0,2-3 0 0 0,21-46-9267 0 0,19-22 1554 0 0,-20 45 6050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6.112"/>
    </inkml:context>
    <inkml:brush xml:id="br0">
      <inkml:brushProperty name="width" value="0.035" units="cm"/>
      <inkml:brushProperty name="height" value="0.035" units="cm"/>
      <inkml:brushProperty name="color" value="#E71224"/>
    </inkml:brush>
  </inkml:definitions>
  <inkml:trace contextRef="#ctx0" brushRef="#br0">0 21 2344 0 0,'2'-1'862'0'0,"-1"-1"-1"0"0,0 0 1 0 0,1 1-1 0 0,-1-1 1 0 0,1 0 0 0 0,0 1-1 0 0,-1 0 1 0 0,1-1-1 0 0,0 1 1 0 0,0 0 0 0 0,0 0-1 0 0,0 0 1 0 0,0 0-1 0 0,0 1 1 0 0,2-2 0 0 0,8 9 3921 0 0,4 13-4471 0 0,15 22 1061 0 0,-2 2 0 0 0,38 74 0 0 0,-41-61-1216 0 0,-1 2 0 0 0,-4 0 0 0 0,25 109-1 0 0,-39-111-1956 0 0,-7-19-3061 0 0,-7-50-7353 0 0,-7-26 8227 0 0,6 0 1814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6.307"/>
    </inkml:context>
    <inkml:brush xml:id="br0">
      <inkml:brushProperty name="width" value="0.035" units="cm"/>
      <inkml:brushProperty name="height" value="0.035" units="cm"/>
      <inkml:brushProperty name="color" value="#E71224"/>
    </inkml:brush>
  </inkml:definitions>
  <inkml:trace contextRef="#ctx0" brushRef="#br0">337 6 2104 0 0,'0'0'410'0'0,"0"0"1"0"0,-1-1-1 0 0,1 1 0 0 0,0-1 1 0 0,-1 1-1 0 0,1 0 0 0 0,-1-1 1 0 0,1 1-1 0 0,0 0 0 0 0,-1-1 1 0 0,1 1-1 0 0,-1 0 0 0 0,1 0 0 0 0,-1-1 1 0 0,1 1-1 0 0,-1 0 0 0 0,1 0 1 0 0,-1 0-1 0 0,1 0 0 0 0,-1 0 1 0 0,1 0-1 0 0,-1 0 0 0 0,1 0 1 0 0,-1 0-1 0 0,1 0 0 0 0,-1 0 1 0 0,1 0-1 0 0,-2 0 0 0 0,-11 12 3955 0 0,-7 26-3498 0 0,17-32 109 0 0,-159 302 2271 0 0,75-146-3688 0 0,82-153 228 0 0,0-2-160 0 0,1 0-1 0 0,1 0 1 0 0,-1 0-1 0 0,1 1 1 0 0,0-1 0 0 0,1 1-1 0 0,0 0 1 0 0,0-1-1 0 0,0 1 1 0 0,1 0 0 0 0,0 13-1 0 0,1-21 169 0 0,0 1-1 0 0,0 0 0 0 0,0 0 1 0 0,0 0-1 0 0,0-1 0 0 0,1 1 0 0 0,-1 0 1 0 0,0 0-1 0 0,1 0 0 0 0,-1-1 1 0 0,0 1-1 0 0,1 0 0 0 0,-1-1 1 0 0,1 1-1 0 0,-1 0 0 0 0,1-1 1 0 0,-1 1-1 0 0,1 0 0 0 0,-1-1 1 0 0,1 1-1 0 0,0-1 0 0 0,-1 1 1 0 0,1-1-1 0 0,0 0 0 0 0,0 1 1 0 0,-1-1-1 0 0,3 1 0 0 0,22-6-4462 0 0,23-26-265 0 0,-12-1 2906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6.787"/>
    </inkml:context>
    <inkml:brush xml:id="br0">
      <inkml:brushProperty name="width" value="0.035" units="cm"/>
      <inkml:brushProperty name="height" value="0.035" units="cm"/>
      <inkml:brushProperty name="color" value="#E71224"/>
    </inkml:brush>
  </inkml:definitions>
  <inkml:trace contextRef="#ctx0" brushRef="#br0">1 338 24 0 0,'4'19'10527'0'0,"3"-11"-4388"0"0,-5-8-5913 0 0,1 1 1 0 0,0-1 0 0 0,-1 0 0 0 0,1 0 0 0 0,0 0 0 0 0,-1-1-1 0 0,1 1 1 0 0,0-1 0 0 0,-1 1 0 0 0,5-2 0 0 0,24-7-82 0 0,0-1 0 0 0,0-2 0 0 0,-1-1 0 0 0,0-1 1 0 0,-1-2-1 0 0,-1 0 0 0 0,0-2 0 0 0,42-37 0 0 0,-61 46-86 0 0,-1 0 0 0 0,0 0-1 0 0,0-1 1 0 0,-1 0-1 0 0,-1 0 1 0 0,0-1 0 0 0,10-21-1 0 0,-15 28-12 0 0,0 1-1 0 0,1-1 1 0 0,-1 0-1 0 0,-1 0 1 0 0,1 0-1 0 0,-1 0 1 0 0,1 0-1 0 0,-1 0 1 0 0,0 0-1 0 0,0 0 1 0 0,-1 0-1 0 0,0-5 1 0 0,0 6-3 0 0,0 1 0 0 0,0 0 1 0 0,0 0-1 0 0,-1-1 0 0 0,1 1 1 0 0,-1 0-1 0 0,1 0 0 0 0,-1 0 1 0 0,1 0-1 0 0,-1 1 0 0 0,0-1 1 0 0,0 0-1 0 0,0 1 0 0 0,0-1 0 0 0,0 1 1 0 0,0 0-1 0 0,-1 0 0 0 0,1 0 1 0 0,0 0-1 0 0,0 0 0 0 0,-5-1 1 0 0,-1 0 8 0 0,0 1-1 0 0,0 0 1 0 0,0 1 0 0 0,0 0 0 0 0,0 0 0 0 0,0 0 0 0 0,0 1-1 0 0,-1 0 1 0 0,1 1 0 0 0,1 0 0 0 0,-1 0 0 0 0,0 1-1 0 0,0 0 1 0 0,1 0 0 0 0,-14 8 0 0 0,3 0 83 0 0,0 1 1 0 0,0 0-1 0 0,1 1 1 0 0,-29 29-1 0 0,36-31-51 0 0,1 0-1 0 0,0 0 0 0 0,0 1 0 0 0,1 0 0 0 0,1 0 0 0 0,0 1 1 0 0,0 0-1 0 0,1 0 0 0 0,1 1 0 0 0,0-1 0 0 0,1 1 0 0 0,1 0 1 0 0,-3 22-1 0 0,5-27-70 0 0,1 0 1 0 0,0 0 0 0 0,1 0 0 0 0,0 0-1 0 0,0 1 1 0 0,1-2 0 0 0,0 1 0 0 0,1 0-1 0 0,0 0 1 0 0,0-1 0 0 0,1 1-1 0 0,0-1 1 0 0,0 0 0 0 0,1 0 0 0 0,0-1-1 0 0,0 1 1 0 0,1-1 0 0 0,0 0 0 0 0,0-1-1 0 0,1 0 1 0 0,0 1 0 0 0,11 6-1 0 0,-4-3-25 0 0,1-1 0 0 0,1-1-1 0 0,0 0 1 0 0,0-1 0 0 0,0 0-1 0 0,1-2 1 0 0,0 0-1 0 0,0 0 1 0 0,0-2 0 0 0,21 2-1 0 0,-26-4-428 0 0,1-1 0 0 0,-1 0 0 0 0,1-1 0 0 0,0 0 0 0 0,-1-1 0 0 0,18-5 0 0 0,-21 4-581 0 0,-1 0 1 0 0,0 0 0 0 0,0-1 0 0 0,0 0 0 0 0,0-1 0 0 0,-1 1 0 0 0,1-2 0 0 0,-1 1-1 0 0,11-12 1 0 0,-15 15 418 0 0,0-1 1 0 0,-1 0-1 0 0,0 0 0 0 0,0 0 0 0 0,1 0 0 0 0,-2 0 0 0 0,1-1 0 0 0,0 1 0 0 0,-1-1 1 0 0,1 1-1 0 0,-1-1 0 0 0,0 1 0 0 0,1-5 0 0 0,-3-16-1997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7.527"/>
    </inkml:context>
    <inkml:brush xml:id="br0">
      <inkml:brushProperty name="width" value="0.035" units="cm"/>
      <inkml:brushProperty name="height" value="0.035" units="cm"/>
      <inkml:brushProperty name="color" value="#E71224"/>
    </inkml:brush>
  </inkml:definitions>
  <inkml:trace contextRef="#ctx0" brushRef="#br0">2 0 824 0 0,'-1'2'10579'0'0,"5"1"-5912"0"0,10 3-2032 0 0,129 3-10 0 0,-86-7-2454 0 0,0 2 0 0 0,67 14 0 0 0,-110-11-318 0 0,-5 2-4379 0 0,-9-9 4303 0 0,0 1-1 0 0,0-1 1 0 0,0 1-1 0 0,1-1 1 0 0,-1 1-1 0 0,0-1 1 0 0,0 0-1 0 0,0 1 1 0 0,0-1-1 0 0,0 1 1 0 0,0-1 0 0 0,0 1-1 0 0,0-1 1 0 0,0 0-1 0 0,0 1 1 0 0,-1-1-1 0 0,1 1 1 0 0,0-1-1 0 0,0 1 1 0 0,0-1-1 0 0,0 0 1 0 0,-1 1-1 0 0,1-1 1 0 0,0 0-1 0 0,0 1 1 0 0,-1-1 0 0 0,1 0-1 0 0,0 1 1 0 0,-1-1-1 0 0,1 0 1 0 0,0 1-1 0 0,-1-1 1 0 0,1 0-1 0 0,0 0 1 0 0,-1 0-1 0 0,1 1 1 0 0,-1-1-1 0 0,1 0 1 0 0,0 0 0 0 0,-1 0-1 0 0,1 0 1 0 0,-1 0-1 0 0,1 0 1 0 0,0 1-1 0 0,-1-1 1 0 0,1 0-1 0 0,-1 0 1 0 0,1-1-1 0 0,-1 1 1 0 0,1 0-1 0 0,-1 0 1 0 0,1 0 0 0 0,0 0-1 0 0,-1 0 1 0 0,0-1-1 0 0,-13 2-2696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8.583"/>
    </inkml:context>
    <inkml:brush xml:id="br0">
      <inkml:brushProperty name="width" value="0.035" units="cm"/>
      <inkml:brushProperty name="height" value="0.035" units="cm"/>
      <inkml:brushProperty name="color" value="#E71224"/>
    </inkml:brush>
  </inkml:definitions>
  <inkml:trace contextRef="#ctx0" brushRef="#br0">44 0 3384 0 0,'-3'2'617'0'0,"-1"0"-1"0"0,2 0 1 0 0,-1 0 0 0 0,0 0-1 0 0,0 1 1 0 0,1-1 0 0 0,-1 1-1 0 0,1-1 1 0 0,0 1 0 0 0,0 0-1 0 0,0 0 1 0 0,0 0-1 0 0,0 0 1 0 0,1 0 0 0 0,-1 1-1 0 0,1-1 1 0 0,-1 4 0 0 0,1-1-195 0 0,0 1 0 0 0,0-1 0 0 0,1 0 0 0 0,0 0 1 0 0,0 0-1 0 0,1 1 0 0 0,0-1 0 0 0,0 0 0 0 0,2 7 1 0 0,5 12-129 0 0,1-1 0 0 0,1 0 0 0 0,25 39 0 0 0,-28-50 129 0 0,142 230 489 0 0,-108-179-946 0 0,-3-6-4719 0 0,-35-53 752 0 0,-13-16-4265 0 0,0-4 5519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8.797"/>
    </inkml:context>
    <inkml:brush xml:id="br0">
      <inkml:brushProperty name="width" value="0.035" units="cm"/>
      <inkml:brushProperty name="height" value="0.035" units="cm"/>
      <inkml:brushProperty name="color" value="#E71224"/>
    </inkml:brush>
  </inkml:definitions>
  <inkml:trace contextRef="#ctx0" brushRef="#br0">350 1 1064 0 0,'-1'2'894'0'0,"1"0"0"0"0,-1 0 0 0 0,1 0 0 0 0,-1 0 0 0 0,0 0 0 0 0,0-1 0 0 0,0 1 0 0 0,0 0 0 0 0,0 0 0 0 0,0 0 0 0 0,-3 1 0 0 0,-33 29 4076 0 0,12-12-3201 0 0,4 4-1078 0 0,0 1-1 0 0,2 0 1 0 0,-32 57 0 0 0,9-15-294 0 0,8-17-240 0 0,11-18-1000 0 0,-34 63 1 0 0,50-69-2136 0 0,7-26 2809 0 0,0 0 0 0 0,0 0 1 0 0,0 1-1 0 0,0-1 0 0 0,0 0 1 0 0,1 1-1 0 0,-1-1 1 0 0,0 0-1 0 0,0 0 0 0 0,0 1 1 0 0,0-1-1 0 0,0 0 0 0 0,1 0 1 0 0,-1 1-1 0 0,0-1 1 0 0,0 0-1 0 0,0 0 0 0 0,1 0 1 0 0,-1 1-1 0 0,0-1 0 0 0,0 0 1 0 0,1 0-1 0 0,-1 0 1 0 0,0 0-1 0 0,1 0 0 0 0,-1 1 1 0 0,0-1-1 0 0,0 0 0 0 0,1 0 1 0 0,-1 0-1 0 0,0 0 1 0 0,1 0-1 0 0,-1 0 0 0 0,0 0 1 0 0,0 0-1 0 0,1 0 0 0 0,-1 0 1 0 0,1 0-1 0 0,21-10-6818 0 0,-5-2 6089 0 0,9-10-1129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9.106"/>
    </inkml:context>
    <inkml:brush xml:id="br0">
      <inkml:brushProperty name="width" value="0.035" units="cm"/>
      <inkml:brushProperty name="height" value="0.035" units="cm"/>
      <inkml:brushProperty name="color" value="#E71224"/>
    </inkml:brush>
  </inkml:definitions>
  <inkml:trace contextRef="#ctx0" brushRef="#br0">1 0 2904 0 0,'2'9'9857'0'0,"6"8"-4772"0"0,52 96-3013 0 0,2-21-1649 0 0,-24-38-185 0 0,42 79 0 0 0,-56-82-251 0 0,7 17-840 0 0,-6-29-2081 0 0,-24-38 2752 0 0,-1-1 0 0 0,0 0 0 0 0,0 1 0 0 0,0-1 0 0 0,0 1 0 0 0,0-1 1 0 0,1 1-1 0 0,-1-1 0 0 0,0 1 0 0 0,0-1 0 0 0,1 0 0 0 0,-1 1 1 0 0,0-1-1 0 0,0 0 0 0 0,1 1 0 0 0,-1-1 0 0 0,0 0 0 0 0,1 1 1 0 0,-1-1-1 0 0,1 0 0 0 0,-1 0 0 0 0,0 1 0 0 0,1-1 0 0 0,-1 0 1 0 0,1 0-1 0 0,-1 0 0 0 0,1 0 0 0 0,-1 1 0 0 0,1-1 0 0 0,-1 0 1 0 0,1 0-1 0 0,-1 0 0 0 0,1 0 0 0 0,-1 0 0 0 0,1 0 0 0 0,-1 0 0 0 0,0 0 1 0 0,1-1-1 0 0,-1 1 0 0 0,1 0 0 0 0,-1 0 0 0 0,1 0 0 0 0,-1 0 1 0 0,1-1-1 0 0,-1 1 0 0 0,1 0 0 0 0,2-13-5267 0 0,-4 1 4577 0 0,-1-15-1141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49.335"/>
    </inkml:context>
    <inkml:brush xml:id="br0">
      <inkml:brushProperty name="width" value="0.035" units="cm"/>
      <inkml:brushProperty name="height" value="0.035" units="cm"/>
      <inkml:brushProperty name="color" value="#E71224"/>
    </inkml:brush>
  </inkml:definitions>
  <inkml:trace contextRef="#ctx0" brushRef="#br0">531 0 4024 0 0,'-35'18'7695'0'0,"1"-3"-3774"0"0,23-11-3470 0 0,0 1 1 0 0,-1 0-1 0 0,2 1 1 0 0,-1 0-1 0 0,1 0 0 0 0,0 1 1 0 0,-16 14-1 0 0,9-1-106 0 0,1 1 0 0 0,1 1 0 0 0,1 0-1 0 0,1 1 1 0 0,1 0 0 0 0,-16 47 0 0 0,-23 39 108 0 0,12-42-390 0 0,-76 97-1 0 0,83-112-1717 0 0,31-49 1168 0 0,-1 0 0 0 0,1 0 0 0 0,0 0 0 0 0,0 0 0 0 0,1 0 0 0 0,-1 0 0 0 0,0 0 0 0 0,1 0 0 0 0,0 0 0 0 0,0 0 0 0 0,0 0 0 0 0,0 0 1 0 0,0 1-1 0 0,0-1 0 0 0,1 0 0 0 0,1 4 0 0 0,-2-6 223 0 0,1-1 0 0 0,-1 1 0 0 0,1 0 1 0 0,-1-1-1 0 0,1 1 0 0 0,-1-1 0 0 0,1 1 1 0 0,-1-1-1 0 0,1 1 0 0 0,-1-1 0 0 0,1 0 1 0 0,0 1-1 0 0,-1-1 0 0 0,1 0 0 0 0,0 1 1 0 0,-1-1-1 0 0,1 0 0 0 0,0 0 0 0 0,0 1 1 0 0,-1-1-1 0 0,1 0 0 0 0,0 0 0 0 0,0 0 1 0 0,-1 0-1 0 0,1 0 0 0 0,0 0 0 0 0,-1 0 0 0 0,1-1 1 0 0,0 1-1 0 0,0 0 0 0 0,0 0 0 0 0,17-5-2429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0.453"/>
    </inkml:context>
    <inkml:brush xml:id="br0">
      <inkml:brushProperty name="width" value="0.035" units="cm"/>
      <inkml:brushProperty name="height" value="0.035" units="cm"/>
      <inkml:brushProperty name="color" value="#E71224"/>
    </inkml:brush>
  </inkml:definitions>
  <inkml:trace contextRef="#ctx0" brushRef="#br0">444 443 424 0 0,'7'-10'1154'0'0,"-1"-1"0"0"0,0 1 0 0 0,0-1 0 0 0,-1 0 0 0 0,-1 0 0 0 0,0-1 0 0 0,0 1 0 0 0,-1-1 0 0 0,-1 0 0 0 0,0 0 0 0 0,1-12 0 0 0,-3 18-933 0 0,0 0 0 0 0,0 1 0 0 0,0-1-1 0 0,-1 0 1 0 0,0 0 0 0 0,0 1-1 0 0,0-1 1 0 0,-1 0 0 0 0,1 1 0 0 0,-1-1-1 0 0,-1 1 1 0 0,1 0 0 0 0,-1 0 0 0 0,0 0-1 0 0,0 0 1 0 0,0 0 0 0 0,-1 1-1 0 0,0-1 1 0 0,0 1 0 0 0,0 0 0 0 0,0 0-1 0 0,-1 0 1 0 0,1 1 0 0 0,-1 0 0 0 0,-7-4-1 0 0,6 4-138 0 0,-1 0-1 0 0,0 1 0 0 0,0-1 0 0 0,0 2 1 0 0,0-1-1 0 0,0 1 0 0 0,0 0 0 0 0,0 0 1 0 0,0 1-1 0 0,0 0 0 0 0,0 0 0 0 0,-9 2 1 0 0,3 1-21 0 0,1-1 1 0 0,-1 2 0 0 0,0 0-1 0 0,1 1 1 0 0,0 0 0 0 0,-15 8 0 0 0,8-2-38 0 0,1 1 0 0 0,0 1-1 0 0,1 0 1 0 0,0 2 0 0 0,1 0 0 0 0,1 0 0 0 0,-24 31 0 0 0,31-33-32 0 0,0 0 0 0 0,0 1 1 0 0,2 0-1 0 0,-1 0 0 0 0,2 1 0 0 0,0 0 0 0 0,1 0 0 0 0,0 0 0 0 0,1 0 0 0 0,-1 20 0 0 0,3-30 5 0 0,1 0 0 0 0,0-1 1 0 0,0 1-1 0 0,0 0 0 0 0,0-1 0 0 0,1 1 0 0 0,0 0 0 0 0,0-1 1 0 0,0 1-1 0 0,1-1 0 0 0,-1 1 0 0 0,1-1 0 0 0,0 0 0 0 0,0 0 1 0 0,1 0-1 0 0,-1 0 0 0 0,1 0 0 0 0,0 0 0 0 0,0-1 1 0 0,0 1-1 0 0,0-1 0 0 0,1 0 0 0 0,-1 0 0 0 0,1 0 0 0 0,0 0 1 0 0,0-1-1 0 0,0 0 0 0 0,0 1 0 0 0,0-1 0 0 0,1-1 0 0 0,-1 1 1 0 0,0-1-1 0 0,1 0 0 0 0,-1 0 0 0 0,1 0 0 0 0,0 0 0 0 0,8-1 1 0 0,4 0 2 0 0,-1 0 1 0 0,1-2 0 0 0,-1 0 0 0 0,0 0-1 0 0,0-2 1 0 0,0 0 0 0 0,0-1 0 0 0,-1 0-1 0 0,16-9 1 0 0,17-9 13 0 0,62-42-1 0 0,-30 8 364 0 0,-3-4 0 0 0,117-119 1 0 0,-156 144 117 0 0,-3 3 798 0 0,-2-1 1 0 0,47-63-1 0 0,-80 97-1246 0 0,0 0 0 0 0,-1 0 0 0 0,1 0 0 0 0,0 0 0 0 0,0 0 0 0 0,0 0 0 0 0,0 0 0 0 0,0 0 0 0 0,0 0 0 0 0,0 0 0 0 0,-1 0 0 0 0,1 0 0 0 0,0 0 0 0 0,0 0 0 0 0,0 0 0 0 0,0 0 0 0 0,0 0 0 0 0,0 0 0 0 0,0 0 0 0 0,0-1 0 0 0,0 1 1 0 0,0 0-1 0 0,-1 0 0 0 0,1 0 0 0 0,0 0 0 0 0,0 0 0 0 0,0 0 0 0 0,0 0 0 0 0,0 0 0 0 0,0 0 0 0 0,0-1 0 0 0,0 1 0 0 0,0 0 0 0 0,0 0 0 0 0,0 0 0 0 0,0 0 0 0 0,0 0 0 0 0,0 0 0 0 0,0 0 0 0 0,0-1 0 0 0,0 1 0 0 0,0 0 0 0 0,-19 13 559 0 0,-25 24-434 0 0,-19 43-373 0 0,-11 12-1272 0 0,49-65 941 0 0,1 1 1 0 0,2 1-1 0 0,-37 61 1 0 0,50-74 351 0 0,0 1 1 0 0,2 1-1 0 0,0 0 1 0 0,1 0 0 0 0,0 0-1 0 0,2 0 1 0 0,0 1-1 0 0,1 0 1 0 0,0 27-1 0 0,3-42 53 0 0,0 0-1 0 0,0 0 1 0 0,0-1 0 0 0,1 1-1 0 0,0 0 1 0 0,-1 0-1 0 0,1-1 1 0 0,1 1-1 0 0,-1 0 1 0 0,1-1-1 0 0,1 5 1 0 0,-1-6-251 0 0,0 0 0 0 0,0 0 0 0 0,0 0 0 0 0,0 0 0 0 0,0 0 0 0 0,0 0 1 0 0,1 0-1 0 0,-1-1 0 0 0,1 1 0 0 0,-1-1 0 0 0,1 0 0 0 0,-1 1 0 0 0,1-1 0 0 0,0 0 0 0 0,0-1 0 0 0,-1 1 0 0 0,1 0 1 0 0,6-1-1 0 0,6 1-1638 0 0,1-2 1 0 0,-1 0-1 0 0,1-1 0 0 0,-1-1 1 0 0,24-7-1 0 0,-23 6 1405 0 0,42-10-1682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0.697"/>
    </inkml:context>
    <inkml:brush xml:id="br0">
      <inkml:brushProperty name="width" value="0.035" units="cm"/>
      <inkml:brushProperty name="height" value="0.035" units="cm"/>
      <inkml:brushProperty name="color" value="#E71224"/>
    </inkml:brush>
  </inkml:definitions>
  <inkml:trace contextRef="#ctx0" brushRef="#br0">30 20 24 0 0,'-15'-4'4080'0'0,"4"0"160"0"0,7 0-960 0 0,8 0-1040 0 0,5 1-800 0 0,5 2-560 0 0,7 1-399 0 0,4 0-161 0 0,5 4-80 0 0,6 2-160 0 0,-3 0-48 0 0,0 2-192 0 0,-3-1-560 0 0,-4-4-1201 0 0,-7-2-1999 0 0,-2-1-240 0 0,-9 2 880 0 0,-6 0 1120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1.183"/>
    </inkml:context>
    <inkml:brush xml:id="br0">
      <inkml:brushProperty name="width" value="0.035" units="cm"/>
      <inkml:brushProperty name="height" value="0.035" units="cm"/>
      <inkml:brushProperty name="color" value="#E71224"/>
    </inkml:brush>
  </inkml:definitions>
  <inkml:trace contextRef="#ctx0" brushRef="#br0">1 9 984 0 0,'16'-9'20253'0'0,"-6"16"-18531"0"0,-6-4-2096 0 0,45 33 2030 0 0,-22-18-923 0 0,-1 2 0 0 0,34 34-1 0 0,-52-46-627 0 0,-1 0-1 0 0,0 1 0 0 0,-1 0 1 0 0,0 0-1 0 0,0 0 0 0 0,-1 1 1 0 0,0 0-1 0 0,-1 0 0 0 0,0 0 1 0 0,0 0-1 0 0,2 17 1 0 0,-1 14 2 0 0,-1 0 0 0 0,-4 74 1 0 0,-2-47-238 0 0,2-67 66 0 0,-1 20-215 0 0,1-21 185 0 0,0 1 1 0 0,0-1 0 0 0,0 1-1 0 0,0-1 1 0 0,0 1-1 0 0,0-1 1 0 0,0 1-1 0 0,0-1 1 0 0,0 1-1 0 0,0-1 1 0 0,0 1-1 0 0,0-1 1 0 0,-1 0-1 0 0,1 1 1 0 0,0-1 0 0 0,0 1-1 0 0,-1-1 1 0 0,1 1-1 0 0,0-1 1 0 0,-1 0-1 0 0,1 1 1 0 0,0-1-1 0 0,-1 0 1 0 0,1 1-1 0 0,-1-1 1 0 0,1 0 0 0 0,0 1-1 0 0,-1-1 1 0 0,1 0-1 0 0,-1 0 1 0 0,1 0-1 0 0,-2 1 1 0 0,10-46-15681 0 0,-5 26 11694 0 0,1-2 1133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1.456"/>
    </inkml:context>
    <inkml:brush xml:id="br0">
      <inkml:brushProperty name="width" value="0.035" units="cm"/>
      <inkml:brushProperty name="height" value="0.035" units="cm"/>
      <inkml:brushProperty name="color" value="#E71224"/>
    </inkml:brush>
  </inkml:definitions>
  <inkml:trace contextRef="#ctx0" brushRef="#br0">397 1 2584 0 0,'-8'1'12053'0'0,"8"0"-11752"0"0,-15 18 4667 0 0,-20 38-5241 0 0,17-27 1518 0 0,-82 116 76 0 0,38-59-1148 0 0,-60 113 0 0 0,116-190-528 0 0,-18 43-209 0 0,23-51 261 0 0,0 0 1 0 0,0-1-1 0 0,0 1 0 0 0,1 0 1 0 0,-1 1-1 0 0,1-1 0 0 0,-1 0 1 0 0,1 0-1 0 0,0 0 0 0 0,0 0 1 0 0,0 0-1 0 0,0 0 0 0 0,0 0 1 0 0,0 0-1 0 0,1 1 0 0 0,-1-1 1 0 0,1 0-1 0 0,-1 0 0 0 0,1 0 0 0 0,1 3 1 0 0,-1-5 2 0 0,0 1 0 0 0,-1 0 1 0 0,1-1-1 0 0,-1 1 0 0 0,1-1 1 0 0,0 0-1 0 0,0 1 0 0 0,-1-1 1 0 0,1 0-1 0 0,0 1 0 0 0,0-1 1 0 0,-1 0-1 0 0,1 0 0 0 0,0 1 1 0 0,0-1-1 0 0,0 0 0 0 0,-1 0 1 0 0,1 0-1 0 0,0 0 0 0 0,0 0 1 0 0,0 0-1 0 0,29-12-4604 0 0,-25 9 4187 0 0,25-12-1483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1.698"/>
    </inkml:context>
    <inkml:brush xml:id="br0">
      <inkml:brushProperty name="width" value="0.035" units="cm"/>
      <inkml:brushProperty name="height" value="0.035" units="cm"/>
      <inkml:brushProperty name="color" value="#E71224"/>
    </inkml:brush>
  </inkml:definitions>
  <inkml:trace contextRef="#ctx0" brushRef="#br0">0 14 1464 0 0,'10'-3'4640'0'0,"1"0"-400"0"0,1 3-1120 0 0,1-1-720 0 0,3-2-639 0 0,8 1-561 0 0,9 1-320 0 0,4 1-400 0 0,4 1-160 0 0,-4 1-320 0 0,-5 1-208 0 0,-3 1-512 0 0,-7 1-1200 0 0,-9-4-2321 0 0,-8 6-879 0 0,-5-3 1040 0 0,-15 2 1360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1.860"/>
    </inkml:context>
    <inkml:brush xml:id="br0">
      <inkml:brushProperty name="width" value="0.035" units="cm"/>
      <inkml:brushProperty name="height" value="0.035" units="cm"/>
      <inkml:brushProperty name="color" value="#E71224"/>
    </inkml:brush>
  </inkml:definitions>
  <inkml:trace contextRef="#ctx0" brushRef="#br0">125 0 2264 0 0,'-42'24'5280'0'0,"1"-3"-320"0"0,12-4-1200 0 0,17-3-1199 0 0,16-7-881 0 0,11 0-640 0 0,15 0-400 0 0,9-3-160 0 0,8-3-160 0 0,5-2-288 0 0,0-1-752 0 0,0-2-880 0 0,-9-2-2480 0 0,-7 2-1521 0 0,-15 3 721 0 0,-14 5 1440 0 0,-18 5 1360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2.667"/>
    </inkml:context>
    <inkml:brush xml:id="br0">
      <inkml:brushProperty name="width" value="0.035" units="cm"/>
      <inkml:brushProperty name="height" value="0.035" units="cm"/>
      <inkml:brushProperty name="color" value="#E71224"/>
    </inkml:brush>
  </inkml:definitions>
  <inkml:trace contextRef="#ctx0" brushRef="#br0">1 5 3784 0 0,'0'2'494'0'0,"0"-1"0"0"0,0 1 1 0 0,0 0-1 0 0,0 0 0 0 0,0-1 0 0 0,0 1 0 0 0,1 0 1 0 0,-1 0-1 0 0,1-1 0 0 0,-1 1 0 0 0,1 0 0 0 0,0-1 0 0 0,0 1 1 0 0,0-1-1 0 0,-1 1 0 0 0,1-1 0 0 0,1 1 0 0 0,-1-1 1 0 0,0 0-1 0 0,3 3 0 0 0,-1-2-89 0 0,0 0 0 0 0,1 0 0 0 0,-1 0 1 0 0,1 0-1 0 0,0-1 0 0 0,-1 0 0 0 0,1 1 0 0 0,0-1 1 0 0,5 0-1 0 0,11 2-284 0 0,0-2 1 0 0,0 0 0 0 0,23-3-1 0 0,-21 1 630 0 0,264-13 270 0 0,-191 2-3251 0 0,-3-7-3756 0 0,-64 9 1651 0 0,-21 6-1837 0 0,-26 7 4559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2.828"/>
    </inkml:context>
    <inkml:brush xml:id="br0">
      <inkml:brushProperty name="width" value="0.035" units="cm"/>
      <inkml:brushProperty name="height" value="0.035" units="cm"/>
      <inkml:brushProperty name="color" value="#E71224"/>
    </inkml:brush>
  </inkml:definitions>
  <inkml:trace contextRef="#ctx0" brushRef="#br0">24 17 744 0 0,'-3'4'1466'0'0,"-1"0"0"0"0,2 1 1 0 0,-1 0-1 0 0,1 0 0 0 0,0 0 0 0 0,0 0 0 0 0,0 0 1 0 0,-1 6-1 0 0,3-10-1229 0 0,0 0 0 0 0,0 0 0 0 0,0-1 0 0 0,0 1 0 0 0,0 0 0 0 0,0 0 0 0 0,0 0 0 0 0,1-1 0 0 0,-1 1 0 0 0,0 0 0 0 0,0 0 0 0 0,1 0 1 0 0,-1-1-1 0 0,1 1 0 0 0,-1 0 0 0 0,1-1 0 0 0,-1 1 0 0 0,1 0 0 0 0,-1-1 0 0 0,1 1 0 0 0,-1-1 0 0 0,2 2 0 0 0,0-1-133 0 0,0 0-1 0 0,1 0 1 0 0,-1 0-1 0 0,0 0 1 0 0,1 0-1 0 0,-1-1 1 0 0,1 1 0 0 0,-1-1-1 0 0,1 1 1 0 0,4-1-1 0 0,28 0 173 0 0,0-1 0 0 0,-1-1 0 0 0,1-2 0 0 0,49-12 0 0 0,26-13-3447 0 0,-4-4-7654 0 0,-89 27 7966 0 0,-9 5 32 0 0,-10 7 894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4.602"/>
    </inkml:context>
    <inkml:brush xml:id="br0">
      <inkml:brushProperty name="width" value="0.035" units="cm"/>
      <inkml:brushProperty name="height" value="0.035" units="cm"/>
      <inkml:brushProperty name="color" value="#E71224"/>
    </inkml:brush>
  </inkml:definitions>
  <inkml:trace contextRef="#ctx0" brushRef="#br0">0 374 824 0 0,'1'0'12083'0'0,"5"3"-6192"0"0,39 15-4424 0 0,-17-14-1216 0 0,0-2 0 0 0,0 0 1 0 0,1-3-1 0 0,-1 0 0 0 0,52-9 1 0 0,-21-3-13 0 0,97-32 0 0 0,-137 39-132 0 0,0 0 0 0 0,-1-2-1 0 0,0 0 1 0 0,0-1 0 0 0,-1-1-1 0 0,30-22 1 0 0,-45 29-77 0 0,0 0 0 0 0,0 1 0 0 0,0-2 1 0 0,0 1-1 0 0,-1 0 0 0 0,1 0 0 0 0,-1 0 0 0 0,0-1 0 0 0,1 1 0 0 0,-2-1 0 0 0,1 1 0 0 0,0-1 1 0 0,-1 1-1 0 0,0-1 0 0 0,1 1 0 0 0,-1-1 0 0 0,-1 0 0 0 0,1 1 0 0 0,0-1 0 0 0,-1 1 1 0 0,0-1-1 0 0,0 1 0 0 0,0-1 0 0 0,0 1 0 0 0,-1 0 0 0 0,1-1 0 0 0,-4-4 0 0 0,-3-7 103 0 0,0 1 0 0 0,-1 1-1 0 0,0-1 1 0 0,-20-20 0 0 0,24 28-122 0 0,0 0 1 0 0,-1 1-1 0 0,0 0 1 0 0,0 0-1 0 0,0 0 1 0 0,0 1-1 0 0,-1 0 1 0 0,1 0-1 0 0,-1 1 1 0 0,0-1-1 0 0,-1 2 1 0 0,1-1-1 0 0,0 1 1 0 0,-1 0-1 0 0,1 0 1 0 0,-1 1 0 0 0,0 0-1 0 0,1 1 1 0 0,-1-1-1 0 0,0 1 1 0 0,0 1-1 0 0,1 0 1 0 0,-1 0-1 0 0,0 0 1 0 0,1 1-1 0 0,-1 0 1 0 0,1 0-1 0 0,0 1 1 0 0,0 0-1 0 0,0 1 1 0 0,0-1-1 0 0,-12 9 1 0 0,3 0 20 0 0,0 0 0 0 0,1 0 1 0 0,1 2-1 0 0,0-1 0 0 0,1 2 1 0 0,0 0-1 0 0,2 1 0 0 0,-1 0 1 0 0,2 0-1 0 0,0 1 0 0 0,1 1 0 0 0,-7 18 1 0 0,12-23-16 0 0,-1-1 1 0 0,2 1-1 0 0,0 0 1 0 0,1 0-1 0 0,0 0 1 0 0,1 0-1 0 0,0 0 1 0 0,1 1-1 0 0,1-1 1 0 0,0 0-1 0 0,5 25 1 0 0,-3-29-6 0 0,0 1 0 0 0,1-1-1 0 0,-1 0 1 0 0,2 0 0 0 0,-1 0 0 0 0,2-1 0 0 0,-1 1 0 0 0,1-1 0 0 0,0 0 0 0 0,0-1 0 0 0,1 1 0 0 0,0-1 0 0 0,1-1 0 0 0,-1 0 0 0 0,1 0 0 0 0,11 7 0 0 0,2-2 129 0 0,0-1 1 0 0,0-1-1 0 0,0-1 0 0 0,2-1 0 0 0,-1 0 1 0 0,0-2-1 0 0,1-1 0 0 0,28 2 0 0 0,-30-4-1013 0 0,0-2-1 0 0,0-1 0 0 0,37-5 0 0 0,-2-9-4879 0 0,-6-8-3804 0 0,-43 18 5715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6.226"/>
    </inkml:context>
    <inkml:brush xml:id="br0">
      <inkml:brushProperty name="width" value="0.035" units="cm"/>
      <inkml:brushProperty name="height" value="0.035" units="cm"/>
      <inkml:brushProperty name="color" value="#E71224"/>
    </inkml:brush>
  </inkml:definitions>
  <inkml:trace contextRef="#ctx0" brushRef="#br0">34 1 2664 0 0,'0'0'382'0'0,"-30"7"12045"0"0,27-1-6130 0 0,18 3-4616 0 0,26 3-1046 0 0,0-2 0 0 0,64 8 0 0 0,-68-13-393 0 0,0 2 0 0 0,-1 1 0 0 0,64 22-1 0 0,-107-36-1959 0 0,1-12-7014 0 0,3-6-1096 0 0,3 7 6159 0 0,0 4 1829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6.736"/>
    </inkml:context>
    <inkml:brush xml:id="br0">
      <inkml:brushProperty name="width" value="0.035" units="cm"/>
      <inkml:brushProperty name="height" value="0.035" units="cm"/>
      <inkml:brushProperty name="color" value="#E71224"/>
    </inkml:brush>
  </inkml:definitions>
  <inkml:trace contextRef="#ctx0" brushRef="#br0">5 9 3224 0 0,'-5'-8'9871'0'0,"7"14"-3947"0"0,8 18-3332 0 0,48 69-773 0 0,-34-51-1492 0 0,3-1 0 0 0,32 39 0 0 0,44 30 12 0 0,-63-70-202 0 0,-2 2-1 0 0,-1 1 1 0 0,36 57 0 0 0,-59-62-453 0 0,-14-38 248 0 0,1 0 0 0 0,-1 1 0 0 0,0-1-1 0 0,0 0 1 0 0,0 0 0 0 0,0 1 0 0 0,0-1 0 0 0,0 0 0 0 0,0 1-1 0 0,0-1 1 0 0,0 0 0 0 0,0 0 0 0 0,0 1 0 0 0,0-1 0 0 0,0 0-1 0 0,0 1 1 0 0,-1-1 0 0 0,1 0 0 0 0,0 0 0 0 0,0 1-1 0 0,0-1 1 0 0,0 0 0 0 0,0 0 0 0 0,-1 1 0 0 0,1-1 0 0 0,0 0-1 0 0,0 0 1 0 0,0 0 0 0 0,-1 1 0 0 0,1-1 0 0 0,0 0 0 0 0,0 0-1 0 0,-1 0 1 0 0,1 0 0 0 0,0 1 0 0 0,-1-1 0 0 0,-18-10-6081 0 0,-8-14-2201 0 0,2-3 3766 0 0,6 2 2224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6.998"/>
    </inkml:context>
    <inkml:brush xml:id="br0">
      <inkml:brushProperty name="width" value="0.035" units="cm"/>
      <inkml:brushProperty name="height" value="0.035" units="cm"/>
      <inkml:brushProperty name="color" value="#E71224"/>
    </inkml:brush>
  </inkml:definitions>
  <inkml:trace contextRef="#ctx0" brushRef="#br0">346 1 1304 0 0,'-35'34'9759'0'0,"3"6"-4328"0"0,6 2-3843 0 0,-25 50-1 0 0,5-6-298 0 0,-6-3-827 0 0,21-36-1470 0 0,-35 73-1 0 0,60-98-4302 0 0,6-22 5086 0 0,0 1 1 0 0,0-1-1 0 0,0 1 1 0 0,0-1-1 0 0,0 0 0 0 0,0 1 1 0 0,0-1-1 0 0,0 1 1 0 0,0-1-1 0 0,1 0 1 0 0,-1 1-1 0 0,0-1 1 0 0,0 1-1 0 0,0-1 1 0 0,1 0-1 0 0,-1 1 0 0 0,0-1 1 0 0,1 0-1 0 0,-1 1 1 0 0,0-1-1 0 0,1 0 1 0 0,-1 0-1 0 0,0 1 1 0 0,1-1-1 0 0,-1 0 1 0 0,0 0-1 0 0,1 1 1 0 0,-1-1-1 0 0,1 0 0 0 0,-1 0 1 0 0,0 0-1 0 0,1 0 1 0 0,-1 0-1 0 0,1 0 1 0 0,-1 0-1 0 0,1 0 1 0 0,-1 0-1 0 0,0 0 1 0 0,1 0-1 0 0,-1 0 0 0 0,1 0 1 0 0,-1 0-1 0 0,1 0 1 0 0,-1 0-1 0 0,1-1 1 0 0,11-1-2203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7.804"/>
    </inkml:context>
    <inkml:brush xml:id="br0">
      <inkml:brushProperty name="width" value="0.035" units="cm"/>
      <inkml:brushProperty name="height" value="0.035" units="cm"/>
      <inkml:brushProperty name="color" value="#E71224"/>
    </inkml:brush>
  </inkml:definitions>
  <inkml:trace contextRef="#ctx0" brushRef="#br0">40 1 3384 0 0,'-13'2'5251'0'0,"-12"2"2371"0"0,25-4-7485 0 0,0 0 0 0 0,0 0 0 0 0,0 0 0 0 0,0 1 0 0 0,0-1 0 0 0,0 0 0 0 0,0 0 0 0 0,0 0 0 0 0,0 0 0 0 0,0 0 0 0 0,0 0 0 0 0,0 1 0 0 0,0-1 0 0 0,0 0 0 0 0,0 0 0 0 0,0 0 0 0 0,-1 2 2191 0 0,1-2-2191 0 0,76 13 134 0 0,83 3 0 0 0,-80-14-5008 0 0,0-4-6556 0 0,-64 2 8333 0 0,-7 6 813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9.344"/>
    </inkml:context>
    <inkml:brush xml:id="br0">
      <inkml:brushProperty name="width" value="0.035" units="cm"/>
      <inkml:brushProperty name="height" value="0.035" units="cm"/>
      <inkml:brushProperty name="color" value="#E71224"/>
    </inkml:brush>
  </inkml:definitions>
  <inkml:trace contextRef="#ctx0" brushRef="#br0">33 6 984 0 0,'-10'-2'3128'0'0,"-10"-2"5974"0"0,20 4-8980 0 0,0 0 1 0 0,1 0-1 0 0,-1 0 0 0 0,0 1 0 0 0,0-1 0 0 0,0 0 0 0 0,0 0 0 0 0,0 0 0 0 0,1 0 0 0 0,-1 0 1 0 0,0 0-1 0 0,0 1 0 0 0,0-1 0 0 0,0 0 0 0 0,0 0 0 0 0,0 0 0 0 0,0 0 0 0 0,0 0 0 0 0,0 1 1 0 0,0-1-1 0 0,1 0 0 0 0,-1 0 0 0 0,0 0 0 0 0,0 1 0 0 0,0-1 0 0 0,0 0 0 0 0,0 0 0 0 0,0 0 1 0 0,0 0-1 0 0,0 1 0 0 0,0-1 0 0 0,0 0 0 0 0,-1 0 0 0 0,1 0 0 0 0,0 0 0 0 0,0 1 1 0 0,0-1-1 0 0,0 0 0 0 0,0 0 0 0 0,0 0 0 0 0,0 0 0 0 0,0 1 0 0 0,0-1 0 0 0,-1 0 0 0 0,1 0 1 0 0,0 0-1 0 0,0 0 0 0 0,0 0 0 0 0,0 0 0 0 0,0 0 0 0 0,-1 1 0 0 0,1-1 0 0 0,0 0 0 0 0,0 0 1 0 0,0 0-1 0 0,0 0 0 0 0,-1 0 0 0 0,1 0 0 0 0,0 0 0 0 0,0 0 0 0 0,0 0 0 0 0,0 0 0 0 0,-1 0 1 0 0,1 0-1 0 0,0 0 0 0 0,0 0 0 0 0,-1 0 0 0 0,3 3 49 0 0,0 1 1 0 0,-1 0-1 0 0,0 0 1 0 0,0 0-1 0 0,0-1 1 0 0,0 1-1 0 0,0 0 0 0 0,-1 0 1 0 0,0 0-1 0 0,0 7 1 0 0,1 14 195 0 0,6 13-229 0 0,1 0-1 0 0,2 0 0 0 0,2-1 0 0 0,1 0 0 0 0,2-1 1 0 0,1-1-1 0 0,2 0 0 0 0,23 32 0 0 0,-19-34-16 0 0,2-2 0 0 0,1-1 0 0 0,1-1 0 0 0,51 43 0 0 0,-76-72-194 0 0,-1 1 0 0 0,0 0 0 0 0,1-1 0 0 0,0 1 0 0 0,-1 0-1 0 0,1-1 1 0 0,-1 1 0 0 0,1-1 0 0 0,0 1 0 0 0,-1-1-1 0 0,1 1 1 0 0,0-1 0 0 0,0 1 0 0 0,-1-1 0 0 0,1 0 0 0 0,0 0-1 0 0,0 1 1 0 0,0-1 0 0 0,0 0 0 0 0,-1 0 0 0 0,1 0-1 0 0,0 0 1 0 0,0 0 0 0 0,0 0 0 0 0,0 0 0 0 0,1 0 0 0 0,-1-21-6010 0 0,-1 3 3066 0 0,-6-24-4776 0 0,-7 1 3293 0 0,2 11 2393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13:59.539"/>
    </inkml:context>
    <inkml:brush xml:id="br0">
      <inkml:brushProperty name="width" value="0.035" units="cm"/>
      <inkml:brushProperty name="height" value="0.035" units="cm"/>
      <inkml:brushProperty name="color" value="#E71224"/>
    </inkml:brush>
  </inkml:definitions>
  <inkml:trace contextRef="#ctx0" brushRef="#br0">562 0 1144 0 0,'-4'0'1220'0'0,"1"1"1"0"0,-1-1-1 0 0,0 1 1 0 0,1 0-1 0 0,-1 0 1 0 0,1 0-1 0 0,-1 0 1 0 0,1 0-1 0 0,0 1 1 0 0,-1-1-1 0 0,-3 3 1 0 0,1 1-352 0 0,1-1 1 0 0,-1 1 0 0 0,1 0-1 0 0,-1 0 1 0 0,-4 7 0 0 0,-5 9-846 0 0,1 0 1 0 0,-16 31-1 0 0,15-25 1386 0 0,-31 50-1390 0 0,-4-2-1 0 0,-96 113 1 0 0,116-155-1611 0 0,-80 86-16645 0 0,89-100 16049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47.158"/>
    </inkml:context>
    <inkml:brush xml:id="br0">
      <inkml:brushProperty name="width" value="0.035" units="cm"/>
      <inkml:brushProperty name="height" value="0.035" units="cm"/>
      <inkml:brushProperty name="color" value="#E71224"/>
    </inkml:brush>
  </inkml:definitions>
  <inkml:trace contextRef="#ctx0" brushRef="#br0">809 176 504 0 0,'8'-11'9390'0'0,"-3"-8"-5231"0"0,-3-21-1475 0 0,-1 31-1156 0 0,-1 6-1246 0 0,0-1 0 0 0,0 1 0 0 0,-1-1 1 0 0,1 1-1 0 0,0 0 0 0 0,-1-1 1 0 0,0 1-1 0 0,0 0 0 0 0,0-1 1 0 0,0 1-1 0 0,-1 0 0 0 0,1 0 1 0 0,-1 0-1 0 0,0 0 0 0 0,0 0 0 0 0,0 0 1 0 0,0 1-1 0 0,-4-4 0 0 0,2 2-108 0 0,0 1-1 0 0,-1 0 0 0 0,0 0 0 0 0,1 0 0 0 0,-1 0 1 0 0,0 1-1 0 0,0 0 0 0 0,0 0 0 0 0,-1 1 1 0 0,-9-3-1 0 0,5 3-105 0 0,0 0 1 0 0,0 0-1 0 0,0 0 1 0 0,0 2-1 0 0,0-1 1 0 0,0 1 0 0 0,0 1-1 0 0,0-1 1 0 0,1 2-1 0 0,-1-1 1 0 0,0 2-1 0 0,-14 6 1 0 0,14-3-59 0 0,1 0 1 0 0,0 0-1 0 0,0 1 1 0 0,1 0-1 0 0,0 1 1 0 0,0 0-1 0 0,1 0 1 0 0,0 1-1 0 0,1 0 1 0 0,0 0-1 0 0,1 0 1 0 0,0 1-1 0 0,0 0 0 0 0,1 0 1 0 0,-5 22-1 0 0,6-22-14 0 0,1 0-1 0 0,0 0 0 0 0,1 1 0 0 0,0-1 0 0 0,0 0 0 0 0,1 1 1 0 0,1-1-1 0 0,0 0 0 0 0,0 1 0 0 0,1-1 0 0 0,1 0 0 0 0,0 0 1 0 0,0 0-1 0 0,1-1 0 0 0,1 1 0 0 0,8 15 0 0 0,-9-20-38 0 0,1-1 1 0 0,0 0-1 0 0,-1-1 0 0 0,2 1 0 0 0,-1-1 0 0 0,0 0 0 0 0,1 0 1 0 0,0 0-1 0 0,0-1 0 0 0,0 0 0 0 0,0 0 0 0 0,0-1 0 0 0,1 1 1 0 0,-1-1-1 0 0,1-1 0 0 0,0 1 0 0 0,-1-1 0 0 0,1 0 1 0 0,0-1-1 0 0,0 0 0 0 0,-1 0 0 0 0,1 0 0 0 0,0-1 0 0 0,0 0 1 0 0,-1 0-1 0 0,1-1 0 0 0,0 0 0 0 0,-1 0 0 0 0,12-6 0 0 0,-11 6 112 0 0,-1-1 0 0 0,0 0 0 0 0,0 0 0 0 0,0 0 0 0 0,0-1 0 0 0,0 0 0 0 0,-1 0-1 0 0,0 0 1 0 0,0-1 0 0 0,0 0 0 0 0,0 0 0 0 0,-1 0 0 0 0,0 0 0 0 0,0-1-1 0 0,0 0 1 0 0,-1 1 0 0 0,0-2 0 0 0,0 1 0 0 0,0 0 0 0 0,-1 0 0 0 0,0-1 0 0 0,0 1-1 0 0,0-1 1 0 0,-1 0 0 0 0,0 0 0 0 0,-1 1 0 0 0,1-1 0 0 0,-1 0 0 0 0,-2-13-1 0 0,1 19-16 0 0,-1-1-1 0 0,1 1 0 0 0,-1 0 0 0 0,1-1 0 0 0,-1 1 1 0 0,0 0-1 0 0,1 0 0 0 0,-1 0 0 0 0,0 0 0 0 0,0 1 1 0 0,0-1-1 0 0,1 0 0 0 0,-1 1 0 0 0,0-1 0 0 0,0 1 1 0 0,0 0-1 0 0,0-1 0 0 0,0 1 0 0 0,0 0 0 0 0,-4 1 1 0 0,-16-5-7 0 0,11 0 123 0 0,1 0 0 0 0,-1-1 1 0 0,1 0-1 0 0,0 0 0 0 0,0-1 1 0 0,0-1-1 0 0,-15-13 0 0 0,13 10-152 0 0,3 1 40 0 0,-1 1-1 0 0,1 1 1 0 0,-2-1-1 0 0,-16-8 1 0 0,24 15-65 0 0,-1-1 0 0 0,1 1 0 0 0,-1 0 0 0 0,0 0 0 0 0,0 0 0 0 0,0 0 1 0 0,0 1-1 0 0,0 0 0 0 0,1 0 0 0 0,-1 0 0 0 0,0 0 0 0 0,0 0 1 0 0,0 1-1 0 0,0 0 0 0 0,0-1 0 0 0,1 2 0 0 0,-1-1 0 0 0,-5 2 1 0 0,5-1-12 0 0,0 1 1 0 0,0-1 0 0 0,0 0-1 0 0,0 1 1 0 0,0 0 0 0 0,1 0-1 0 0,0 0 1 0 0,-1 0-1 0 0,1 0 1 0 0,-4 6 0 0 0,-11 12-262 0 0,8-11-233 0 0,-7 6 630 0 0,14-13 124 0 0,7-5 6 0 0,46-23-827 0 0,-50 25 575 0 0,0 0 0 0 0,0 0 0 0 0,0 0 0 0 0,0 0 0 0 0,0 0 0 0 0,0 1 0 0 0,0-1 0 0 0,0 0-1 0 0,0 0 1 0 0,0 0 0 0 0,0 0 0 0 0,0 0 0 0 0,0 0 0 0 0,0 0 0 0 0,0 1 0 0 0,0-1 0 0 0,0 0 0 0 0,0 0 0 0 0,1 0 0 0 0,-1 0 0 0 0,0 0 0 0 0,0 0 0 0 0,0 0 0 0 0,0 0 0 0 0,0 0 0 0 0,0 0 0 0 0,0 0 0 0 0,0 0 0 0 0,1 0-1 0 0,-1 1 1 0 0,0-1 0 0 0,0 0 0 0 0,0 0 0 0 0,0 0 0 0 0,0 0 0 0 0,0 0 0 0 0,0 0 0 0 0,1 0 0 0 0,-1 0 0 0 0,0 0 0 0 0,0 0 0 0 0,0 0 0 0 0,0 0 0 0 0,0 0 0 0 0,0-1 0 0 0,0 1 0 0 0,0 0 0 0 0,1 0 0 0 0,-1 0 0 0 0,0 0 0 0 0,0 0-1 0 0,0 0 1 0 0,0 0 0 0 0,0 0 0 0 0,0 0 0 0 0,0 0 0 0 0,0 0 0 0 0,0 0 0 0 0,1 0 0 0 0,-1-1 0 0 0,0 1 0 0 0,0 0 0 0 0,0 0 0 0 0,0 0 0 0 0,0 0 0 0 0,0 0 0 0 0,0 0 0 0 0,0 0 0 0 0,0-1 0 0 0,-1-3-398 0 0,1 4 385 0 0,0-3 132 0 0,-1 0 0 0 0,1 0 0 0 0,-1 0-1 0 0,0 0 1 0 0,0 1 0 0 0,0-1 0 0 0,0 0-1 0 0,-1 0 1 0 0,1 1 0 0 0,-4-5 0 0 0,-8-32 176 0 0,7 16-613 0 0,3 21 262 0 0,0-1-1 0 0,0 1 1 0 0,0 0 0 0 0,0 0-1 0 0,0 0 1 0 0,-1 1 0 0 0,1-1-1 0 0,-6-1 1 0 0,-6-3-156 0 0,5 0 248 0 0,-2 1 0 0 0,1 1 0 0 0,-23-6 0 0 0,34 10-18 0 0,0 0 0 0 0,1 0 0 0 0,-1 0 0 0 0,0 0 0 0 0,0 0 0 0 0,0 0 0 0 0,0 0 0 0 0,0 0-1 0 0,0 0 1 0 0,0 0 0 0 0,0 0 0 0 0,0 0 0 0 0,0 0 0 0 0,0 0 0 0 0,0 0 0 0 0,0 1 0 0 0,0-1 0 0 0,0 0 0 0 0,0 0 0 0 0,0 0-1 0 0,0 0 1 0 0,0 0 0 0 0,0 0 0 0 0,0 0 0 0 0,0 0 0 0 0,0 0 0 0 0,0 0 0 0 0,0 0 0 0 0,0 0 0 0 0,0 1 0 0 0,0-1 0 0 0,0 0-1 0 0,0 0 1 0 0,0 0 0 0 0,0 0 0 0 0,0 0 0 0 0,0 0 0 0 0,0 0 0 0 0,0 0 0 0 0,0 0 0 0 0,0 0 0 0 0,-1 0 0 0 0,1 0 0 0 0,0 0-1 0 0,0 0 1 0 0,0 0 0 0 0,0 0 0 0 0,0 0 0 0 0,0 1 0 0 0,-7-5 680 0 0,0 1-711 0 0,1-1 0 0 0,-1 1-1 0 0,0 0 1 0 0,0 1 0 0 0,0 0-1 0 0,0 0 1 0 0,-1 0 0 0 0,1 1-1 0 0,-1 0 1 0 0,1 0 0 0 0,0 1-1 0 0,-1 0 1 0 0,1 0 0 0 0,-1 1-1 0 0,-9 2 1 0 0,12-1 23 0 0,1 0 0 0 0,-1 0 0 0 0,0 0-1 0 0,1 1 1 0 0,-1 0 0 0 0,1 0 0 0 0,0 0 0 0 0,0 0 0 0 0,0 1 0 0 0,1-1 0 0 0,-1 1 0 0 0,1 0-1 0 0,0 0 1 0 0,0 0 0 0 0,0 1 0 0 0,1-1 0 0 0,-1 1 0 0 0,1-1 0 0 0,0 1 0 0 0,1 0 0 0 0,-1 0-1 0 0,1 0 1 0 0,0 0 0 0 0,-1 9 0 0 0,0 9 47 0 0,1-1-1 0 0,2 1 1 0 0,0 0-1 0 0,6 29 1 0 0,-4-27-60 0 0,-3-22-26 0 0,1 1-1 0 0,0-1 0 0 0,0 1 0 0 0,0-1 1 0 0,0 0-1 0 0,0 0 0 0 0,0 0 1 0 0,1 1-1 0 0,0-1 0 0 0,-1-1 1 0 0,1 1-1 0 0,0 0 0 0 0,1 0 0 0 0,-1-1 1 0 0,0 1-1 0 0,1-1 0 0 0,-1 0 1 0 0,1 1-1 0 0,0-1 0 0 0,0-1 1 0 0,0 1-1 0 0,0 0 0 0 0,0-1 0 0 0,0 1 1 0 0,0-1-1 0 0,1 0 0 0 0,-1 0 1 0 0,0 0-1 0 0,1-1 0 0 0,5 1 1 0 0,12 5 344 0 0,-20-5-318 0 0,1 0-1 0 0,0 0 1 0 0,0 0 0 0 0,0-1-1 0 0,0 1 1 0 0,-1-1 0 0 0,1 0-1 0 0,0 1 1 0 0,0-1 0 0 0,0 0-1 0 0,0 0 1 0 0,0 0 0 0 0,0 0-1 0 0,0 0 1 0 0,3-1 0 0 0,-2 1 1109 0 0,6 1-798 0 0,-9-1-296 0 0,0 0-1 0 0,0 0 1 0 0,1 0 0 0 0,-1 0 0 0 0,0 0-1 0 0,0 0 1 0 0,0 0 0 0 0,0 0 0 0 0,0 0-1 0 0,0 0 1 0 0,0 1 0 0 0,0-1-1 0 0,0 0 1 0 0,0 0 0 0 0,1 0 0 0 0,-1 0-1 0 0,0 0 1 0 0,0 0 0 0 0,0 0 0 0 0,0 1-1 0 0,0-1 1 0 0,0 0 0 0 0,0 0 0 0 0,0 0-1 0 0,0 0 1 0 0,0 0 0 0 0,0 0-1 0 0,0 0 1 0 0,0 1 0 0 0,0-1 0 0 0,0 0-1 0 0,0 0 1 0 0,0 0 0 0 0,0 0 0 0 0,0 0-1 0 0,0 0 1 0 0,-1 1 0 0 0,1-1-1 0 0,0 0 1 0 0,0 0 0 0 0,0 0 0 0 0,0 0-1 0 0,0 0 1 0 0,0 0 0 0 0,0 0 0 0 0,0 0-1 0 0,0 0 1 0 0,0 1 0 0 0,-1-1 0 0 0,1 0-1 0 0,0 0 1 0 0,0 0 0 0 0,0 0-1 0 0,0 0 1 0 0,0 0 0 0 0,0 0 0 0 0,0 0-1 0 0,-1 0 1 0 0,1 0 0 0 0,0 0 0 0 0,0 0-1 0 0,0 0 1 0 0,0 0 0 0 0,0 0-1 0 0,0 0 1 0 0,-1 0 0 0 0,1 0 0 0 0,-7 11 485 0 0,10-10-840 0 0,4-8 175 0 0,20-15 653 0 0,-23 19-569 0 0,1 0 0 0 0,-1 0 0 0 0,0 0 0 0 0,0 0 0 0 0,0-1 0 0 0,0 0 0 0 0,-1 0-1 0 0,0 0 1 0 0,5-7 0 0 0,-6 9 129 0 0,0 0 1 0 0,-1 0-1 0 0,0-1 0 0 0,1 1 0 0 0,-1 0 0 0 0,0-1 1 0 0,0 1-1 0 0,0-1 0 0 0,-1 1 0 0 0,1-1 0 0 0,0 0 1 0 0,-1 1-1 0 0,0-1 0 0 0,0 0 0 0 0,1 1 0 0 0,-2-1 1 0 0,1 0-1 0 0,0 1 0 0 0,0-1 0 0 0,-1 0 0 0 0,0 1 1 0 0,1-1-1 0 0,-1 1 0 0 0,0-1 0 0 0,0 1 0 0 0,0 0 1 0 0,-1-1-1 0 0,1 1 0 0 0,-1 0 0 0 0,1 0 1 0 0,-1-1-1 0 0,0 1 0 0 0,1 1 0 0 0,-1-1 0 0 0,0 0 1 0 0,-1 0-1 0 0,1 1 0 0 0,0-1 0 0 0,-4-1 0 0 0,-2-2 7 0 0,1 1 0 0 0,-1 1 0 0 0,0-1 0 0 0,0 1 0 0 0,0 0 0 0 0,0 1 0 0 0,0 0 0 0 0,-1 0 0 0 0,1 1 0 0 0,-1 0 0 0 0,1 1 0 0 0,-1 0 0 0 0,1 0 0 0 0,-1 1 0 0 0,1 0 0 0 0,-1 0 0 0 0,1 1 0 0 0,0 0 0 0 0,0 0 0 0 0,-1 1 0 0 0,-7 4 0 0 0,9-4-75 0 0,0 0-1 0 0,1 1 1 0 0,-1 0-1 0 0,1 0 0 0 0,0 0 1 0 0,0 1-1 0 0,0 0 1 0 0,1 0-1 0 0,-1 1 0 0 0,1 0 1 0 0,1-1-1 0 0,-1 2 1 0 0,1-1-1 0 0,0 0 0 0 0,0 1 1 0 0,1 0-1 0 0,0 0 1 0 0,0 0-1 0 0,1 0 0 0 0,0 0 1 0 0,0 1-1 0 0,0-1 1 0 0,1 1-1 0 0,0 9 0 0 0,1-11 50 0 0,0 1 0 0 0,0-1 0 0 0,1 1 0 0 0,0-1-1 0 0,1 0 1 0 0,-1 0 0 0 0,1 1 0 0 0,0-1 0 0 0,1 0-1 0 0,0 0 1 0 0,-1-1 0 0 0,2 1 0 0 0,-1-1 0 0 0,1 1 0 0 0,0-1-1 0 0,0 0 1 0 0,0 0 0 0 0,1-1 0 0 0,-1 1 0 0 0,1-1-1 0 0,0 0 1 0 0,1-1 0 0 0,-1 1 0 0 0,1-1 0 0 0,-1 0-1 0 0,11 4 1 0 0,13 4-14 0 0,0-2 0 0 0,0-1 0 0 0,1-1 0 0 0,42 4 0 0 0,-39-6-87 0 0,-24-4 39 0 0,-1 1 1 0 0,1 0-1 0 0,-1 1 0 0 0,0-1 0 0 0,0 2 0 0 0,0-1 0 0 0,0 1 0 0 0,-1 0 0 0 0,1 0 0 0 0,-1 1 0 0 0,0 0 0 0 0,0 1 0 0 0,-1 0 0 0 0,0 0 1 0 0,8 9-1 0 0,-18-17 109 0 0,0-1 0 0 0,-1 1 0 0 0,1 0 1 0 0,-1 0-1 0 0,0 1 0 0 0,0-1 0 0 0,1 1 0 0 0,-1 0 1 0 0,0 1-1 0 0,0-1 0 0 0,0 1 0 0 0,-5 0 0 0 0,-72-1-137 0 0,81 1 70 0 0,-33 2 0 0 0,1 0 0 0 0,-51 12 0 0 0,77-13 0 0 0,0 0 0 0 0,1 1 0 0 0,-1 0 0 0 0,0 0 0 0 0,1 1 0 0 0,0 0 0 0 0,0 0 0 0 0,0 0 0 0 0,0 1 0 0 0,0 0 0 0 0,1 0 0 0 0,-1 0 0 0 0,1 1 0 0 0,0-1 0 0 0,1 1 0 0 0,-1 1 0 0 0,1-1 0 0 0,0 1 0 0 0,-5 8 0 0 0,7-8 0 0 0,1-1 0 0 0,0 1 0 0 0,0-1 0 0 0,0 1 0 0 0,0-1 0 0 0,1 1 0 0 0,0-1 0 0 0,0 1 0 0 0,1-1 0 0 0,0 1 0 0 0,0 0 0 0 0,0-1 0 0 0,0 0 0 0 0,1 1 0 0 0,0-1 0 0 0,0 0 0 0 0,1 0 0 0 0,-1 0 0 0 0,1 0 0 0 0,0 0 0 0 0,0-1 0 0 0,1 1 0 0 0,-1-1 0 0 0,6 5 0 0 0,3 4 0 0 0,1-2 0 0 0,0 1 0 0 0,0-2 0 0 0,1 0 0 0 0,0 0 0 0 0,27 12 0 0 0,37 10 0 0 0,-70-29 0 0 0,0 0 0 0 0,0-1 0 0 0,0 0 0 0 0,1-1 0 0 0,-1 0 0 0 0,0 0 0 0 0,17-1 0 0 0,-25 0-46 0 0,1-1 0 0 0,0 1 1 0 0,-1-1-1 0 0,1 1 0 0 0,-1-1 0 0 0,1 1 1 0 0,-1-1-1 0 0,0 1 0 0 0,1-1 0 0 0,-1 1 0 0 0,0-1 1 0 0,1 0-1 0 0,-1 1 0 0 0,0-1 0 0 0,1 0 1 0 0,-1 1-1 0 0,0-1 0 0 0,0 0 0 0 0,0 1 0 0 0,0-1 1 0 0,0 0-1 0 0,0 0 0 0 0,0 1 0 0 0,0-1 1 0 0,0 0-1 0 0,0 1 0 0 0,0-1 0 0 0,0 0 0 0 0,0 1 1 0 0,-1-1-1 0 0,1-1 0 0 0,0-16-10066 0 0,11 0 1156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47.853"/>
    </inkml:context>
    <inkml:brush xml:id="br0">
      <inkml:brushProperty name="width" value="0.035" units="cm"/>
      <inkml:brushProperty name="height" value="0.035" units="cm"/>
      <inkml:brushProperty name="color" value="#E71224"/>
    </inkml:brush>
  </inkml:definitions>
  <inkml:trace contextRef="#ctx0" brushRef="#br0">429 1 1784 0 0,'1'0'304'0'0,"-1"1"-1"0"0,0-1 1 0 0,0 1-1 0 0,0-1 1 0 0,0 1-1 0 0,0-1 1 0 0,0 1 0 0 0,0-1-1 0 0,0 1 1 0 0,0-1-1 0 0,0 1 1 0 0,0-1-1 0 0,0 1 1 0 0,-1-1-1 0 0,1 1 1 0 0,0-1 0 0 0,0 0-1 0 0,0 1 1 0 0,-1-1-1 0 0,1 1 1 0 0,0-1-1 0 0,-1 1 1 0 0,1-1 0 0 0,0 0-1 0 0,-1 1 1 0 0,-16 10 3784 0 0,-31 6-1113 0 0,30-12-1530 0 0,-28 12 375 0 0,-2 0-273 0 0,-62 31-1 0 0,98-42-1490 0 0,0 1-1 0 0,1 0 1 0 0,0 1 0 0 0,0 0-1 0 0,1 1 1 0 0,0 0 0 0 0,0 0-1 0 0,1 1 1 0 0,0 0-1 0 0,-9 15 1 0 0,16-22-83 0 0,0-1-1 0 0,0 1 1 0 0,1 0-1 0 0,0 0 1 0 0,-1 0 0 0 0,1 0-1 0 0,0 0 1 0 0,0 0-1 0 0,0 0 1 0 0,1 0 0 0 0,-1 0-1 0 0,1 0 1 0 0,0 1-1 0 0,0-1 1 0 0,0 0-1 0 0,0 0 1 0 0,0 0 0 0 0,1 1-1 0 0,-1-1 1 0 0,1 0-1 0 0,0 0 1 0 0,0 0 0 0 0,2 4-1 0 0,-1-4-34 0 0,1 0 1 0 0,-1 0-1 0 0,1-1 0 0 0,0 1 0 0 0,0-1 1 0 0,0 1-1 0 0,0-1 0 0 0,0 0 0 0 0,0 0 0 0 0,1-1 1 0 0,-1 1-1 0 0,0 0 0 0 0,1-1 0 0 0,0 0 1 0 0,-1 0-1 0 0,1 0 0 0 0,0-1 0 0 0,-1 1 0 0 0,8 0 1 0 0,12-1-101 0 0,0-1 0 0 0,0-1-1 0 0,0-1 1 0 0,-1-1 0 0 0,26-7 0 0 0,-17 3 526 0 0,55-5-1 0 0,-86 13-333 0 0,0 0 0 0 0,1 0 0 0 0,-1 0-1 0 0,0 0 1 0 0,0 0 0 0 0,1-1 0 0 0,-1 1-1 0 0,0 0 1 0 0,0 0 0 0 0,0 0-1 0 0,1 0 1 0 0,-1 0 0 0 0,0 0 0 0 0,0 1-1 0 0,1-1 1 0 0,-1 0 0 0 0,0 0 0 0 0,0 0-1 0 0,1 0 1 0 0,-1 0 0 0 0,0 0 0 0 0,0 0-1 0 0,1 0 1 0 0,-1 1 0 0 0,0-1 0 0 0,0 0-1 0 0,0 0 1 0 0,0 0 0 0 0,1 0 0 0 0,-1 1-1 0 0,0-1 1 0 0,0 0 0 0 0,0 0-1 0 0,0 0 1 0 0,0 1 0 0 0,1-1 0 0 0,-1 0-1 0 0,0 0 1 0 0,0 1 0 0 0,0-1 0 0 0,0 0-1 0 0,0 0 1 0 0,0 1 0 0 0,0-1 0 0 0,0 0-1 0 0,0 0 1 0 0,0 1 0 0 0,-8 15 676 0 0,-27 22-222 0 0,28-30-275 0 0,-6 6-435 0 0,2-1 0 0 0,-1 2 0 0 0,2 0 0 0 0,0 0-1 0 0,0 1 1 0 0,2 0 0 0 0,0 0 0 0 0,1 1 0 0 0,-7 25 0 0 0,13-40-117 0 0,1 0 0 0 0,-1 0-1 0 0,1 0 1 0 0,0 1 0 0 0,0-1 0 0 0,0 0 0 0 0,0 1 0 0 0,0-1 0 0 0,0 0 0 0 0,1 0 0 0 0,-1 1 0 0 0,1-1 0 0 0,-1 0 0 0 0,1 0 0 0 0,0 0 0 0 0,0 0 0 0 0,0 0 0 0 0,0 0 0 0 0,0 0-1 0 0,0 0 1 0 0,1 0 0 0 0,-1 0 0 0 0,1 0 0 0 0,-1-1 0 0 0,1 1 0 0 0,0-1 0 0 0,0 1 0 0 0,0-1 0 0 0,-1 0 0 0 0,1 0 0 0 0,0 0 0 0 0,0 0 0 0 0,1 0 0 0 0,-1 0 0 0 0,0 0-1 0 0,0-1 1 0 0,0 1 0 0 0,1-1 0 0 0,-1 1 0 0 0,0-1 0 0 0,0 0 0 0 0,5 0 0 0 0,10 0-784 0 0,0 0 0 0 0,0-1 0 0 0,0-1 0 0 0,25-6-1 0 0,53-12-485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48.502"/>
    </inkml:context>
    <inkml:brush xml:id="br0">
      <inkml:brushProperty name="width" value="0.035" units="cm"/>
      <inkml:brushProperty name="height" value="0.035" units="cm"/>
      <inkml:brushProperty name="color" value="#E71224"/>
    </inkml:brush>
  </inkml:definitions>
  <inkml:trace contextRef="#ctx0" brushRef="#br0">471 38 1784 0 0,'0'-1'510'0'0,"-1"-1"0"0"0,1 0 0 0 0,-1 0 0 0 0,0 0 0 0 0,1 1 0 0 0,-1-1 0 0 0,0 0 1 0 0,0 1-1 0 0,0-1 0 0 0,0 1 0 0 0,-1-1 0 0 0,1 1 0 0 0,0-1 0 0 0,0 1 0 0 0,-1 0 0 0 0,1 0 0 0 0,-1-1 0 0 0,1 1 0 0 0,-1 0 0 0 0,-3-1 0 0 0,2 1 3 0 0,-1 0-1 0 0,0 0 1 0 0,0 0 0 0 0,1 1-1 0 0,-1-1 1 0 0,0 1-1 0 0,0 0 1 0 0,0 0-1 0 0,-7 1 1 0 0,-6 3 459 0 0,0 0 1 0 0,0 1-1 0 0,-25 11 1 0 0,36-13-513 0 0,-13 5-70 0 0,1 1 0 0 0,0 1 0 0 0,1 1 1 0 0,0 0-1 0 0,0 1 0 0 0,1 1 0 0 0,-16 17 0 0 0,26-24-355 0 0,0 1 0 0 0,1 0 1 0 0,0 0-1 0 0,0 0 0 0 0,0 1 0 0 0,1 0 1 0 0,0 0-1 0 0,-4 12 0 0 0,7-15-48 0 0,0-1-1 0 0,0 1 0 0 0,0 0 0 0 0,0 0 1 0 0,1-1-1 0 0,0 1 0 0 0,0 0 1 0 0,0 0-1 0 0,1-1 0 0 0,0 1 1 0 0,0 0-1 0 0,0 0 0 0 0,0-1 1 0 0,1 1-1 0 0,-1-1 0 0 0,5 7 1 0 0,-3-6-14 0 0,1 0 1 0 0,0 0 0 0 0,1 0-1 0 0,-1 0 1 0 0,1-1 0 0 0,0 0-1 0 0,0 0 1 0 0,1 0-1 0 0,-1-1 1 0 0,1 0 0 0 0,0 0-1 0 0,0 0 1 0 0,0 0-1 0 0,0-1 1 0 0,0 0 0 0 0,0-1-1 0 0,1 1 1 0 0,-1-1 0 0 0,0 0-1 0 0,1-1 1 0 0,7 0-1 0 0,7 1-45 0 0,-1-1 0 0 0,1-1 0 0 0,-1-1 0 0 0,0-1 0 0 0,29-8-1 0 0,-47 11 130 0 0,0-1 0 0 0,0 1 0 0 0,0-1 0 0 0,0 0 0 0 0,-1 1 0 0 0,1-1-1 0 0,0 0 1 0 0,-1 0 0 0 0,1 0 0 0 0,-1 0 0 0 0,1 0 0 0 0,-1 0 0 0 0,1-1 0 0 0,1-1-1 0 0,-2 2-1 0 0,-1 0 0 0 0,0 1-1 0 0,0-1 1 0 0,0 1-1 0 0,0-1 1 0 0,1 0-1 0 0,-1 1 1 0 0,0-1-1 0 0,0 0 1 0 0,0 1-1 0 0,0-1 1 0 0,0 1-1 0 0,0-1 1 0 0,0 0 0 0 0,-1 1-1 0 0,1-1 1 0 0,0 0-1 0 0,0 1 1 0 0,0-1-1 0 0,-1 1 1 0 0,1-1-1 0 0,0 1 1 0 0,-1-1-1 0 0,1 1 1 0 0,0-1-1 0 0,-1 1 1 0 0,1-1 0 0 0,-1 0-1 0 0,-2-1 107 0 0,0-1 0 0 0,0 1 0 0 0,-1-1 0 0 0,1 1 0 0 0,0 0 0 0 0,-1 1 0 0 0,0-1 0 0 0,1 0 0 0 0,-1 1 0 0 0,0 0 0 0 0,0 0 1 0 0,-4-1-1 0 0,-6 1-115 0 0,0 0-1 0 0,0 1 1 0 0,0 1 0 0 0,0 0 0 0 0,0 1 0 0 0,0 0 0 0 0,0 1 0 0 0,0 1 0 0 0,1 0 0 0 0,-1 1 0 0 0,1 0 0 0 0,1 1 0 0 0,-1 0 0 0 0,1 1 0 0 0,0 1 0 0 0,0 0 0 0 0,1 0 0 0 0,0 1-1 0 0,1 1 1 0 0,0 0 0 0 0,0 0 0 0 0,1 1 0 0 0,0 0 0 0 0,1 0 0 0 0,0 1 0 0 0,1 0 0 0 0,1 1 0 0 0,-1 0 0 0 0,2 0 0 0 0,0 0 0 0 0,1 0 0 0 0,0 1 0 0 0,1 0 0 0 0,-3 25 0 0 0,6-25 7 0 0,0 0 1 0 0,0-1-1 0 0,2 1 1 0 0,-1 0-1 0 0,2-1 1 0 0,0 0-1 0 0,0 1 1 0 0,1-1-1 0 0,12 24 1 0 0,-3-14-50 0 0,1 0 1 0 0,0-1-1 0 0,2 0 1 0 0,22 22-1 0 0,-21-21 299 0 0,-2 0 0 0 0,0 1 1 0 0,-1 1-1 0 0,-2 0 0 0 0,13 35 0 0 0,-23-56-242 0 0,1 20-3777 0 0,-4-23 3133 0 0,1 1 1 0 0,-1-1 0 0 0,0 1-1 0 0,1-1 1 0 0,-1 0-1 0 0,0 1 1 0 0,0-1 0 0 0,0 1-1 0 0,0-1 1 0 0,0 0-1 0 0,0 0 1 0 0,0 0 0 0 0,-1 0-1 0 0,1 0 1 0 0,0 0-1 0 0,-1 0 1 0 0,-1 1 0 0 0,-6 2-2552 0 0,0-1 1 0 0,1 1 0 0 0,-2-2-1 0 0,-16 4 1 0 0,4-1 2851 0 0,-14 5-1931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0.181"/>
    </inkml:context>
    <inkml:brush xml:id="br0">
      <inkml:brushProperty name="width" value="0.035" units="cm"/>
      <inkml:brushProperty name="height" value="0.035" units="cm"/>
      <inkml:brushProperty name="color" value="#E71224"/>
    </inkml:brush>
  </inkml:definitions>
  <inkml:trace contextRef="#ctx0" brushRef="#br0">62 130 344 0 0,'6'-27'2357'0'0,"7"-37"3054"0"0,-17 26 2048 0 0,2 61-2960 0 0,-2-2-3798 0 0,-17 344 2574 0 0,-21 345-2563 0 0,34-466 235 0 0,46-550 85 0 0,-27 188-1019 0 0,79-571-160 0 0,-87 675 131 0 0,2-15 110 0 0,2 0 1 0 0,1 0-1 0 0,13-31 1 0 0,-19 55-87 0 0,0 0 1 0 0,0-1 0 0 0,1 1 0 0 0,-1 0 0 0 0,1 1 0 0 0,0-1-1 0 0,1 0 1 0 0,-1 1 0 0 0,1-1 0 0 0,0 1 0 0 0,0 0 0 0 0,0 1 0 0 0,1-1-1 0 0,-1 1 1 0 0,1 0 0 0 0,0 0 0 0 0,0 0 0 0 0,0 0 0 0 0,0 1-1 0 0,1 0 1 0 0,-1 0 0 0 0,0 1 0 0 0,9-2 0 0 0,-10 3-20 0 0,1 0 0 0 0,0 1 0 0 0,-1-1 0 0 0,1 1 0 0 0,-1 0 1 0 0,1 1-1 0 0,-1-1 0 0 0,1 1 0 0 0,-1 0 0 0 0,0 0 0 0 0,0 0 0 0 0,0 0 0 0 0,0 1 1 0 0,0-1-1 0 0,-1 1 0 0 0,1 0 0 0 0,-1 1 0 0 0,1-1 0 0 0,-1 0 0 0 0,0 1 0 0 0,-1 0 1 0 0,1 0-1 0 0,-1 0 0 0 0,1 0 0 0 0,-1 0 0 0 0,0 0 0 0 0,1 6 0 0 0,4 6 19 0 0,-2 1-1 0 0,0-1 0 0 0,0 1 1 0 0,-2 0-1 0 0,0 0 0 0 0,0 19 0 0 0,-3 1 107 0 0,-1-1 0 0 0,-1 0 0 0 0,-3 0 0 0 0,-1-1-1 0 0,-1 1 1 0 0,-2-1 0 0 0,-1-1 0 0 0,-19 41-1 0 0,2-16 48 0 0,-2-1 0 0 0,-3-2 0 0 0,-67 90-1 0 0,58-84-171 0 0,31-45-576 0 0,-1 0 0 0 0,-1 0 0 0 0,0-1 0 0 0,-18 17-1 0 0,30-33 531 0 0,0 0-1 0 0,0 0 1 0 0,0 0-1 0 0,0 0 1 0 0,0 0-1 0 0,1 0 1 0 0,-1 0-1 0 0,0-1 1 0 0,0 1-1 0 0,0 0 1 0 0,0 0-1 0 0,0 0 1 0 0,0 0-1 0 0,0 0 1 0 0,0 0-1 0 0,0 0 0 0 0,0-1 1 0 0,0 1-1 0 0,0 0 1 0 0,0 0-1 0 0,0 0 1 0 0,0 0-1 0 0,0 0 1 0 0,0 0-1 0 0,0-1 1 0 0,0 1-1 0 0,0 0 1 0 0,0 0-1 0 0,-1 0 1 0 0,1 0-1 0 0,0 0 1 0 0,0 0-1 0 0,0 0 1 0 0,0 0-1 0 0,0-1 0 0 0,0 1 1 0 0,0 0-1 0 0,0 0 1 0 0,0 0-1 0 0,0 0 1 0 0,0 0-1 0 0,-1 0 1 0 0,1 0-1 0 0,0 0 1 0 0,0 0-1 0 0,0 0 1 0 0,0 0-1 0 0,0 0 1 0 0,0 0-1 0 0,0 0 1 0 0,-1 0-1 0 0,1 0 1 0 0,0 0-1 0 0,0 0 0 0 0,0 0 1 0 0,6-17-1708 0 0,12-28-2475 0 0,43-103-4832 0 0,36-73 3130 0 0,-48 121 4675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0.502"/>
    </inkml:context>
    <inkml:brush xml:id="br0">
      <inkml:brushProperty name="width" value="0.035" units="cm"/>
      <inkml:brushProperty name="height" value="0.035" units="cm"/>
      <inkml:brushProperty name="color" value="#E71224"/>
    </inkml:brush>
  </inkml:definitions>
  <inkml:trace contextRef="#ctx0" brushRef="#br0">370 31 824 0 0,'1'-1'367'0'0,"0"0"0"0"0,-1 0-1 0 0,1 0 1 0 0,-1 0 0 0 0,0 0 0 0 0,1 0-1 0 0,-1 0 1 0 0,0 0 0 0 0,1 0 0 0 0,-1 0 0 0 0,0 0-1 0 0,0 0 1 0 0,0 0 0 0 0,0 0 0 0 0,0 0-1 0 0,0 0 1 0 0,0 0 0 0 0,-1 0 0 0 0,1 0 0 0 0,0 0-1 0 0,0 0 1 0 0,-1 0 0 0 0,1 0 0 0 0,-1 0-1 0 0,0-2 1 0 0,0 3-51 0 0,0-1 0 0 0,0 1 0 0 0,-1-1 0 0 0,1 1 0 0 0,0 0 0 0 0,0 0 0 0 0,0 0 0 0 0,0-1 0 0 0,-1 1 0 0 0,1 0-1 0 0,0 0 1 0 0,0 1 0 0 0,0-1 0 0 0,0 0 0 0 0,-1 0 0 0 0,1 1 0 0 0,0-1 0 0 0,-2 1 0 0 0,-5 2 419 0 0,1 0-1 0 0,-1 1 1 0 0,1 0 0 0 0,0 0 0 0 0,-11 9-1 0 0,-1 6-192 0 0,0 0 0 0 0,2 2 0 0 0,0 0 0 0 0,2 1 0 0 0,0 1 0 0 0,2 0 0 0 0,-16 36 0 0 0,4-1-156 0 0,4 1 0 0 0,-16 68 0 0 0,15-25-403 0 0,5 2 0 0 0,4-1 0 0 0,4 2 0 0 0,5-1 0 0 0,19 200 0 0 0,-14-295-99 0 0,3 27-565 0 0,10 47 0 0 0,-12-75 237 0 0,0 1 0 0 0,1 0 0 0 0,0-1 1 0 0,1 0-1 0 0,-1 0 0 0 0,2 0 0 0 0,-1 0 1 0 0,1-1-1 0 0,0 1 0 0 0,11 11 0 0 0,-14-17 54 0 0,0 0 0 0 0,1 0-1 0 0,-1 0 1 0 0,0-1 0 0 0,0 1-1 0 0,1-1 1 0 0,-1 0 0 0 0,1 0-1 0 0,-1 0 1 0 0,1 0 0 0 0,0 0 0 0 0,-1 0-1 0 0,1 0 1 0 0,0-1 0 0 0,-1 0-1 0 0,1 1 1 0 0,0-1 0 0 0,0 0-1 0 0,-1 0 1 0 0,1-1 0 0 0,0 1-1 0 0,0-1 1 0 0,-1 1 0 0 0,1-1-1 0 0,4-2 1 0 0,-1 1-142 0 0,-1-1 0 0 0,0 0 0 0 0,0 0 0 0 0,0-1-1 0 0,0 0 1 0 0,0 0 0 0 0,-1 0 0 0 0,0 0 0 0 0,0-1 0 0 0,0 1 0 0 0,4-7-1 0 0,21-40-1640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1.595"/>
    </inkml:context>
    <inkml:brush xml:id="br0">
      <inkml:brushProperty name="width" value="0.035" units="cm"/>
      <inkml:brushProperty name="height" value="0.035" units="cm"/>
      <inkml:brushProperty name="color" value="#E71224"/>
    </inkml:brush>
  </inkml:definitions>
  <inkml:trace contextRef="#ctx0" brushRef="#br0">362 122 504 0 0,'2'-2'854'0'0,"0"1"0"0"0,0-1 1 0 0,1 0-1 0 0,-1 0 0 0 0,0 0 0 0 0,0 0 0 0 0,-1-1 0 0 0,1 1 1 0 0,0-1-1 0 0,-1 1 0 0 0,0-1 0 0 0,2-2 0 0 0,-2 1-71 0 0,0 1 0 0 0,1-1 1 0 0,-1 0-1 0 0,-1 0 0 0 0,1 0 0 0 0,-1 1 0 0 0,1-1 0 0 0,-1-7 0 0 0,0 9-591 0 0,0 0 0 0 0,-1-1 0 0 0,1 1 0 0 0,0 0 0 0 0,-1 0 0 0 0,1 0 0 0 0,-1 0 0 0 0,0 0 0 0 0,1 0 0 0 0,-1 1 0 0 0,0-1 0 0 0,0 0 0 0 0,0 0 0 0 0,0 0-1 0 0,-1 1 1 0 0,1-1 0 0 0,0 1 0 0 0,-1-1 0 0 0,1 1 0 0 0,-1-1 0 0 0,0 1 0 0 0,1 0 0 0 0,-1 0 0 0 0,0 0 0 0 0,0 0 0 0 0,0 0 0 0 0,0 0 0 0 0,0 0 0 0 0,0 1 0 0 0,0-1 0 0 0,0 1-1 0 0,0-1 1 0 0,0 1 0 0 0,0 0 0 0 0,0 0 0 0 0,-4 0 0 0 0,-7 1-2 0 0,1 1 0 0 0,-1 1 0 0 0,0 0 0 0 0,1 0 0 0 0,-1 1 1 0 0,1 1-1 0 0,0 0 0 0 0,1 1 0 0 0,-1 0 0 0 0,1 1 0 0 0,0 0 0 0 0,-11 10 0 0 0,5-2-143 0 0,0 1 0 0 0,1 0 0 0 0,1 1 0 0 0,0 0 0 0 0,1 2 0 0 0,-11 20 0 0 0,23-36 0 0 0,1 1 0 0 0,0 0-1 0 0,0 0 1 0 0,0 0 0 0 0,1 0-1 0 0,0 0 1 0 0,-1 0 0 0 0,2 5-1 0 0,-5 27 188 0 0,-4-16-164 0 0,6-16-70 0 0,0 0 0 0 0,0 0 0 0 0,1 0 0 0 0,-1 0 0 0 0,1 1 1 0 0,0-1-1 0 0,0 0 0 0 0,1 0 0 0 0,-1 1 0 0 0,1-1 0 0 0,0 6 1 0 0,47-2-807 0 0,-8-1 850 0 0,-28-6-34 0 0,1 1 1 0 0,-1 0-1 0 0,1 0 1 0 0,-1 2 0 0 0,0-1-1 0 0,0 1 1 0 0,0 1-1 0 0,16 9 1 0 0,-24-11 15 0 0,-1-1 1 0 0,0 1-1 0 0,1 0 1 0 0,-1 0-1 0 0,0 0 1 0 0,-1 0-1 0 0,1 0 1 0 0,0 0-1 0 0,-1 1 0 0 0,0-1 1 0 0,0 0-1 0 0,0 1 1 0 0,0-1-1 0 0,0 1 1 0 0,-1-1-1 0 0,0 1 1 0 0,1-1-1 0 0,-1 1 1 0 0,-1-1-1 0 0,1 1 1 0 0,0 0-1 0 0,-1-1 0 0 0,0 1 1 0 0,0-1-1 0 0,0 0 1 0 0,0 1-1 0 0,0-1 1 0 0,-3 4-1 0 0,-3 10 164 0 0,-1-1-1 0 0,-1 0 1 0 0,0-1-1 0 0,-14 17 1 0 0,-29 32 340 0 0,36-46-501 0 0,0 1 1 0 0,1 1-1 0 0,1 0 1 0 0,1 1-1 0 0,-20 41 0 0 0,33-61-34 0 0,-1 0-1 0 0,1 0 1 0 0,-1 1-1 0 0,1-1 1 0 0,0 0-1 0 0,0 1 1 0 0,-1-1-1 0 0,1 0 1 0 0,0 1-1 0 0,0-1 0 0 0,0 0 1 0 0,0 1-1 0 0,1-1 1 0 0,-1 0-1 0 0,0 1 1 0 0,0-1-1 0 0,1 0 1 0 0,-1 0-1 0 0,1 1 1 0 0,-1-1-1 0 0,1 0 1 0 0,0 0-1 0 0,-1 0 1 0 0,1 0-1 0 0,0 1 1 0 0,0-1-1 0 0,0 0 0 0 0,0 0 1 0 0,-1-1-1 0 0,2 1 1 0 0,-1 0-1 0 0,0 0 1 0 0,0 0-1 0 0,0-1 1 0 0,0 1-1 0 0,0 0 1 0 0,1-1-1 0 0,-1 1 1 0 0,0-1-1 0 0,0 0 1 0 0,1 1-1 0 0,-1-1 1 0 0,0 0-1 0 0,1 0 0 0 0,-1 0 1 0 0,0 0-1 0 0,1 0 1 0 0,1 0-1 0 0,11 1-146 0 0,-1-1 0 0 0,1-1-1 0 0,23-2 1 0 0,-26 1 64 0 0,16-1-99 0 0,-17 0 111 0 0,0 2 1 0 0,1-1-1 0 0,-1 1 1 0 0,1 1-1 0 0,0 0 1 0 0,-1 0-1 0 0,1 1 0 0 0,-1 1 1 0 0,0-1-1 0 0,16 6 1 0 0,-25-6 92 0 0,1 0 1 0 0,-1 0 0 0 0,0 0-1 0 0,1 0 1 0 0,-1 1 0 0 0,0-1-1 0 0,0 0 1 0 0,0 1 0 0 0,0-1 0 0 0,0 1-1 0 0,0-1 1 0 0,0 1 0 0 0,0-1-1 0 0,0 1 1 0 0,-1 0 0 0 0,1-1-1 0 0,-1 1 1 0 0,0 0 0 0 0,1 0 0 0 0,-1-1-1 0 0,0 1 1 0 0,0 0 0 0 0,0 0-1 0 0,0 0 1 0 0,0-1 0 0 0,0 1 0 0 0,-1 0-1 0 0,1 0 1 0 0,-1 1 0 0 0,-20 56 263 0 0,18-52-253 0 0,-19 36 206 0 0,-3-1 1 0 0,-1-1 0 0 0,-1-1 0 0 0,-62 66-1 0 0,-6 9 211 0 0,81-89-653 0 0,14-25 187 0 0,0-1 0 0 0,0 0 1 0 0,0 0-1 0 0,0 1 1 0 0,0-1-1 0 0,0 0 0 0 0,0 0 1 0 0,0 1-1 0 0,0-1 0 0 0,0 0 1 0 0,1 0-1 0 0,-1 0 1 0 0,0 1-1 0 0,0-1 0 0 0,0 0 1 0 0,0 0-1 0 0,1 0 0 0 0,-1 1 1 0 0,0-1-1 0 0,0 0 0 0 0,0 0 1 0 0,1 0-1 0 0,-1 0 1 0 0,0 0-1 0 0,0 0 0 0 0,1 0 1 0 0,-1 1-1 0 0,0-1 0 0 0,0 0 1 0 0,1 0-1 0 0,-1 0 1 0 0,0 0-1 0 0,0 0 0 0 0,1 0 1 0 0,-1 0-1 0 0,0 0 0 0 0,0 0 1 0 0,1 0-1 0 0,-1 0 0 0 0,0-1 1 0 0,0 1-1 0 0,1 0 1 0 0,-1 0-1 0 0,0 0 0 0 0,0 0 1 0 0,1 0-1 0 0,-1-1 0 0 0,48-23-2433 0 0,22-30-2715 0 0,26-41-7708 0 0,-39 37 5642 0 0,-36 38 5195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2.055"/>
    </inkml:context>
    <inkml:brush xml:id="br0">
      <inkml:brushProperty name="width" value="0.035" units="cm"/>
      <inkml:brushProperty name="height" value="0.035" units="cm"/>
      <inkml:brushProperty name="color" value="#E71224"/>
    </inkml:brush>
  </inkml:definitions>
  <inkml:trace contextRef="#ctx0" brushRef="#br0">45 5 3064 0 0,'11'-5'12115'0'0,"6"12"-7151"0"0,21 19-4349 0 0,-25-17 545 0 0,74 45 225 0 0,-45-30-1057 0 0,-1 2 0 0 0,57 47 0 0 0,-88-65-281 0 0,-1 0 1 0 0,0 1-1 0 0,-1 1 0 0 0,0-1 1 0 0,-1 1-1 0 0,1 0 1 0 0,-2 1-1 0 0,0 0 1 0 0,0 0-1 0 0,-1 0 0 0 0,0 1 1 0 0,-1-1-1 0 0,0 1 1 0 0,3 22-1 0 0,-6-26 51 0 0,-1-1 0 0 0,0 1 0 0 0,-1-1 0 0 0,0 1 0 0 0,0 0 0 0 0,0-1 0 0 0,-1 1 0 0 0,0-1-1 0 0,-1 0 1 0 0,0 0 0 0 0,0 0 0 0 0,0 0 0 0 0,-1 0 0 0 0,0-1 0 0 0,0 1 0 0 0,-1-1 0 0 0,0 0 0 0 0,0-1 0 0 0,0 1 0 0 0,-1-1 0 0 0,1 0-1 0 0,-9 5 1 0 0,-14 10 248 0 0,0-1 0 0 0,-2-2 0 0 0,-50 22 0 0 0,53-26-222 0 0,-1 0 64 0 0,0-1 50 0 0,1 2 1 0 0,-33 22 0 0 0,53-31-206 0 0,0 1 1 0 0,0-1-1 0 0,0 1 1 0 0,1 1-1 0 0,0-1 1 0 0,0 1-1 0 0,1 0 1 0 0,-1 1-1 0 0,2-1 1 0 0,-1 1-1 0 0,1 0 0 0 0,-4 11 1 0 0,7-18-81 0 0,1-1 1 0 0,-1 1-1 0 0,1 0 1 0 0,0 0-1 0 0,-1 0 1 0 0,1 0-1 0 0,0 0 1 0 0,0 0-1 0 0,-1 0 1 0 0,1 0-1 0 0,0 0 1 0 0,0 0-1 0 0,0 0 1 0 0,0 0-1 0 0,1 0 1 0 0,-1 0-1 0 0,0 0 1 0 0,0 0-1 0 0,0 0 1 0 0,1-1-1 0 0,0 3 1 0 0,0-3-67 0 0,-1 1 0 0 0,1-1 0 0 0,0 0 0 0 0,-1 0 1 0 0,1 1-1 0 0,0-1 0 0 0,-1 0 0 0 0,1 0 0 0 0,0 0 1 0 0,0 0-1 0 0,-1 0 0 0 0,1 0 0 0 0,0 0 0 0 0,0 0 1 0 0,-1 0-1 0 0,1 0 0 0 0,0 0 0 0 0,0 0 0 0 0,-1-1 0 0 0,1 1 1 0 0,1-1-1 0 0,49-26-7267 0 0,-36 18 3984 0 0,-3 2 746 0 0,1 1-1 0 0,0 1 0 0 0,1 0 0 0 0,24-6 1 0 0,-13 7 543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2.435"/>
    </inkml:context>
    <inkml:brush xml:id="br0">
      <inkml:brushProperty name="width" value="0.035" units="cm"/>
      <inkml:brushProperty name="height" value="0.035" units="cm"/>
      <inkml:brushProperty name="color" value="#E71224"/>
    </inkml:brush>
  </inkml:definitions>
  <inkml:trace contextRef="#ctx0" brushRef="#br0">165 382 2504 0 0,'0'0'423'0'0,"-72"55"7688"0"0,66-51-7287 0 0,-1-1 1 0 0,1 1-1 0 0,0-1 0 0 0,-1 0 0 0 0,0 0 0 0 0,0-1 1 0 0,0 0-1 0 0,0 0 0 0 0,0-1 0 0 0,-10 1 1 0 0,16-2-768 0 0,1 0 1 0 0,0 0 0 0 0,0 0 0 0 0,-1 0 0 0 0,1 0 0 0 0,0 0 0 0 0,-1 0 0 0 0,1 0-1 0 0,0 0 1 0 0,0 0 0 0 0,-1 0 0 0 0,1 0 0 0 0,0 0 0 0 0,0 0 0 0 0,-1 0-1 0 0,1 0 1 0 0,0-1 0 0 0,0 1 0 0 0,-1 0 0 0 0,1 0 0 0 0,0 0 0 0 0,0 0-1 0 0,-1-1 1 0 0,1 1 0 0 0,0 0 0 0 0,0 0 0 0 0,0 0 0 0 0,0-1 0 0 0,-1 1-1 0 0,1 0 1 0 0,0 0 0 0 0,0-1 0 0 0,0 1 0 0 0,0 0 0 0 0,0-1 0 0 0,0 1-1 0 0,0 0 1 0 0,0 0 0 0 0,0-1 0 0 0,0 1 0 0 0,6-15 960 0 0,17-16-496 0 0,-21 29-381 0 0,4-5-75 0 0,43-53 291 0 0,3 3 1 0 0,114-97 0 0 0,-45 71-1607 0 0,-55 51-3490 0 0,-54 27 1879 0 0,0 1 0 0 0,1 1 0 0 0,18-3 1 0 0,-9 5-822 0 0,-4 5 1068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3.086"/>
    </inkml:context>
    <inkml:brush xml:id="br0">
      <inkml:brushProperty name="width" value="0.035" units="cm"/>
      <inkml:brushProperty name="height" value="0.035" units="cm"/>
      <inkml:brushProperty name="color" value="#E71224"/>
    </inkml:brush>
  </inkml:definitions>
  <inkml:trace contextRef="#ctx0" brushRef="#br0">245 57 584 0 0,'1'-1'553'0'0,"-1"-1"0"0"0,1 0 0 0 0,-1 0 1 0 0,1 0-1 0 0,-1 1 0 0 0,1-1 0 0 0,-1 0 0 0 0,0 0 0 0 0,0 0 0 0 0,0 0 0 0 0,0 1 1 0 0,0-1-1 0 0,-1 0 0 0 0,1 0 0 0 0,-1 0 0 0 0,1 1 0 0 0,-1-1 0 0 0,1 0 1 0 0,-1 0-1 0 0,0 1 0 0 0,0-1 0 0 0,0 0 0 0 0,0 1 0 0 0,0-1 0 0 0,-2-1 0 0 0,1 1-155 0 0,-1 1 1 0 0,1 0-1 0 0,-1 0 0 0 0,1 0 0 0 0,-1 0 0 0 0,0 0 0 0 0,1 1 0 0 0,-1-1 0 0 0,0 1 0 0 0,1-1 0 0 0,-1 1 0 0 0,0 0 0 0 0,0 0 0 0 0,1 1 0 0 0,-4-1 0 0 0,-7 2 78 0 0,1 1 0 0 0,0 0 0 0 0,0 1-1 0 0,0 0 1 0 0,0 0 0 0 0,-18 11 0 0 0,22-10-349 0 0,0 1-1 0 0,0 0 1 0 0,0 1 0 0 0,0-1 0 0 0,1 2 0 0 0,0-1 0 0 0,1 1-1 0 0,-12 16 1 0 0,17-22-128 0 0,0 1-1 0 0,-1-1 1 0 0,1 0 0 0 0,0 1-1 0 0,0-1 1 0 0,0 1-1 0 0,1-1 1 0 0,-1 1-1 0 0,0 0 1 0 0,1-1-1 0 0,0 1 1 0 0,0 0 0 0 0,0-1-1 0 0,0 1 1 0 0,0 0-1 0 0,0-1 1 0 0,1 1-1 0 0,-1-1 1 0 0,1 1 0 0 0,0 0-1 0 0,-1-1 1 0 0,1 1-1 0 0,0-1 1 0 0,1 0-1 0 0,-1 1 1 0 0,0-1-1 0 0,1 0 1 0 0,-1 0 0 0 0,1 0-1 0 0,0 0 1 0 0,0 0-1 0 0,0 0 1 0 0,0 0-1 0 0,0 0 1 0 0,0-1-1 0 0,0 1 1 0 0,0-1 0 0 0,4 2-1 0 0,14 7-76 0 0,0-1 1 0 0,1-1-1 0 0,-1-1 0 0 0,2-1 1 0 0,29 5-1 0 0,-29-7 4 0 0,0 1 1 0 0,-1 1 0 0 0,1 1-1 0 0,-2 0 1 0 0,33 18-1 0 0,-51-25 114 0 0,0 1-1 0 0,-1 0 1 0 0,1 0-1 0 0,0 0 1 0 0,-1 0-1 0 0,1 0 1 0 0,-1 1-1 0 0,0-1 1 0 0,1 0-1 0 0,-1 1 1 0 0,0-1-1 0 0,0 1 1 0 0,1-1-1 0 0,-1 1 1 0 0,0-1-1 0 0,-1 1 1 0 0,1 0-1 0 0,0 0 1 0 0,0-1-1 0 0,-1 1 1 0 0,1 0-1 0 0,-1 0 1 0 0,0 0-1 0 0,1 0 1 0 0,-1 0 0 0 0,0-1-1 0 0,0 1 1 0 0,0 0-1 0 0,0 0 1 0 0,-1 0-1 0 0,1 0 1 0 0,0 0-1 0 0,-1 0 1 0 0,1-1-1 0 0,-1 1 1 0 0,0 0-1 0 0,0 0 1 0 0,1-1-1 0 0,-1 1 1 0 0,0 0-1 0 0,-1-1 1 0 0,1 1-1 0 0,0-1 1 0 0,0 1-1 0 0,-2 1 1 0 0,-9 8 213 0 0,0 1 0 0 0,0-2 0 0 0,-1 1 0 0 0,-20 11 0 0 0,11-8-181 0 0,17-9-25 0 0,-4 1-51 0 0,1 0 0 0 0,0 1 0 0 0,0 0 0 0 0,1 0 0 0 0,-8 9 0 0 0,15-15-9 0 0,-1 0 1 0 0,0 0 0 0 0,1 0-1 0 0,-1 0 1 0 0,1 0 0 0 0,-1 0-1 0 0,1 0 1 0 0,-1 0 0 0 0,1 1-1 0 0,0-1 1 0 0,-1 0 0 0 0,1 0-1 0 0,0 0 1 0 0,0 0 0 0 0,0 1-1 0 0,0-1 1 0 0,0 0 0 0 0,0 0-1 0 0,0 0 1 0 0,1 0 0 0 0,-1 2-1 0 0,1-1-10 0 0,1-1-1 0 0,-1 1 0 0 0,0-1 1 0 0,1 1-1 0 0,-1-1 0 0 0,0 0 1 0 0,1 0-1 0 0,0 1 0 0 0,-1-1 1 0 0,1 0-1 0 0,0 0 0 0 0,-1-1 1 0 0,1 1-1 0 0,0 0 0 0 0,0-1 1 0 0,0 1-1 0 0,3 0 0 0 0,55 8-845 0 0,-41-8 593 0 0,-1 2 0 0 0,1 0 1 0 0,-1 1-1 0 0,21 7 0 0 0,-36-10 287 0 0,0 0 0 0 0,0 0 0 0 0,0 0 1 0 0,0 1-1 0 0,0-1 0 0 0,-1 1 0 0 0,1 0 0 0 0,0 0 0 0 0,-1 0 0 0 0,1 0 1 0 0,-1 1-1 0 0,0-1 0 0 0,0 1 0 0 0,0-1 0 0 0,0 1 0 0 0,0 0 0 0 0,-1-1 1 0 0,1 1-1 0 0,-1 0 0 0 0,1 0 0 0 0,-1 0 0 0 0,0 0 0 0 0,0 1 0 0 0,-1-1 1 0 0,1 0-1 0 0,-1 0 0 0 0,1 0 0 0 0,-1 7 0 0 0,-2-3 148 0 0,0 0-1 0 0,0 1 1 0 0,-1-1-1 0 0,0-1 1 0 0,0 1 0 0 0,-1 0-1 0 0,0-1 1 0 0,0 1-1 0 0,0-1 1 0 0,-1 0 0 0 0,0-1-1 0 0,-7 7 1 0 0,-6 10 139 0 0,-10 11-376 0 0,-1-1-1 0 0,-1-2 0 0 0,-55 43 1 0 0,71-65-3830 0 0,20-19-1889 0 0,21-19-2446 0 0,33-23 1230 0 0,-23 22 5146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3.442"/>
    </inkml:context>
    <inkml:brush xml:id="br0">
      <inkml:brushProperty name="width" value="0.035" units="cm"/>
      <inkml:brushProperty name="height" value="0.035" units="cm"/>
      <inkml:brushProperty name="color" value="#E71224"/>
    </inkml:brush>
  </inkml:definitions>
  <inkml:trace contextRef="#ctx0" brushRef="#br0">55 35 1704 0 0,'-3'-6'1926'0'0,"-11"-16"2222"0"0,3 15 2658 0 0,16 16-2793 0 0,19 28-2372 0 0,57 72 519 0 0,-27-37-1257 0 0,-3 1 1 0 0,60 114 0 0 0,-98-161-835 0 0,-2 1 1 0 0,0 0 0 0 0,-2 0-1 0 0,-1 1 1 0 0,-2 1 0 0 0,0-1-1 0 0,-2 1 1 0 0,-1 0 0 0 0,-1 0-1 0 0,-2 0 1 0 0,-5 48 0 0 0,0-48-81 0 0,-1 0 0 0 0,-2 0 1 0 0,-1-1-1 0 0,-1 0 0 0 0,-1-1 1 0 0,-2 0-1 0 0,0 0 0 0 0,-2-1 1 0 0,-1-1-1 0 0,-1-1 0 0 0,-1 0 1 0 0,-26 25-1 0 0,21-25-1870 0 0,-2-1 1 0 0,0-2-1 0 0,-39 26 0 0 0,16-23-6359 0 0,46-23 7972 0 0,1-1 0 0 0,-1 1 0 0 0,1-1 0 0 0,-1 1 0 0 0,1-1 0 0 0,-1 0 0 0 0,1 0 0 0 0,-1 1 0 0 0,1-1 0 0 0,-1 0 0 0 0,1 0 0 0 0,-1-1 0 0 0,1 1 0 0 0,-1 0 0 0 0,1 0 0 0 0,-1-1 0 0 0,1 1 0 0 0,-1-1 0 0 0,1 1 1 0 0,-1-1-1 0 0,1 0 0 0 0,0 1 0 0 0,-1-1 0 0 0,1 0 0 0 0,0 0 0 0 0,0 0 0 0 0,-1 0 0 0 0,1 0 0 0 0,0 0 0 0 0,-1-2 0 0 0,-3-13-1332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4.441"/>
    </inkml:context>
    <inkml:brush xml:id="br0">
      <inkml:brushProperty name="width" value="0.035" units="cm"/>
      <inkml:brushProperty name="height" value="0.035" units="cm"/>
      <inkml:brushProperty name="color" value="#E71224"/>
    </inkml:brush>
  </inkml:definitions>
  <inkml:trace contextRef="#ctx0" brushRef="#br0">319 59 2184 0 0,'5'-6'1028'0'0,"37"-32"3722"0"0,-40 36-4332 0 0,0 0 1 0 0,0 1 0 0 0,0 0 0 0 0,1-1-1 0 0,-1 1 1 0 0,0 0 0 0 0,1 0 0 0 0,-1 0-1 0 0,1 0 1 0 0,0 1 0 0 0,-1-1 0 0 0,1 1-1 0 0,-1-1 1 0 0,1 1 0 0 0,0 0 0 0 0,-1 0-1 0 0,1 0 1 0 0,3 1 0 0 0,-5 0-277 0 0,-1-1 0 0 0,1 1 0 0 0,-1-1 0 0 0,0 1 0 0 0,1 0 0 0 0,-1-1 0 0 0,0 1 0 0 0,0-1 0 0 0,1 1 0 0 0,-1 0 0 0 0,0-1 0 0 0,0 1 0 0 0,0 0 0 0 0,0 0 0 0 0,0-1 0 0 0,0 1 0 0 0,0 0 0 0 0,0-1 0 0 0,0 1 0 0 0,0 0 0 0 0,0-1 0 0 0,0 1 0 0 0,-1 0 0 0 0,1-1 0 0 0,0 1 0 0 0,-1 0 0 0 0,1-1 0 0 0,0 1 0 0 0,-1-1 0 0 0,0 2 0 0 0,-11 22 909 0 0,-17 16-227 0 0,-2-1 0 0 0,-2-1-1 0 0,-2-2 1 0 0,-51 42 0 0 0,-66 71 337 0 0,147-144-1144 0 0,0 1-1 0 0,0 0 0 0 0,1 0 0 0 0,0 1 0 0 0,1-1 0 0 0,-6 12 0 0 0,9-16-23 0 0,-1-1 0 0 0,1 1 0 0 0,-1-1 1 0 0,1 0-1 0 0,0 1 0 0 0,0-1 0 0 0,0 1 0 0 0,0-1 0 0 0,0 1 1 0 0,0-1-1 0 0,0 1 0 0 0,0-1 0 0 0,1 1 0 0 0,-1-1 0 0 0,0 0 1 0 0,1 1-1 0 0,-1-1 0 0 0,1 1 0 0 0,0-1 0 0 0,-1 0 0 0 0,1 0 0 0 0,0 1 1 0 0,0-1-1 0 0,0 0 0 0 0,0 0 0 0 0,0 0 0 0 0,0 0 0 0 0,0 0 1 0 0,0 0-1 0 0,0 0 0 0 0,1 0 0 0 0,-1-1 0 0 0,0 1 0 0 0,1 0 1 0 0,-1-1-1 0 0,0 1 0 0 0,1-1 0 0 0,-1 1 0 0 0,1-1 0 0 0,1 1 0 0 0,20 3 31 0 0,0-1 0 0 0,1 0 0 0 0,-1-2-1 0 0,1 0 1 0 0,0-2 0 0 0,-1-1-1 0 0,25-5 1 0 0,40-1-19 0 0,-38 6-1119 0 0,1 2 1 0 0,93 12-1 0 0,-142-12 906 0 0,0 0 0 0 0,-1 0 0 0 0,1 1 0 0 0,0-1 0 0 0,-1 0 0 0 0,1 1 0 0 0,-1 0 1 0 0,1-1-1 0 0,-1 1 0 0 0,1 0 0 0 0,-1-1 0 0 0,1 1 0 0 0,-1 0 0 0 0,1 0 0 0 0,-1 0 0 0 0,2 2 1 0 0,-3-2-39 0 0,0 0 1 0 0,0-1-1 0 0,0 1 1 0 0,0-1-1 0 0,0 1 1 0 0,0 0-1 0 0,0-1 1 0 0,0 1-1 0 0,0 0 1 0 0,0-1-1 0 0,0 1 1 0 0,0-1-1 0 0,0 1 1 0 0,-1 0-1 0 0,1-1 1 0 0,0 1-1 0 0,0-1 1 0 0,-1 1-1 0 0,1-1 1 0 0,-1 1-1 0 0,1-1 1 0 0,0 1-1 0 0,-1-1 1 0 0,1 1-1 0 0,-1-1 1 0 0,1 1-1 0 0,-2 0 1 0 0,-27 18-6865 0 0,8-9 6214 0 0,-26 12-1744 0 0,-9 3 813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4.598"/>
    </inkml:context>
    <inkml:brush xml:id="br0">
      <inkml:brushProperty name="width" value="0.035" units="cm"/>
      <inkml:brushProperty name="height" value="0.035" units="cm"/>
      <inkml:brushProperty name="color" value="#E71224"/>
    </inkml:brush>
  </inkml:definitions>
  <inkml:trace contextRef="#ctx0" brushRef="#br0">25 0 2424 0 0,'-14'18'4640'0'0,"6"-5"-480"0"0,5-5-960 0 0,8-4-559 0 0,8-2-641 0 0,9-1-560 0 0,11-1-400 0 0,10-1-320 0 0,9-3-240 0 0,11 2-240 0 0,7-2-288 0 0,2 2-752 0 0,1-1-1360 0 0,-4-4-2641 0 0,-6 1-639 0 0,-16 1 1120 0 0,-14 5 1280 0 0,-16 11 1120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5.845"/>
    </inkml:context>
    <inkml:brush xml:id="br0">
      <inkml:brushProperty name="width" value="0.035" units="cm"/>
      <inkml:brushProperty name="height" value="0.035" units="cm"/>
      <inkml:brushProperty name="color" value="#E71224"/>
    </inkml:brush>
  </inkml:definitions>
  <inkml:trace contextRef="#ctx0" brushRef="#br0">0 99 3384 0 0,'20'-12'8884'0'0,"5"1"-3593"0"0,33-9-1891 0 0,63-5-3134 0 0,101-3 723 0 0,-183 26-916 0 0,0 1 0 0 0,-1 2-1 0 0,67 10 1 0 0,-104-11-93 0 0,0 0 1 0 0,0 0-1 0 0,-1 0 0 0 0,1 1 1 0 0,0-1-1 0 0,0 0 1 0 0,-1 0-1 0 0,1 0 1 0 0,0 0-1 0 0,-1 1 0 0 0,1-1 1 0 0,0 0-1 0 0,0 1 1 0 0,-1-1-1 0 0,1 1 1 0 0,-1-1-1 0 0,1 0 0 0 0,0 1 1 0 0,-1-1-1 0 0,1 1 1 0 0,-1 0-1 0 0,1-1 0 0 0,-1 1 1 0 0,0-1-1 0 0,1 1 1 0 0,-1 0-1 0 0,1-1 1 0 0,-1 2-1 0 0,-11 15-458 0 0,-32 11-124 0 0,-12-2 47 0 0,-111 36 1 0 0,-26 10 738 0 0,171-62 12 0 0,0 1 0 0 0,1 1 0 0 0,0 1 0 0 0,0 1 0 0 0,2 0 1 0 0,-26 25-1 0 0,42-37-165 0 0,0 0 0 0 0,0 0 0 0 0,1-1 0 0 0,-1 1 1 0 0,0 1-1 0 0,1-1 0 0 0,-1 0 0 0 0,1 0 0 0 0,0 1 0 0 0,0-1 1 0 0,0 0-1 0 0,0 1 0 0 0,0-1 0 0 0,0 1 0 0 0,1 0 0 0 0,-1-1 1 0 0,1 1-1 0 0,-1 0 0 0 0,1-1 0 0 0,0 1 0 0 0,0-1 0 0 0,1 1 1 0 0,-1 0-1 0 0,0-1 0 0 0,2 4 0 0 0,0-3-9 0 0,-1 1-1 0 0,2-1 1 0 0,-1 0 0 0 0,0 0-1 0 0,1 0 1 0 0,-1-1 0 0 0,1 1-1 0 0,0-1 1 0 0,0 1-1 0 0,0-1 1 0 0,0 0 0 0 0,0 0-1 0 0,0 0 1 0 0,1 0 0 0 0,-1-1-1 0 0,1 0 1 0 0,4 2 0 0 0,43 11 41 0 0,0-3 1 0 0,1-2 0 0 0,0-2-1 0 0,52-1 1 0 0,55 8 90 0 0,-141-11-138 0 0,7 0-33 0 0,0 1-1 0 0,1 1 1 0 0,28 11-1 0 0,-53-16 17 0 0,0 0 0 0 0,0 0 0 0 0,0 0 0 0 0,0 0 0 0 0,0 0 0 0 0,0 1 0 0 0,0-1 0 0 0,0 0 0 0 0,0 1 0 0 0,-1-1 0 0 0,1 1 0 0 0,0-1 0 0 0,0 1 0 0 0,0-1 0 0 0,-1 1-1 0 0,1-1 1 0 0,0 1 0 0 0,-1 0 0 0 0,1-1 0 0 0,0 1 0 0 0,-1 0 0 0 0,1 0 0 0 0,-1 0 0 0 0,1-1 0 0 0,-1 1 0 0 0,1 0 0 0 0,-1 0 0 0 0,0 0 0 0 0,1 0 0 0 0,-1 0 0 0 0,0 0 0 0 0,0 0 0 0 0,0 0 0 0 0,0 0-1 0 0,0 0 1 0 0,0 0 0 0 0,0 0 0 0 0,0 0 0 0 0,0-1 0 0 0,0 1 0 0 0,0 0 0 0 0,-1 0 0 0 0,1 0 0 0 0,0 0 0 0 0,-1 0 0 0 0,1 0 0 0 0,-1 0 0 0 0,1-1 0 0 0,-1 1 0 0 0,1 0 0 0 0,-1 0 0 0 0,1 0-1 0 0,-1-1 1 0 0,0 1 0 0 0,0 0 0 0 0,1-1 0 0 0,-1 1 0 0 0,-1 0 0 0 0,-6 6 31 0 0,0-1-1 0 0,-1 0 1 0 0,-18 10-1 0 0,25-15-23 0 0,-199 93 262 0 0,135-67 92 0 0,1 4-1 0 0,-70 43 0 0 0,127-69-309 0 0,1 0-1 0 0,0 1 1 0 0,0-1-1 0 0,1 1 1 0 0,-1 1-1 0 0,1-1 1 0 0,-7 11-1 0 0,12-15-29 0 0,0 0 1 0 0,0-1-1 0 0,0 1 0 0 0,0 0 0 0 0,0 0 0 0 0,0 0 0 0 0,1 0 0 0 0,-1 0 0 0 0,1 1 0 0 0,-1-1 1 0 0,1 0-1 0 0,0 0 0 0 0,0 0 0 0 0,0 0 0 0 0,0 0 0 0 0,0 1 0 0 0,0-1 0 0 0,1 0 0 0 0,-1 0 1 0 0,1 0-1 0 0,0 0 0 0 0,-1 0 0 0 0,1 0 0 0 0,0 0 0 0 0,0 0 0 0 0,0 0 0 0 0,0-1 1 0 0,0 1-1 0 0,1 0 0 0 0,-1 0 0 0 0,1-1 0 0 0,-1 1 0 0 0,1-1 0 0 0,-1 0 0 0 0,4 3 0 0 0,6 3 3 0 0,0 0 0 0 0,0-1 0 0 0,1 0 0 0 0,0 0 0 0 0,0-2 0 0 0,0 1 0 0 0,1-1-1 0 0,19 3 1 0 0,14 0-26 0 0,46 2 0 0 0,-78-8-44 0 0,9 2-71 0 0,-1-2-1 0 0,0 0 1 0 0,1-1 0 0 0,-1-1-1 0 0,0-2 1 0 0,0 0-1 0 0,23-6 1 0 0,-32-1-4052 0 0,-18 3-2889 0 0,-13 1-162 0 0,6 6 6043 0 0,-19 5-1955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8.482"/>
    </inkml:context>
    <inkml:brush xml:id="br0">
      <inkml:brushProperty name="width" value="0.035" units="cm"/>
      <inkml:brushProperty name="height" value="0.035" units="cm"/>
      <inkml:brushProperty name="color" value="#E71224"/>
    </inkml:brush>
  </inkml:definitions>
  <inkml:trace contextRef="#ctx0" brushRef="#br0">164 146 904 0 0,'31'-60'7158'0'0,"-28"56"-6439"0"0,-1-1 0 0 0,0 0 0 0 0,0-1 0 0 0,-1 1 0 0 0,0 0 0 0 0,1 0 0 0 0,-2-1 0 0 0,1 1 0 0 0,-1 0 0 0 0,0-8 0 0 0,0 11-612 0 0,-1 1 0 0 0,1 0 0 0 0,-1 0 0 0 0,1-1 0 0 0,-1 1 0 0 0,0 0 0 0 0,0 0 0 0 0,0 0 0 0 0,1 0 0 0 0,-1 0 0 0 0,0 0 0 0 0,0 0 0 0 0,0 1 0 0 0,0-1 0 0 0,-1 0 0 0 0,1 1 0 0 0,0-1 0 0 0,0 0 0 0 0,0 1 0 0 0,0-1 0 0 0,-1 1 0 0 0,1 0 0 0 0,0-1 0 0 0,-1 1 0 0 0,1 0 0 0 0,0 0 0 0 0,-1 0 0 0 0,1 0 0 0 0,0 0 0 0 0,0 0 0 0 0,-1 0 0 0 0,1 0 0 0 0,0 0 0 0 0,-1 1 0 0 0,1-1 0 0 0,0 1 0 0 0,0-1 0 0 0,-1 1-1 0 0,-1 0 1 0 0,-50 22 1494 0 0,45-19-1517 0 0,0 1-1 0 0,1 0 0 0 0,0 0 1 0 0,0 1-1 0 0,0 0 0 0 0,1 0 1 0 0,-1 0-1 0 0,1 1 0 0 0,1 0 1 0 0,0 0-1 0 0,0 0 0 0 0,0 1 1 0 0,1 0-1 0 0,0 0 0 0 0,0 0 1 0 0,1 0-1 0 0,0 1 0 0 0,0-1 1 0 0,1 1-1 0 0,0 0 0 0 0,1-1 1 0 0,0 1-1 0 0,0 0 0 0 0,1 0 1 0 0,0 0-1 0 0,1 0 0 0 0,2 11 1 0 0,-2-16-93 0 0,0 0-1 0 0,0-1 1 0 0,1 1 0 0 0,-1 0 0 0 0,1-1-1 0 0,0 1 1 0 0,0-1 0 0 0,0 1 0 0 0,1-1-1 0 0,-1 0 1 0 0,1 0 0 0 0,0 0 0 0 0,0 0 0 0 0,0-1-1 0 0,0 1 1 0 0,0-1 0 0 0,0 0 0 0 0,1 0-1 0 0,-1 0 1 0 0,6 2 0 0 0,-1 0 25 0 0,1-1 0 0 0,0 0 0 0 0,-1-1 0 0 0,1 1-1 0 0,1-2 1 0 0,-1 1 0 0 0,16-1 0 0 0,-60 22 997 0 0,32-21-1009 0 0,0-1-1 0 0,0 1 1 0 0,1 0-1 0 0,-1 0 1 0 0,0 1-1 0 0,1-1 1 0 0,-1 0-1 0 0,1 1 1 0 0,0 0-1 0 0,0-1 1 0 0,0 1-1 0 0,0 0 1 0 0,0 0-1 0 0,1 0 0 0 0,-1 0 1 0 0,1 0-1 0 0,0 1 1 0 0,0-1-1 0 0,-1 6 1 0 0,2-7-17 0 0,0 0-1 0 0,1 1 1 0 0,-1-1 0 0 0,1 0 0 0 0,-1 0-1 0 0,1 0 1 0 0,0 0 0 0 0,0 0 0 0 0,0 0-1 0 0,0 0 1 0 0,0 0 0 0 0,0 0-1 0 0,1 0 1 0 0,-1-1 0 0 0,1 1 0 0 0,-1 0-1 0 0,1-1 1 0 0,-1 1 0 0 0,1-1 0 0 0,0 0-1 0 0,0 1 1 0 0,0-1 0 0 0,0 0 0 0 0,0 0-1 0 0,0 0 1 0 0,0-1 0 0 0,0 1 0 0 0,0 0-1 0 0,0-1 1 0 0,1 1 0 0 0,1-1 0 0 0,41 5-281 0 0,-39-5 298 0 0,1 0-1 0 0,-1 1 1 0 0,1 0-1 0 0,0 0 1 0 0,-1 0-1 0 0,0 1 1 0 0,1 0-1 0 0,-1 0 1 0 0,10 4-1 0 0,-16-5 46 0 0,1 0 0 0 0,0 0 0 0 0,-1-1 0 0 0,1 1 0 0 0,-1 0 0 0 0,1 0 0 0 0,-1 0 0 0 0,1 0 0 0 0,-1 0 0 0 0,0 0 0 0 0,1 0 0 0 0,-1-1 0 0 0,0 1 0 0 0,0 0 0 0 0,0 0 0 0 0,0 0 0 0 0,0 0 0 0 0,0 0 0 0 0,0 0 0 0 0,0 0 0 0 0,0 0-1 0 0,0 0 1 0 0,0 0 0 0 0,0 0 0 0 0,-1 0 0 0 0,1 0 0 0 0,-1 0 0 0 0,1 0 0 0 0,0 0 0 0 0,-1-1 0 0 0,1 1 0 0 0,-1 0 0 0 0,0 0 0 0 0,1 0 0 0 0,-2 1 0 0 0,-27 30 662 0 0,26-29-625 0 0,-26 25 368 0 0,11-11-618 0 0,0 0 1 0 0,2 1-1 0 0,0 0 0 0 0,1 1 1 0 0,-20 34-1 0 0,46-67-15269 0 0,7-13 8105 0 0,-9 7 4795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9.480"/>
    </inkml:context>
    <inkml:brush xml:id="br0">
      <inkml:brushProperty name="width" value="0.035" units="cm"/>
      <inkml:brushProperty name="height" value="0.035" units="cm"/>
      <inkml:brushProperty name="color" value="#E71224"/>
    </inkml:brush>
  </inkml:definitions>
  <inkml:trace contextRef="#ctx0" brushRef="#br0">62 0 2104 0 0,'-3'4'15186'0'0,"-8"15"-11650"0"0,-12 26-3097 0 0,17-28-297 0 0,1 0 0 0 0,1 1 0 0 0,1-1 1 0 0,0 1-1 0 0,1 0 0 0 0,1 0 0 0 0,1 0 0 0 0,0 0 1 0 0,1-1-1 0 0,1 1 0 0 0,5 18 0 0 0,-7-35-189 0 0,0 1 0 0 0,1-1 0 0 0,-1 1 0 0 0,0-1 0 0 0,1 1 0 0 0,0-1 0 0 0,-1 0 0 0 0,1 1 0 0 0,0-1-1 0 0,-1 0 1 0 0,1 1 0 0 0,0-1 0 0 0,0 0 0 0 0,0 0 0 0 0,0 0 0 0 0,0 0 0 0 0,0 0 0 0 0,1 0 0 0 0,-1 0-1 0 0,0 0 1 0 0,0 0 0 0 0,1-1 0 0 0,-1 1 0 0 0,1 0 0 0 0,-1-1 0 0 0,0 1 0 0 0,1-1 0 0 0,-1 0 0 0 0,2 1-1 0 0,1-1-244 0 0,-1-1-1 0 0,0 0 0 0 0,0 1 0 0 0,0-1 0 0 0,0 0 0 0 0,1-1 0 0 0,-1 1 0 0 0,-1 0 1 0 0,1-1-1 0 0,0 0 0 0 0,0 1 0 0 0,4-5 0 0 0,3-3-1237 0 0,-1 1 1 0 0,0-1-1 0 0,0-1 0 0 0,-1 0 0 0 0,0 0 1 0 0,8-13-1 0 0,0-19-1910 0 0,-4-2 933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9.634"/>
    </inkml:context>
    <inkml:brush xml:id="br0">
      <inkml:brushProperty name="width" value="0.035" units="cm"/>
      <inkml:brushProperty name="height" value="0.035" units="cm"/>
      <inkml:brushProperty name="color" value="#E71224"/>
    </inkml:brush>
  </inkml:definitions>
  <inkml:trace contextRef="#ctx0" brushRef="#br0">127 51 2504 0 0,'-20'-19'3920'0'0,"0"7"-160"0"0,-1 3-560 0 0,1 3-640 0 0,2 4-639 0 0,4 1-561 0 0,7 0-400 0 0,4 1-320 0 0,0 2-400 0 0,6-2-160 0 0,4 0-48 0 0,12 2-512 0 0,5-1-640 0 0,8-1-2161 0 0,12 2-1839 0 0,-4 1 400 0 0,0 4 1200 0 0,2 0 1200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0:59.998"/>
    </inkml:context>
    <inkml:brush xml:id="br0">
      <inkml:brushProperty name="width" value="0.035" units="cm"/>
      <inkml:brushProperty name="height" value="0.035" units="cm"/>
      <inkml:brushProperty name="color" value="#E71224"/>
    </inkml:brush>
  </inkml:definitions>
  <inkml:trace contextRef="#ctx0" brushRef="#br0">132 56 4104 0 0,'-35'-8'4455'0'0,"25"7"-3155"0"0,1-1 1 0 0,0-1 0 0 0,-1 1-1 0 0,1-1 1 0 0,0-1 0 0 0,1 0-1 0 0,-1 0 1 0 0,-11-8 0 0 0,20 12-1247 0 0,0 0 1 0 0,0 0-1 0 0,-1 0 1 0 0,1 0 0 0 0,0 0-1 0 0,0 0 1 0 0,0 0-1 0 0,-1 0 1 0 0,1-1 0 0 0,0 1-1 0 0,0 0 1 0 0,0 0 0 0 0,-1 0-1 0 0,1 0 1 0 0,0-1-1 0 0,0 1 1 0 0,0 0 0 0 0,0 0-1 0 0,0 0 1 0 0,0-1-1 0 0,0 1 1 0 0,-1 0 0 0 0,1 0-1 0 0,0-1 1 0 0,0 1-1 0 0,0 0 1 0 0,0 0 0 0 0,0-1-1 0 0,0 1 1 0 0,0 0 0 0 0,0 0-1 0 0,0-1 1 0 0,0 1-1 0 0,0 0 1 0 0,0 0 0 0 0,0 0-1 0 0,1-1 1 0 0,-1 1-1 0 0,0 0 1 0 0,0 0 0 0 0,0-1-1 0 0,12-3 728 0 0,24 4-707 0 0,-33 0 41 0 0,35 2-53 0 0,0 2-1 0 0,58 12 1 0 0,-80-12-97 0 0,0 0 1 0 0,1 2-1 0 0,-2-1 1 0 0,1 2-1 0 0,-1 0 0 0 0,0 1 1 0 0,0 0-1 0 0,16 14 1 0 0,-28-19 32 0 0,0-1 1 0 0,-1 1-1 0 0,1 0 0 0 0,-1 0 1 0 0,0 0-1 0 0,0 0 1 0 0,0 0-1 0 0,0 0 1 0 0,-1 1-1 0 0,1-1 0 0 0,-1 1 1 0 0,0-1-1 0 0,0 1 1 0 0,0-1-1 0 0,0 1 0 0 0,-1 0 1 0 0,1-1-1 0 0,-1 1 1 0 0,0 0-1 0 0,0 0 1 0 0,-1-1-1 0 0,1 1 0 0 0,-1 0 1 0 0,1-1-1 0 0,-1 1 1 0 0,0-1-1 0 0,-1 1 1 0 0,1-1-1 0 0,-1 1 0 0 0,-3 5 1 0 0,-4 7 128 0 0,0-1 0 0 0,-1 1-1 0 0,-1-2 1 0 0,-24 26 0 0 0,14-21 62 0 0,-1 0 0 0 0,-1-2 0 0 0,0 0 0 0 0,-1-2 0 0 0,-43 21 0 0 0,-27 17-85 0 0,93-53-150 0 0,0 1-1 0 0,0-1 1 0 0,0 1 0 0 0,0-1-1 0 0,1 1 1 0 0,-1-1-1 0 0,0 1 1 0 0,0-1-1 0 0,1 1 1 0 0,-1 0-1 0 0,0-1 1 0 0,1 1-1 0 0,-1 0 1 0 0,0 0-1 0 0,1-1 1 0 0,-1 1-1 0 0,1 0 1 0 0,0 0-1 0 0,-1 0 1 0 0,1 0-1 0 0,0 0 1 0 0,-1 1-1 0 0,1-1-139 0 0,1 0 0 0 0,-1-1 0 0 0,1 1 0 0 0,-1-1 0 0 0,1 1 0 0 0,0-1 0 0 0,-1 1 0 0 0,1-1 0 0 0,0 1 0 0 0,-1-1 0 0 0,1 0 0 0 0,0 1 0 0 0,-1-1 0 0 0,1 0 0 0 0,0 1 0 0 0,0-1 0 0 0,-1 0 0 0 0,1 0 0 0 0,0 0 0 0 0,1 0 0 0 0,49 1-8431 0 0,22-11 109 0 0,-33 4 5974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00.192"/>
    </inkml:context>
    <inkml:brush xml:id="br0">
      <inkml:brushProperty name="width" value="0.035" units="cm"/>
      <inkml:brushProperty name="height" value="0.035" units="cm"/>
      <inkml:brushProperty name="color" value="#E71224"/>
    </inkml:brush>
  </inkml:definitions>
  <inkml:trace contextRef="#ctx0" brushRef="#br0">109 359 3144 0 0,'-16'5'2309'0'0,"-33"8"2925"0"0,47-12-4805 0 0,-1 0 0 0 0,1-1-1 0 0,-1 1 1 0 0,1-1 0 0 0,-1 0-1 0 0,1 0 1 0 0,-1 0 0 0 0,0 0 0 0 0,1-1-1 0 0,-1 1 1 0 0,1-1 0 0 0,-1 1-1 0 0,1-1 1 0 0,-4-1 0 0 0,6 1-353 0 0,-1 1-1 0 0,1-1 1 0 0,0 1 0 0 0,-1-1 0 0 0,1 1-1 0 0,0-1 1 0 0,0 1 0 0 0,0-1-1 0 0,-1 1 1 0 0,1-1 0 0 0,0 1 0 0 0,0-1-1 0 0,0 1 1 0 0,0-1 0 0 0,0 1 0 0 0,0-1-1 0 0,0 0 1 0 0,0 1 0 0 0,0-1-1 0 0,0 1 1 0 0,1-1 0 0 0,-1 1 0 0 0,0-1-1 0 0,0 1 1 0 0,0-1 0 0 0,1 1 0 0 0,-1-1-1 0 0,0 1 1 0 0,0-1 0 0 0,1 1 0 0 0,-1 0-1 0 0,0-1 1 0 0,1 1 0 0 0,-1-1-1 0 0,1 1 1 0 0,-1 0 0 0 0,1-1 0 0 0,18-17 497 0 0,-18 18-517 0 0,38-31 173 0 0,1 2 1 0 0,2 3 0 0 0,61-31 0 0 0,144-51-4416 0 0,-138 63-2462 0 0,-28 12-1019 0 0,-57 24 5320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01.948"/>
    </inkml:context>
    <inkml:brush xml:id="br0">
      <inkml:brushProperty name="width" value="0.035" units="cm"/>
      <inkml:brushProperty name="height" value="0.035" units="cm"/>
      <inkml:brushProperty name="color" value="#E71224"/>
    </inkml:brush>
  </inkml:definitions>
  <inkml:trace contextRef="#ctx0" brushRef="#br0">372 79 3144 0 0,'1'-1'479'0'0,"0"0"0"0"0,0 0 0 0 0,1-1 0 0 0,-1 1 1 0 0,0-1-1 0 0,0 1 0 0 0,-1-1 0 0 0,1 0 0 0 0,0 1 0 0 0,0-1 0 0 0,-1 0 0 0 0,1 1 0 0 0,-1-1 0 0 0,1 0 0 0 0,-1 0 1 0 0,0 1-1 0 0,0-1 0 0 0,0 0 0 0 0,0 0 0 0 0,0 0 0 0 0,0 1 0 0 0,-1-3 0 0 0,0 2-133 0 0,0 0 0 0 0,0 0 0 0 0,0 1 0 0 0,0-1-1 0 0,0 0 1 0 0,-1 1 0 0 0,1-1 0 0 0,-1 1 0 0 0,1-1 0 0 0,-1 1-1 0 0,1 0 1 0 0,-1-1 0 0 0,0 1 0 0 0,0 0 0 0 0,0 0 0 0 0,-2-1 0 0 0,-2 0 43 0 0,-1-1 1 0 0,0 1 0 0 0,0 0 0 0 0,0 1 0 0 0,0 0 0 0 0,-1 0 0 0 0,1 0 0 0 0,0 1 0 0 0,0 0 0 0 0,-8 1-1 0 0,5 1-133 0 0,0 0 0 0 0,0 1-1 0 0,0 1 1 0 0,0-1-1 0 0,1 2 1 0 0,0-1-1 0 0,0 1 1 0 0,-14 10-1 0 0,18-11-115 0 0,0 0 0 0 0,0 0 0 0 0,0 1 0 0 0,1-1 0 0 0,-1 1 0 0 0,1 0 0 0 0,0 0 0 0 0,1 1 0 0 0,-1-1 0 0 0,1 1 0 0 0,0 0 1 0 0,1 0-1 0 0,-1 0 0 0 0,-2 11 0 0 0,4-15 43 0 0,-1 1 1 0 0,1-1-1 0 0,-1 1 1 0 0,0-1-1 0 0,0 0 1 0 0,0 1-1 0 0,0-1 1 0 0,0 0 0 0 0,-1 0-1 0 0,1-1 1 0 0,-5 4-1 0 0,-13 12 188 0 0,11-6-354 0 0,1-2-41 0 0,0 1 0 0 0,1-1 0 0 0,0 2 0 0 0,0-1 0 0 0,-5 14 0 0 0,11-22 19 0 0,0 1 0 0 0,0-1 0 0 0,0 0 0 0 0,1 1 0 0 0,-1-1 0 0 0,1 1 0 0 0,-1-1 0 0 0,1 1 0 0 0,0-1 0 0 0,0 1 0 0 0,0-1 0 0 0,1 1 0 0 0,-1-1 0 0 0,0 1 0 0 0,1-1 0 0 0,0 1 0 0 0,-1-1 0 0 0,1 1-1 0 0,0-1 1 0 0,0 0 0 0 0,1 0 0 0 0,-1 1 0 0 0,0-1 0 0 0,1 0 0 0 0,-1 0 0 0 0,1 0 0 0 0,0-1 0 0 0,-1 1 0 0 0,1 0 0 0 0,0-1 0 0 0,4 4 0 0 0,3 0-22 0 0,1 1-1 0 0,-1-1 1 0 0,1-1 0 0 0,0 0 0 0 0,0 0 0 0 0,0-1-1 0 0,1 0 1 0 0,20 2 0 0 0,6-1-123 0 0,45-2 0 0 0,-72-2 143 0 0,-17 0 357 0 0,0 1 1 0 0,0 0 0 0 0,0 0-1 0 0,0 1 1 0 0,-12 5-1 0 0,10-4-453 0 0,0 1-1 0 0,0 0 0 0 0,0 0 1 0 0,1 1-1 0 0,0 0 1 0 0,0 0-1 0 0,0 1 1 0 0,1 1-1 0 0,0-1 1 0 0,0 1-1 0 0,0 0 0 0 0,1 0 1 0 0,-10 16-1 0 0,15-22 109 0 0,1 0-1 0 0,0 0 0 0 0,-1 0 1 0 0,1 0-1 0 0,0 0 0 0 0,0 0 1 0 0,0 1-1 0 0,0-1 0 0 0,0 0 1 0 0,0 0-1 0 0,0 0 0 0 0,0 0 1 0 0,0 0-1 0 0,0 0 0 0 0,1 0 1 0 0,-1 1-1 0 0,0-1 0 0 0,1 0 1 0 0,-1 0-1 0 0,1 0 0 0 0,-1 0 1 0 0,1 0-1 0 0,-1 0 0 0 0,1-1 1 0 0,0 1-1 0 0,0 0 0 0 0,-1 0 1 0 0,1 0-1 0 0,0-1 0 0 0,0 1 1 0 0,0 0-1 0 0,0-1 0 0 0,0 1 1 0 0,0-1-1 0 0,0 1 0 0 0,0-1 1 0 0,0 1-1 0 0,0-1 0 0 0,0 0 1 0 0,0 1-1 0 0,0-1 0 0 0,0 0 1 0 0,1 0-1 0 0,1 0 0 0 0,60 7-117 0 0,-54-7 157 0 0,49 5-58 0 0,-84 27 102 0 0,8-12-24 0 0,13-15-62 0 0,0-1 0 0 0,0 1 0 0 0,1 0 0 0 0,0 0 0 0 0,0 1 0 0 0,0-1 0 0 0,1 1 0 0 0,0 0 0 0 0,0 0 0 0 0,-3 10 0 0 0,6-15 3 0 0,-1-1 1 0 0,1 0 0 0 0,0 0 0 0 0,0 1-1 0 0,0-1 1 0 0,0 0 0 0 0,0 0 0 0 0,1 1-1 0 0,-1-1 1 0 0,0 0 0 0 0,0 1 0 0 0,0-1 0 0 0,0 0-1 0 0,0 0 1 0 0,0 0 0 0 0,0 1 0 0 0,0-1-1 0 0,1 0 1 0 0,-1 0 0 0 0,0 1 0 0 0,0-1-1 0 0,0 0 1 0 0,0 0 0 0 0,1 0 0 0 0,-1 1-1 0 0,0-1 1 0 0,0 0 0 0 0,0 0 0 0 0,1 0-1 0 0,-1 0 1 0 0,0 0 0 0 0,0 0 0 0 0,1 1 0 0 0,-1-1-1 0 0,0 0 1 0 0,0 0 0 0 0,1 0 0 0 0,-1 0-1 0 0,0 0 1 0 0,1 0 0 0 0,-1 0 0 0 0,1 0-1 0 0,-1 0 0 0 0,0 0 1 0 0,0 0-1 0 0,0 0 1 0 0,1 0-1 0 0,-1 0 0 0 0,0 0 1 0 0,0 0-1 0 0,0 0 0 0 0,1 0 1 0 0,-1 0-1 0 0,0 0 1 0 0,0 0-1 0 0,0 0 0 0 0,1 0 1 0 0,-1 0-1 0 0,0 1 1 0 0,0-1-1 0 0,0 0 0 0 0,0 0 1 0 0,1 0-1 0 0,-1 0 0 0 0,0 0 1 0 0,0 1-1 0 0,0-1 1 0 0,0 0-1 0 0,0 0 0 0 0,0 0 1 0 0,0 0-1 0 0,1 1 1 0 0,-1-1-1 0 0,0 0 0 0 0,0 0 1 0 0,0 0-1 0 0,0 1 0 0 0,0-1 1 0 0,0 0-1 0 0,0 0 1 0 0,0 0-1 0 0,0 1 0 0 0,0-1 1 0 0,0 0-1 0 0,0 0 1 0 0,0 0-1 0 0,0 1 0 0 0,0-1 1 0 0,0 0-1 0 0,0 0 1 0 0,-1 0-1 0 0,1 1 0 0 0,0-1 1 0 0,0 0-1 0 0,0 0 0 0 0,0 0 1 0 0,0 0-1 0 0,0 1 1 0 0,0-1-1 0 0,-1 0 0 0 0,1 0 1 0 0,0 0-1 0 0,0 0 1 0 0,0 0-1 0 0,-1 1 0 0 0,0 1 28 0 0,1 0-1 0 0,-1-1 1 0 0,1 1-1 0 0,-1 0 1 0 0,1 0-1 0 0,0 0 1 0 0,-1 0-1 0 0,1 0 1 0 0,0 0-1 0 0,1 1 1 0 0,-1-1-1 0 0,0 0 1 0 0,0 0-1 0 0,1 0 1 0 0,-1-1-1 0 0,1 1 1 0 0,0 0-1 0 0,-1 0 1 0 0,1 0-1 0 0,0 0 1 0 0,0 0-1 0 0,0-1 1 0 0,1 1-1 0 0,-1-1 1 0 0,2 3-1 0 0,0 0-39 0 0,1 1-1 0 0,0 0 0 0 0,0-1 1 0 0,0 0-1 0 0,1 0 1 0 0,0 0-1 0 0,0-1 1 0 0,6 4-1 0 0,-2-2 8 0 0,0-1 0 0 0,1-1 0 0 0,0 1 0 0 0,-1-2 0 0 0,1 1 0 0 0,0-1 0 0 0,0-1 0 0 0,0 0 0 0 0,1 0 0 0 0,-1-1 0 0 0,0 0 0 0 0,0-1 0 0 0,16-3 0 0 0,-23 0 996 0 0,-12 0-6988 0 0,-16-1-12229 0 0,8 5 13540 0 0,-9 2 1308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04.567"/>
    </inkml:context>
    <inkml:brush xml:id="br0">
      <inkml:brushProperty name="width" value="0.035" units="cm"/>
      <inkml:brushProperty name="height" value="0.035" units="cm"/>
      <inkml:brushProperty name="color" value="#E71224"/>
    </inkml:brush>
  </inkml:definitions>
  <inkml:trace contextRef="#ctx0" brushRef="#br0">235 67 664 0 0,'-17'-3'9681'0'0,"-5"-3"-4856"0"0,20 5-4497 0 0,1 1 1 0 0,-1-1-1 0 0,1 1 1 0 0,-1-1-1 0 0,1 1 1 0 0,-1-1-1 0 0,1 0 1 0 0,0 0 0 0 0,-1 0-1 0 0,1 0 1 0 0,0 0-1 0 0,0 0 1 0 0,-1 0-1 0 0,1 0 1 0 0,0 0 0 0 0,0-1-1 0 0,0 1 1 0 0,0 0-1 0 0,1-1 1 0 0,-1 1-1 0 0,-1-4 1 0 0,6 3-62 0 0,1 0 0 0 0,-1 0-1 0 0,1 0 1 0 0,-1 0 0 0 0,1 1 0 0 0,0-1 0 0 0,8 0-1 0 0,-6 0-133 0 0,7-1-85 0 0,-7 0-41 0 0,1 0-1 0 0,0 1 0 0 0,0 0 0 0 0,0 1 1 0 0,0 0-1 0 0,1 0 0 0 0,11 1 0 0 0,-24 4 34 0 0,0 0-1 0 0,0-1 0 0 0,0 1 1 0 0,0-1-1 0 0,-1 0 0 0 0,1-1 1 0 0,-9 5-1 0 0,-50 24 219 0 0,27-14-131 0 0,1 2 1 0 0,-50 34-1 0 0,81-49-117 0 0,-1 0-1 0 0,1 0 1 0 0,0 0 0 0 0,1 0-1 0 0,-1 1 1 0 0,1 0 0 0 0,0-1-1 0 0,0 1 1 0 0,0 1 0 0 0,1-1-1 0 0,0 0 1 0 0,0 1 0 0 0,0-1-1 0 0,0 1 1 0 0,0 5 0 0 0,2-8-12 0 0,-1-1 0 0 0,1 1 1 0 0,0-1-1 0 0,0 1 1 0 0,0 0-1 0 0,0-1 1 0 0,1 1-1 0 0,-1-1 1 0 0,1 1-1 0 0,-1-1 0 0 0,1 1 1 0 0,0-1-1 0 0,0 0 1 0 0,0 1-1 0 0,0-1 1 0 0,1 0-1 0 0,-1 0 1 0 0,1 0-1 0 0,-1 0 1 0 0,1 0-1 0 0,-1 0 0 0 0,1 0 1 0 0,0 0-1 0 0,0-1 1 0 0,0 1-1 0 0,0-1 1 0 0,0 1-1 0 0,1-1 1 0 0,-1 0-1 0 0,0 0 0 0 0,1 0 1 0 0,-1 0-1 0 0,0 0 1 0 0,1-1-1 0 0,3 2 1 0 0,17 1-14 0 0,1 0 1 0 0,-1-1 0 0 0,30-2-1 0 0,-34-1 25 0 0,1 2-1 0 0,-1 0 1 0 0,1 0 0 0 0,-1 2-1 0 0,28 7 1 0 0,-47-10-9 0 0,1 1 0 0 0,-1-1 0 0 0,0 1 0 0 0,1-1 0 0 0,-1 1 0 0 0,0-1 0 0 0,0 1 0 0 0,1 0 0 0 0,-1-1 0 0 0,0 1 0 0 0,0-1 0 0 0,0 1 0 0 0,1 0 0 0 0,-1-1 0 0 0,0 1 0 0 0,0-1 0 0 0,0 1 0 0 0,0 0 0 0 0,0-1 0 0 0,-1 1 0 0 0,1 0 0 0 0,0-1 0 0 0,0 1 0 0 0,0-1 0 0 0,0 1 0 0 0,-1 0 0 0 0,1-1 0 0 0,0 1 0 0 0,0-1 0 0 0,-1 1 0 0 0,1-1 0 0 0,-1 1 0 0 0,1-1 0 0 0,0 1 0 0 0,-1-1 0 0 0,1 0 0 0 0,-1 1 0 0 0,0 0 0 0 0,-17 21 181 0 0,-2-2 98 0 0,-45 33-1 0 0,50-44-269 0 0,1 2-1 0 0,0 0 1 0 0,1 1 0 0 0,0 0-1 0 0,1 1 1 0 0,0 0-1 0 0,1 1 1 0 0,-10 17-1 0 0,19-30-14 0 0,1 1-1 0 0,0-1 1 0 0,0 1-1 0 0,1 0 1 0 0,-1 0-1 0 0,0-1 1 0 0,0 1-1 0 0,1 0 0 0 0,-1 0 1 0 0,1 0-1 0 0,0 0 1 0 0,0 0-1 0 0,-1-1 1 0 0,1 1-1 0 0,0 0 1 0 0,0 0-1 0 0,1 0 0 0 0,-1 0 1 0 0,0 0-1 0 0,1 0 1 0 0,-1 0-1 0 0,1-1 1 0 0,0 1-1 0 0,-1 0 1 0 0,1 0-1 0 0,0-1 0 0 0,0 1 1 0 0,0 0-1 0 0,0-1 1 0 0,0 1-1 0 0,1-1 1 0 0,-1 1-1 0 0,0-1 1 0 0,1 0-1 0 0,-1 0 0 0 0,1 1 1 0 0,-1-1-1 0 0,1 0 1 0 0,0 0-1 0 0,0-1 1 0 0,-1 1-1 0 0,1 0 1 0 0,0 0-1 0 0,3 0 0 0 0,9 3 8 0 0,1-1 0 0 0,0 0 0 0 0,1-1 0 0 0,24 0-1 0 0,-18 0-18 0 0,12-1-105 0 0,31 3-177 0 0,-60-3 295 0 0,-1-1 0 0 0,0 1 1 0 0,1 0-1 0 0,-1 0 0 0 0,0 0 1 0 0,0 1-1 0 0,1 0 0 0 0,-1 0 1 0 0,0 0-1 0 0,5 4 0 0 0,-8-5 28 0 0,0 0-1 0 0,0 1 0 0 0,0-1 1 0 0,0 0-1 0 0,0 0 0 0 0,-1 1 1 0 0,1-1-1 0 0,-1 1 0 0 0,1-1 0 0 0,-1 0 1 0 0,1 1-1 0 0,-1-1 0 0 0,0 1 1 0 0,0-1-1 0 0,0 1 0 0 0,0-1 0 0 0,0 1 1 0 0,0-1-1 0 0,0 1 0 0 0,0-1 1 0 0,0 1-1 0 0,-1-1 0 0 0,1 1 0 0 0,-1-1 1 0 0,1 1-1 0 0,-1-1 0 0 0,1 0 1 0 0,-1 1-1 0 0,0-1 0 0 0,-1 2 1 0 0,-31 41 486 0 0,28-39-414 0 0,-71 70 315 0 0,50-51-474 0 0,-44 51 0 0 0,70-74-25 0 0,-1-1 1 0 0,0 0 0 0 0,1 1-1 0 0,-1-1 1 0 0,1 0 0 0 0,-1 1-1 0 0,1-1 1 0 0,0 1-1 0 0,-1-1 1 0 0,1 1 0 0 0,-1-1-1 0 0,1 1 1 0 0,0-1 0 0 0,-1 1-1 0 0,1 0 1 0 0,0-1-1 0 0,0 1 1 0 0,-1-1 0 0 0,1 1-1 0 0,0 0 1 0 0,0-1 0 0 0,0 1-1 0 0,0 0 1 0 0,0-1-1 0 0,0 1 1 0 0,0 0 0 0 0,0-1-1 0 0,0 1 1 0 0,0 0 0 0 0,0-1-1 0 0,0 1 1 0 0,1-1-1 0 0,-1 1 1 0 0,0 0 0 0 0,1 0-1 0 0,23-5-3136 0 0,36-24-3713 0 0,39-31-2704 0 0,-48 27 6588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04.845"/>
    </inkml:context>
    <inkml:brush xml:id="br0">
      <inkml:brushProperty name="width" value="0.035" units="cm"/>
      <inkml:brushProperty name="height" value="0.035" units="cm"/>
      <inkml:brushProperty name="color" value="#E71224"/>
    </inkml:brush>
  </inkml:definitions>
  <inkml:trace contextRef="#ctx0" brushRef="#br0">109 9 2504 0 0,'0'0'285'0'0,"0"0"1"0"0,0-1-1 0 0,0 1 1 0 0,0 0-1 0 0,0 0 1 0 0,0-1-1 0 0,0 1 0 0 0,0 0 1 0 0,0 0-1 0 0,-3-5 5423 0 0,3 5-5422 0 0,0 0-1 0 0,0 0 0 0 0,-1-1 1 0 0,1 1-1 0 0,0 0 1 0 0,0 0-1 0 0,-1 0 0 0 0,1 0 1 0 0,0 0-1 0 0,0 0 1 0 0,-1 0-1 0 0,1 0 1 0 0,0 0-1 0 0,-1 0 0 0 0,-14 8 3330 0 0,-12 18-2646 0 0,17-11-521 0 0,0 1 0 0 0,0 0 0 0 0,-8 21 0 0 0,16-32-433 0 0,0-1-1 0 0,1 0 1 0 0,-1 1-1 0 0,1-1 1 0 0,0 1-1 0 0,0-1 1 0 0,0 1-1 0 0,1 0 0 0 0,-1-1 1 0 0,1 1-1 0 0,0 0 1 0 0,0 0-1 0 0,1-1 1 0 0,0 1-1 0 0,0-1 1 0 0,0 1-1 0 0,0 0 1 0 0,3 6-1 0 0,-3-9-76 0 0,0-1 0 0 0,0 0 0 0 0,0 1 0 0 0,1-1 1 0 0,-1 0-1 0 0,0 0 0 0 0,1 1 0 0 0,-1-1 0 0 0,0 0 0 0 0,1 0 0 0 0,-1-1 0 0 0,1 1 0 0 0,0 0 1 0 0,-1 0-1 0 0,1-1 0 0 0,0 1 0 0 0,-1-1 0 0 0,1 0 0 0 0,3 1 0 0 0,0-1-327 0 0,0 0 0 0 0,0 0 0 0 0,0 0 0 0 0,0-1 0 0 0,0 0 0 0 0,10-3 1 0 0,1-1-1771 0 0,0-2 0 0 0,0 0 1 0 0,16-10-1 0 0,-19 9 759 0 0,1-1 0 0 0,-1 0 0 0 0,-1-1 0 0 0,13-13 0 0 0,6-12-547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04.989"/>
    </inkml:context>
    <inkml:brush xml:id="br0">
      <inkml:brushProperty name="width" value="0.035" units="cm"/>
      <inkml:brushProperty name="height" value="0.035" units="cm"/>
      <inkml:brushProperty name="color" value="#E71224"/>
    </inkml:brush>
  </inkml:definitions>
  <inkml:trace contextRef="#ctx0" brushRef="#br0">66 44 3144 0 0,'-25'7'4480'0'0,"9"-1"-720"0"0,3-10-800 0 0,6-4-799 0 0,2 2-801 0 0,8 5-560 0 0,6-7-400 0 0,10 3-448 0 0,8 7-912 0 0,10 2-1281 0 0,15-6-1839 0 0,-1-9-320 0 0,-9-1 960 0 0,-10 6 960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06.681"/>
    </inkml:context>
    <inkml:brush xml:id="br0">
      <inkml:brushProperty name="width" value="0.035" units="cm"/>
      <inkml:brushProperty name="height" value="0.035" units="cm"/>
      <inkml:brushProperty name="color" value="#E71224"/>
    </inkml:brush>
  </inkml:definitions>
  <inkml:trace contextRef="#ctx0" brushRef="#br0">89 47 3144 0 0,'2'-14'1269'0'0,"-1"-11"4788"0"0,-3 18-309 0 0,0 26-2635 0 0,-7 223 1659 0 0,5-66-3610 0 0,-41 210-11 0 0,21-216-1217 0 0,22-157-118 0 0,1-7-77 0 0,0-1 0 0 0,0 1 0 0 0,1 0 0 0 0,-1-1 0 0 0,1 1 0 0 0,1 0 0 0 0,-1-1 0 0 0,2 8 0 0 0,4-11-917 0 0,3-11 501 0 0,6-15-108 0 0,9-26-272 0 0,25-76 0 0 0,-26 49 256 0 0,21-128-1 0 0,0-275 5300 0 0,-44 460-3720 0 0,0 16-392 0 0,0-1 0 0 0,0 0 0 0 0,0 1 0 0 0,0-1 0 0 0,1 1 1 0 0,0-1-1 0 0,2-6 0 0 0,24 48 2081 0 0,-6-2-2417 0 0,-2 1 0 0 0,-2 0 1 0 0,-1 2-1 0 0,-1 0 0 0 0,11 53 1 0 0,-22-75-19 0 0,0 0 0 0 0,-1 0 1 0 0,-1 0-1 0 0,-1 0 1 0 0,0 1-1 0 0,-2-1 1 0 0,1 0-1 0 0,-2 1 0 0 0,0-1 1 0 0,-1 0-1 0 0,-1 0 1 0 0,0 0-1 0 0,-1-1 1 0 0,-1 1-1 0 0,0-1 0 0 0,-10 16 1 0 0,9-21 23 0 0,0-1 0 0 0,-1 0 0 0 0,0-1 0 0 0,-1 0 1 0 0,0 0-1 0 0,0-1 0 0 0,-1 0 0 0 0,1 0 0 0 0,-2-1 0 0 0,1 0 0 0 0,-1-1 0 0 0,1-1 1 0 0,-1 1-1 0 0,-1-2 0 0 0,1 1 0 0 0,0-1 0 0 0,-1-1 0 0 0,0 0 0 0 0,1-1 0 0 0,-17 0 1 0 0,26-1-170 0 0,1 0 0 0 0,0 0 0 0 0,-1 0 0 0 0,1 0 0 0 0,-1 0 0 0 0,1 0 0 0 0,0 0 0 0 0,-1-1 0 0 0,1 1 0 0 0,0 0 0 0 0,-1-1 0 0 0,1 1 0 0 0,0-1 0 0 0,0 0 0 0 0,-1 1 0 0 0,1-1 0 0 0,0 0 0 0 0,0 0 0 0 0,0 1 0 0 0,0-1 0 0 0,0 0 0 0 0,0 0 0 0 0,0 0 1 0 0,0-1-1 0 0,0 1 0 0 0,0 0 0 0 0,1 0 0 0 0,-1 0 0 0 0,0-1 0 0 0,1 1 0 0 0,-1 0 0 0 0,1 0 0 0 0,0-1 0 0 0,-1 1 0 0 0,1 0 0 0 0,0-1 0 0 0,0 1 0 0 0,0-1 0 0 0,0 1 0 0 0,0 0 0 0 0,0-1 0 0 0,0 1 0 0 0,0-1 0 0 0,0 1 0 0 0,1 0 0 0 0,-1-1 0 0 0,1 1 0 0 0,-1 0 0 0 0,1-1 1 0 0,-1 1-1 0 0,1 0 0 0 0,1-1 0 0 0,1-6-1251 0 0,2 0 0 0 0,-1 0 0 0 0,1 1 0 0 0,0 0 0 0 0,0 0 1 0 0,13-11-1 0 0,-2 3-1810 0 0,0 2 1 0 0,1 0-1 0 0,28-15 1 0 0,-22 18 1293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07.027"/>
    </inkml:context>
    <inkml:brush xml:id="br0">
      <inkml:brushProperty name="width" value="0.035" units="cm"/>
      <inkml:brushProperty name="height" value="0.035" units="cm"/>
      <inkml:brushProperty name="color" value="#E71224"/>
    </inkml:brush>
  </inkml:definitions>
  <inkml:trace contextRef="#ctx0" brushRef="#br0">452 7 2904 0 0,'-9'-7'7502'0'0,"-8"9"-4154"0"0,-16 11-946 0 0,31-12-2040 0 0,-18 9 229 0 0,1 2 0 0 0,0 0 1 0 0,1 1-1 0 0,1 1 0 0 0,0 0 0 0 0,1 1 1 0 0,0 1-1 0 0,1 1 0 0 0,1 0 0 0 0,-17 27 1 0 0,9-10-186 0 0,3 1 0 0 0,0 1 0 0 0,2 1-1 0 0,-22 74 1 0 0,18-33 1 0 0,3 1-1 0 0,-10 109 0 0 0,24-140-955 0 0,2 0 0 0 0,3 1 1 0 0,1-1-1 0 0,2 0 0 0 0,14 61 0 0 0,-15-99-532 0 0,0 1 0 0 0,0-1 0 0 0,1 0 0 0 0,0 0 0 0 0,9 15 0 0 0,-12-24 703 0 0,0 1 0 0 0,0 0 0 0 0,0 0 0 0 0,0-1 0 0 0,1 1 0 0 0,-1 0 0 0 0,0-1 0 0 0,1 1 0 0 0,0-1 0 0 0,-1 0 0 0 0,1 1 0 0 0,0-1 0 0 0,-1 0 0 0 0,1 0 0 0 0,0 0 0 0 0,0 0 0 0 0,0 0 0 0 0,0-1 0 0 0,0 1 0 0 0,0-1 0 0 0,0 1 0 0 0,0-1 0 0 0,0 0 0 0 0,0 1 0 0 0,0-1 0 0 0,0 0 0 0 0,0-1 0 0 0,0 1 0 0 0,1 0 0 0 0,-1 0 0 0 0,0-1 0 0 0,0 1 0 0 0,0-1 0 0 0,0 0 0 0 0,3-2 0 0 0,15-11-1889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26.300"/>
    </inkml:context>
    <inkml:brush xml:id="br0">
      <inkml:brushProperty name="width" value="0.035" units="cm"/>
      <inkml:brushProperty name="height" value="0.035" units="cm"/>
      <inkml:brushProperty name="color" value="#E71224"/>
    </inkml:brush>
  </inkml:definitions>
  <inkml:trace contextRef="#ctx0" brushRef="#br0">350 44 2584 0 0,'1'0'467'0'0,"0"0"1"0"0,1 0-1 0 0,-1 0 0 0 0,1 0 1 0 0,-1 0-1 0 0,0 0 1 0 0,1 0-1 0 0,-1-1 0 0 0,1 1 1 0 0,-1-1-1 0 0,0 1 0 0 0,1-1 1 0 0,-1 1-1 0 0,0-1 0 0 0,0 0 1 0 0,0 0-1 0 0,1 1 0 0 0,-1-1 1 0 0,0 0-1 0 0,0 0 1 0 0,0 0-1 0 0,0 0 0 0 0,0 0 1 0 0,-1 0-1 0 0,1-1 0 0 0,0 1 1 0 0,0 0-1 0 0,-1 0 0 0 0,1-1 1 0 0,-1 1-1 0 0,1 0 0 0 0,-1-1 1 0 0,1 1-1 0 0,-1 0 1 0 0,0-3-1 0 0,3-5 215 0 0,-3 9-607 0 0,-1-1-1 0 0,0 1 0 0 0,1-1 1 0 0,-1 1-1 0 0,1 0 0 0 0,-1-1 1 0 0,0 1-1 0 0,1 0 1 0 0,-1 0-1 0 0,0-1 0 0 0,1 1 1 0 0,-1 0-1 0 0,0 0 0 0 0,0 0 1 0 0,1 0-1 0 0,-1 0 0 0 0,0 0 1 0 0,1 0-1 0 0,-1 0 1 0 0,0 0-1 0 0,0 0 0 0 0,1 1 1 0 0,-1-1-1 0 0,0 0 0 0 0,1 0 1 0 0,-1 1-1 0 0,-1-1 0 0 0,-28 7 97 0 0,28-6-90 0 0,-21 4-74 0 0,0 2 0 0 0,1 0 0 0 0,0 2 0 0 0,0 1-1 0 0,1 0 1 0 0,0 1 0 0 0,-29 22 0 0 0,43-27-12 0 0,-1-1 0 0 0,1 2 0 0 0,1-1 0 0 0,0 1 0 0 0,-1-1 0 0 0,2 2 0 0 0,-1-1 0 0 0,1 1 0 0 0,0 0-1 0 0,1 0 1 0 0,0 0 0 0 0,0 0 0 0 0,1 1 0 0 0,0-1 0 0 0,1 1 0 0 0,-1 0 0 0 0,2 0 0 0 0,-1 0 0 0 0,1 0 0 0 0,1 1 0 0 0,-1-1-1 0 0,3 13 1 0 0,-1-14-5 0 0,0-1 0 0 0,1 0 0 0 0,0 0 0 0 0,1-1-1 0 0,0 1 1 0 0,0 0 0 0 0,0-1 0 0 0,1 1-1 0 0,0-1 1 0 0,0 0 0 0 0,0-1 0 0 0,1 1 0 0 0,0-1-1 0 0,0 1 1 0 0,0-2 0 0 0,1 1 0 0 0,0 0 0 0 0,-1-1-1 0 0,2 0 1 0 0,-1-1 0 0 0,0 1 0 0 0,12 3 0 0 0,-7-2 10 0 0,1-1 0 0 0,0 0 0 0 0,1-1 0 0 0,-1-1 1 0 0,0 1-1 0 0,1-2 0 0 0,0 0 0 0 0,-1-1 1 0 0,1 0-1 0 0,-1 0 0 0 0,1-2 0 0 0,16-2 0 0 0,-29 3 16 0 0,-1 1-1 0 0,1 0 1 0 0,0 0-1 0 0,0 0 1 0 0,0 0-1 0 0,0 0 1 0 0,0 0-1 0 0,0 0 1 0 0,0 0-1 0 0,0 0 1 0 0,0 0-1 0 0,0 0 1 0 0,0 0-1 0 0,0-1 1 0 0,0 1-1 0 0,0 0 1 0 0,-1 0-1 0 0,1 0 1 0 0,0 0-1 0 0,0 0 1 0 0,0 0-1 0 0,0 0 1 0 0,0 0-1 0 0,0 0 1 0 0,0-1-1 0 0,0 1 1 0 0,0 0-1 0 0,0 0 1 0 0,0 0-1 0 0,0 0 1 0 0,0 0-1 0 0,1 0 1 0 0,-1 0-1 0 0,0 0 1 0 0,0-1-1 0 0,0 1 1 0 0,0 0-1 0 0,0 0 1 0 0,0 0-1 0 0,0 0 1 0 0,0 0-1 0 0,0 0 1 0 0,0 0-1 0 0,0 0 1 0 0,0 0-1 0 0,0 0 1 0 0,0 0-1 0 0,1 0 1 0 0,-1-1-1 0 0,0 1 1 0 0,0 0-1 0 0,0 0 1 0 0,0 0-1 0 0,0 0 1 0 0,-18-4 328 0 0,-26 0-274 0 0,30 8-110 0 0,0 0 1 0 0,0 0-1 0 0,0 2 0 0 0,0 0 0 0 0,1 0 1 0 0,0 1-1 0 0,0 1 0 0 0,1 0 0 0 0,0 0 1 0 0,0 2-1 0 0,-15 15 0 0 0,18-16 49 0 0,-1 1 1 0 0,2 0-1 0 0,-1 0 0 0 0,2 1 1 0 0,-1 0-1 0 0,1 1 0 0 0,1-1 1 0 0,0 1-1 0 0,1 1 0 0 0,0-1 0 0 0,1 1 1 0 0,0 0-1 0 0,-2 14 0 0 0,6-20 11 0 0,-1 1 0 0 0,1-1 0 0 0,0 1 0 0 0,0-1 0 0 0,1 1 0 0 0,0-1 0 0 0,0 0 0 0 0,1 1 0 0 0,0-1 0 0 0,0 0 0 0 0,1 0 0 0 0,0 0 0 0 0,0 0 0 0 0,1-1 0 0 0,0 1 0 0 0,0-1 0 0 0,0 0 0 0 0,1 0 0 0 0,-1 0 0 0 0,2-1 0 0 0,-1 0 0 0 0,0 0 0 0 0,1 0 0 0 0,0 0 0 0 0,0-1 0 0 0,1 0 0 0 0,-1-1 0 0 0,1 1 0 0 0,0-1 0 0 0,0 0 0 0 0,10 2 0 0 0,-3-1 39 0 0,1-2 0 0 0,-1 0 0 0 0,0 0 0 0 0,1-1 0 0 0,-1-1 0 0 0,1 0 0 0 0,-1-1 0 0 0,0-1 0 0 0,1 0 0 0 0,-1-1 0 0 0,18-6 0 0 0,-15 3-2658 0 0,-1-1 1 0 0,28-16-1 0 0,-30 15-824 0 0,0 0-1 0 0,0 2 1 0 0,30-11-1 0 0,-10 8 971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27.138"/>
    </inkml:context>
    <inkml:brush xml:id="br0">
      <inkml:brushProperty name="width" value="0.035" units="cm"/>
      <inkml:brushProperty name="height" value="0.035" units="cm"/>
      <inkml:brushProperty name="color" value="#E71224"/>
    </inkml:brush>
  </inkml:definitions>
  <inkml:trace contextRef="#ctx0" brushRef="#br0">29 46 1384 0 0,'-3'-9'18368'0'0,"5"19"-18335"0"0,4 17 298 0 0,-2 0 1 0 0,-1 0 0 0 0,-1 1 0 0 0,-1 30 0 0 0,0-1-71 0 0,-6 294 267 0 0,-2-104-403 0 0,6-270 86 0 0,-1 0 0 0 0,-8-32 0 0 0,-3-23-71 0 0,8 14-57 0 0,3 0-1 0 0,11-121 1 0 0,-5 158-79 0 0,0 1 0 0 0,2-1-1 0 0,0 0 1 0 0,2 1 0 0 0,1 1 0 0 0,1-1-1 0 0,1 2 1 0 0,2-1 0 0 0,21-32 0 0 0,-28 50-15 0 0,0 0 1 0 0,0 0-1 0 0,1 0 1 0 0,0 1-1 0 0,0 0 1 0 0,0 0 0 0 0,1 1-1 0 0,0 0 1 0 0,0 0-1 0 0,1 1 1 0 0,-1 0-1 0 0,1 1 1 0 0,0 0-1 0 0,-1 0 1 0 0,2 0-1 0 0,11-1 1 0 0,-13 3 13 0 0,0 1 0 0 0,0-1 0 0 0,-1 2 0 0 0,1-1 1 0 0,0 1-1 0 0,0 0 0 0 0,-1 0 0 0 0,1 1 0 0 0,0 0 0 0 0,-1 0 0 0 0,0 1 1 0 0,1 0-1 0 0,-1 0 0 0 0,0 1 0 0 0,-1 0 0 0 0,1 0 0 0 0,-1 1 0 0 0,0 0 0 0 0,0 0 1 0 0,6 6-1 0 0,-7-6-20 0 0,-1 1 0 0 0,1 0 0 0 0,-1 0-1 0 0,-1 0 1 0 0,1 0 0 0 0,-1 0 0 0 0,0 1 0 0 0,0 0 0 0 0,-1-1 0 0 0,0 1 0 0 0,0 0 0 0 0,2 14 0 0 0,-3-9 24 0 0,-1 0 0 0 0,0 0 0 0 0,-1 0 0 0 0,0 0 0 0 0,-1 0 0 0 0,0-1 0 0 0,-5 15 0 0 0,-2 0 63 0 0,-2 0 0 0 0,0 0-1 0 0,-2-1 1 0 0,-1 0 0 0 0,-31 41 0 0 0,-17 8 195 0 0,56-68-355 0 0,-1 0 0 0 0,1 0 0 0 0,-1-1 0 0 0,0 0 0 0 0,0 0 0 0 0,-1-1 0 0 0,1 0 0 0 0,-1 0 0 0 0,-10 3 0 0 0,16-7-95 0 0,1 1 0 0 0,-1-1 0 0 0,0 0 0 0 0,1 1-1 0 0,-1-1 1 0 0,0 0 0 0 0,1 0 0 0 0,-1 0 0 0 0,0 0-1 0 0,1 0 1 0 0,-1 0 0 0 0,0-1 0 0 0,1 1-1 0 0,-4-2 1 0 0,4 2-174 0 0,0-1 0 0 0,0 0-1 0 0,0 0 1 0 0,0 0 0 0 0,0 0 0 0 0,0 0-1 0 0,0 0 1 0 0,0 0 0 0 0,0 0-1 0 0,0-1 1 0 0,1 1 0 0 0,-1 0-1 0 0,0 0 1 0 0,1-1 0 0 0,-1 1 0 0 0,1 0-1 0 0,0-1 1 0 0,-1 1 0 0 0,1-1-1 0 0,0 1 1 0 0,0 0 0 0 0,0-3 0 0 0,5-38-7376 0 0,3 19 5897 0 0,5-4-95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27.578"/>
    </inkml:context>
    <inkml:brush xml:id="br0">
      <inkml:brushProperty name="width" value="0.035" units="cm"/>
      <inkml:brushProperty name="height" value="0.035" units="cm"/>
      <inkml:brushProperty name="color" value="#E71224"/>
    </inkml:brush>
  </inkml:definitions>
  <inkml:trace contextRef="#ctx0" brushRef="#br0">271 3 264 0 0,'-5'-2'10471'0'0,"-8"7"-6499"0"0,-9 8-1428 0 0,6 2-2094 0 0,1 0 0 0 0,1 1 0 0 0,0 0 0 0 0,2 1 0 0 0,-1 0 0 0 0,2 1 0 0 0,0 1 0 0 0,2 0 0 0 0,0 0 0 0 0,-7 23 0 0 0,-2 10-300 0 0,3 2 0 0 0,-14 90 0 0 0,15-35-312 0 0,4 0 0 0 0,5 0 0 0 0,10 114 0 0 0,-4-211-506 0 0,1-1 0 0 0,0 1-1 0 0,0 0 1 0 0,5 12 0 0 0,-6-22 118 0 0,0 1 0 0 0,1 0 0 0 0,-1 0-1 0 0,0-1 1 0 0,1 1 0 0 0,0-1 0 0 0,-1 1 0 0 0,1-1 0 0 0,0 0 0 0 0,3 2 0 0 0,-4-3 161 0 0,0 0 1 0 0,0 0-1 0 0,0-1 1 0 0,0 1-1 0 0,0-1 0 0 0,0 1 1 0 0,0-1-1 0 0,0 0 1 0 0,1 1-1 0 0,-1-1 0 0 0,0 0 1 0 0,0 0-1 0 0,1 0 1 0 0,-1 0-1 0 0,0 0 0 0 0,0 0 1 0 0,0 0-1 0 0,1 0 1 0 0,-1 0-1 0 0,0 0 0 0 0,0-1 1 0 0,0 1-1 0 0,1-1 1 0 0,1 0-1 0 0,9-7-1891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29.014"/>
    </inkml:context>
    <inkml:brush xml:id="br0">
      <inkml:brushProperty name="width" value="0.035" units="cm"/>
      <inkml:brushProperty name="height" value="0.035" units="cm"/>
      <inkml:brushProperty name="color" value="#E71224"/>
    </inkml:brush>
  </inkml:definitions>
  <inkml:trace contextRef="#ctx0" brushRef="#br0">55 15 3144 0 0,'-6'-3'10302'0'0,"-21"-8"-5297"0"0,26 11-4886 0 0,0 0 0 0 0,0 0 0 0 0,0 0 0 0 0,0-1 0 0 0,0 2 0 0 0,0-1 0 0 0,-1 0 0 0 0,1 0 0 0 0,0 0 0 0 0,0 0 0 0 0,0 1 0 0 0,0-1 0 0 0,0 0 0 0 0,0 1 0 0 0,0-1 1 0 0,0 1-1 0 0,0 0 0 0 0,0-1 0 0 0,-1 2 0 0 0,3-2-96 0 0,-1 1 0 0 0,0 0 1 0 0,1 0-1 0 0,-1-1 1 0 0,0 1-1 0 0,1-1 1 0 0,-1 1-1 0 0,1 0 1 0 0,-1-1-1 0 0,1 1 0 0 0,-1-1 1 0 0,1 1-1 0 0,-1-1 1 0 0,1 1-1 0 0,0-1 1 0 0,-1 1-1 0 0,1-1 1 0 0,0 0-1 0 0,-1 1 1 0 0,1-1-1 0 0,0 0 0 0 0,0 0 1 0 0,-1 1-1 0 0,1-1 1 0 0,0 0-1 0 0,1 0 1 0 0,12 5-24 0 0,12 4 9 0 0,45 23-1 0 0,-65-29-7 0 0,0 0 1 0 0,0 1-1 0 0,-1 0 0 0 0,1 0 0 0 0,-1 0 0 0 0,0 1 0 0 0,0 0 0 0 0,-1 0 0 0 0,1 0 0 0 0,-1 0 0 0 0,0 1 0 0 0,-1 0 0 0 0,4 6 0 0 0,-6-9 9 0 0,0 0 0 0 0,-1 0 0 0 0,1 0 0 0 0,-1 0 0 0 0,1 1 0 0 0,-1-1 0 0 0,0 0 0 0 0,0 0 0 0 0,-1 1 0 0 0,1-1 0 0 0,-1 0 0 0 0,0 0 0 0 0,1 0 0 0 0,-1 0 0 0 0,-1 0 0 0 0,1 0 0 0 0,0 0 0 0 0,-1 0 0 0 0,1 0 0 0 0,-1 0 0 0 0,-4 4 0 0 0,-5 6 101 0 0,0 1 0 0 0,-24 20 1 0 0,17-17-58 0 0,10-9 53 0 0,-20 24-269 0 0,28-31 152 0 0,-1-1 1 0 0,1 1 0 0 0,0-1-1 0 0,0 1 1 0 0,0-1 0 0 0,-1 1-1 0 0,1-1 1 0 0,0 1 0 0 0,0-1-1 0 0,0 1 1 0 0,0-1 0 0 0,0 1-1 0 0,0-1 1 0 0,0 1 0 0 0,0-1-1 0 0,1 1 1 0 0,-1-1 0 0 0,0 1-1 0 0,0-1 1 0 0,0 1 0 0 0,0-1-1 0 0,1 1 1 0 0,-1-1 0 0 0,0 1-1 0 0,1 0 1 0 0,21 7-221 0 0,55-3 256 0 0,-56-4-18 0 0,0 0 0 0 0,0 1 0 0 0,-1 1 0 0 0,1 1 0 0 0,20 6 0 0 0,-39-9-11 0 0,1 0 0 0 0,0 0 0 0 0,-1 0-1 0 0,0 1 1 0 0,1-1 0 0 0,-1 1 0 0 0,0-1-1 0 0,1 1 1 0 0,-1 0 0 0 0,0 0 0 0 0,0-1-1 0 0,-1 1 1 0 0,1 1 0 0 0,0-1 0 0 0,-1 0-1 0 0,1 0 1 0 0,-1 1 0 0 0,1-1 0 0 0,-1 1-1 0 0,0-1 1 0 0,0 1 0 0 0,-1-1 0 0 0,1 1-1 0 0,0 0 1 0 0,0 3 0 0 0,-1 5 2 0 0,0 0 0 0 0,-1 1 0 0 0,0-1 0 0 0,-1 0 0 0 0,-3 13 0 0 0,3-18-11 0 0,0 1 1 0 0,0 0-1 0 0,1 0 1 0 0,0 0-1 0 0,0 0 1 0 0,1 0-1 0 0,0 0 1 0 0,0 0-1 0 0,1 0 1 0 0,0 0-1 0 0,0 0 1 0 0,4 13-1 0 0,-5-19 43 0 0,1 1-1 0 0,0-1 0 0 0,-1 1 0 0 0,1-1 0 0 0,-1 1 1 0 0,0-1-1 0 0,1 1 0 0 0,-1-1 0 0 0,0 1 0 0 0,0 0 1 0 0,0-1-1 0 0,0 1 0 0 0,0 0 0 0 0,0-1 0 0 0,-1 1 1 0 0,1-1-1 0 0,0 1 0 0 0,-1-1 0 0 0,1 1 0 0 0,-1-1 1 0 0,0 1-1 0 0,0-1 0 0 0,-1 2 0 0 0,-1 2 28 0 0,0-1-1 0 0,-1 0 1 0 0,1 0-1 0 0,-1 0 1 0 0,0 0-1 0 0,-1-1 1 0 0,-5 4-1 0 0,-9 5 51 0 0,-1 0-1 0 0,-31 11 0 0 0,50-22-107 0 0,-17 3 144 0 0,10-1-512 0 0,21 2-16 0 0,17 0 326 0 0,-25-4 30 0 0,0-1-1 0 0,0 1 1 0 0,0 0-1 0 0,-1 0 1 0 0,1 0-1 0 0,0 0 1 0 0,-1 1-1 0 0,1 0 1 0 0,-1 0-1 0 0,1 1 1 0 0,6 3-1 0 0,-11-5 34 0 0,1 0 0 0 0,-1 0-1 0 0,0 0 1 0 0,1-1 0 0 0,-1 1 0 0 0,0 0-1 0 0,1 0 1 0 0,-1 0 0 0 0,0 0 0 0 0,0 0-1 0 0,0 0 1 0 0,0 0 0 0 0,0-1 0 0 0,0 1 0 0 0,0 0-1 0 0,0 0 1 0 0,0 0 0 0 0,0 0 0 0 0,-1 0-1 0 0,1 0 1 0 0,0 0 0 0 0,-1-1 0 0 0,1 1 0 0 0,0 0-1 0 0,-1 0 1 0 0,1 0 0 0 0,-1-1 0 0 0,1 1-1 0 0,-1 0 1 0 0,0-1 0 0 0,1 1 0 0 0,-1 0-1 0 0,-1 0 1 0 0,-29 29-651 0 0,18-19-1243 0 0,-8 17-11622 0 0,19-25 10928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29.719"/>
    </inkml:context>
    <inkml:brush xml:id="br0">
      <inkml:brushProperty name="width" value="0.035" units="cm"/>
      <inkml:brushProperty name="height" value="0.035" units="cm"/>
      <inkml:brushProperty name="color" value="#E71224"/>
    </inkml:brush>
  </inkml:definitions>
  <inkml:trace contextRef="#ctx0" brushRef="#br0">100 0 264 0 0,'-41'3'9938'0'0,"33"-2"-8279"0"0,0 0 0 0 0,0 1 1 0 0,0 0-1 0 0,0 0 1 0 0,-11 5-1 0 0,57 7 1028 0 0,-21-7-2627 0 0,144 39 90 0 0,-125-39-122 0 0,0 2 1 0 0,-1 1-1 0 0,0 2 0 0 0,0 2 0 0 0,36 19 1 0 0,-68-31-44 0 0,0 0 0 0 0,0 0 0 0 0,0 0 1 0 0,0 1-1 0 0,0-1 0 0 0,0 1 0 0 0,0-1 1 0 0,-1 1-1 0 0,1 0 0 0 0,-1 0 0 0 0,0 0 0 0 0,0 0 1 0 0,0 1-1 0 0,0-1 0 0 0,-1 0 0 0 0,1 1 1 0 0,-1 0-1 0 0,0-1 0 0 0,0 1 0 0 0,0 0 0 0 0,-1-1 1 0 0,1 1-1 0 0,-1 4 0 0 0,0-2 29 0 0,-1 1 0 0 0,0-1 0 0 0,-1 0 0 0 0,0 0 0 0 0,0 0 0 0 0,0-1-1 0 0,0 1 1 0 0,-1 0 0 0 0,0-1 0 0 0,0 0 0 0 0,-1 1 0 0 0,1-1 0 0 0,-7 7 0 0 0,-17 15 188 0 0,-1-1 0 0 0,-1 0 1 0 0,-42 26-1 0 0,38-28-145 0 0,0 1-1 0 0,-50 52 0 0 0,79-73-9 0 0,-15 19-1196 0 0,18-16-1389 0 0,15-11-2195 0 0,54-22-7908 0 0,-39 19 10308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29.970"/>
    </inkml:context>
    <inkml:brush xml:id="br0">
      <inkml:brushProperty name="width" value="0.035" units="cm"/>
      <inkml:brushProperty name="height" value="0.035" units="cm"/>
      <inkml:brushProperty name="color" value="#E71224"/>
    </inkml:brush>
  </inkml:definitions>
  <inkml:trace contextRef="#ctx0" brushRef="#br0">25 432 2664 0 0,'-1'0'402'0'0,"0"-1"-1"0"0,-1 1 0 0 0,1-1 1 0 0,0 0-1 0 0,-1 1 1 0 0,1-1-1 0 0,0 0 0 0 0,0 0 1 0 0,0 0-1 0 0,0 1 1 0 0,-1-1-1 0 0,1 0 1 0 0,1-1-1 0 0,-1 1 0 0 0,0 0 1 0 0,0 0-1 0 0,0 0 1 0 0,0 0-1 0 0,1-1 1 0 0,-1 1-1 0 0,1 0 0 0 0,-1-1 1 0 0,1 1-1 0 0,-1 0 1 0 0,1-1-1 0 0,0 1 1 0 0,0-1-1 0 0,0 1 0 0 0,0-2 1 0 0,0-2-27 0 0,1 1 0 0 0,0 0 0 0 0,1 0 0 0 0,-1 0 0 0 0,0 0 0 0 0,1 1 0 0 0,0-1 0 0 0,0 0 0 0 0,0 1-1 0 0,4-5 1 0 0,9-10-4 0 0,0 1 0 0 0,31-27 0 0 0,-44 42-170 0 0,37-30 381 0 0,53-33 0 0 0,11-7-2880 0 0,-42 17-6443 0 0,-58 52 7664 0 0,0-1 1 0 0,0 1 0 0 0,-1-1 0 0 0,1 0 0 0 0,-1 0-1 0 0,5-8 1 0 0,-4-1-1124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31.029"/>
    </inkml:context>
    <inkml:brush xml:id="br0">
      <inkml:brushProperty name="width" value="0.035" units="cm"/>
      <inkml:brushProperty name="height" value="0.035" units="cm"/>
      <inkml:brushProperty name="color" value="#E71224"/>
    </inkml:brush>
  </inkml:definitions>
  <inkml:trace contextRef="#ctx0" brushRef="#br0">218 96 3144 0 0,'3'-2'792'0'0,"0"-1"0"0"0,0 1 0 0 0,0-1 0 0 0,0 1 0 0 0,-1-1 0 0 0,1 0 0 0 0,-1 0 0 0 0,1 0 0 0 0,-1 0 0 0 0,0 0 0 0 0,0-1 0 0 0,-1 1 0 0 0,1 0 0 0 0,-1-1 0 0 0,0 0 0 0 0,2-4 0 0 0,-3 6-691 0 0,0 1 0 0 0,1 0 0 0 0,-1-1 0 0 0,0 1-1 0 0,0 0 1 0 0,0-1 0 0 0,0 1 0 0 0,0 0 0 0 0,0-1 0 0 0,-1 1 0 0 0,1 0 0 0 0,0-1 0 0 0,-1 1 0 0 0,1 0-1 0 0,-1 0 1 0 0,1-1 0 0 0,-1 1 0 0 0,0 0 0 0 0,1 0 0 0 0,-1 0 0 0 0,0 0 0 0 0,0 0 0 0 0,0 0 0 0 0,0 0 0 0 0,0 0-1 0 0,0 0 1 0 0,0 0 0 0 0,0 0 0 0 0,0 1 0 0 0,0-1 0 0 0,0 0 0 0 0,-1 1 0 0 0,1-1 0 0 0,0 1 0 0 0,0-1 0 0 0,-1 1-1 0 0,1 0 1 0 0,0-1 0 0 0,-1 1 0 0 0,1 0 0 0 0,0 0 0 0 0,-1 0 0 0 0,1 0 0 0 0,0 0 0 0 0,-1 0 0 0 0,1 1-1 0 0,-3 0 1 0 0,-6 0-53 0 0,0 1 0 0 0,0 1 0 0 0,1-1 0 0 0,-1 2 0 0 0,1-1 0 0 0,-1 1 0 0 0,1 1 0 0 0,0 0-1 0 0,1 0 1 0 0,-1 1 0 0 0,1 0 0 0 0,0 0 0 0 0,1 1 0 0 0,-1 0 0 0 0,1 0 0 0 0,1 1 0 0 0,-1-1 0 0 0,1 2-1 0 0,1-1 1 0 0,-6 10 0 0 0,5-8-57 0 0,1-1 0 0 0,0 2 0 0 0,0-1 1 0 0,1 0-1 0 0,1 1 0 0 0,0 0 0 0 0,0 0 0 0 0,1 0 0 0 0,0 0 0 0 0,1 0 0 0 0,0 0 0 0 0,1 1 0 0 0,0-1 0 0 0,1 0 0 0 0,0 0 1 0 0,0 1-1 0 0,7 18 0 0 0,-6-23 6 0 0,1 0 1 0 0,1-1 0 0 0,-1 1-1 0 0,1-1 1 0 0,0 0-1 0 0,1 0 1 0 0,-1-1 0 0 0,1 1-1 0 0,0-1 1 0 0,0 0-1 0 0,1 0 1 0 0,-1-1 0 0 0,1 0-1 0 0,0 0 1 0 0,1 0-1 0 0,-1 0 1 0 0,1-1 0 0 0,-1 0-1 0 0,1-1 1 0 0,0 1 0 0 0,0-1-1 0 0,0-1 1 0 0,0 1-1 0 0,14 0 1 0 0,-6-1 58 0 0,-1-1-1 0 0,1-1 1 0 0,0 0 0 0 0,0-1-1 0 0,0 0 1 0 0,-1-2 0 0 0,1 1-1 0 0,-1-2 1 0 0,0 0-1 0 0,0 0 1 0 0,15-10 0 0 0,-28 15-20 0 0,0 0 1 0 0,0-1-1 0 0,0 1 1 0 0,0 0-1 0 0,-1-1 1 0 0,1 1-1 0 0,0-1 1 0 0,0 1 0 0 0,0-1-1 0 0,-1 0 1 0 0,1 1-1 0 0,0-1 1 0 0,-1 0-1 0 0,1 1 1 0 0,-1-1-1 0 0,1 0 1 0 0,-1 0-1 0 0,1 0 1 0 0,-1 1-1 0 0,1-1 1 0 0,-1 0-1 0 0,0 0 1 0 0,0 0 0 0 0,1 0-1 0 0,-1-1 1 0 0,0 1-2 0 0,-1 0 1 0 0,1 0 0 0 0,-1 0 0 0 0,1 0 0 0 0,-1 0 0 0 0,0 0-1 0 0,1 0 1 0 0,-1 1 0 0 0,0-1 0 0 0,1 0 0 0 0,-1 0-1 0 0,0 1 1 0 0,0-1 0 0 0,0 0 0 0 0,0 1 0 0 0,0-1 0 0 0,0 1-1 0 0,-1-1 1 0 0,-3-1 6 0 0,-1-1-1 0 0,1 1 0 0 0,-1 1 1 0 0,0-1-1 0 0,0 1 0 0 0,-10-1 1 0 0,5 3-35 0 0,1 1 1 0 0,0 0-1 0 0,0 1 1 0 0,0 0-1 0 0,0 0 1 0 0,0 1 0 0 0,1 0-1 0 0,-1 1 1 0 0,1 0-1 0 0,0 1 1 0 0,1 0-1 0 0,0 0 1 0 0,-1 0-1 0 0,2 1 1 0 0,-1 1-1 0 0,1-1 1 0 0,0 1 0 0 0,1 0-1 0 0,-8 13 1 0 0,7-11-11 0 0,0 0 0 0 0,1 1 1 0 0,1-1-1 0 0,0 1 1 0 0,0 1-1 0 0,1-1 0 0 0,0 1 1 0 0,1-1-1 0 0,1 1 1 0 0,-1 0-1 0 0,2 0 0 0 0,0 0 1 0 0,0 1-1 0 0,1-1 1 0 0,1 0-1 0 0,2 15 0 0 0,-1-19 5 0 0,0-1-1 0 0,0 0 0 0 0,0 0 1 0 0,1 0-1 0 0,0 0 0 0 0,1 0 0 0 0,-1 0 1 0 0,1-1-1 0 0,1 0 0 0 0,-1 0 1 0 0,1 0-1 0 0,0 0 0 0 0,1-1 0 0 0,-1 0 1 0 0,1 0-1 0 0,0 0 0 0 0,0-1 1 0 0,9 5-1 0 0,-4-4 48 0 0,1-1-1 0 0,-1 0 1 0 0,1 0 0 0 0,-1-1-1 0 0,1-1 1 0 0,0 0 0 0 0,0-1-1 0 0,0 0 1 0 0,0-1 0 0 0,21-2-1 0 0,-11 0 180 0 0,-1-1-1 0 0,0-1 0 0 0,0-2 0 0 0,38-13 0 0 0,0-10-2145 0 0,-22 4-3098 0 0,-4-4-4421 0 0,-20 9 1744 0 0,-11 10 5506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31.634"/>
    </inkml:context>
    <inkml:brush xml:id="br0">
      <inkml:brushProperty name="width" value="0.035" units="cm"/>
      <inkml:brushProperty name="height" value="0.035" units="cm"/>
      <inkml:brushProperty name="color" value="#E71224"/>
    </inkml:brush>
  </inkml:definitions>
  <inkml:trace contextRef="#ctx0" brushRef="#br0">69 17 24 0 0,'-28'-5'7373'0'0,"25"5"-6354"0"0,-1 0 1 0 0,1-1-1 0 0,-1 1 1 0 0,1-1-1 0 0,-1 0 1 0 0,1 0-1 0 0,-1 0 1 0 0,1-1-1 0 0,0 1 1 0 0,-4-2-1 0 0,12 6-624 0 0,-1 0-1 0 0,1-1 0 0 0,0 1 0 0 0,0-1 1 0 0,0 0-1 0 0,9 3 0 0 0,16 7-234 0 0,-1 4-80 0 0,-2 1 0 0 0,0 2 0 0 0,-1 0 0 0 0,-1 2 0 0 0,-1 0 0 0 0,0 2 0 0 0,-2 1 0 0 0,-1 1 0 0 0,-1 0 0 0 0,-1 2 0 0 0,-1 0 0 0 0,-2 1 0 0 0,0 1 0 0 0,-2 0 0 0 0,-2 1 0 0 0,0 0 0 0 0,-2 1 0 0 0,-1 0 0 0 0,-2 1 0 0 0,-1 0 0 0 0,-1 0 0 0 0,-2 1 0 0 0,-2-1 0 0 0,0 1 0 0 0,-2-1 0 0 0,-10 57 0 0 0,6-64-26 0 0,-1-1 0 0 0,-1 0-1 0 0,-2 0 1 0 0,0-1-1 0 0,-2 0 1 0 0,0 0 0 0 0,-1-1-1 0 0,-2-1 1 0 0,0 0 0 0 0,-24 27-1 0 0,-11-2-4780 0 0,-6-5-4837 0 0,10-19 1990 0 0,21-12 5454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32.631"/>
    </inkml:context>
    <inkml:brush xml:id="br0">
      <inkml:brushProperty name="width" value="0.035" units="cm"/>
      <inkml:brushProperty name="height" value="0.035" units="cm"/>
      <inkml:brushProperty name="color" value="#E71224"/>
    </inkml:brush>
  </inkml:definitions>
  <inkml:trace contextRef="#ctx0" brushRef="#br0">280 72 1064 0 0,'25'-36'5406'0'0,"-3"1"6962"0"0,-31 42-11121 0 0,-12 16-1014 0 0,-49 72 149 0 0,5 4 0 0 0,-72 147 1 0 0,133-239-381 0 0,0 1 1 0 0,1-1-1 0 0,0 1 1 0 0,1-1-1 0 0,-1 1 1 0 0,2 0-1 0 0,-1 0 1 0 0,0 13-1 0 0,2-18 10 0 0,0 0 0 0 0,1-1-1 0 0,0 1 1 0 0,-1-1 0 0 0,1 0 0 0 0,0 1-1 0 0,0-1 1 0 0,1 0 0 0 0,-1 1 0 0 0,0-1-1 0 0,1 0 1 0 0,-1 0 0 0 0,1 0 0 0 0,0 0-1 0 0,0 0 1 0 0,0-1 0 0 0,0 1 0 0 0,0-1-1 0 0,0 1 1 0 0,0-1 0 0 0,0 1 0 0 0,0-1-1 0 0,1 0 1 0 0,-1 0 0 0 0,1 0 0 0 0,-1-1-1 0 0,1 1 1 0 0,-1 0 0 0 0,1-1 0 0 0,2 1-1 0 0,22 3 73 0 0,0-1 0 0 0,-1-1 1 0 0,1-1-1 0 0,35-3 0 0 0,-32 0 15 0 0,-1 2 1 0 0,0 0-1 0 0,38 7 1 0 0,-65-7-89 0 0,0 1 1 0 0,0-1-1 0 0,0 0 1 0 0,-1 1-1 0 0,1 0 0 0 0,0-1 1 0 0,-1 1-1 0 0,1 0 1 0 0,0 0-1 0 0,-1 0 0 0 0,1 0 1 0 0,-1 0-1 0 0,1 0 1 0 0,1 2-1 0 0,-2-2-233 0 0,-1 0 0 0 0,1 1-1 0 0,-1-1 1 0 0,1 0 0 0 0,-1 0 0 0 0,0 0 0 0 0,0 1-1 0 0,1-1 1 0 0,-1 0 0 0 0,0 0 0 0 0,0 1 0 0 0,0-1-1 0 0,0 0 1 0 0,0 0 0 0 0,-1 1 0 0 0,1-1 0 0 0,0 0-1 0 0,-1 0 1 0 0,1 0 0 0 0,0 1 0 0 0,-1-1 0 0 0,0 0-1 0 0,1 0 1 0 0,-1 0 0 0 0,0 1 0 0 0,-4 4-1256 0 0,1 0 0 0 0,-1 0 1 0 0,0 0-1 0 0,0-1 1 0 0,0 0-1 0 0,-1 0 0 0 0,-7 5 1 0 0,-15 6-1443 0 0,-4-1 973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32.809"/>
    </inkml:context>
    <inkml:brush xml:id="br0">
      <inkml:brushProperty name="width" value="0.035" units="cm"/>
      <inkml:brushProperty name="height" value="0.035" units="cm"/>
      <inkml:brushProperty name="color" value="#E71224"/>
    </inkml:brush>
  </inkml:definitions>
  <inkml:trace contextRef="#ctx0" brushRef="#br0">1 0 3144 0 0,'5'6'4160'0'0,"0"-3"-560"0"0,3 0-720 0 0,3 1-720 0 0,9 1-559 0 0,9 1-561 0 0,6 1-320 0 0,8-3-160 0 0,1 0-160 0 0,-1 3-240 0 0,-3-1-128 0 0,4 1-752 0 0,-6 2-1520 0 0,3-3-2321 0 0,-4 0-319 0 0,-9-2 1040 0 0,-7 6 1280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34.454"/>
    </inkml:context>
    <inkml:brush xml:id="br0">
      <inkml:brushProperty name="width" value="0.035" units="cm"/>
      <inkml:brushProperty name="height" value="0.035" units="cm"/>
      <inkml:brushProperty name="color" value="#E71224"/>
    </inkml:brush>
  </inkml:definitions>
  <inkml:trace contextRef="#ctx0" brushRef="#br0">170 1 904 0 0,'-30'12'7482'0'0,"29"-11"-7155"0"0,0-1 1 0 0,0 0-1 0 0,0 1 0 0 0,0-1 0 0 0,0 1 1 0 0,0-1-1 0 0,1 0 0 0 0,-1 0 1 0 0,0 0-1 0 0,0 0 0 0 0,0 1 1 0 0,0-1-1 0 0,0 0 0 0 0,0 0 1 0 0,0-1-1 0 0,0 1 0 0 0,0 0 0 0 0,0 0 1 0 0,0 0-1 0 0,0-1 0 0 0,0 1 1 0 0,0 0-1 0 0,0-1 0 0 0,1 1 1 0 0,-1-1-1 0 0,0 1 0 0 0,0-1 1 0 0,-1-1-1 0 0,40 6 1966 0 0,34 3-1707 0 0,94-3 0 0 0,9 0-299 0 0,-403 4-2500 0 0,171-10 1931 0 0,-77 2-10 0 0,122 1 338 0 0,0 0-1 0 0,0 1 0 0 0,-1 1 1 0 0,1-1-1 0 0,0 2 0 0 0,1 0 1 0 0,-1 0-1 0 0,-12 7 0 0 0,23-10-9 0 0,-1 0 0 0 0,1-1 0 0 0,0 1 0 0 0,-1 0 0 0 0,1 0-1 0 0,0 0 1 0 0,-1 0 0 0 0,1 1 0 0 0,0-1 0 0 0,0 0 0 0 0,0 0 0 0 0,0 1 0 0 0,0-1-1 0 0,0 0 1 0 0,0 1 0 0 0,1-1 0 0 0,-1 1 0 0 0,0-1 0 0 0,1 1 0 0 0,-1 0 0 0 0,1-1-1 0 0,0 1 1 0 0,-1-1 0 0 0,1 1 0 0 0,0 2 0 0 0,1-1 19 0 0,-1 0 0 0 0,1 0 0 0 0,0 0 0 0 0,0 0-1 0 0,0-1 1 0 0,1 1 0 0 0,-1 0 0 0 0,1 0 0 0 0,-1-1 0 0 0,1 1 0 0 0,0-1 0 0 0,4 4 0 0 0,4 4 138 0 0,1 0 1 0 0,0-1-1 0 0,1-1 0 0 0,22 13 1 0 0,0-5 98 0 0,1-1 1 0 0,0-3-1 0 0,1 0 1 0 0,57 9-1 0 0,-42-10-223 0 0,74 26 0 0 0,-121-35-60 0 0,0-1 1 0 0,0 1-1 0 0,-1-1 1 0 0,1 1-1 0 0,-1 0 1 0 0,1 1-1 0 0,-1-1 1 0 0,0 1-1 0 0,0-1 1 0 0,0 1-1 0 0,0 0 1 0 0,0 0-1 0 0,0 0 1 0 0,-1 0-1 0 0,4 7 1 0 0,-5-8 13 0 0,-1 1 1 0 0,1-1-1 0 0,-1 1 1 0 0,1-1-1 0 0,-1 1 1 0 0,0-1-1 0 0,0 1 1 0 0,0-1-1 0 0,-1 1 1 0 0,1-1-1 0 0,0 1 1 0 0,-1-1-1 0 0,0 1 1 0 0,1-1-1 0 0,-1 1 1 0 0,0-1-1 0 0,0 0 1 0 0,-1 0-1 0 0,1 1 1 0 0,0-1-1 0 0,-1 0 1 0 0,1 0-1 0 0,-1 0 1 0 0,0 0-1 0 0,0-1 1 0 0,-2 3-1 0 0,-19 17-28 0 0,-1 0 0 0 0,-48 30-1 0 0,41-30-10 0 0,-41 35 0 0 0,44-30-3 0 0,1 1-1 0 0,-33 43 0 0 0,53-62 17 0 0,1 0 1 0 0,0 1-1 0 0,1 0 1 0 0,0 0-1 0 0,0 0 0 0 0,1 1 1 0 0,0 0-1 0 0,1 0 0 0 0,0 0 1 0 0,0 0-1 0 0,1 0 1 0 0,1 0-1 0 0,-1 1 0 0 0,1 9 1 0 0,2-17 17 0 0,0 0 1 0 0,0 0-1 0 0,0 0 1 0 0,0 0-1 0 0,0 0 1 0 0,1-1-1 0 0,-1 1 1 0 0,1 0-1 0 0,0-1 1 0 0,-1 1-1 0 0,1-1 1 0 0,0 0-1 0 0,1 0 1 0 0,-1 0-1 0 0,0 0 1 0 0,1 0-1 0 0,-1 0 1 0 0,1 0-1 0 0,-1-1 1 0 0,1 1-1 0 0,0-1 1 0 0,-1 0-1 0 0,1 0 1 0 0,0 0-1 0 0,0 0 1 0 0,0-1-1 0 0,4 1 1 0 0,12 3 189 0 0,0 0 0 0 0,39 0 0 0 0,-48-3-161 0 0,111 2 605 0 0,182-17 1 0 0,-313 14-4361 0 0,-39 2-12079 0 0,29 0 13557 0 0,-15 1-794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36.828"/>
    </inkml:context>
    <inkml:brush xml:id="br0">
      <inkml:brushProperty name="width" value="0.035" units="cm"/>
      <inkml:brushProperty name="height" value="0.035" units="cm"/>
      <inkml:brushProperty name="color" value="#E71224"/>
    </inkml:brush>
  </inkml:definitions>
  <inkml:trace contextRef="#ctx0" brushRef="#br0">92 109 1064 0 0,'7'-4'1777'0'0,"32"-24"3860"0"0,-37 27-4802 0 0,0-1 0 0 0,0 1 0 0 0,0-1 1 0 0,0 1-1 0 0,-1-1 0 0 0,1 0 0 0 0,0 1 1 0 0,-1-1-1 0 0,0 0 0 0 0,1 0 1 0 0,-1 0-1 0 0,0 0 0 0 0,2-4 0 0 0,3 6 873 0 0,8-12-1340 0 0,10-16 130 0 0,-24 28-465 0 0,0-1-1 0 0,0 1 1 0 0,0 0 0 0 0,0 0 0 0 0,0-1 0 0 0,0 1 0 0 0,0 0-1 0 0,0 0 1 0 0,0-1 0 0 0,0 1 0 0 0,0 0 0 0 0,0 0 0 0 0,0-1 0 0 0,0 1-1 0 0,0 0 1 0 0,0 0 0 0 0,0-1 0 0 0,0 1 0 0 0,-1 0 0 0 0,1 0-1 0 0,0-1 1 0 0,0 1 0 0 0,0 0 0 0 0,0 0 0 0 0,0 0 0 0 0,-1 0 0 0 0,1-1-1 0 0,0 1 1 0 0,0 0 0 0 0,0 0 0 0 0,-1 0 0 0 0,1 0 0 0 0,0 0-1 0 0,0-1 1 0 0,0 1 0 0 0,-1 0 0 0 0,1 0 0 0 0,0 0 0 0 0,0 0 0 0 0,-1 0-1 0 0,1 0 1 0 0,0 0 0 0 0,0 0 0 0 0,-1 0 0 0 0,1 0 0 0 0,0 0-1 0 0,0 0 1 0 0,-1 0 0 0 0,1 0 0 0 0,0 0 0 0 0,0 0 0 0 0,-1 0 0 0 0,-27 3 291 0 0,-28 14-611 0 0,47-12 259 0 0,1 0-1 0 0,0 1 1 0 0,0 0-1 0 0,1 0 1 0 0,-1 1-1 0 0,2 0 0 0 0,-1 0 1 0 0,1 1-1 0 0,0-1 1 0 0,0 2-1 0 0,1-1 1 0 0,0 0-1 0 0,0 1 0 0 0,-4 12 1 0 0,7-16 12 0 0,0 0-1 0 0,1 1 1 0 0,-1-1 0 0 0,1 1 0 0 0,0-1 0 0 0,1 1-1 0 0,-1 0 1 0 0,1 0 0 0 0,0-1 0 0 0,0 1-1 0 0,1 0 1 0 0,0-1 0 0 0,0 1 0 0 0,0-1-1 0 0,1 1 1 0 0,-1-1 0 0 0,1 1 0 0 0,1-1 0 0 0,-1 0-1 0 0,1 0 1 0 0,0 0 0 0 0,0 0 0 0 0,0-1-1 0 0,1 1 1 0 0,-1-1 0 0 0,5 4 0 0 0,-3-4 14 0 0,-1-2 1 0 0,1 1-1 0 0,0-1 1 0 0,0 1 0 0 0,0-1-1 0 0,0 0 1 0 0,0-1-1 0 0,0 1 1 0 0,0-1-1 0 0,1 0 1 0 0,-1-1 0 0 0,0 1-1 0 0,1-1 1 0 0,-1 0-1 0 0,0 0 1 0 0,1-1-1 0 0,-1 0 1 0 0,0 0-1 0 0,0 0 1 0 0,1 0 0 0 0,6-4-1 0 0,5 0 29 0 0,0-2-1 0 0,-1 1 1 0 0,-1-2 0 0 0,1 0-1 0 0,18-14 1 0 0,-31 20 4 0 0,-1 1 1 0 0,0-1 0 0 0,0 0-1 0 0,0 1 1 0 0,0-1 0 0 0,0 0-1 0 0,0 0 1 0 0,-1-1 0 0 0,1 1-1 0 0,0 0 1 0 0,-1 0 0 0 0,0-1-1 0 0,0 1 1 0 0,1-1 0 0 0,-1 1-1 0 0,-1-1 1 0 0,2-3 0 0 0,-2 5-19 0 0,-1-1 0 0 0,1 1 1 0 0,0 0-1 0 0,-1-1 1 0 0,1 1-1 0 0,-1 0 1 0 0,1-1-1 0 0,-1 1 0 0 0,0 0 1 0 0,0 0-1 0 0,1 0 1 0 0,-1 0-1 0 0,0-1 1 0 0,0 1-1 0 0,0 0 0 0 0,0 1 1 0 0,0-1-1 0 0,0 0 1 0 0,-1 0-1 0 0,1 0 1 0 0,0 1-1 0 0,0-1 1 0 0,-1 0-1 0 0,1 1 0 0 0,0-1 1 0 0,-1 1-1 0 0,1 0 1 0 0,0-1-1 0 0,-1 1 1 0 0,1 0-1 0 0,0 0 0 0 0,-1 0 1 0 0,1 0-1 0 0,-3 0 1 0 0,-4 0-28 0 0,0 1 0 0 0,1 0 0 0 0,-1 0 0 0 0,0 0 0 0 0,0 1 0 0 0,1 0 0 0 0,-1 0 0 0 0,1 1 1 0 0,0 0-1 0 0,0 0 0 0 0,0 1 0 0 0,0 0 0 0 0,1 0 0 0 0,-1 1 0 0 0,1 0 0 0 0,0 0 0 0 0,0 0 0 0 0,1 0 0 0 0,-10 13 1 0 0,9-11-32 0 0,0 0 1 0 0,1 0 0 0 0,0 1 0 0 0,0-1-1 0 0,1 1 1 0 0,0 0 0 0 0,0 0 0 0 0,1 1-1 0 0,0-1 1 0 0,0 1 0 0 0,1 0 0 0 0,0-1-1 0 0,1 1 1 0 0,0 0 0 0 0,0 0 0 0 0,1 0-1 0 0,1 12 1 0 0,-1-16 36 0 0,1 0 1 0 0,0 0-1 0 0,0 0 0 0 0,1 0 0 0 0,-1-1 1 0 0,1 1-1 0 0,0-1 0 0 0,1 1 0 0 0,-1-1 1 0 0,1 1-1 0 0,0-1 0 0 0,0 0 1 0 0,0-1-1 0 0,0 1 0 0 0,1 0 0 0 0,0-1 1 0 0,-1 0-1 0 0,1 0 0 0 0,0 0 0 0 0,1 0 1 0 0,-1 0-1 0 0,0-1 0 0 0,1 0 0 0 0,-1 0 1 0 0,1 0-1 0 0,7 1 0 0 0,7 0 29 0 0,0-1 0 0 0,1-1 0 0 0,-1-1 0 0 0,0 0-1 0 0,32-5 1 0 0,-26 2 519 0 0,45 1-1 0 0,-69 2-539 0 0,-1 0 1 0 0,0 0-1 0 0,0 0 1 0 0,1 0-1 0 0,-1 0 1 0 0,0 0-1 0 0,0 0 1 0 0,1 0-1 0 0,-1 1 1 0 0,0-1-1 0 0,0 0 1 0 0,0 0 0 0 0,1 0-1 0 0,-1 1 1 0 0,0-1-1 0 0,0 0 1 0 0,0 0-1 0 0,0 0 1 0 0,1 1-1 0 0,-1-1 1 0 0,0 0-1 0 0,0 0 1 0 0,0 1-1 0 0,0-1 1 0 0,0 0-1 0 0,0 1 1 0 0,0-1-1 0 0,0 0 1 0 0,0 0-1 0 0,0 1 1 0 0,0-1-1 0 0,0 0 1 0 0,0 0-1 0 0,0 1 1 0 0,0-1 0 0 0,0 0-1 0 0,0 0 1 0 0,0 1-1 0 0,0-1 1 0 0,0 0-1 0 0,0 0 1 0 0,0 1-1 0 0,-1-1 1 0 0,1 0-1 0 0,0 0 1 0 0,0 1-1 0 0,-13 17 1346 0 0,-4-8-5768 0 0,10-14-2166 0 0,2-7-4101 0 0,4-2 8102 0 0,1-2 894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37.499"/>
    </inkml:context>
    <inkml:brush xml:id="br0">
      <inkml:brushProperty name="width" value="0.035" units="cm"/>
      <inkml:brushProperty name="height" value="0.035" units="cm"/>
      <inkml:brushProperty name="color" value="#E71224"/>
    </inkml:brush>
  </inkml:definitions>
  <inkml:trace contextRef="#ctx0" brushRef="#br0">57 0 2424 0 0,'-4'11'12224'0'0,"-6"2"-8490"0"0,-7 14-2491 0 0,10 8-991 0 0,1-12 126 0 0,1 1 0 0 0,-2 31 0 0 0,7-49-332 0 0,0 0 1 0 0,0 0-1 0 0,0 0 0 0 0,1 0 0 0 0,0 0 1 0 0,0 0-1 0 0,0-1 0 0 0,1 1 0 0 0,0 0 0 0 0,0-1 1 0 0,0 1-1 0 0,1-1 0 0 0,0 1 0 0 0,4 6 1 0 0,-6-11-45 0 0,1 0 1 0 0,-1 0-1 0 0,0 0 0 0 0,0 0 1 0 0,1 0-1 0 0,-1 0 1 0 0,0-1-1 0 0,1 1 0 0 0,-1 0 1 0 0,1-1-1 0 0,-1 1 1 0 0,1-1-1 0 0,-1 1 1 0 0,1-1-1 0 0,-1 0 0 0 0,1 0 1 0 0,-1 0-1 0 0,1 0 1 0 0,-1 0-1 0 0,1 0 1 0 0,0 0-1 0 0,-1 0 0 0 0,1 0 1 0 0,-1-1-1 0 0,1 1 1 0 0,-1-1-1 0 0,1 1 1 0 0,-1-1-1 0 0,0 0 0 0 0,1 1 1 0 0,-1-1-1 0 0,2-1 1 0 0,-4-1-1697 0 0,-19-16 3109 0 0,11 16-6122 0 0,1 1-5276 0 0,7-6 3303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37.859"/>
    </inkml:context>
    <inkml:brush xml:id="br0">
      <inkml:brushProperty name="width" value="0.035" units="cm"/>
      <inkml:brushProperty name="height" value="0.035" units="cm"/>
      <inkml:brushProperty name="color" value="#E71224"/>
    </inkml:brush>
  </inkml:definitions>
  <inkml:trace contextRef="#ctx0" brushRef="#br0">20 67 2184 0 0,'0'0'3627'0'0,"3"-8"5808"0"0,4-11-7083 0 0,-1 6-2070 0 0,-1-1 1267 0 0,-24 25-420 0 0,1 1-1068 0 0,14-12-645 0 0,12-9-941 0 0,-6 6-152 0 0,1 0-1 0 0,0 0 1 0 0,0 1-1 0 0,0-1 1 0 0,1 1 0 0 0,-1 0-1 0 0,1 0 1 0 0,-1 0-1 0 0,8-3 1 0 0,-9 5 157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39.580"/>
    </inkml:context>
    <inkml:brush xml:id="br0">
      <inkml:brushProperty name="width" value="0.035" units="cm"/>
      <inkml:brushProperty name="height" value="0.035" units="cm"/>
      <inkml:brushProperty name="color" value="#E71224"/>
    </inkml:brush>
  </inkml:definitions>
  <inkml:trace contextRef="#ctx0" brushRef="#br0">5 23 1544 0 0,'-4'-6'9893'0'0,"7"1"-4047"0"0,22-1-2001 0 0,42 2-6061 0 0,-58 4 3475 0 0,29-1-1128 0 0,1 1 0 0 0,0 2-1 0 0,0 2 1 0 0,70 17 0 0 0,-106-21-104 0 0,1 1 1 0 0,-1 0-1 0 0,0 0 0 0 0,0 1 1 0 0,0-1-1 0 0,0 1 1 0 0,0 0-1 0 0,0-1 1 0 0,0 1-1 0 0,0 0 1 0 0,-1 1-1 0 0,1-1 1 0 0,-1 0-1 0 0,1 1 0 0 0,-1-1 1 0 0,0 1-1 0 0,0 0 1 0 0,0 0-1 0 0,-1 0 1 0 0,1 0-1 0 0,-1 0 1 0 0,1 0-1 0 0,-1 0 1 0 0,0 1-1 0 0,0-1 0 0 0,-1 0 1 0 0,1 1-1 0 0,0-1 1 0 0,-1 0-1 0 0,0 1 1 0 0,0-1-1 0 0,0 1 1 0 0,0-1-1 0 0,-1 0 1 0 0,0 1-1 0 0,1-1 1 0 0,-3 5-1 0 0,-1 7 131 0 0,-1 1-1 0 0,-1-2 1 0 0,0 1 0 0 0,-1-1-1 0 0,-1 0 1 0 0,-16 22-1 0 0,-2-3 15 0 0,20-28-178 0 0,1 1 0 0 0,0 0 0 0 0,0 0 0 0 0,0 1 0 0 0,1 0-1 0 0,0-1 1 0 0,0 1 0 0 0,1 1 0 0 0,0-1 0 0 0,0 0 0 0 0,0 1 0 0 0,1 0 0 0 0,0-1-1 0 0,0 10 1 0 0,37-25-2562 0 0,12-4-5457 0 0,-37 8 6262 0 0,0 1 1 0 0,0 1-1 0 0,0 0 1 0 0,0 0-1 0 0,14 0 1 0 0,-3 2 95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39.831"/>
    </inkml:context>
    <inkml:brush xml:id="br0">
      <inkml:brushProperty name="width" value="0.035" units="cm"/>
      <inkml:brushProperty name="height" value="0.035" units="cm"/>
      <inkml:brushProperty name="color" value="#E71224"/>
    </inkml:brush>
  </inkml:definitions>
  <inkml:trace contextRef="#ctx0" brushRef="#br0">50 339 1704 0 0,'-1'0'329'0'0,"0"1"0"0"0,-1 0 0 0 0,1-1-1 0 0,0 1 1 0 0,0-1 0 0 0,0 1 0 0 0,-1-1 0 0 0,1 1-1 0 0,0-1 1 0 0,0 0 0 0 0,-1 0 0 0 0,1 1 0 0 0,0-1 0 0 0,-1 0-1 0 0,1 0 1 0 0,0 0 0 0 0,0-1 0 0 0,-1 1 0 0 0,1 0-1 0 0,0 0 1 0 0,-1-1 0 0 0,1 1 0 0 0,0-1 0 0 0,0 1 0 0 0,0-1-1 0 0,-1 1 1 0 0,1-1 0 0 0,0 0 0 0 0,0 0 0 0 0,0 1-1 0 0,0-1 1 0 0,0 0 0 0 0,0 0 0 0 0,1 0 0 0 0,-1 0 0 0 0,0 0-1 0 0,0 0 1 0 0,1 0 0 0 0,-1-1 0 0 0,0 1 0 0 0,1 0 0 0 0,-1 0-1 0 0,1 0 1 0 0,-1-2 0 0 0,1-1-91 0 0,-1 0 1 0 0,1 0-1 0 0,0 1 1 0 0,0-1-1 0 0,0 0 1 0 0,0 1-1 0 0,1-1 1 0 0,-1 0-1 0 0,1 1 1 0 0,0-1-1 0 0,0 0 1 0 0,1 1-1 0 0,-1-1 0 0 0,4-5 1 0 0,7-7-154 0 0,0 0-1 0 0,1 1 1 0 0,1 1 0 0 0,0 0 0 0 0,1 1-1 0 0,31-21 1 0 0,32-15-3565 0 0,0 5-3287 0 0,-27 16-54 0 0,-19 11 4474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0.620"/>
    </inkml:context>
    <inkml:brush xml:id="br0">
      <inkml:brushProperty name="width" value="0.035" units="cm"/>
      <inkml:brushProperty name="height" value="0.035" units="cm"/>
      <inkml:brushProperty name="color" value="#E71224"/>
    </inkml:brush>
  </inkml:definitions>
  <inkml:trace contextRef="#ctx0" brushRef="#br0">306 123 2744 0 0,'0'-6'1032'0'0,"0"-1"1"0"0,-1 1-1 0 0,0-1 0 0 0,0 1 0 0 0,0 0 1 0 0,-1-1-1 0 0,0 1 0 0 0,0 0 0 0 0,-1 0 1 0 0,0 0-1 0 0,0 0 0 0 0,0 1 1 0 0,-5-7-1 0 0,6 10-862 0 0,0-1 1 0 0,-1 1-1 0 0,1-1 1 0 0,-1 1-1 0 0,1 0 1 0 0,-1 0-1 0 0,0 0 0 0 0,0 0 1 0 0,1 1-1 0 0,-1-1 1 0 0,-1 1-1 0 0,1 0 1 0 0,0 0-1 0 0,0 0 1 0 0,0 0-1 0 0,-1 0 1 0 0,1 1-1 0 0,0-1 0 0 0,-1 1 1 0 0,1 0-1 0 0,0 0 1 0 0,-1 0-1 0 0,1 1 1 0 0,0-1-1 0 0,-1 1 1 0 0,-5 1-1 0 0,-3 2-103 0 0,1 1 0 0 0,0 0 1 0 0,0 0-1 0 0,0 1 0 0 0,0 0 0 0 0,1 1 1 0 0,0 0-1 0 0,1 1 0 0 0,-1 0 0 0 0,2 0 1 0 0,-1 1-1 0 0,1 0 0 0 0,0 1 0 0 0,1 0 1 0 0,-11 18-1 0 0,15-21-69 0 0,-1 0 0 0 0,1 1 0 0 0,0-1 0 0 0,0 1 0 0 0,1 0 0 0 0,0 0 0 0 0,1 0 0 0 0,-1 0 0 0 0,2 0 0 0 0,-1 0 0 0 0,1 1 0 0 0,0-1 0 0 0,1 0 0 0 0,0 0 0 0 0,0 0 0 0 0,1 0 0 0 0,0 0 0 0 0,0 0 0 0 0,1 0 1 0 0,0-1-1 0 0,0 1 0 0 0,1-1 0 0 0,0 0 0 0 0,5 7 0 0 0,-4-7 3 0 0,1-1 1 0 0,0 0 0 0 0,0-1 0 0 0,0 0 0 0 0,1 0-1 0 0,-1 0 1 0 0,1 0 0 0 0,1-1 0 0 0,-1 0 0 0 0,1-1-1 0 0,-1 0 1 0 0,1 0 0 0 0,0-1 0 0 0,0 1 0 0 0,0-2 0 0 0,0 1-1 0 0,0-1 1 0 0,1-1 0 0 0,9 1 0 0 0,3-1-3 0 0,1-1 1 0 0,-1-1-1 0 0,1-1 0 0 0,-1 0 1 0 0,0-2-1 0 0,25-8 1 0 0,-45 13 19 0 0,0 0 0 0 0,0 0 0 0 0,0 0 0 0 0,0 0 0 0 0,0-1 0 0 0,-1 1 0 0 0,1 0 0 0 0,0 0 0 0 0,0-1 0 0 0,0 1 1 0 0,0-1-1 0 0,0 1 0 0 0,0-1 0 0 0,-1 1 0 0 0,1-1 0 0 0,0 1 0 0 0,0-1 0 0 0,-1 0 0 0 0,1 1 0 0 0,0-1 0 0 0,-1 0 0 0 0,1 0 0 0 0,-1 1 1 0 0,1-1-1 0 0,-1 0 0 0 0,1 0 0 0 0,-1 0 0 0 0,0 0 0 0 0,1 0 0 0 0,-1 0 0 0 0,0 1 0 0 0,0-1 0 0 0,0 0 0 0 0,1 0 0 0 0,-1 0 0 0 0,0 0 1 0 0,0 0-1 0 0,-1-1 0 0 0,0 0 29 0 0,0 0 1 0 0,-1 0-1 0 0,1 1 1 0 0,-1-1-1 0 0,1 0 1 0 0,-1 1-1 0 0,0 0 0 0 0,0-1 1 0 0,0 1-1 0 0,0 0 1 0 0,0 0-1 0 0,0 0 1 0 0,0 0-1 0 0,0 0 1 0 0,0 1-1 0 0,-3-2 1 0 0,-3 1-45 0 0,0 0 1 0 0,1 0 0 0 0,-1 1 0 0 0,0 0-1 0 0,0 0 1 0 0,0 1 0 0 0,0 0-1 0 0,0 0 1 0 0,1 1 0 0 0,-1 0 0 0 0,0 0-1 0 0,1 1 1 0 0,0 0 0 0 0,-1 0-1 0 0,1 1 1 0 0,-11 7 0 0 0,8-4-5 0 0,0-1 0 0 0,1 1 0 0 0,0 1 0 0 0,0-1 0 0 0,1 2 0 0 0,0-1 0 0 0,0 1 0 0 0,1 0 0 0 0,1 1 0 0 0,-11 17 0 0 0,15-22-9 0 0,-1 0 0 0 0,1 0 1 0 0,1 0-1 0 0,-1 0 0 0 0,1 0 1 0 0,0 0-1 0 0,0 0 0 0 0,0 0 0 0 0,1 0 1 0 0,0 1-1 0 0,0-1 0 0 0,0 0 1 0 0,1 0-1 0 0,-1 1 0 0 0,1-1 1 0 0,0 0-1 0 0,1 0 0 0 0,-1 0 1 0 0,1 0-1 0 0,0 0 0 0 0,1-1 0 0 0,4 9 1 0 0,-2-7-3 0 0,1 0-1 0 0,-1 0 1 0 0,1-1 0 0 0,0 1 0 0 0,0-2 0 0 0,0 1-1 0 0,1-1 1 0 0,0 0 0 0 0,0 0 0 0 0,0-1 0 0 0,0 1-1 0 0,1-2 1 0 0,-1 1 0 0 0,13 2 0 0 0,5-1 25 0 0,0 0 1 0 0,1-2 0 0 0,-1 0-1 0 0,1-2 1 0 0,41-5-1 0 0,16-8-6781 0 0,-80 13 5615 0 0,-1-1 384 0 0,1 0-1 0 0,-1 0 0 0 0,1 1 0 0 0,-1 0 0 0 0,1-1 0 0 0,-1 1 0 0 0,1 0 0 0 0,-1 0 0 0 0,1 0 0 0 0,-1 0 0 0 0,0 1 0 0 0,1-1 1 0 0,-1 1-1 0 0,1-1 0 0 0,3 3 0 0 0,-1 6-1818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2.792"/>
    </inkml:context>
    <inkml:brush xml:id="br0">
      <inkml:brushProperty name="width" value="0.035" units="cm"/>
      <inkml:brushProperty name="height" value="0.035" units="cm"/>
      <inkml:brushProperty name="color" value="#E71224"/>
    </inkml:brush>
  </inkml:definitions>
  <inkml:trace contextRef="#ctx0" brushRef="#br0">44 55 2984 0 0,'-11'2'9258'0'0,"0"-5"-4003"0"0,11 2-5190 0 0,-1 1 1 0 0,1 0-1 0 0,0-1 0 0 0,-1 1 1 0 0,1 0-1 0 0,0-1 0 0 0,-1 1 1 0 0,1 0-1 0 0,0-1 0 0 0,0 1 0 0 0,-1-1 1 0 0,1 1-1 0 0,0 0 0 0 0,0-1 1 0 0,0 1-1 0 0,0-1 0 0 0,0 1 1 0 0,0-1-1 0 0,-1 1 0 0 0,1-1 0 0 0,0 1 1 0 0,0 0-1 0 0,0-1 0 0 0,0 1 1 0 0,1-1-1 0 0,-1 1 0 0 0,0-1 1 0 0,0 1-1 0 0,0-1 0 0 0,0 1 0 0 0,0 0 1 0 0,1-1-1 0 0,-1 1 0 0 0,0-1 1 0 0,0 1-1 0 0,1 0 0 0 0,-1-1 1 0 0,0 1-1 0 0,0-1 0 0 0,1 1 0 0 0,-1 0 1 0 0,0 0-1 0 0,1-1 0 0 0,-1 1 1 0 0,1 0-1 0 0,-1 0 0 0 0,0-1 1 0 0,1 1-1 0 0,-1 0 0 0 0,1 0 0 0 0,-1 0 1 0 0,1-1-1 0 0,7-3-37 0 0,0-1 0 0 0,0 1 0 0 0,0 0 0 0 0,1 1 1 0 0,-1 0-1 0 0,18-4 0 0 0,-24 6-17 0 0,1 1-1 0 0,-1-1 1 0 0,0 1 0 0 0,1-1 0 0 0,-1 1-1 0 0,1 0 1 0 0,-1 0 0 0 0,1 0 0 0 0,-1 0 0 0 0,1 0-1 0 0,-1 0 1 0 0,1 1 0 0 0,-1-1 0 0 0,1 1-1 0 0,-1 0 1 0 0,0 0 0 0 0,0 0 0 0 0,1 0-1 0 0,-1 0 1 0 0,0 0 0 0 0,0 0 0 0 0,0 1 0 0 0,0-1-1 0 0,0 1 1 0 0,0 0 0 0 0,0-1 0 0 0,-1 1-1 0 0,1 0 1 0 0,2 4 0 0 0,-4-4 21 0 0,1 1-1 0 0,0 0 1 0 0,-1 0 0 0 0,0-1-1 0 0,0 1 1 0 0,0 0 0 0 0,0 0-1 0 0,0 0 1 0 0,-1-1 0 0 0,1 1-1 0 0,-1 0 1 0 0,1-1 0 0 0,-1 1-1 0 0,0 0 1 0 0,0-1 0 0 0,0 1 0 0 0,-1-1-1 0 0,1 1 1 0 0,-2 2 0 0 0,-36 45 304 0 0,33-43-279 0 0,-27 30 161 0 0,20-25-183 0 0,1 1 1 0 0,0 1 0 0 0,1 0-1 0 0,1 1 1 0 0,-14 25 0 0 0,24-40-42 0 0,0 1 0 0 0,0-1-1 0 0,0 0 1 0 0,0 1 0 0 0,0-1 0 0 0,0 1 0 0 0,0-1 0 0 0,0 0 0 0 0,1 1 0 0 0,-1-1 0 0 0,0 1 0 0 0,0-1 0 0 0,0 0 0 0 0,0 1 0 0 0,1-1 0 0 0,-1 0-1 0 0,0 1 1 0 0,0-1 0 0 0,1 0 0 0 0,-1 1 0 0 0,0-1 0 0 0,1 0 0 0 0,-1 1 0 0 0,0-1 0 0 0,1 0 0 0 0,-1 0 0 0 0,0 0 0 0 0,1 1 0 0 0,-1-1-1 0 0,0 0 1 0 0,1 0 0 0 0,-1 0 0 0 0,1 0 0 0 0,-1 0 0 0 0,0 0 0 0 0,1 1 0 0 0,-1-1 0 0 0,1 0 0 0 0,-1 0 0 0 0,1 0 0 0 0,-1-1 0 0 0,0 1 0 0 0,2 0-1 0 0,21 1-204 0 0,-21-1 210 0 0,105-14 42 0 0,-80 9-28 0 0,1 1 0 0 0,1 2 0 0 0,46 1 0 0 0,-73 1-19 0 0,1 0 0 0 0,0 0 0 0 0,0 0 0 0 0,0 1 0 0 0,0-1-1 0 0,-1 1 1 0 0,1 0 0 0 0,0 0 0 0 0,0 0 0 0 0,-1 0 0 0 0,1 0 0 0 0,-1 0 0 0 0,1 1 0 0 0,-1-1 0 0 0,1 1-1 0 0,-1 0 1 0 0,0 0 0 0 0,0 0 0 0 0,0 0 0 0 0,0 0 0 0 0,0 0 0 0 0,-1 1 0 0 0,3 2 0 0 0,-3-2 22 0 0,0 1 0 0 0,0 0 1 0 0,-1 0-1 0 0,1 0 0 0 0,-1 0 0 0 0,0 0 1 0 0,0 0-1 0 0,0 0 0 0 0,0-1 1 0 0,-1 1-1 0 0,1 0 0 0 0,-1 0 1 0 0,0 0-1 0 0,-3 6 0 0 0,-5 11 81 0 0,-1 1 0 0 0,-1-2 0 0 0,-1 1 0 0 0,-17 21 0 0 0,28-41-99 0 0,1-1-3 0 0,0 0 0 0 0,0 0 0 0 0,0 0 0 0 0,0 0 0 0 0,-1 1-1 0 0,1-1 1 0 0,0 0 0 0 0,0 0 0 0 0,0 0 0 0 0,0 0 0 0 0,0 0-1 0 0,0 0 1 0 0,0 0 0 0 0,0 1 0 0 0,0-1 0 0 0,0 0 0 0 0,-1 0-1 0 0,1 0 1 0 0,0 0 0 0 0,0 0 0 0 0,0 0 0 0 0,0 1 0 0 0,0-1-1 0 0,0 0 1 0 0,0 0 0 0 0,0 0 0 0 0,0 0 0 0 0,0 0 0 0 0,0 1-1 0 0,0-1 1 0 0,0 0 0 0 0,0 0 0 0 0,0 0 0 0 0,0 0 0 0 0,1 0-1 0 0,-1 1 1 0 0,0-1 0 0 0,0 0 0 0 0,0 0 0 0 0,0 0 0 0 0,0 0-1 0 0,0 0 1 0 0,0 0 0 0 0,0 0 0 0 0,0 1 0 0 0,0-1 0 0 0,1 0-1 0 0,-1 0 1 0 0,0 0 0 0 0,0 0 0 0 0,0 0 0 0 0,0 0 0 0 0,0 0-1 0 0,0 0 1 0 0,1 0 0 0 0,-1 0 0 0 0,0 0 0 0 0,0 0 0 0 0,0 0-1 0 0,0 0 1 0 0,0 0 0 0 0,1 0 0 0 0,15-2-104 0 0,22-11 115 0 0,-35 12-18 0 0,3-2 23 0 0,71-21-102 0 0,-73 22 84 0 0,1 1 0 0 0,0 0 1 0 0,0 1-1 0 0,-1-1 1 0 0,1 1-1 0 0,0 0 0 0 0,0 0 1 0 0,0 0-1 0 0,-1 0 1 0 0,1 1-1 0 0,0 0 0 0 0,0 0 1 0 0,7 3-1 0 0,-11-3 27 0 0,0 0 0 0 0,-1-1 1 0 0,1 1-1 0 0,-1 0 0 0 0,1-1 0 0 0,0 1 1 0 0,-1 0-1 0 0,0 0 0 0 0,1-1 0 0 0,-1 1 1 0 0,1 0-1 0 0,-1 0 0 0 0,0 0 0 0 0,0 0 1 0 0,1-1-1 0 0,-1 1 0 0 0,0 0 0 0 0,0 0 0 0 0,0 0 1 0 0,0 0-1 0 0,0 0 0 0 0,0 0 0 0 0,0 0 1 0 0,0-1-1 0 0,-1 1 0 0 0,1 0 0 0 0,0 0 1 0 0,0 0-1 0 0,-1 0 0 0 0,1 0 0 0 0,-1-1 1 0 0,1 1-1 0 0,-1 1 0 0 0,-19 31 390 0 0,16-27-348 0 0,-15 23-130 0 0,1 0-357 0 0,-1-1 0 0 0,-1 0 0 0 0,-48 48 0 0 0,82-95-12316 0 0,22-29 6681 0 0,-6 16 3807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3.259"/>
    </inkml:context>
    <inkml:brush xml:id="br0">
      <inkml:brushProperty name="width" value="0.035" units="cm"/>
      <inkml:brushProperty name="height" value="0.035" units="cm"/>
      <inkml:brushProperty name="color" value="#E71224"/>
    </inkml:brush>
  </inkml:definitions>
  <inkml:trace contextRef="#ctx0" brushRef="#br0">133 5 3224 0 0,'-2'-1'669'0'0,"-1"1"1"0"0,1-1-1 0 0,0 0 0 0 0,0 1 0 0 0,0-1 1 0 0,-1 1-1 0 0,1 0 0 0 0,0 0 0 0 0,0 0 1 0 0,-1 0-1 0 0,1 0 0 0 0,0 0 0 0 0,-1 1 1 0 0,1-1-1 0 0,0 1 0 0 0,0-1 0 0 0,0 1 0 0 0,0 0 1 0 0,-3 1-1 0 0,1 1-205 0 0,0 0-1 0 0,0 0 1 0 0,0 0 0 0 0,0 0 0 0 0,0 1-1 0 0,1-1 1 0 0,-1 1 0 0 0,-3 6-1 0 0,0 1-344 0 0,0-1-1 0 0,1 2 1 0 0,1-1-1 0 0,0 1 1 0 0,0-1-1 0 0,-3 18 0 0 0,6-22-94 0 0,1 1 0 0 0,0 0 0 0 0,1-1 0 0 0,-1 1 0 0 0,2 0 0 0 0,-1 0 0 0 0,1-1 0 0 0,0 1 0 0 0,0 0 0 0 0,4 9 0 0 0,-4-15-87 0 0,-1 0 0 0 0,1 0 0 0 0,0 0 0 0 0,0-1 1 0 0,0 1-1 0 0,0 0 0 0 0,0 0 0 0 0,0-1 0 0 0,1 1 0 0 0,-1-1 1 0 0,1 1-1 0 0,-1-1 0 0 0,1 0 0 0 0,-1 1 0 0 0,1-1 0 0 0,0 0 1 0 0,-1 0-1 0 0,1 0 0 0 0,0 0 0 0 0,0 0 0 0 0,0-1 0 0 0,0 1 1 0 0,0-1-1 0 0,0 1 0 0 0,0-1 0 0 0,0 0 0 0 0,0 1 0 0 0,0-1 0 0 0,0 0 1 0 0,0 0-1 0 0,0 0 0 0 0,0-1 0 0 0,0 1 0 0 0,0 0 0 0 0,0-1 1 0 0,0 0-1 0 0,-1 1 0 0 0,1-1 0 0 0,0 0 0 0 0,0 0 0 0 0,0 0 1 0 0,-1 0-1 0 0,4-2 0 0 0,5-3-1018 0 0,1-1 0 0 0,-1 0 0 0 0,-1 0 0 0 0,1-1 1 0 0,-1 0-1 0 0,-1-1 0 0 0,1 0 0 0 0,-1 0 0 0 0,-1-1 0 0 0,0 0 0 0 0,0 0 1 0 0,-1-1-1 0 0,-1 0 0 0 0,1 0 0 0 0,5-18 0 0 0,-2-14-519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3.389"/>
    </inkml:context>
    <inkml:brush xml:id="br0">
      <inkml:brushProperty name="width" value="0.035" units="cm"/>
      <inkml:brushProperty name="height" value="0.035" units="cm"/>
      <inkml:brushProperty name="color" value="#E71224"/>
    </inkml:brush>
  </inkml:definitions>
  <inkml:trace contextRef="#ctx0" brushRef="#br0">162 56 1464 0 0,'-29'-11'4160'0'0,"0"4"0"0"0,-1 6-560 0 0,3 1-800 0 0,8-1-799 0 0,8-2-721 0 0,0 1-480 0 0,6 2-480 0 0,6-1-160 0 0,5-1-208 0 0,7-1-352 0 0,6 3-640 0 0,6-2-2001 0 0,2-4-1839 0 0,4-3 400 0 0,-1 2 1040 0 0,-1 7 1040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5.541"/>
    </inkml:context>
    <inkml:brush xml:id="br0">
      <inkml:brushProperty name="width" value="0.035" units="cm"/>
      <inkml:brushProperty name="height" value="0.035" units="cm"/>
      <inkml:brushProperty name="color" value="#E71224"/>
    </inkml:brush>
  </inkml:definitions>
  <inkml:trace contextRef="#ctx0" brushRef="#br0">49 84 424 0 0,'-11'-20'3560'0'0,"8"17"-2653"0"0,1 0 0 0 0,0 0-1 0 0,0-1 1 0 0,0 1 0 0 0,1-1-1 0 0,-1 0 1 0 0,1 1 0 0 0,0-1-1 0 0,0 0 1 0 0,-1-4 0 0 0,-1 6 2882 0 0,2 14-2631 0 0,16 52-149 0 0,-4 1 1 0 0,6 108-1 0 0,-2-17-451 0 0,51 241-179 0 0,-126-597 389 0 0,37 104-795 0 0,3-1 1 0 0,5-1-1 0 0,-5-153 0 0 0,19 243 30 0 0,2 0-1 0 0,-1-1 1 0 0,1 1-1 0 0,0 0 1 0 0,1-1-1 0 0,0 1 1 0 0,0 0-1 0 0,1 0 1 0 0,0 0-1 0 0,0 1 1 0 0,5-9-1 0 0,-6 13 2 0 0,1 0-1 0 0,0 0 1 0 0,-1 0 0 0 0,1 0-1 0 0,0 1 1 0 0,1-1-1 0 0,-1 1 1 0 0,0 0 0 0 0,1 0-1 0 0,-1 0 1 0 0,1 0-1 0 0,0 0 1 0 0,-1 1 0 0 0,1 0-1 0 0,0 0 1 0 0,0 0 0 0 0,0 0-1 0 0,0 0 1 0 0,0 1-1 0 0,0 0 1 0 0,0 0 0 0 0,0 0-1 0 0,0 0 1 0 0,6 2-1 0 0,-2-1-4 0 0,0 0-1 0 0,0 0 0 0 0,0 1 1 0 0,-1 0-1 0 0,1 0 0 0 0,0 1 1 0 0,-1 0-1 0 0,0 0 0 0 0,0 1 0 0 0,0 0 1 0 0,0 0-1 0 0,0 1 0 0 0,-1 0 1 0 0,0 0-1 0 0,0 1 0 0 0,0-1 1 0 0,-1 1-1 0 0,0 0 0 0 0,0 1 0 0 0,0-1 1 0 0,-1 1-1 0 0,0 0 0 0 0,4 8 1 0 0,-4-3 31 0 0,0 1 1 0 0,0 0-1 0 0,-1 0 1 0 0,-1 0-1 0 0,0 0 1 0 0,-1 0-1 0 0,0 0 1 0 0,-1 0-1 0 0,-1 0 1 0 0,0 0-1 0 0,-1 1 1 0 0,0-1 0 0 0,-5 17-1 0 0,-1-4 99 0 0,-1-1 0 0 0,-1 1-1 0 0,-24 41 1 0 0,26-54-264 0 0,0 1-1 0 0,-1-1 1 0 0,-1 0 0 0 0,0-1-1 0 0,-1-1 1 0 0,0 1-1 0 0,-24 17 1 0 0,16-20-2686 0 0,10-15-5200 0 0,8-15-907 0 0,4 4 7697 0 0,4-4-702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5.937"/>
    </inkml:context>
    <inkml:brush xml:id="br0">
      <inkml:brushProperty name="width" value="0.035" units="cm"/>
      <inkml:brushProperty name="height" value="0.035" units="cm"/>
      <inkml:brushProperty name="color" value="#E71224"/>
    </inkml:brush>
  </inkml:definitions>
  <inkml:trace contextRef="#ctx0" brushRef="#br0">214 45 2024 0 0,'1'-3'880'0'0,"1"1"0"0"0,-1-1 0 0 0,0 1 0 0 0,0-1 0 0 0,-1 0-1 0 0,1 1 1 0 0,-1-1 0 0 0,1 0 0 0 0,-1 1 0 0 0,0-1 0 0 0,0 0 0 0 0,0-3 0 0 0,0 6-738 0 0,0 0 0 0 0,0-1 1 0 0,0 1-1 0 0,0 0 1 0 0,0-1-1 0 0,-1 1 1 0 0,1 0-1 0 0,0 0 0 0 0,0-1 1 0 0,0 1-1 0 0,0 0 1 0 0,0-1-1 0 0,-1 1 0 0 0,1 0 1 0 0,0 0-1 0 0,0 0 1 0 0,-1-1-1 0 0,1 1 0 0 0,0 0 1 0 0,0 0-1 0 0,-1 0 1 0 0,1-1-1 0 0,0 1 1 0 0,0 0-1 0 0,-1 0 0 0 0,1 0 1 0 0,0 0-1 0 0,-1 0 1 0 0,1 0-1 0 0,0 0 0 0 0,-1-1 1 0 0,1 1-1 0 0,0 0 1 0 0,-1 0-1 0 0,-18 13 1276 0 0,8-1-1161 0 0,1 1 0 0 0,0 0 0 0 0,1 0 0 0 0,0 1 0 0 0,1 0 0 0 0,1 0 0 0 0,-8 20 0 0 0,-30 113 426 0 0,34-108-476 0 0,-6 24-2 0 0,3 1-1 0 0,-13 126 0 0 0,26-167-242 0 0,0 1-1 0 0,1-1 1 0 0,2 0 0 0 0,0 1-1 0 0,2-1 1 0 0,0 0-1 0 0,2-1 1 0 0,0 1 0 0 0,1-1-1 0 0,2 0 1 0 0,18 36-1 0 0,-23-52-128 0 0,1 0 0 0 0,-1 0-1 0 0,1 0 1 0 0,0-1-1 0 0,0 1 1 0 0,10 6 0 0 0,-10-8-585 0 0,1 0 1 0 0,-1-1 0 0 0,1 0-1 0 0,0 0 1 0 0,1 0 0 0 0,10 3-1 0 0,-8-4-543 0 0,0 0-1 0 0,1-1 1 0 0,-1 0 0 0 0,1-1-1 0 0,-1 0 1 0 0,1 0-1 0 0,-1-1 1 0 0,1 0 0 0 0,-1-1-1 0 0,17-5 1 0 0,2-2-692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7.631"/>
    </inkml:context>
    <inkml:brush xml:id="br0">
      <inkml:brushProperty name="width" value="0.035" units="cm"/>
      <inkml:brushProperty name="height" value="0.035" units="cm"/>
      <inkml:brushProperty name="color" value="#E71224"/>
    </inkml:brush>
  </inkml:definitions>
  <inkml:trace contextRef="#ctx0" brushRef="#br0">104 8 3304 0 0,'-52'13'10177'0'0,"39"-9"-4619"0"0,36-10-3866 0 0,-1 1-1361 0 0,-12 2-258 0 0,-1 0-1 0 0,1 1 0 0 0,0 0 0 0 0,0 0 1 0 0,0 1-1 0 0,0 1 0 0 0,0-1 0 0 0,1 2 0 0 0,13 1 1 0 0,-23-1-55 0 0,0-1 1 0 0,0 1 0 0 0,0-1-1 0 0,0 1 1 0 0,0-1-1 0 0,-1 1 1 0 0,1 0 0 0 0,0-1-1 0 0,0 1 1 0 0,-1 0-1 0 0,1 0 1 0 0,-1 0 0 0 0,1-1-1 0 0,0 1 1 0 0,-1 0 0 0 0,0 0-1 0 0,1 0 1 0 0,-1 0-1 0 0,1 0 1 0 0,-1 0 0 0 0,0 0-1 0 0,0 0 1 0 0,0 0 0 0 0,1 0-1 0 0,-1 0 1 0 0,0 0-1 0 0,0 0 1 0 0,0 0 0 0 0,-1 0-1 0 0,1 0 1 0 0,0 0-1 0 0,0 0 1 0 0,-1 0 0 0 0,1 0-1 0 0,0 0 1 0 0,-1 0 0 0 0,1 0-1 0 0,-1 0 1 0 0,1 0-1 0 0,-1 0 1 0 0,1 0 0 0 0,-1-1-1 0 0,-1 2 1 0 0,-29 42 562 0 0,29-42-555 0 0,-57 63 473 0 0,38-44-512 0 0,1 1-1 0 0,1 1 1 0 0,-31 48 0 0 0,50-70 6 0 0,0-1 0 0 0,0 0 1 0 0,-1 1-1 0 0,1-1 0 0 0,0 1 1 0 0,0-1-1 0 0,-1 1 0 0 0,1-1 1 0 0,0 0-1 0 0,0 1 0 0 0,0-1 0 0 0,0 1 1 0 0,0-1-1 0 0,0 1 0 0 0,0-1 1 0 0,0 1-1 0 0,0-1 0 0 0,0 1 1 0 0,0-1-1 0 0,0 0 0 0 0,0 1 1 0 0,0-1-1 0 0,0 1 0 0 0,0-1 0 0 0,1 1 1 0 0,-1-1-1 0 0,0 1 0 0 0,0-1 1 0 0,0 0-1 0 0,1 1 0 0 0,-1-1 1 0 0,0 0-1 0 0,1 1 0 0 0,-1-1 1 0 0,0 0-1 0 0,1 1 0 0 0,-1-1 1 0 0,0 0-1 0 0,1 1 0 0 0,-1-1 0 0 0,1 0 1 0 0,-1 0-1 0 0,0 0 0 0 0,1 1 1 0 0,-1-1-1 0 0,1 0 0 0 0,-1 0 1 0 0,1 0-1 0 0,-1 0 0 0 0,1 0 1 0 0,-1 0-1 0 0,0 0 0 0 0,1 0 0 0 0,-1 0 1 0 0,1 0-1 0 0,-1 0 0 0 0,1 0 1 0 0,-1 0-1 0 0,1 0 0 0 0,0-1 1 0 0,35-4 49 0 0,-32 4-30 0 0,69-17 75 0 0,-48 11-123 0 0,1 0 1 0 0,1 2-1 0 0,-1 0 0 0 0,1 2 0 0 0,40 1 1 0 0,-66 1 34 0 0,0 1 1 0 0,0 0 0 0 0,0 0-1 0 0,0 0 1 0 0,0 1 0 0 0,0-1-1 0 0,0 0 1 0 0,0 0-1 0 0,0 1 1 0 0,0-1 0 0 0,0 0-1 0 0,0 1 1 0 0,0-1 0 0 0,0 1-1 0 0,0-1 1 0 0,0 1 0 0 0,0-1-1 0 0,-1 1 1 0 0,1 0 0 0 0,0 0-1 0 0,0-1 1 0 0,-1 1-1 0 0,1 0 1 0 0,0 0 0 0 0,-1 0-1 0 0,1 0 1 0 0,-1-1 0 0 0,1 1-1 0 0,-1 0 1 0 0,0 0 0 0 0,1 2-1 0 0,-1 0 14 0 0,0 0-1 0 0,0-1 1 0 0,-1 1-1 0 0,1 0 0 0 0,-1 0 1 0 0,1 0-1 0 0,-1-1 1 0 0,0 1-1 0 0,0 0 1 0 0,0-1-1 0 0,-3 5 1 0 0,-6 9 69 0 0,-1-1 1 0 0,-20 23 0 0 0,29-35-91 0 0,-16 16 1 0 0,-26 30 90 0 0,42-46-85 0 0,0-1 0 0 0,0 1-1 0 0,0 0 1 0 0,1 0 0 0 0,-1 0 0 0 0,1-1-1 0 0,0 1 1 0 0,-1 1 0 0 0,1-1-1 0 0,1 0 1 0 0,-1 0 0 0 0,0 0 0 0 0,1 0-1 0 0,-1 7 1 0 0,2-9-5 0 0,0 0 0 0 0,-1 0-1 0 0,1 1 1 0 0,0-1 0 0 0,0 0 0 0 0,0 0-1 0 0,0 0 1 0 0,0-1 0 0 0,0 1-1 0 0,0 0 1 0 0,0 0 0 0 0,0-1 0 0 0,1 1-1 0 0,-1 0 1 0 0,0-1 0 0 0,0 1 0 0 0,1-1-1 0 0,-1 1 1 0 0,0-1 0 0 0,1 0 0 0 0,-1 0-1 0 0,0 0 1 0 0,1 1 0 0 0,-1-1 0 0 0,0 0-1 0 0,1-1 1 0 0,-1 1 0 0 0,0 0 0 0 0,1 0-1 0 0,2-1 1 0 0,49-9-184 0 0,-48 9 147 0 0,34-9-159 0 0,53-10-307 0 0,-85 19 462 0 0,1 0-1 0 0,0 1 0 0 0,-1 0 1 0 0,1 0-1 0 0,0 0 1 0 0,-1 1-1 0 0,1 0 1 0 0,0 1-1 0 0,10 3 1 0 0,-18-5 59 0 0,1 1 0 0 0,0-1 0 0 0,-1 1 0 0 0,1-1 0 0 0,-1 1 0 0 0,1-1-1 0 0,-1 1 1 0 0,1-1 0 0 0,-1 1 0 0 0,1 0 0 0 0,-1-1 0 0 0,1 1 0 0 0,-1 0 0 0 0,0-1 0 0 0,1 1 0 0 0,-1 0 0 0 0,0-1 0 0 0,0 1 0 0 0,0 0 0 0 0,1 0 0 0 0,-1-1 0 0 0,0 1 0 0 0,0 0 0 0 0,0 0 0 0 0,0-1 0 0 0,0 1 0 0 0,0 0 0 0 0,-1 0 0 0 0,1-1 0 0 0,0 1 0 0 0,0 0 0 0 0,0 0 0 0 0,-1-1 0 0 0,1 1 0 0 0,-1 1 0 0 0,-14 27 301 0 0,14-28-289 0 0,-24 35 86 0 0,-3-2 0 0 0,0-1 1 0 0,-3-2-1 0 0,-34 30 0 0 0,39-37-443 0 0,78-53-13187 0 0,20-26 6480 0 0,-28 23 5093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8.041"/>
    </inkml:context>
    <inkml:brush xml:id="br0">
      <inkml:brushProperty name="width" value="0.035" units="cm"/>
      <inkml:brushProperty name="height" value="0.035" units="cm"/>
      <inkml:brushProperty name="color" value="#E71224"/>
    </inkml:brush>
  </inkml:definitions>
  <inkml:trace contextRef="#ctx0" brushRef="#br0">7 89 24 0 0,'-7'-3'16519'0'0,"33"-11"-13410"0"0,26-11-5342 0 0,-36 19 3617 0 0,-15 6-1427 0 0,97-32-343 0 0,-45 24-2425 0 0,-6 11-5216 0 0,-47-3 7900 0 0,1 0-1 0 0,-1 0 0 0 0,1 1 0 0 0,-1-1 1 0 0,1 0-1 0 0,-1 0 0 0 0,1 1 1 0 0,-1-1-1 0 0,1 0 0 0 0,-1 1 0 0 0,1-1 1 0 0,-1 0-1 0 0,0 1 0 0 0,1-1 1 0 0,-1 1-1 0 0,0-1 0 0 0,1 0 0 0 0,-1 1 1 0 0,0-1-1 0 0,0 1 0 0 0,1-1 1 0 0,-1 1-1 0 0,0-1 0 0 0,0 1 1 0 0,0-1-1 0 0,0 1 0 0 0,0-1 0 0 0,0 1 1 0 0,0 0-1 0 0,0-1 0 0 0,0 1 1 0 0,0-1-1 0 0,0 1 0 0 0,0-1 0 0 0,0 1 1 0 0,0-1-1 0 0,0 1 0 0 0,0-1 1 0 0,-1 1-1 0 0,1-1 0 0 0,0 1 1 0 0,0-1-1 0 0,-1 1 0 0 0,1 0 0 0 0,-15 19-1525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8.205"/>
    </inkml:context>
    <inkml:brush xml:id="br0">
      <inkml:brushProperty name="width" value="0.035" units="cm"/>
      <inkml:brushProperty name="height" value="0.035" units="cm"/>
      <inkml:brushProperty name="color" value="#E71224"/>
    </inkml:brush>
  </inkml:definitions>
  <inkml:trace contextRef="#ctx0" brushRef="#br0">51 158 2424 0 0,'-20'25'4240'0'0,"3"-4"-480"0"0,9-10-880 0 0,2-4-800 0 0,7-3-719 0 0,11-5-401 0 0,12-7-320 0 0,11-7-240 0 0,10-5-160 0 0,7-5-160 0 0,3-1-128 0 0,4 0-832 0 0,0 0-1681 0 0,0-1-1999 0 0,-6 4 240 0 0,-5 6 960 0 0,-11 5 1120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9.151"/>
    </inkml:context>
    <inkml:brush xml:id="br0">
      <inkml:brushProperty name="width" value="0.035" units="cm"/>
      <inkml:brushProperty name="height" value="0.035" units="cm"/>
      <inkml:brushProperty name="color" value="#E71224"/>
    </inkml:brush>
  </inkml:definitions>
  <inkml:trace contextRef="#ctx0" brushRef="#br0">210 56 1864 0 0,'7'-12'5855'0'0,"14"-18"349"0"0,-20 29-5975 0 0,-1 0 0 0 0,1 0 0 0 0,-1 0 0 0 0,1 1-1 0 0,0-1 1 0 0,0 0 0 0 0,0 0 0 0 0,0 0 0 0 0,-1 1 0 0 0,1-1 0 0 0,0 0-1 0 0,0 1 1 0 0,0-1 0 0 0,0 1 0 0 0,0-1 0 0 0,1 1 0 0 0,-1 0 0 0 0,0-1-1 0 0,0 1 1 0 0,0 0 0 0 0,2 0 0 0 0,-2 0-170 0 0,-1 1 0 0 0,0 0 0 0 0,1-1 0 0 0,-1 1 0 0 0,0 0 1 0 0,0-1-1 0 0,0 1 0 0 0,1 0 0 0 0,-1-1 0 0 0,0 1 0 0 0,0 0 0 0 0,0 0 0 0 0,0-1 0 0 0,0 1 1 0 0,0 0-1 0 0,0-1 0 0 0,0 1 0 0 0,0 0 0 0 0,-1 0 0 0 0,1-1 0 0 0,0 1 0 0 0,0 0 0 0 0,-1-1 0 0 0,1 1 1 0 0,0 0-1 0 0,-1-1 0 0 0,1 1 0 0 0,-1-1 0 0 0,1 1 0 0 0,-1-1 0 0 0,1 1 0 0 0,-1-1 0 0 0,0 1 1 0 0,-18 27 183 0 0,18-27-163 0 0,-92 100 580 0 0,69-78-602 0 0,1 2 1 0 0,2 0-1 0 0,-36 51 1 0 0,55-72-62 0 0,0 0 0 0 0,-1 0 1 0 0,1 0-1 0 0,1 0 0 0 0,-1 0 1 0 0,1 0-1 0 0,-1 0 0 0 0,1 1 1 0 0,0-1-1 0 0,1 0 0 0 0,-1 1 1 0 0,1-1-1 0 0,0 1 0 0 0,0-1 1 0 0,0 1-1 0 0,1-1 0 0 0,0 1 1 0 0,-1-1-1 0 0,2 0 0 0 0,-1 0 1 0 0,0 1-1 0 0,1-1 0 0 0,0 0 1 0 0,0 0-1 0 0,0 0 0 0 0,0 0 1 0 0,1-1-1 0 0,-1 1 0 0 0,1-1 1 0 0,0 1-1 0 0,0-1 0 0 0,0 0 1 0 0,1 0-1 0 0,-1 0 0 0 0,1-1 1 0 0,-1 1-1 0 0,1-1 0 0 0,0 0 1 0 0,0 0-1 0 0,0 0 0 0 0,0 0 1 0 0,1-1-1 0 0,-1 0 0 0 0,0 0 1 0 0,1 0-1 0 0,-1 0 0 0 0,7 0 1 0 0,100 5-197 0 0,-74-5 105 0 0,-1 1 0 0 0,64 12 1 0 0,-99-14 100 0 0,0 0 0 0 0,1 0 0 0 0,-1 1 0 0 0,0-1 0 0 0,0 0 0 0 0,1 1 0 0 0,-1-1 1 0 0,0 1-1 0 0,0-1 0 0 0,0 1 0 0 0,0-1 0 0 0,0 1 0 0 0,0 0 0 0 0,0 0 0 0 0,0-1 1 0 0,0 1-1 0 0,0 0 0 0 0,0 0 0 0 0,0 0 0 0 0,0 0 0 0 0,-1 0 0 0 0,1 0 0 0 0,0 0 1 0 0,-1 0-1 0 0,1 1 0 0 0,-1-1 0 0 0,1 0 0 0 0,-1 0 0 0 0,0 0 0 0 0,1 1 0 0 0,-1-1 0 0 0,0 0 1 0 0,0 0-1 0 0,0 1 0 0 0,0-1 0 0 0,0 0 0 0 0,0 1 0 0 0,0-1 0 0 0,0 0 0 0 0,-1 0 1 0 0,1 1-1 0 0,0-1 0 0 0,-1 0 0 0 0,1 0 0 0 0,-1 0 0 0 0,1 0 0 0 0,-1 1 0 0 0,0-1 0 0 0,1 0 1 0 0,-2 1-1 0 0,-6 9 108 0 0,0 1 1 0 0,0-1-1 0 0,-20 18 0 0 0,12-12-25 0 0,11-11-72 0 0,-27 36 84 0 0,30-40-111 0 0,1 1-1 0 0,-1-1 1 0 0,1 1-1 0 0,0 0 1 0 0,0 0 0 0 0,0-1-1 0 0,0 1 1 0 0,0 0-1 0 0,0 0 1 0 0,1 0 0 0 0,-1 0-1 0 0,1 0 1 0 0,0 0-1 0 0,0 4 1 0 0,1-5-6 0 0,-1-1-1 0 0,1 0 1 0 0,0 0-1 0 0,0 0 1 0 0,-1 0-1 0 0,1 1 1 0 0,0-1-1 0 0,0 0 1 0 0,0 0-1 0 0,0-1 1 0 0,0 1 0 0 0,0 0-1 0 0,0 0 1 0 0,1 0-1 0 0,-1-1 1 0 0,0 1-1 0 0,0 0 1 0 0,1-1-1 0 0,-1 0 1 0 0,0 1-1 0 0,1-1 1 0 0,-1 0 0 0 0,0 1-1 0 0,1-1 1 0 0,-1 0-1 0 0,2 0 1 0 0,41 1-104 0 0,-38-1 95 0 0,18-2 5 0 0,-4 0-54 0 0,0 2 0 0 0,34 2 0 0 0,-51-2 69 0 0,1 0 0 0 0,-1 1 0 0 0,0-1 0 0 0,0 1 0 0 0,0 0 0 0 0,0-1 0 0 0,0 1 0 0 0,0 1 0 0 0,0-1 0 0 0,0 0 0 0 0,0 1 0 0 0,0 0 0 0 0,-1-1 0 0 0,1 1 0 0 0,-1 0 0 0 0,1 0 0 0 0,-1 1 0 0 0,0-1 0 0 0,0 0 1 0 0,0 1-1 0 0,0 0 0 0 0,0-1 0 0 0,3 7 0 0 0,-5-6 37 0 0,1 1 0 0 0,-1-1 0 0 0,0 1 0 0 0,0 0 0 0 0,-1-1 0 0 0,1 1 0 0 0,-1-1 0 0 0,1 1 0 0 0,-1 0 0 0 0,0-1 1 0 0,0 0-1 0 0,-1 1 0 0 0,1-1 0 0 0,-1 0 0 0 0,0 1 0 0 0,-2 3 0 0 0,-38 51 428 0 0,35-50-410 0 0,-22 26-73 0 0,-2-1 0 0 0,-1-2 0 0 0,-69 52 0 0 0,158-128-12535 0 0,10-11 5896 0 0,-52 43 5705 0 0,25-20-977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9.411"/>
    </inkml:context>
    <inkml:brush xml:id="br0">
      <inkml:brushProperty name="width" value="0.035" units="cm"/>
      <inkml:brushProperty name="height" value="0.035" units="cm"/>
      <inkml:brushProperty name="color" value="#E71224"/>
    </inkml:brush>
  </inkml:definitions>
  <inkml:trace contextRef="#ctx0" brushRef="#br0">83 0 504 0 0,'-17'17'9875'0'0,"0"4"-4218"0"0,-15 26-1987 0 0,30-43-3701 0 0,-1 0 0 0 0,1 1 0 0 0,0-1 0 0 0,1 0 0 0 0,-1 1 0 0 0,1-1 0 0 0,0 1 0 0 0,0 0 0 0 0,0-1 0 0 0,1 1 0 0 0,0 0 0 0 0,0-1 0 0 0,0 1 0 0 0,0 0 0 0 0,1-1 0 0 0,-1 1 0 0 0,1 0 0 0 0,1-1 0 0 0,-1 1 1 0 0,0-1-1 0 0,5 8 0 0 0,-5-10-41 0 0,0-1 0 0 0,0 1 1 0 0,0-1-1 0 0,0 1 0 0 0,0-1 1 0 0,1 1-1 0 0,-1-1 1 0 0,0 0-1 0 0,1 0 0 0 0,-1 1 1 0 0,1-1-1 0 0,2 1 0 0 0,-2-1-239 0 0,0-1-1 0 0,-1 1 0 0 0,1-1 0 0 0,0 0 0 0 0,0 1 0 0 0,0-1 0 0 0,0 0 0 0 0,0 0 1 0 0,-1 0-1 0 0,1 0 0 0 0,0-1 0 0 0,0 1 0 0 0,0 0 0 0 0,0-1 0 0 0,-1 1 1 0 0,1-1-1 0 0,2-1 0 0 0,1 0-710 0 0,0-1 0 0 0,1-1 0 0 0,-1 1 0 0 0,0-1 0 0 0,-1 0 0 0 0,1 0 1 0 0,-1 0-1 0 0,7-8 0 0 0,8-14-1245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49.564"/>
    </inkml:context>
    <inkml:brush xml:id="br0">
      <inkml:brushProperty name="width" value="0.035" units="cm"/>
      <inkml:brushProperty name="height" value="0.035" units="cm"/>
      <inkml:brushProperty name="color" value="#E71224"/>
    </inkml:brush>
  </inkml:definitions>
  <inkml:trace contextRef="#ctx0" brushRef="#br0">186 92 3624 0 0,'-36'-6'4960'0'0,"-3"-1"-720"0"0,6 1-1040 0 0,4 1-799 0 0,7-2-881 0 0,7 1-560 0 0,7 1-480 0 0,5-1-240 0 0,6-2-208 0 0,8 1-512 0 0,6-1-480 0 0,11-1-1840 0 0,5 2-2081 0 0,4 3-79 0 0,-2 4 1120 0 0,-4 7 1280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50.876"/>
    </inkml:context>
    <inkml:brush xml:id="br0">
      <inkml:brushProperty name="width" value="0.035" units="cm"/>
      <inkml:brushProperty name="height" value="0.035" units="cm"/>
      <inkml:brushProperty name="color" value="#E71224"/>
    </inkml:brush>
  </inkml:definitions>
  <inkml:trace contextRef="#ctx0" brushRef="#br0">25 26 2664 0 0,'-24'-25'18267'0'0,"38"40"-17347"0"0,25 29-691 0 0,-3 0-1 0 0,60 98 1 0 0,-25-35-115 0 0,-30-49-29 0 0,-2 2-1 0 0,35 73 0 0 0,-64-110-43 0 0,0 0 1 0 0,-2 1-1 0 0,0 0 1 0 0,-2 0-1 0 0,-1 1 0 0 0,-1-1 1 0 0,0 1-1 0 0,-2 0 1 0 0,-2 45-1 0 0,-3-47-3 0 0,0-1 0 0 0,-1 0 0 0 0,-1 0 0 0 0,-1 0 0 0 0,-1 0 0 0 0,0-1 0 0 0,-2 0 0 0 0,-1-1 0 0 0,0 0 0 0 0,-22 30 0 0 0,19-32-1491 0 0,-1-1 0 0 0,-1-1-1 0 0,-25 23 1 0 0,46-60-12201 0 0,3 4 10801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52.181"/>
    </inkml:context>
    <inkml:brush xml:id="br0">
      <inkml:brushProperty name="width" value="0.035" units="cm"/>
      <inkml:brushProperty name="height" value="0.035" units="cm"/>
      <inkml:brushProperty name="color" value="#E71224"/>
    </inkml:brush>
  </inkml:definitions>
  <inkml:trace contextRef="#ctx0" brushRef="#br0">360 1 2104 0 0,'-3'0'8664'0'0,"-10"4"-4191"0"0,-90 37-2156 0 0,82-31-1935 0 0,0 1 0 0 0,2 1 0 0 0,-1 0 0 0 0,1 2 0 0 0,1 0 0 0 0,-23 23 0 0 0,33-29-284 0 0,0 0 0 0 0,1 1 0 0 0,0 0 1 0 0,0 0-1 0 0,1 1 0 0 0,0 0 0 0 0,1 0 0 0 0,0 0 0 0 0,1 1 1 0 0,0-1-1 0 0,0 1 0 0 0,1 0 0 0 0,0 1 0 0 0,-1 20 1 0 0,4-26-61 0 0,1 1-1 0 0,-1-1 1 0 0,1 0 0 0 0,1 1 0 0 0,-1-1 0 0 0,1 0 0 0 0,0 0 0 0 0,1 0-1 0 0,0 0 1 0 0,-1 0 0 0 0,2-1 0 0 0,-1 1 0 0 0,1-1 0 0 0,0 0 0 0 0,0 0 0 0 0,0 0-1 0 0,0-1 1 0 0,1 1 0 0 0,0-1 0 0 0,0 0 0 0 0,0 0 0 0 0,1-1 0 0 0,-1 0-1 0 0,1 0 1 0 0,6 3 0 0 0,17 7 83 0 0,1-1-1 0 0,1-2 0 0 0,52 12 0 0 0,-63-17-79 0 0,205 38-755 0 0,-237-44-11610 0 0,-6 0 7314 0 0,-4 2 1663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52.623"/>
    </inkml:context>
    <inkml:brush xml:id="br0">
      <inkml:brushProperty name="width" value="0.035" units="cm"/>
      <inkml:brushProperty name="height" value="0.035" units="cm"/>
      <inkml:brushProperty name="color" value="#E71224"/>
    </inkml:brush>
  </inkml:definitions>
  <inkml:trace contextRef="#ctx0" brushRef="#br0">30 35 2424 0 0,'-12'-12'3714'0'0,"-5"-8"6455"0"0,20 18-6516 0 0,14 8-2962 0 0,26 13-217 0 0,2-3 1 0 0,-1-1-1 0 0,59 10 0 0 0,142 13-565 0 0,-205-34-697 0 0,9 1-1897 0 0,-17 0-3309 0 0,-30-4 4979 0 0,-3 2-2405 0 0,1-3 3249 0 0,0 0 0 0 0,0 0 0 0 0,0 0 0 0 0,0 0 0 0 0,0 0 0 0 0,0 1 0 0 0,0-1 0 0 0,-13 7-5840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54.731"/>
    </inkml:context>
    <inkml:brush xml:id="br0">
      <inkml:brushProperty name="width" value="0.035" units="cm"/>
      <inkml:brushProperty name="height" value="0.035" units="cm"/>
      <inkml:brushProperty name="color" value="#E71224"/>
    </inkml:brush>
  </inkml:definitions>
  <inkml:trace contextRef="#ctx0" brushRef="#br0">453 63 2664 0 0,'3'-8'1987'0'0,"0"1"0"0"0,1-1-1 0 0,0 1 1 0 0,0 0 0 0 0,1 0-1 0 0,0 1 1 0 0,5-7 0 0 0,-66 50 2663 0 0,1-1-4233 0 0,-137 111 979 0 0,152-112-1317 0 0,1 1-1 0 0,-52 64 1 0 0,84-93-57 0 0,-3 4-69 0 0,10-10 66 0 0,0-1 0 0 0,0 0 0 0 0,0 0-1 0 0,-1 0 1 0 0,1 0 0 0 0,0 1 0 0 0,0-1 0 0 0,0 0-1 0 0,0 0 1 0 0,0 0 0 0 0,0 0 0 0 0,0 1-1 0 0,0-1 1 0 0,0 0 0 0 0,0 0 0 0 0,0 0-1 0 0,0 0 1 0 0,0 1 0 0 0,0-1 0 0 0,0 0 0 0 0,0 0-1 0 0,0 0 1 0 0,0 1 0 0 0,0-1 0 0 0,0 0-1 0 0,1 0 1 0 0,-1 0 0 0 0,0 0 0 0 0,0 0 0 0 0,0 1-1 0 0,0-1 1 0 0,0 0 0 0 0,0 0 0 0 0,0 0-1 0 0,1 0 1 0 0,-1 0 0 0 0,0 0 0 0 0,0 1-1 0 0,0-1 1 0 0,0 0 0 0 0,0 0 0 0 0,1 0 0 0 0,-1 0-1 0 0,0 0 1 0 0,0 0 0 0 0,0 0 0 0 0,1 0-1 0 0,-1 0 1 0 0,0 0 0 0 0,0 0 0 0 0,0 0 0 0 0,0 0-1 0 0,1 0 1 0 0,-1 0 0 0 0,3 2 27 0 0,0 0 1 0 0,0 0-1 0 0,0 0 1 0 0,-1 1-1 0 0,1-1 0 0 0,-1 1 1 0 0,1 0-1 0 0,-1 0 1 0 0,2 3-1 0 0,7 7 130 0 0,0-2-19 0 0,2 0 1 0 0,-1-1-1 0 0,1 0 1 0 0,1-1-1 0 0,0-1 0 0 0,26 12 1 0 0,94 27 196 0 0,-37-16-335 0 0,-66-15 267 0 0,-30-16-314 0 0,-1 0 0 0 0,1 0 1 0 0,-1 1-1 0 0,1-1 0 0 0,-1 0 0 0 0,0 0 0 0 0,1 0 0 0 0,-1 1 0 0 0,1-1 0 0 0,-1 0 0 0 0,0 0 1 0 0,1 1-1 0 0,-1-1 0 0 0,1 0 0 0 0,-1 1 0 0 0,0-1 0 0 0,0 0 0 0 0,1 1 0 0 0,-1-1 0 0 0,0 1 0 0 0,0-1 1 0 0,1 1-1 0 0,-1-1 0 0 0,0 0 0 0 0,0 1 0 0 0,0-1 0 0 0,0 1 0 0 0,0-1 0 0 0,1 1 0 0 0,-1-1 1 0 0,0 1-1 0 0,0-1 0 0 0,0 1 0 0 0,0-1 0 0 0,-1 1 0 0 0,1-1 0 0 0,0 1 0 0 0,0-1 0 0 0,0 0 1 0 0,0 1-1 0 0,0-1 0 0 0,-1 1 0 0 0,1-1 0 0 0,0 1 0 0 0,0-1 0 0 0,-1 0 0 0 0,1 1 0 0 0,0-1 0 0 0,0 0 1 0 0,-1 1-1 0 0,1-1 0 0 0,0 0 0 0 0,-1 1 0 0 0,1-1 0 0 0,-1 0 0 0 0,1 0 0 0 0,0 1 0 0 0,-1-1 1 0 0,1 0-1 0 0,-1 0 0 0 0,0 1 0 0 0,-31 15-6739 0 0,-6 2-5802 0 0,11-10 7851 0 0,6-4 2771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54.988"/>
    </inkml:context>
    <inkml:brush xml:id="br0">
      <inkml:brushProperty name="width" value="0.035" units="cm"/>
      <inkml:brushProperty name="height" value="0.035" units="cm"/>
      <inkml:brushProperty name="color" value="#E71224"/>
    </inkml:brush>
  </inkml:definitions>
  <inkml:trace contextRef="#ctx0" brushRef="#br0">1 25 184 0 0,'0'-1'637'0'0,"0"0"0"0"0,0 0 1 0 0,0 0-1 0 0,0 0 0 0 0,0 0 0 0 0,0 0 0 0 0,1 0 1 0 0,-1 0-1 0 0,0 0 0 0 0,1 0 0 0 0,-1 0 0 0 0,1 0 1 0 0,-1 0-1 0 0,1 0 0 0 0,0 0 0 0 0,-1 0 0 0 0,1 1 1 0 0,0-1-1 0 0,0 0 0 0 0,-1 0 0 0 0,1 1 0 0 0,0-1 0 0 0,0 0 1 0 0,0 1-1 0 0,2-1 0 0 0,-1 0-233 0 0,0 1 0 0 0,0 0-1 0 0,0 0 1 0 0,0 0 0 0 0,0 0 0 0 0,0 0-1 0 0,0 0 1 0 0,0 0 0 0 0,0 1 0 0 0,0-1-1 0 0,0 1 1 0 0,0 0 0 0 0,2 0 0 0 0,10 6-384 0 0,-1 1 1 0 0,1 0-1 0 0,13 11 1 0 0,-14-9 1638 0 0,3 1-1360 0 0,223 136 1087 0 0,-200-133-2660 0 0,2-12-3805 0 0,-37-2 4319 0 0,0-1 0 0 0,-1 0 1 0 0,1 1-1 0 0,0-1 0 0 0,-1-1 0 0 0,1 1 1 0 0,-1 0-1 0 0,1-1 0 0 0,-1 0 1 0 0,0 0-1 0 0,0 0 0 0 0,0 0 1 0 0,0 0-1 0 0,0-1 0 0 0,0 1 1 0 0,-1-1-1 0 0,1 0 0 0 0,-1 0 0 0 0,4-4 1 0 0,-1-7-1948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55.675"/>
    </inkml:context>
    <inkml:brush xml:id="br0">
      <inkml:brushProperty name="width" value="0.035" units="cm"/>
      <inkml:brushProperty name="height" value="0.035" units="cm"/>
      <inkml:brushProperty name="color" value="#E71224"/>
    </inkml:brush>
  </inkml:definitions>
  <inkml:trace contextRef="#ctx0" brushRef="#br0">65 32 2184 0 0,'-21'-2'5554'0'0,"-22"-6"4666"0"0,43 8-10169 0 0,0 0 1 0 0,0 0-1 0 0,0 1 0 0 0,1-1 1 0 0,-1 0-1 0 0,0 0 0 0 0,0 0 1 0 0,0 0-1 0 0,1 0 0 0 0,-1 0 1 0 0,0 0-1 0 0,0 0 0 0 0,0-1 1 0 0,1 1-1 0 0,-1 0 0 0 0,0 0 1 0 0,0 0-1 0 0,0 0 0 0 0,1 0 1 0 0,-1 0-1 0 0,0 0 0 0 0,0 0 1 0 0,0 0-1 0 0,0-1 1 0 0,1 1-1 0 0,-1 0 0 0 0,0 0 1 0 0,0 0-1 0 0,0 0 0 0 0,0 0 1 0 0,0-1-1 0 0,0 1 0 0 0,0 0 1 0 0,1 0-1 0 0,-1 0 0 0 0,0 0 1 0 0,0-1-1 0 0,0 1 0 0 0,0 0 1 0 0,0 0-1 0 0,0 0 0 0 0,0-1 1 0 0,0 1-1 0 0,0 0 0 0 0,0 0 1 0 0,0 0-1 0 0,0-1 0 0 0,0 1 1 0 0,0 0-1 0 0,0 0 1 0 0,0 0-1 0 0,0-1 0 0 0,0 1 1 0 0,0 0-1 0 0,-1 0 0 0 0,1 0 1 0 0,0-1-1 0 0,0 1 0 0 0,0 0 1 0 0,0 0-1 0 0,0 0 0 0 0,0 0 1 0 0,-1 0-1 0 0,1-1 0 0 0,0 1 1 0 0,17-4 546 0 0,83-3 425 0 0,0 4 0 0 0,195 20 1 0 0,-255-13-889 0 0,0 0-419 0 0,-40-4 267 0 0,0 0 1 0 0,0 0-1 0 0,0 0 1 0 0,0 1-1 0 0,0-1 0 0 0,0 0 1 0 0,0 0-1 0 0,0 0 0 0 0,0 0 1 0 0,-1 0-1 0 0,1 0 1 0 0,0 0-1 0 0,0 0 0 0 0,0 0 1 0 0,0 0-1 0 0,0 0 0 0 0,0 0 1 0 0,0 0-1 0 0,0 0 1 0 0,0 0-1 0 0,0 0 0 0 0,0 0 1 0 0,0 1-1 0 0,0-1 0 0 0,0 0 1 0 0,0 0-1 0 0,0 0 0 0 0,0 0 1 0 0,0 0-1 0 0,0 0 1 0 0,0 0-1 0 0,0 0 0 0 0,0 0 1 0 0,0 0-1 0 0,0 0 0 0 0,0 1 1 0 0,0-1-1 0 0,0 0 1 0 0,0 0-1 0 0,0 0 0 0 0,0 0 1 0 0,0 0-1 0 0,0 0 0 0 0,0 0 1 0 0,0 0-1 0 0,-25 3-1014 0 0,-94 5-3142 0 0,-136 15-10881 0 0,194-14 12387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56.103"/>
    </inkml:context>
    <inkml:brush xml:id="br0">
      <inkml:brushProperty name="width" value="0.035" units="cm"/>
      <inkml:brushProperty name="height" value="0.035" units="cm"/>
      <inkml:brushProperty name="color" value="#E71224"/>
    </inkml:brush>
  </inkml:definitions>
  <inkml:trace contextRef="#ctx0" brushRef="#br0">72 1 2344 0 0,'-12'4'1795'0'0,"-25"9"2792"0"0,36-12-4171 0 0,-1-1-1 0 0,1 1 0 0 0,-1 0 0 0 0,1-1 0 0 0,0 1 0 0 0,-1 0 0 0 0,1 0 0 0 0,0 0 0 0 0,-1 0 0 0 0,1 0 0 0 0,0 0 0 0 0,0 1 0 0 0,0-1 1 0 0,0 0-1 0 0,0 1 0 0 0,0-1 0 0 0,0 2 0 0 0,1-2-243 0 0,1 0 0 0 0,-1 0 0 0 0,1 0 1 0 0,0 0-1 0 0,-1 0 0 0 0,1 0 0 0 0,0 0 0 0 0,0 0 1 0 0,0-1-1 0 0,0 1 0 0 0,0 0 0 0 0,0 0 0 0 0,0-1 1 0 0,0 1-1 0 0,0-1 0 0 0,0 1 0 0 0,0-1 0 0 0,0 1 1 0 0,2-1-1 0 0,29 12 638 0 0,-28-10-531 0 0,126 34 1815 0 0,-98-29-1833 0 0,0 0 0 0 0,-1 3 0 0 0,0 0 0 0 0,0 2 0 0 0,-2 1 0 0 0,46 28-1 0 0,-70-38-234 0 0,-1 0-1 0 0,0 0 1 0 0,0 1-1 0 0,0-1 1 0 0,0 1 0 0 0,-1 0-1 0 0,1 0 1 0 0,-1 0-1 0 0,0 0 1 0 0,-1 1-1 0 0,1-1 1 0 0,-1 1-1 0 0,1 0 1 0 0,-1 0-1 0 0,-1 0 1 0 0,1 0-1 0 0,1 8 1 0 0,-3-6 9 0 0,0-1 0 0 0,0 1 1 0 0,-1-1-1 0 0,0 1 1 0 0,0-1-1 0 0,0 1 0 0 0,-1-1 1 0 0,0 0-1 0 0,0 0 0 0 0,-1 0 1 0 0,1 0-1 0 0,-6 8 0 0 0,-9 11 101 0 0,-1-1-1 0 0,-1-1 0 0 0,-1-1 1 0 0,-43 37-1 0 0,57-53-117 0 0,-20 15 47 0 0,18-16-92 0 0,1 1-1 0 0,-1 0 1 0 0,1 0 0 0 0,0 1-1 0 0,1 0 1 0 0,0 0 0 0 0,0 0-1 0 0,0 1 1 0 0,-8 17 0 0 0,14-25 8 0 0,0 1-1 0 0,0-1 1 0 0,0 1 0 0 0,0-1 0 0 0,0 1 0 0 0,0 0-1 0 0,0-1 1 0 0,0 1 0 0 0,1-1 0 0 0,-1 1 0 0 0,0-1 0 0 0,0 1-1 0 0,1-1 1 0 0,-1 1 0 0 0,0-1 0 0 0,0 1 0 0 0,1-1-1 0 0,-1 1 1 0 0,1-1 0 0 0,-1 0 0 0 0,1 1 0 0 0,-1-1-1 0 0,0 0 1 0 0,1 1 0 0 0,-1-1 0 0 0,1 0 0 0 0,-1 1 0 0 0,1-1-1 0 0,0 0 1 0 0,-1 0 0 0 0,1 0 0 0 0,-1 0 0 0 0,1 1-1 0 0,-1-1 1 0 0,1 0 0 0 0,0 0 0 0 0,-1 0 0 0 0,1 0-1 0 0,0 0 1 0 0,28 1-71 0 0,-28-1 76 0 0,114-8 203 0 0,37-1 113 0 0,-135 10-129 0 0,0 0 1 0 0,1 1 0 0 0,-1 1-1 0 0,0 0 1 0 0,0 1 0 0 0,26 11-1 0 0,-40-14-137 0 0,-1 0 0 0 0,1 0-1 0 0,-1 0 1 0 0,1 0-1 0 0,-1 1 1 0 0,0 0 0 0 0,0-1-1 0 0,1 1 1 0 0,-1 0-1 0 0,0 0 1 0 0,-1 0 0 0 0,1 0-1 0 0,0 0 1 0 0,0 0-1 0 0,-1 1 1 0 0,0-1 0 0 0,1 0-1 0 0,-1 1 1 0 0,0-1-1 0 0,0 1 1 0 0,1 5 0 0 0,-1-4 23 0 0,-1-1-1 0 0,0 1 1 0 0,0 0 0 0 0,-1 0 0 0 0,1 0 0 0 0,-1 0 0 0 0,0-1 0 0 0,0 1 0 0 0,0 0 0 0 0,0-1-1 0 0,-1 1 1 0 0,1-1 0 0 0,-1 1 0 0 0,0-1 0 0 0,-2 4 0 0 0,3-6-121 0 0,0 0 1 0 0,0 0-1 0 0,0 0 1 0 0,0 0-1 0 0,0-1 1 0 0,0 1-1 0 0,0 0 1 0 0,0 0-1 0 0,0-1 1 0 0,0 1-1 0 0,0 0 1 0 0,-1-1-1 0 0,1 1 1 0 0,0-1-1 0 0,0 0 1 0 0,-2 1-1 0 0,-24 1-5776 0 0,23-2 4466 0 0,1 0 0 0 0,-1 0 0 0 0,1 0 0 0 0,-1 1 0 0 0,1-1 0 0 0,-1 1 0 0 0,1 0 0 0 0,0 0 0 0 0,-1 0 0 0 0,1 0 0 0 0,-3 2 0 0 0,-5 6-1561 0 0,3 3 1053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1:58.239"/>
    </inkml:context>
    <inkml:brush xml:id="br0">
      <inkml:brushProperty name="width" value="0.035" units="cm"/>
      <inkml:brushProperty name="height" value="0.035" units="cm"/>
      <inkml:brushProperty name="color" value="#E71224"/>
    </inkml:brush>
  </inkml:definitions>
  <inkml:trace contextRef="#ctx0" brushRef="#br0">108 147 3144 0 0,'4'4'11504'0'0,"-3"-4"-11324"0"0,-9 23 3984 0 0,-21 38-4281 0 0,23-47 1320 0 0,-3 5-992 0 0,2 0 0 0 0,0 0 0 0 0,1 0 1 0 0,-4 28-1 0 0,8-37-187 0 0,1 1 0 0 0,0-1 0 0 0,0 1 0 0 0,1-1 0 0 0,1 0 0 0 0,0 1 0 0 0,0-1 0 0 0,1 0 0 0 0,0 0 0 0 0,6 15 0 0 0,-8-24-21 0 0,1 1 0 0 0,0 0-1 0 0,-1 0 1 0 0,1-1 0 0 0,0 1 0 0 0,0-1-1 0 0,0 1 1 0 0,0 0 0 0 0,0-1 0 0 0,0 0 0 0 0,1 1-1 0 0,-1-1 1 0 0,0 0 0 0 0,1 1 0 0 0,-1-1 0 0 0,1 0-1 0 0,-1 0 1 0 0,1 0 0 0 0,0 0 0 0 0,-1-1 0 0 0,1 1-1 0 0,0 0 1 0 0,2 0 0 0 0,-2-1-37 0 0,1 0 0 0 0,-1-1 0 0 0,1 1 1 0 0,-1 0-1 0 0,1-1 0 0 0,-1 0 0 0 0,1 1 0 0 0,-1-1 1 0 0,0 0-1 0 0,1 0 0 0 0,-1 0 0 0 0,0-1 0 0 0,0 1 0 0 0,0 0 1 0 0,2-3-1 0 0,4-2-223 0 0,0-1 0 0 0,-1-1 1 0 0,0 1-1 0 0,-1-1 0 0 0,0 0 0 0 0,0-1 1 0 0,7-12-1 0 0,-8 8-194 0 0,-1 1 0 0 0,0-1 1 0 0,-1 0-1 0 0,0 0 0 0 0,-1 0 0 0 0,0-1 1 0 0,-1 1-1 0 0,0 0 0 0 0,-2-1 0 0 0,1 1 1 0 0,-2 0-1 0 0,1-1 0 0 0,-2 1 1 0 0,0 0-1 0 0,0 0 0 0 0,-1 1 0 0 0,-1-1 1 0 0,-10-18-1 0 0,9 20 894 0 0,0 0 0 0 0,-1 0 0 0 0,-1 0 0 0 0,0 1 1 0 0,0 0-1 0 0,-1 0 0 0 0,-11-8 0 0 0,14 13 123 0 0,-1 1 0 0 0,0 0 0 0 0,0 0 0 0 0,-1 0 0 0 0,1 1 1 0 0,-1 0-1 0 0,-8-2 0 0 0,-6-2 1199 0 0,21 6-1652 0 0,1 0 1 0 0,0 0 0 0 0,0 0-1 0 0,0 0 1 0 0,0 0-1 0 0,1 0 1 0 0,-1 0 0 0 0,0 0-1 0 0,0 0 1 0 0,1 0 0 0 0,-1 0-1 0 0,0 0 1 0 0,1 0 0 0 0,-1 1-1 0 0,1-1 1 0 0,-1 0-1 0 0,1 0 1 0 0,-1 0 0 0 0,1 1-1 0 0,0-1 1 0 0,-1 0 0 0 0,1 1-1 0 0,0-1 1 0 0,0 0 0 0 0,-1 1-1 0 0,1-1 1 0 0,2 0-1 0 0,14-13-1092 0 0,-1 7-3298 0 0,-2 11-3706 0 0,-8 9 3421 0 0,-6 22 1150 0 0,0-32 3208 0 0,-7 38-1489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0.498"/>
    </inkml:context>
    <inkml:brush xml:id="br0">
      <inkml:brushProperty name="width" value="0.035" units="cm"/>
      <inkml:brushProperty name="height" value="0.035" units="cm"/>
      <inkml:brushProperty name="color" value="#E71224"/>
    </inkml:brush>
  </inkml:definitions>
  <inkml:trace contextRef="#ctx0" brushRef="#br0">15 23 264 0 0,'1'0'346'0'0,"-1"0"1"0"0,1 0-1 0 0,0 0 1 0 0,0 0-1 0 0,-1 0 1 0 0,1 0-1 0 0,0 0 1 0 0,-1 0-1 0 0,1 0 0 0 0,0 0 1 0 0,-1 0-1 0 0,1 0 1 0 0,0-1-1 0 0,-1 1 1 0 0,1 0-1 0 0,0-1 0 0 0,-1 1 1 0 0,1 0-1 0 0,-1-1 1 0 0,1 1-1 0 0,-1-1 1 0 0,1 1-1 0 0,-1-1 0 0 0,1 1 1 0 0,-1-1-1 0 0,1 1 1 0 0,-1-1-1 0 0,1 1 1 0 0,-1-1-1 0 0,0 0 1 0 0,1 1-1 0 0,-1-1 0 0 0,0 0 1 0 0,0 1-1 0 0,0-1 1 0 0,1-1-1 0 0,-14-4 6845 0 0,-2 4-6426 0 0,14 2-750 0 0,1 0 1 0 0,0 0-1 0 0,0 0 1 0 0,0 0-1 0 0,-1 0 1 0 0,1 0-1 0 0,0 0 1 0 0,0 0-1 0 0,0 0 1 0 0,0 0-1 0 0,-1 0 1 0 0,1 0-1 0 0,0 0 1 0 0,0 0-1 0 0,0 0 1 0 0,-1 0-1 0 0,1 0 1 0 0,0 0-1 0 0,0 0 1 0 0,0 0-1 0 0,0 0 0 0 0,-1 1 1 0 0,1-1-1 0 0,0 0 1 0 0,0 0-1 0 0,0 0 1 0 0,0 0-1 0 0,0 0 1 0 0,0 0-1 0 0,-1 1 1 0 0,1-1-1 0 0,0 0 1 0 0,0 0-1 0 0,0 0 1 0 0,0 0-1 0 0,0 1 1 0 0,0-1-1 0 0,0 0 1 0 0,0 0-1 0 0,0 0 1 0 0,0 0-1 0 0,0 1 1 0 0,0-1-1 0 0,0 0 0 0 0,0 0 1 0 0,0 0-1 0 0,0 1 1 0 0,0-1-1 0 0,0 0 1 0 0,0 0-1 0 0,0 0 1 0 0,0 0-1 0 0,0 1 1 0 0,0-1-1 0 0,10 14 94 0 0,17 10-238 0 0,-27-23 143 0 0,32 23 137 0 0,-21-16-73 0 0,1 1 1 0 0,-1 0 0 0 0,-1 0 0 0 0,0 1-1 0 0,0 0 1 0 0,13 19 0 0 0,-22-27-48 0 0,-1 0 0 0 0,1 0 1 0 0,-1 1-1 0 0,1-1 0 0 0,-1 0 1 0 0,1 0-1 0 0,-1 0 0 0 0,0 0 1 0 0,0 1-1 0 0,0-1 0 0 0,-1 0 1 0 0,1 0-1 0 0,0 0 0 0 0,-1 0 1 0 0,0 1-1 0 0,1-1 0 0 0,-1 0 1 0 0,0 0-1 0 0,0 0 0 0 0,0 0 1 0 0,0-1-1 0 0,0 1 0 0 0,0 0 1 0 0,-1 0-1 0 0,1-1 1 0 0,-1 1-1 0 0,-3 2 0 0 0,-5 6 80 0 0,0-1 1 0 0,-1 0-1 0 0,-13 8 0 0 0,18-13-60 0 0,-9 8 103 0 0,-36 20 151 0 0,110-14-1252 0 0,-24-12 956 0 0,-24-5-15 0 0,-1 0 0 0 0,1 1 1 0 0,-1 0-1 0 0,1 1 1 0 0,-1 0-1 0 0,0 0 0 0 0,0 1 1 0 0,-1 1-1 0 0,1-1 0 0 0,13 10 1 0 0,-22-12 25 0 0,0 0 0 0 0,0 0 0 0 0,0 0 0 0 0,0 0 0 0 0,0 0 0 0 0,0 0 0 0 0,0 0 0 0 0,-1 0 0 0 0,1 0 0 0 0,-1 0 0 0 0,0 0 0 0 0,0 0 0 0 0,0 0 0 0 0,0 1 0 0 0,0-1 0 0 0,0 0 0 0 0,0 0 0 0 0,0 0 0 0 0,-1 0 1 0 0,1 0-1 0 0,-1 0 0 0 0,0 0 0 0 0,0 0 0 0 0,0 0 0 0 0,0 0 0 0 0,0 0 0 0 0,0 0 0 0 0,0-1 0 0 0,0 1 0 0 0,-4 3 0 0 0,-4 8 87 0 0,-1-1-1 0 0,-21 20 1 0 0,31-31-107 0 0,-14 11 69 0 0,8-7-93 0 0,1 0 1 0 0,-1 0 0 0 0,1 0-1 0 0,0 1 1 0 0,0 0 0 0 0,0 0-1 0 0,1 0 1 0 0,-6 11 0 0 0,11-16 13 0 0,-1 0 0 0 0,0 0 0 0 0,0-1-1 0 0,1 1 1 0 0,-1 0 0 0 0,0 0 0 0 0,1-1 0 0 0,-1 1 0 0 0,1-1 0 0 0,-1 1 0 0 0,0 0 0 0 0,1-1 0 0 0,0 1 0 0 0,-1-1 0 0 0,1 1 0 0 0,-1-1 0 0 0,1 1 0 0 0,0-1 0 0 0,-1 1 0 0 0,1-1-1 0 0,0 0 1 0 0,-1 1 0 0 0,1-1 0 0 0,0 0 0 0 0,0 0 0 0 0,-1 0 0 0 0,1 1 0 0 0,0-1 0 0 0,0 0 0 0 0,-1 0 0 0 0,1 0 0 0 0,0 0 0 0 0,1 0 0 0 0,34 3 152 0 0,-32-2-134 0 0,14 0 42 0 0,70 8-23 0 0,-82-8-21 0 0,-1 0 0 0 0,0 0 0 0 0,0 1-1 0 0,0-1 1 0 0,0 1 0 0 0,-1 1 0 0 0,1-1 0 0 0,0 1 0 0 0,-1-1 0 0 0,1 1 0 0 0,-1 0 0 0 0,0 1 0 0 0,7 6 0 0 0,-10-9 7 0 0,-1 1 1 0 0,1-1-1 0 0,0 0 0 0 0,0 1 1 0 0,0-1-1 0 0,-1 0 1 0 0,1 1-1 0 0,-1-1 1 0 0,1 1-1 0 0,-1-1 1 0 0,1 1-1 0 0,-1-1 0 0 0,0 1 1 0 0,0 0-1 0 0,0-1 1 0 0,0 1-1 0 0,0-1 1 0 0,0 1-1 0 0,0-1 0 0 0,0 1 1 0 0,-1-1-1 0 0,1 1 1 0 0,-1-1-1 0 0,1 1 1 0 0,-2 1-1 0 0,0 1 30 0 0,0-1-1 0 0,-1 0 0 0 0,1 1 1 0 0,-1-1-1 0 0,0 0 1 0 0,0 0-1 0 0,0-1 1 0 0,0 1-1 0 0,-6 3 1 0 0,0 0-26 0 0,-1 0 0 0 0,0-1 0 0 0,0-1 0 0 0,0 0 0 0 0,-1 0 0 0 0,-17 4 0 0 0,8-9-91 0 0,-6-4-5088 0 0,25 5 4843 0 0,1 0 0 0 0,-1-1 0 0 0,0 1 0 0 0,0 0 0 0 0,0 0 0 0 0,1-1 0 0 0,-1 1-1 0 0,0 0 1 0 0,0-1 0 0 0,1 1 0 0 0,-1-1 0 0 0,0 1 0 0 0,1-1 0 0 0,-1 1 0 0 0,1-1 0 0 0,-1 1 0 0 0,1-1 0 0 0,-1 0 0 0 0,1 1 0 0 0,-1-1 0 0 0,1 0 0 0 0,-1 0 0 0 0,1 1 0 0 0,0-1 0 0 0,-1 0 0 0 0,1 0 0 0 0,0 1 0 0 0,0-1 0 0 0,0 0 0 0 0,0 0 0 0 0,0 0 0 0 0,-1 1 0 0 0,2-1 0 0 0,-1 0 0 0 0,0 0 0 0 0,0 0 0 0 0,0 0 0 0 0,0 1 0 0 0,0-1 0 0 0,1 0-1 0 0,-1 0 1 0 0,0 1 0 0 0,0-1 0 0 0,1 0 0 0 0,-1 0 0 0 0,1 1 0 0 0,-1-1 0 0 0,1 0 0 0 0,-1 1 0 0 0,1-1 0 0 0,-1 1 0 0 0,1-1 0 0 0,0 1 0 0 0,-1-1 0 0 0,2 0 0 0 0,9-7-1361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0.825"/>
    </inkml:context>
    <inkml:brush xml:id="br0">
      <inkml:brushProperty name="width" value="0.035" units="cm"/>
      <inkml:brushProperty name="height" value="0.035" units="cm"/>
      <inkml:brushProperty name="color" value="#E71224"/>
    </inkml:brush>
  </inkml:definitions>
  <inkml:trace contextRef="#ctx0" brushRef="#br0">99 1 1624 0 0,'-15'-1'9396'0'0,"1"12"-5650"0"0,-7 18-949 0 0,21-29-2735 0 0,-9 14 540 0 0,2 0 0 0 0,-1 0 0 0 0,2 1 0 0 0,-6 17 0 0 0,11-28-641 0 0,0 0 0 0 0,0 0 0 0 0,0 0 0 0 0,0-1 0 0 0,0 1 0 0 0,1 0 0 0 0,0 0 0 0 0,0 0 0 0 0,0 0 0 0 0,0 0 0 0 0,1 0-1 0 0,-1 0 1 0 0,1 0 0 0 0,0-1 0 0 0,0 1 0 0 0,1 0 0 0 0,-1-1 0 0 0,1 1 0 0 0,0 0 0 0 0,-1-1 0 0 0,2 0 0 0 0,3 6 0 0 0,-5-8-203 0 0,0 0 1 0 0,0 0 0 0 0,0-1-1 0 0,0 1 1 0 0,0 0 0 0 0,1-1-1 0 0,-1 1 1 0 0,0-1 0 0 0,0 1-1 0 0,0-1 1 0 0,1 1 0 0 0,-1-1-1 0 0,0 0 1 0 0,1 0-1 0 0,-1 0 1 0 0,0 0 0 0 0,0 0-1 0 0,1 0 1 0 0,-1 0 0 0 0,0 0-1 0 0,1 0 1 0 0,-1-1 0 0 0,0 1-1 0 0,0 0 1 0 0,1-1 0 0 0,-1 1-1 0 0,0-1 1 0 0,0 1 0 0 0,0-1-1 0 0,0 0 1 0 0,0 1 0 0 0,1-1-1 0 0,0-2 1 0 0,31-32-7567 0 0,-14 9 5021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0.987"/>
    </inkml:context>
    <inkml:brush xml:id="br0">
      <inkml:brushProperty name="width" value="0.035" units="cm"/>
      <inkml:brushProperty name="height" value="0.035" units="cm"/>
      <inkml:brushProperty name="color" value="#E71224"/>
    </inkml:brush>
  </inkml:definitions>
  <inkml:trace contextRef="#ctx0" brushRef="#br0">135 94 4264 0 0,'-59'-35'9038'0'0,"48"30"-7338"0"0,0 0 1 0 0,0-1-1 0 0,0-1 1 0 0,1 0-1 0 0,-11-10 1 0 0,21 10-1042 0 0,11 4-1374 0 0,15 1-2784 0 0,-20 2 2205 0 0,0 1 0 0 0,0-1 1 0 0,0 1-1 0 0,0 1 0 0 0,0-1 0 0 0,-1 1 0 0 0,1 0 1 0 0,0 0-1 0 0,7 4 0 0 0,-8-3 617 0 0,0 1-1 0 0,0-1 1 0 0,-1 1-1 0 0,1 0 0 0 0,-1 0 1 0 0,5 6-1 0 0,17 25-1455 0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2.664"/>
    </inkml:context>
    <inkml:brush xml:id="br0">
      <inkml:brushProperty name="width" value="0.035" units="cm"/>
      <inkml:brushProperty name="height" value="0.035" units="cm"/>
      <inkml:brushProperty name="color" value="#E71224"/>
    </inkml:brush>
  </inkml:definitions>
  <inkml:trace contextRef="#ctx0" brushRef="#br0">161 74 824 0 0,'-1'-9'1751'0'0,"1"6"-1103"0"0,0 0 0 0 0,0 0 0 0 0,0 0 0 0 0,0 0 0 0 0,-1 0 0 0 0,0-1-1 0 0,1 1 1 0 0,-1 0 0 0 0,0 0 0 0 0,0 1 0 0 0,-1-1 0 0 0,1 0 0 0 0,0 0 0 0 0,-1 1 0 0 0,0-1 0 0 0,0 0 0 0 0,0 1 0 0 0,0 0 0 0 0,0-1 0 0 0,0 1 0 0 0,-1 0 0 0 0,-2-2 0 0 0,4 6-484 0 0,-1-1 1 0 0,1 0-1 0 0,0 0 1 0 0,-1 1-1 0 0,1-1 0 0 0,0 1 1 0 0,0-1-1 0 0,0 1 1 0 0,0 0-1 0 0,0-1 1 0 0,0 1-1 0 0,1 0 0 0 0,-1 0 1 0 0,0-1-1 0 0,1 1 1 0 0,-1 3-1 0 0,0-3 54 0 0,-24 72 467 0 0,4 1 0 0 0,2 1 0 0 0,-9 91 0 0 0,17-57-635 0 0,4 182 0 0 0,7-285-217 0 0,1 28-255 0 0,2 1 1 0 0,8 45 0 0 0,-8-70-351 0 0,0 0-1 0 0,0 0 1 0 0,1 0 0 0 0,10 17-1 0 0,-11-23-129 0 0,0 0-1 0 0,0 0 0 0 0,0-1 1 0 0,1 1-1 0 0,0-1 1 0 0,0 0-1 0 0,0 0 0 0 0,0-1 1 0 0,1 1-1 0 0,7 4 1 0 0,12 0-3165 0 0,0-9 1120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3.091"/>
    </inkml:context>
    <inkml:brush xml:id="br0">
      <inkml:brushProperty name="width" value="0.035" units="cm"/>
      <inkml:brushProperty name="height" value="0.035" units="cm"/>
      <inkml:brushProperty name="color" value="#E71224"/>
    </inkml:brush>
  </inkml:definitions>
  <inkml:trace contextRef="#ctx0" brushRef="#br0">159 0 1544 0 0,'0'0'459'0'0,"-1"0"0"0"0,1 0 0 0 0,-1 0 0 0 0,0 0 0 0 0,1 1 0 0 0,-1-1 0 0 0,1 0 0 0 0,-1 0 0 0 0,1 0 0 0 0,-1 1 0 0 0,1-1 0 0 0,-1 0 1 0 0,1 0-1 0 0,-1 1 0 0 0,1-1 0 0 0,-1 1 0 0 0,1-1 0 0 0,-1 0 0 0 0,1 1 0 0 0,0-1 0 0 0,-1 1 0 0 0,1-1 0 0 0,0 1 0 0 0,-1-1 0 0 0,1 1 0 0 0,-4 20 3873 0 0,8 27-4378 0 0,-2-35 1172 0 0,7 111 1208 0 0,-8-130-1717 0 0,0 5-544 0 0,-1 0 1 0 0,0 0-1 0 0,1 0 1 0 0,-1 0-1 0 0,0 0 1 0 0,0 0-1 0 0,0 0 1 0 0,0 1-1 0 0,0-1 0 0 0,0 0 1 0 0,0 0-1 0 0,0 0 1 0 0,0 0-1 0 0,0 0 1 0 0,0 0-1 0 0,-1 0 1 0 0,1 0-1 0 0,0 0 1 0 0,-1 0-1 0 0,0 0 1 0 0,0-2-77 0 0,-1-2-210 0 0,0 0 0 0 0,0-1 0 0 0,-1 1 0 0 0,0 0 0 0 0,0 1 1 0 0,0-1-1 0 0,-1 0 0 0 0,1 1 0 0 0,-1 0 0 0 0,0 0 0 0 0,0 0 0 0 0,-1 0 0 0 0,1 1 0 0 0,-1-1 1 0 0,0 1-1 0 0,1 1 0 0 0,-7-4 0 0 0,-49-28-13374 0 0,35 22 9680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3.643"/>
    </inkml:context>
    <inkml:brush xml:id="br0">
      <inkml:brushProperty name="width" value="0.035" units="cm"/>
      <inkml:brushProperty name="height" value="0.035" units="cm"/>
      <inkml:brushProperty name="color" value="#E71224"/>
    </inkml:brush>
  </inkml:definitions>
  <inkml:trace contextRef="#ctx0" brushRef="#br0">29 79 264 0 0,'-16'-5'17753'0'0,"34"28"-16612"0"0,-11-11-920 0 0,0 0 0 0 0,-1 1 0 0 0,0 0 0 0 0,-1 1 0 0 0,-1-1 0 0 0,0 1 0 0 0,-1 0 0 0 0,0 0 0 0 0,-1 0 0 0 0,-1 0 0 0 0,0 1 0 0 0,-2 23 0 0 0,-1-15-22 0 0,-1 1 0 0 0,-1-1 1 0 0,-1 0-1 0 0,0-1 0 0 0,-2 1 0 0 0,-1-1 1 0 0,-11 21-1 0 0,18-41-163 0 0,1-1 0 0 0,0 0 1 0 0,-1 1-1 0 0,1-1 0 0 0,-1 0 0 0 0,0 1 1 0 0,0-1-1 0 0,1 0 0 0 0,-1 0 0 0 0,0 1 1 0 0,0-1-1 0 0,0 0 0 0 0,0 0 0 0 0,0 0 1 0 0,0 0-1 0 0,-1 0 0 0 0,1-1 1 0 0,0 1-1 0 0,-2 0 0 0 0,3-1-9 0 0,-1-1 0 0 0,0 1 1 0 0,1-1-1 0 0,-1 0 0 0 0,1 1 0 0 0,-1-1 0 0 0,1 0 0 0 0,-1 0 0 0 0,1 0 1 0 0,0 1-1 0 0,-1-1 0 0 0,1 0 0 0 0,0 0 0 0 0,0 0 0 0 0,-1 0 1 0 0,1 0-1 0 0,0 0 0 0 0,0 1 0 0 0,0-1 0 0 0,0 0 0 0 0,0-1 1 0 0,2-67 498 0 0,-2 66-535 0 0,3-29 93 0 0,1 1 1 0 0,1 0-1 0 0,2 0 1 0 0,1 0-1 0 0,1 1 1 0 0,1 1-1 0 0,2-1 1 0 0,18-31-1 0 0,-24 51-77 0 0,1 0 1 0 0,0 0-1 0 0,0 1 0 0 0,1 0 0 0 0,0 0 1 0 0,1 1-1 0 0,0 0 0 0 0,0 1 0 0 0,0-1 1 0 0,19-9-1 0 0,-19 13-34 0 0,0 0-1 0 0,0 1 1 0 0,0 0 0 0 0,0 1 0 0 0,1 0 0 0 0,-1 1 0 0 0,0-1-1 0 0,1 2 1 0 0,-1-1 0 0 0,1 2 0 0 0,-1-1 0 0 0,1 1 0 0 0,-1 0-1 0 0,1 1 1 0 0,10 3 0 0 0,-15-3 2 0 0,-1-1-1 0 0,1 0 1 0 0,-1 1-1 0 0,0 0 1 0 0,0 0-1 0 0,0 0 1 0 0,0 0-1 0 0,0 1 1 0 0,0-1-1 0 0,0 1 1 0 0,-1 0-1 0 0,1 0 1 0 0,-1 0-1 0 0,0 1 1 0 0,0-1-1 0 0,0 1 1 0 0,0 0-1 0 0,-1 0 1 0 0,3 5-1 0 0,-3-2 29 0 0,0 0-1 0 0,0-1 1 0 0,0 1-1 0 0,-1 0 0 0 0,0 0 1 0 0,-1 0-1 0 0,0 0 1 0 0,0 0-1 0 0,0 0 1 0 0,-1 0-1 0 0,-2 11 1 0 0,-2 3 123 0 0,-2 0 0 0 0,0-1 0 0 0,-1 0 0 0 0,-1 0 0 0 0,-1 0 0 0 0,0-2 0 0 0,-18 25 0 0 0,9-19 52 0 0,-1 0-1 0 0,-26 23 1 0 0,37-38-111 0 0,-1-1 1 0 0,0 0-1 0 0,0 0 0 0 0,-1-1 1 0 0,1-1-1 0 0,-1 0 1 0 0,-24 10-1 0 0,34-16-147 0 0,0 1 0 0 0,0-1 0 0 0,0 0-1 0 0,0 1 1 0 0,1-1 0 0 0,-1 0 0 0 0,0 1 0 0 0,0-1 0 0 0,0 0-1 0 0,0 0 1 0 0,0 0 0 0 0,0 0 0 0 0,0 0 0 0 0,0 0-1 0 0,0 0 1 0 0,0 0 0 0 0,0 0 0 0 0,0-1 0 0 0,0 1 0 0 0,0 0-1 0 0,0-1 1 0 0,1 1 0 0 0,-1 0 0 0 0,0-1 0 0 0,0 1-1 0 0,0-1 1 0 0,0 1 0 0 0,1-1 0 0 0,-1 0 0 0 0,0 1 0 0 0,1-1-1 0 0,-1 0 1 0 0,0 1 0 0 0,1-1 0 0 0,-1 0 0 0 0,1 0-1 0 0,-1 0 1 0 0,1 0 0 0 0,-1 1 0 0 0,1-1 0 0 0,0 0 0 0 0,-1 0-1 0 0,1 0 1 0 0,0 0 0 0 0,0 0 0 0 0,0 0 0 0 0,0 0-1 0 0,0 0 1 0 0,0 0 0 0 0,0-1 0 0 0,0-3-808 0 0,1 0 0 0 0,-1 0 0 0 0,1 0 0 0 0,0 0 0 0 0,1 0 1 0 0,-1 0-1 0 0,1 1 0 0 0,3-7 0 0 0,0 3-1246 0 0,0-1 1 0 0,1 1 0 0 0,0-1-1 0 0,15-13 1 0 0,4 1-1334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3.994"/>
    </inkml:context>
    <inkml:brush xml:id="br0">
      <inkml:brushProperty name="width" value="0.035" units="cm"/>
      <inkml:brushProperty name="height" value="0.035" units="cm"/>
      <inkml:brushProperty name="color" value="#E71224"/>
    </inkml:brush>
  </inkml:definitions>
  <inkml:trace contextRef="#ctx0" brushRef="#br0">316 34 424 0 0,'0'-2'493'0'0,"0"1"0"0"0,0-1-1 0 0,0 1 1 0 0,-1-1 0 0 0,1 1 0 0 0,0-1 0 0 0,-1 1 0 0 0,1 0-1 0 0,-1-1 1 0 0,0 1 0 0 0,1 0 0 0 0,-1 0 0 0 0,0-1 0 0 0,0 1-1 0 0,0 0 1 0 0,0 0 0 0 0,0 0 0 0 0,0 0 0 0 0,0 0 0 0 0,0 0-1 0 0,0 0 1 0 0,0 0 0 0 0,0 0 0 0 0,-1 1 0 0 0,1-1 0 0 0,-3-1-1 0 0,1 2-122 0 0,1 0 1 0 0,-1 0-1 0 0,0 0 0 0 0,1 0 0 0 0,-1 1 0 0 0,0-1 1 0 0,1 1-1 0 0,-1-1 0 0 0,0 1 0 0 0,1 0 0 0 0,-1 0 0 0 0,1 0 1 0 0,-4 2-1 0 0,-5 3-41 0 0,1 1 1 0 0,-1 0 0 0 0,1 1 0 0 0,1 0 0 0 0,-11 11-1 0 0,1 4-139 0 0,0 2 0 0 0,2 0-1 0 0,1 0 1 0 0,1 1 0 0 0,1 1-1 0 0,2 1 1 0 0,1 0-1 0 0,0 0 1 0 0,2 1 0 0 0,-9 55-1 0 0,8-10-135 0 0,3 0-1 0 0,3 1 0 0 0,7 89 0 0 0,-2-137-412 0 0,1 0 0 0 0,1-1-1 0 0,2 1 1 0 0,8 27 0 0 0,-11-47-155 0 0,0 0 1 0 0,1-1 0 0 0,0 0-1 0 0,0 1 1 0 0,1-1 0 0 0,-1-1-1 0 0,2 1 1 0 0,-1 0-1 0 0,6 5 1 0 0,-7-8-115 0 0,0 0-1 0 0,1-1 1 0 0,-1 0 0 0 0,0 0-1 0 0,1 0 1 0 0,-1 0-1 0 0,1 0 1 0 0,0-1 0 0 0,-1 0-1 0 0,1 1 1 0 0,0-1 0 0 0,0-1-1 0 0,0 1 1 0 0,0-1 0 0 0,0 1-1 0 0,0-1 1 0 0,5-1-1 0 0,24-4-2744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4.885"/>
    </inkml:context>
    <inkml:brush xml:id="br0">
      <inkml:brushProperty name="width" value="0.035" units="cm"/>
      <inkml:brushProperty name="height" value="0.035" units="cm"/>
      <inkml:brushProperty name="color" value="#E71224"/>
    </inkml:brush>
  </inkml:definitions>
  <inkml:trace contextRef="#ctx0" brushRef="#br0">112 31 2424 0 0,'-17'-12'19864'0'0,"28"14"-14620"0"0,13-3-5885 0 0,9-6 1160 0 0,-12 3-270 0 0,0 0 1 0 0,31 0-1 0 0,-52 4-248 0 0,0 0 0 0 0,0 0 0 0 0,0 0 0 0 0,0 0 0 0 0,0 0 0 0 0,0 0 0 0 0,1 0 0 0 0,-1 0 0 0 0,0 0 0 0 0,0 0 0 0 0,0 0 0 0 0,0 0 0 0 0,0 1 0 0 0,0-1 1 0 0,1 0-1 0 0,-1 0 0 0 0,0 0 0 0 0,0 0 0 0 0,0 0 0 0 0,0 0 0 0 0,0 0 0 0 0,0 0 0 0 0,0 1 0 0 0,0-1 0 0 0,0 0 0 0 0,0 0 0 0 0,0 0 0 0 0,0 0 0 0 0,0 0 0 0 0,0 1 0 0 0,0-1 0 0 0,0 0 0 0 0,0 0 0 0 0,0 0 0 0 0,0 0 0 0 0,0 0 0 0 0,0 0 0 0 0,0 1 0 0 0,0-1 0 0 0,0 0 0 0 0,0 0 0 0 0,0 0 0 0 0,0 0 0 0 0,0 0 0 0 0,0 0 0 0 0,0 1 0 0 0,0-1 0 0 0,0 0 0 0 0,0 0 0 0 0,0 0 0 0 0,0 0 0 0 0,-1 0 0 0 0,1 0 0 0 0,0 0 0 0 0,0 0 0 0 0,0 1 0 0 0,0-1 0 0 0,0 0 0 0 0,-1 0 1 0 0,-10 14 93 0 0,-17 11 202 0 0,-27 14 369 0 0,-34 28 226 0 0,79-59-900 0 0,1 1-1 0 0,0-1 0 0 0,1 2 1 0 0,-1 0-1 0 0,2 0 1 0 0,-9 14-1 0 0,15-22-6 0 0,0-1-1 0 0,1 0 0 0 0,-1 1 1 0 0,0-1-1 0 0,1 0 1 0 0,0 1-1 0 0,-1-1 1 0 0,1 1-1 0 0,0-1 0 0 0,0 0 1 0 0,0 1-1 0 0,0-1 1 0 0,0 1-1 0 0,0-1 0 0 0,0 1 1 0 0,0-1-1 0 0,0 1 1 0 0,1-1-1 0 0,-1 0 0 0 0,1 1 1 0 0,-1-1-1 0 0,1 1 1 0 0,-1-1-1 0 0,1 0 1 0 0,0 0-1 0 0,0 1 0 0 0,0-1 1 0 0,0 0-1 0 0,-1 0 1 0 0,1 0-1 0 0,1 0 0 0 0,-1 0 1 0 0,0 0-1 0 0,0 0 1 0 0,0-1-1 0 0,0 1 0 0 0,1 0 1 0 0,-1 0-1 0 0,0-1 1 0 0,1 1-1 0 0,1 0 1 0 0,3 1 26 0 0,1 1 1 0 0,0-1-1 0 0,0 0 1 0 0,0-1 0 0 0,0 0-1 0 0,13 1 1 0 0,12-3-382 0 0,55-10 0 0 0,-62 7 62 0 0,-1 1 0 0 0,1 1 0 0 0,0 0 0 0 0,34 4 0 0 0,-59-2 305 0 0,1 0 0 0 0,-1 0 0 0 0,1 0 0 0 0,-1 0 0 0 0,1 0-1 0 0,-1 1 1 0 0,1-1 0 0 0,-1 0 0 0 0,1 0 0 0 0,-1 0 0 0 0,1 0 0 0 0,-1 1 0 0 0,1-1 0 0 0,-1 0 0 0 0,0 1 0 0 0,1-1 0 0 0,-1 0 0 0 0,1 1 0 0 0,-1-1 0 0 0,0 0 0 0 0,1 1-1 0 0,-1-1 1 0 0,0 0 0 0 0,0 1 0 0 0,1-1 0 0 0,-1 1 0 0 0,0-1 0 0 0,0 1 0 0 0,0-1 0 0 0,1 1 0 0 0,-1-1 0 0 0,0 1 0 0 0,0-1 0 0 0,0 1 0 0 0,0-1 0 0 0,0 1 0 0 0,0-1-1 0 0,0 1 1 0 0,0-1 0 0 0,0 1 0 0 0,0-1 0 0 0,0 1 0 0 0,0-1 0 0 0,-1 1 0 0 0,1-1 0 0 0,0 1 0 0 0,0-1 0 0 0,0 1 0 0 0,-1-1 0 0 0,1 1 0 0 0,0-1 0 0 0,-1 0 0 0 0,1 1-1 0 0,0-1 1 0 0,-1 0 0 0 0,1 1 0 0 0,0-1 0 0 0,-1 0 0 0 0,1 1 0 0 0,-1-1 0 0 0,-28 30 634 0 0,25-27-574 0 0,-39 34 250 0 0,23-21-439 0 0,2 0 1 0 0,-26 30-1 0 0,43-46 120 0 0,0 1 0 0 0,1-1 0 0 0,-1 1-1 0 0,1-1 1 0 0,-1 1 0 0 0,1-1 0 0 0,-1 1 0 0 0,1 0-1 0 0,0-1 1 0 0,-1 1 0 0 0,1 0 0 0 0,0-1 0 0 0,-1 1-1 0 0,1 0 1 0 0,0 0 0 0 0,0-1 0 0 0,0 1 0 0 0,-1 0-1 0 0,1 0 1 0 0,0-1 0 0 0,0 1 0 0 0,0 0 0 0 0,0 0-1 0 0,1-1 1 0 0,-1 1 0 0 0,0 0 0 0 0,0 0 0 0 0,0-1-1 0 0,1 1 1 0 0,-1 0 0 0 0,0-1 0 0 0,1 2 0 0 0,1-1-2 0 0,-1 0 1 0 0,1 0 0 0 0,-1 0 0 0 0,1 0 0 0 0,0 0 0 0 0,-1 0 0 0 0,1 0 0 0 0,0-1-1 0 0,0 1 1 0 0,0-1 0 0 0,0 0 0 0 0,3 1 0 0 0,63-1-301 0 0,-63-1 214 0 0,7 0-111 0 0,2 0 71 0 0,0 0 0 0 0,-1 1-1 0 0,1 0 1 0 0,0 1 0 0 0,17 3-1 0 0,-29-4 148 0 0,-1 1 0 0 0,1-1-1 0 0,0 1 1 0 0,0 0 0 0 0,0 0-1 0 0,-1-1 1 0 0,1 1 0 0 0,0 0-1 0 0,-1 0 1 0 0,1 1 0 0 0,-1-1-1 0 0,1 0 1 0 0,-1 1 0 0 0,0-1 0 0 0,1 0-1 0 0,-1 1 1 0 0,0-1 0 0 0,1 4-1 0 0,-1-3 31 0 0,0 1 0 0 0,-1-1 0 0 0,0 1 1 0 0,1-1-1 0 0,-1 1 0 0 0,0 0 0 0 0,0-1 0 0 0,0 1 0 0 0,-1-1 0 0 0,1 1 0 0 0,-1-1 0 0 0,1 1 0 0 0,-1 0 0 0 0,0-1 1 0 0,0 0-1 0 0,0 1 0 0 0,-3 3 0 0 0,-3 7 105 0 0,-1-1-1 0 0,-1 1 1 0 0,0-2 0 0 0,-1 1 0 0 0,0-2 0 0 0,0 1 0 0 0,-22 15 0 0 0,-30 18-900 0 0,2-10-3987 0 0,53-30 3612 0 0,-2-1-6317 0 0,15-13-3021 0 0,8-2 8164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5.351"/>
    </inkml:context>
    <inkml:brush xml:id="br0">
      <inkml:brushProperty name="width" value="0.035" units="cm"/>
      <inkml:brushProperty name="height" value="0.035" units="cm"/>
      <inkml:brushProperty name="color" value="#E71224"/>
    </inkml:brush>
  </inkml:definitions>
  <inkml:trace contextRef="#ctx0" brushRef="#br0">31 56 1464 0 0,'-12'-1'5120'0'0,"3"2"-400"0"0,0 1 2881 0 0,17-7-6481 0 0,9 0-480 0 0,15-1-160 0 0,13-4-160 0 0,7-1-240 0 0,2 2-208 0 0,-4 3-592 0 0,-6 3-640 0 0,-6 1-1360 0 0,-7 4-2321 0 0,-15 1-159 0 0,-13 5 1200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5.511"/>
    </inkml:context>
    <inkml:brush xml:id="br0">
      <inkml:brushProperty name="width" value="0.035" units="cm"/>
      <inkml:brushProperty name="height" value="0.035" units="cm"/>
      <inkml:brushProperty name="color" value="#E71224"/>
    </inkml:brush>
  </inkml:definitions>
  <inkml:trace contextRef="#ctx0" brushRef="#br0">57 32 3624 0 0,'-23'20'4960'0'0,"7"-3"-880"0"0,6-4-960 0 0,3-6-879 0 0,6-3-801 0 0,6-4-480 0 0,2-4-400 0 0,8-2-80 0 0,8-4-240 0 0,8 0-240 0 0,11-2-528 0 0,7-1-1472 0 0,7-3-3041 0 0,-3 1-639 0 0,-10 8 1200 0 0,-5 7 1600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6.170"/>
    </inkml:context>
    <inkml:brush xml:id="br0">
      <inkml:brushProperty name="width" value="0.035" units="cm"/>
      <inkml:brushProperty name="height" value="0.035" units="cm"/>
      <inkml:brushProperty name="color" value="#E71224"/>
    </inkml:brush>
  </inkml:definitions>
  <inkml:trace contextRef="#ctx0" brushRef="#br0">165 12 3864 0 0,'-125'13'17601'0'0,"153"-15"-15193"0"0,47-8 0 0 0,-58 6-2385 0 0,-1 1-1 0 0,1 1 0 0 0,0 0 1 0 0,0 1-1 0 0,-1 1 0 0 0,1 0 1 0 0,0 2-1 0 0,0 0 0 0 0,22 5 1 0 0,-38-7-15 0 0,-1 0 1 0 0,1 0 0 0 0,0 1-1 0 0,0-1 1 0 0,-1 0 0 0 0,1 0-1 0 0,0 1 1 0 0,-1-1 0 0 0,1 0-1 0 0,0 1 1 0 0,-1-1-1 0 0,1 1 1 0 0,0-1 0 0 0,-1 0-1 0 0,1 1 1 0 0,-1 0 0 0 0,1-1-1 0 0,-1 1 1 0 0,1-1 0 0 0,-1 1-1 0 0,1 0 1 0 0,-1-1-1 0 0,1 1 1 0 0,-1 0 0 0 0,0-1-1 0 0,0 1 1 0 0,1 0 0 0 0,-1 0-1 0 0,0-1 1 0 0,0 1 0 0 0,0 0-1 0 0,0 0 1 0 0,0-1-1 0 0,0 1 1 0 0,0 0 0 0 0,0 0-1 0 0,0 0 1 0 0,0-1 0 0 0,0 1-1 0 0,0 0 1 0 0,-1 0 0 0 0,1-1-1 0 0,0 1 1 0 0,-1 0 0 0 0,1-1-1 0 0,0 1 1 0 0,-1 0-1 0 0,1-1 1 0 0,-1 1 0 0 0,1 0-1 0 0,-1-1 1 0 0,1 1 0 0 0,-1-1-1 0 0,1 1 1 0 0,-1-1 0 0 0,0 1-1 0 0,1-1 1 0 0,-2 1-1 0 0,-45 33 423 0 0,41-30-318 0 0,-101 52 969 0 0,77-42-798 0 0,1 1 0 0 0,1 1 1 0 0,-40 30-1 0 0,66-45-292 0 0,1 0 0 0 0,-1 0 1 0 0,1 0-1 0 0,-1 1 0 0 0,1-1 0 0 0,-1 0 0 0 0,1 1 0 0 0,0-1 1 0 0,-1 1-1 0 0,1-1 0 0 0,0 1 0 0 0,0 0 0 0 0,0 0 1 0 0,0-1-1 0 0,1 1 0 0 0,-1 0 0 0 0,0 0 0 0 0,1 0 1 0 0,-1 0-1 0 0,1 0 0 0 0,0 0 0 0 0,-1 2 0 0 0,2-2-2 0 0,0-1 1 0 0,0 0-1 0 0,-1 1 0 0 0,1-1 0 0 0,0 1 0 0 0,0-1 0 0 0,1 0 0 0 0,-1 0 0 0 0,0 0 0 0 0,0 1 0 0 0,0-1 0 0 0,1 0 0 0 0,-1-1 0 0 0,1 1 0 0 0,-1 0 0 0 0,1 0 1 0 0,-1-1-1 0 0,1 1 0 0 0,-1 0 0 0 0,3-1 0 0 0,12 5-63 0 0,0-2 1 0 0,0 0-1 0 0,30 1 1 0 0,-45-4 70 0 0,21 1-189 0 0,0 1 1 0 0,0 1-1 0 0,0 1 1 0 0,41 12-1 0 0,-59-14 156 0 0,0-1 0 0 0,-1 1 0 0 0,1 0 0 0 0,0 0 0 0 0,-1 0-1 0 0,1 0 1 0 0,-1 1 0 0 0,0-1 0 0 0,0 1 0 0 0,0 0 0 0 0,0 0 0 0 0,0 0 0 0 0,-1 1 0 0 0,4 4-1 0 0,-5-4 49 0 0,0-1-1 0 0,0 0 1 0 0,0 1-1 0 0,0-1 1 0 0,-1 1-1 0 0,0-1 0 0 0,1 1 1 0 0,-1-1-1 0 0,-1 1 1 0 0,1 0-1 0 0,0-1 0 0 0,-1 0 1 0 0,0 1-1 0 0,1-1 1 0 0,-2 1-1 0 0,1-1 1 0 0,0 0-1 0 0,-1 1 0 0 0,1-1 1 0 0,-3 3-1 0 0,-4 8 161 0 0,-1 0 0 0 0,0-1-1 0 0,-1 0 1 0 0,0 0-1 0 0,-1-1 1 0 0,-18 16 0 0 0,-80 54 1064 0 0,72-56-843 0 0,32-23-346 0 0,1 1 0 0 0,0-1 0 0 0,0 1 0 0 0,1 0 0 0 0,-1 0 0 0 0,1 1 0 0 0,0-1-1 0 0,-4 9 1 0 0,6-13-84 0 0,1 1-1 0 0,-1 0 0 0 0,1 0 1 0 0,0 0-1 0 0,-1-1 0 0 0,1 1 1 0 0,0 0-1 0 0,0 0 0 0 0,0 0 0 0 0,0 0 1 0 0,0 0-1 0 0,0-1 0 0 0,0 1 1 0 0,0 0-1 0 0,0 0 0 0 0,0 0 1 0 0,0 0-1 0 0,0 0 0 0 0,1-1 1 0 0,-1 1-1 0 0,0 0 0 0 0,1 1 1 0 0,1-1-103 0 0,-1 0 1 0 0,0 0-1 0 0,0-1 1 0 0,0 1-1 0 0,1 0 1 0 0,-1-1 0 0 0,0 1-1 0 0,1-1 1 0 0,-1 1-1 0 0,0-1 1 0 0,1 0-1 0 0,-1 0 1 0 0,1 1-1 0 0,-1-1 1 0 0,0 0 0 0 0,1 0-1 0 0,-1 0 1 0 0,1-1-1 0 0,1 1 1 0 0,36-11-6621 0 0,18-23-3970 0 0,-22 13 4616 0 0,-9 7 2873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6.399"/>
    </inkml:context>
    <inkml:brush xml:id="br0">
      <inkml:brushProperty name="width" value="0.035" units="cm"/>
      <inkml:brushProperty name="height" value="0.035" units="cm"/>
      <inkml:brushProperty name="color" value="#E71224"/>
    </inkml:brush>
  </inkml:definitions>
  <inkml:trace contextRef="#ctx0" brushRef="#br0">7 27 424 0 0,'30'-27'19041'0'0,"-32"32"-18546"0"0,0 0 1 0 0,0 0 0 0 0,1 1 0 0 0,0-1 0 0 0,0 0 0 0 0,0 0-1 0 0,0 1 1 0 0,1-1 0 0 0,0 10 0 0 0,-1 10 106 0 0,-23 99-1437 0 0,27-108-2908 0 0,8-20-3158 0 0,6-12-682 0 0,-10 6 5716 0 0,7-11-1453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6.581"/>
    </inkml:context>
    <inkml:brush xml:id="br0">
      <inkml:brushProperty name="width" value="0.035" units="cm"/>
      <inkml:brushProperty name="height" value="0.035" units="cm"/>
      <inkml:brushProperty name="color" value="#E71224"/>
    </inkml:brush>
  </inkml:definitions>
  <inkml:trace contextRef="#ctx0" brushRef="#br0">63 17 3304 0 0,'-12'-7'5280'0'0,"-4"3"-640"0"0,2 3-1119 0 0,5-2-801 0 0,4 2-720 0 0,-1 1-640 0 0,6 1-80 0 0,2-1-1120 0 0,5 0-208 0 0,3 2-432 0 0,-5-1-800 0 0,0-1-1600 0 0,11 0-2641 0 0,-2 0-479 0 0,-2 0 1440 0 0,-5 0 1760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6.905"/>
    </inkml:context>
    <inkml:brush xml:id="br0">
      <inkml:brushProperty name="width" value="0.035" units="cm"/>
      <inkml:brushProperty name="height" value="0.035" units="cm"/>
      <inkml:brushProperty name="color" value="#E71224"/>
    </inkml:brush>
  </inkml:definitions>
  <inkml:trace contextRef="#ctx0" brushRef="#br0">189 120 2184 0 0,'-4'-12'2140'0'0,"0"-1"0"0"0,-1 1 0 0 0,0 0 0 0 0,-1 1 0 0 0,0-1 0 0 0,-1 1 1 0 0,-9-12-1 0 0,9 9 1716 0 0,18 17-1375 0 0,19 17-952 0 0,1 3-1447 0 0,6 3 225 0 0,-2 2 1 0 0,-1 1-1 0 0,40 45 0 0 0,-65-64-251 0 0,-1 1 1 0 0,0 0-1 0 0,0 0 1 0 0,-2 1-1 0 0,1-1 0 0 0,-1 2 1 0 0,-1-1-1 0 0,0 0 1 0 0,-1 1-1 0 0,-1 0 1 0 0,0 0-1 0 0,0 0 1 0 0,-1 1-1 0 0,-1-1 0 0 0,0 25 1 0 0,-3-13-67 0 0,0 1 0 0 0,-2 0 0 0 0,-1-1 1 0 0,-1 0-1 0 0,-1 0 0 0 0,-1 0 0 0 0,-1-1 0 0 0,-2 0 0 0 0,0-1 0 0 0,-1 0 1 0 0,-2-1-1 0 0,-27 36 0 0 0,20-30 66 0 0,-2-2 0 0 0,0 0 0 0 0,-35 28 0 0 0,47-46-788 0 0,0 0 0 0 0,0 0 0 0 0,-1-1 0 0 0,-22 9 0 0 0,26-13-805 0 0,0 0 0 0 0,0-1 0 0 0,0 0 1 0 0,0 0-1 0 0,-1-1 0 0 0,1 0 0 0 0,-1 0 0 0 0,-13-2 1 0 0,3-2-4024 0 0,3-5 1346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8.367"/>
    </inkml:context>
    <inkml:brush xml:id="br0">
      <inkml:brushProperty name="width" value="0.035" units="cm"/>
      <inkml:brushProperty name="height" value="0.035" units="cm"/>
      <inkml:brushProperty name="color" value="#E71224"/>
    </inkml:brush>
  </inkml:definitions>
  <inkml:trace contextRef="#ctx0" brushRef="#br0">27 18 824 0 0,'-19'1'11376'0'0,"11"-4"-4476"0"0,9 2-6763 0 0,-1 0 0 0 0,1 0 0 0 0,0 1 0 0 0,-1-1 0 0 0,1 0 0 0 0,0 1 0 0 0,-1-1 0 0 0,1 1 0 0 0,0-1 0 0 0,0 0 0 0 0,-1 1 0 0 0,1 0 0 0 0,0-1 0 0 0,0 1 0 0 0,0 0 0 0 0,0-1 0 0 0,0 1 0 0 0,0 0-1 0 0,0 0 1 0 0,0 0 0 0 0,-1 0 0 0 0,1 0 0 0 0,0 0 0 0 0,0 0 0 0 0,0 0 0 0 0,1 0 0 0 0,9-1 47 0 0,65-4 310 0 0,-72 5-675 0 0,-1 0 0 0 0,1 0 1 0 0,-1 1-1 0 0,0-1 0 0 0,1 1 1 0 0,-1-1-1 0 0,0 1 0 0 0,1 0 1 0 0,-1 0-1 0 0,0 1 0 0 0,0-1 1 0 0,0 1-1 0 0,0-1 1 0 0,0 1-1 0 0,0 0 0 0 0,0 0 1 0 0,-1 0-1 0 0,4 4 0 0 0,-6-5-111 0 0,1-1 1 0 0,-1 1-1 0 0,1 0 0 0 0,-1 0 0 0 0,1 0 0 0 0,-1-1 0 0 0,0 1 1 0 0,0 0-1 0 0,1 0 0 0 0,-1 0 0 0 0,0 0 0 0 0,0 0 1 0 0,0 0-1 0 0,0 0 0 0 0,0-1 0 0 0,0 1 0 0 0,0 0 0 0 0,0 0 1 0 0,0 0-1 0 0,-1 0 0 0 0,1 0 0 0 0,0 0 0 0 0,-1 0 0 0 0,1-1 1 0 0,0 1-1 0 0,-1 0 0 0 0,1 0 0 0 0,-1 0 0 0 0,1-1 0 0 0,-1 1 1 0 0,1 0-1 0 0,-1-1 0 0 0,0 1 0 0 0,1 0 0 0 0,-1-1 1 0 0,0 1-1 0 0,0-1 0 0 0,1 1 0 0 0,-1-1 0 0 0,0 1 0 0 0,0-1 1 0 0,0 0-1 0 0,-1 1 0 0 0,-18 8-4295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8.513"/>
    </inkml:context>
    <inkml:brush xml:id="br0">
      <inkml:brushProperty name="width" value="0.035" units="cm"/>
      <inkml:brushProperty name="height" value="0.035" units="cm"/>
      <inkml:brushProperty name="color" value="#E71224"/>
    </inkml:brush>
  </inkml:definitions>
  <inkml:trace contextRef="#ctx0" brushRef="#br0">26 1 2664 0 0,'-5'7'4880'0'0,"-2"-2"-720"0"0,1-1-880 0 0,0-2-799 0 0,5 1-721 0 0,2-2-560 0 0,9-1-400 0 0,7-1-240 0 0,-3 1-240 0 0,-4-3-288 0 0,-3 3-592 0 0,1 1-800 0 0,-4-1-2400 0 0,-4 6-2081 0 0,-5 4 481 0 0,-17 6 1680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9.289"/>
    </inkml:context>
    <inkml:brush xml:id="br0">
      <inkml:brushProperty name="width" value="0.035" units="cm"/>
      <inkml:brushProperty name="height" value="0.035" units="cm"/>
      <inkml:brushProperty name="color" value="#E71224"/>
    </inkml:brush>
  </inkml:definitions>
  <inkml:trace contextRef="#ctx0" brushRef="#br0">1 0 2424 0 0,'2'5'4240'0'0,"6"-2"-400"0"0,6-1-800 0 0,3-2-800 0 0,2 0-719 0 0,4 2-561 0 0,1-1-400 0 0,2 0-320 0 0,1-1-448 0 0,3 0-1152 0 0,-6 1-1921 0 0,0 1-1279 0 0,-10 1 560 0 0,-10 5 1200 0 0,-11 2 1040 0 0,-11 6 800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09.467"/>
    </inkml:context>
    <inkml:brush xml:id="br0">
      <inkml:brushProperty name="width" value="0.035" units="cm"/>
      <inkml:brushProperty name="height" value="0.035" units="cm"/>
      <inkml:brushProperty name="color" value="#E71224"/>
    </inkml:brush>
  </inkml:definitions>
  <inkml:trace contextRef="#ctx0" brushRef="#br0">19 26 584 0 0,'-6'16'2856'0'0,"3"-12"-1425"0"0,1 1-1 0 0,0 0 0 0 0,1 1 1 0 0,-1-1-1 0 0,1 0 0 0 0,-1 7 1 0 0,2-11-1241 0 0,0 1 1 0 0,0-1-1 0 0,1 0 1 0 0,-1 0-1 0 0,0 0 0 0 0,0 0 1 0 0,1 1-1 0 0,-1-1 1 0 0,1 0-1 0 0,-1 0 1 0 0,1 0-1 0 0,-1 0 0 0 0,1 0 1 0 0,0 0-1 0 0,-1 0 1 0 0,1 0-1 0 0,0-1 1 0 0,0 1-1 0 0,0 0 0 0 0,-1 0 1 0 0,1 0-1 0 0,0-1 1 0 0,0 1-1 0 0,0-1 1 0 0,0 1-1 0 0,0-1 0 0 0,1 1 1 0 0,-1-1-1 0 0,0 1 1 0 0,0-1-1 0 0,0 0 1 0 0,0 0-1 0 0,0 1 1 0 0,2-1-1 0 0,15 2 297 0 0,-1 0 0 0 0,1-1 0 0 0,0-1-1 0 0,-1-1 1 0 0,1 0 0 0 0,33-8 0 0 0,104-37-6655 0 0,-116 32 2346 0 0,1 2 0 0 0,-1 1-1 0 0,58-7 1 0 0,-37 14 2209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10.093"/>
    </inkml:context>
    <inkml:brush xml:id="br0">
      <inkml:brushProperty name="width" value="0.035" units="cm"/>
      <inkml:brushProperty name="height" value="0.035" units="cm"/>
      <inkml:brushProperty name="color" value="#E71224"/>
    </inkml:brush>
  </inkml:definitions>
  <inkml:trace contextRef="#ctx0" brushRef="#br0">206 5 1704 0 0,'-3'-1'611'0'0,"1"1"1"0"0,0-1-1 0 0,-1 0 0 0 0,1 1 1 0 0,0-1-1 0 0,-1 1 0 0 0,1 0 1 0 0,-1-1-1 0 0,1 1 0 0 0,-1 1 1 0 0,1-1-1 0 0,-1 0 1 0 0,1 0-1 0 0,0 1 0 0 0,-1 0 1 0 0,1-1-1 0 0,0 1 0 0 0,-1 0 1 0 0,-3 2-1 0 0,3 0-147 0 0,-1-1 0 0 0,1 1 0 0 0,0 0 0 0 0,0 0 0 0 0,0 0 0 0 0,1 1 0 0 0,-1-1 0 0 0,1 0 0 0 0,0 1 0 0 0,-4 7 0 0 0,-1 8-53 0 0,0 1 0 0 0,1 0 0 0 0,-6 39 0 0 0,8-39 188 0 0,-6 26-279 0 0,-58 312 680 0 0,67-353-993 0 0,-4 24 6 0 0,6-26-14 0 0,3-17 1 0 0,29-120 309 0 0,5 2 0 0 0,62-139 1 0 0,-100 272-307 0 0,0-1 1 0 0,0 0 0 0 0,0 0-1 0 0,0 0 1 0 0,0 1 0 0 0,0-1-1 0 0,0 0 1 0 0,0 0 0 0 0,0 0-1 0 0,0 1 1 0 0,1-1 0 0 0,-1 0-1 0 0,0 0 1 0 0,0 0 0 0 0,0 0-1 0 0,0 0 1 0 0,0 1 0 0 0,0-1-1 0 0,1 0 1 0 0,-1 0 0 0 0,0 0 0 0 0,0 0-1 0 0,0 0 1 0 0,0 0 0 0 0,1 0-1 0 0,-1 0 1 0 0,0 1 0 0 0,0-1-1 0 0,0 0 1 0 0,1 0 0 0 0,-1 0-1 0 0,0 0 1 0 0,0 0 0 0 0,0 0-1 0 0,1 0 1 0 0,-1 0 0 0 0,0 0-1 0 0,0 0 1 0 0,0 0 0 0 0,1-1-1 0 0,-1 1 1 0 0,0 0 0 0 0,0 0-1 0 0,0 0 1 0 0,1 0 0 0 0,-1 0-1 0 0,0 0 1 0 0,0 0 0 0 0,0 0-1 0 0,0 0 1 0 0,0-1 0 0 0,1 1-1 0 0,-1 0 1 0 0,0 0 0 0 0,0 0-1 0 0,0 0 1 0 0,0-1 0 0 0,0 1-1 0 0,0 0 1 0 0,0 0 0 0 0,1 0-1 0 0,-1 0 1 0 0,0-1 0 0 0,0 1-1 0 0,0 0 1 0 0,0 0 0 0 0,0 0-1 0 0,0-1 1 0 0,8 29 23 0 0,1 39 39 0 0,-6-23 111 0 0,11 93 169 0 0,-12-123-341 0 0,1 0 1 0 0,1 0-1 0 0,0-1 0 0 0,1 0 1 0 0,0 0-1 0 0,1 0 0 0 0,11 17 1 0 0,-16-27-17 0 0,1 0 0 0 0,0-1 1 0 0,0 1-1 0 0,0-1 0 0 0,0 0 1 0 0,0 1-1 0 0,0-1 0 0 0,1 0 0 0 0,-1 0 1 0 0,1-1-1 0 0,-1 1 0 0 0,1 0 1 0 0,0-1-1 0 0,0 0 0 0 0,0 1 0 0 0,0-1 1 0 0,0 0-1 0 0,0-1 0 0 0,0 1 1 0 0,0 0-1 0 0,3-1 0 0 0,-1 0 5 0 0,-1-1 0 0 0,1 0 0 0 0,-1 0-1 0 0,1 0 1 0 0,-1 0 0 0 0,1-1 0 0 0,-1 1-1 0 0,0-1 1 0 0,0 0 0 0 0,0-1 0 0 0,0 1-1 0 0,6-6 1 0 0,8-7-41 0 0,-2-1 1 0 0,0-1-1 0 0,-1-1 0 0 0,18-26 0 0 0,-32 43 38 0 0,30-43 157 0 0,-1-2 1 0 0,-3-1 0 0 0,41-94-1 0 0,-132 242 812 0 0,-31 91-909 0 0,83-165-1014 0 0,2 1 0 0 0,1 0-1 0 0,1 0 1 0 0,1 1 0 0 0,-3 35 0 0 0,10-60 182 0 0,0-1 0 0 0,0 1-1 0 0,0-1 1 0 0,0 0 0 0 0,0 1 0 0 0,1-1-1 0 0,0 1 1 0 0,-1-1 0 0 0,1 0-1 0 0,2 5 1 0 0,-2-8 550 0 0,-1 1 0 0 0,1 0-1 0 0,-1 0 1 0 0,1-1 0 0 0,0 1-1 0 0,0 0 1 0 0,-1-1 0 0 0,1 1 0 0 0,0 0-1 0 0,0-1 1 0 0,0 1 0 0 0,-1-1 0 0 0,1 0-1 0 0,0 1 1 0 0,0-1 0 0 0,0 0-1 0 0,0 1 1 0 0,0-1 0 0 0,0 0 0 0 0,0 0-1 0 0,0 0 1 0 0,0 0 0 0 0,0 0-1 0 0,0 0 1 0 0,0 0 0 0 0,0 0 0 0 0,0 0-1 0 0,0 0 1 0 0,0-1 0 0 0,0 1 0 0 0,0 0-1 0 0,0-1 1 0 0,-1 1 0 0 0,1-1-1 0 0,0 1 1 0 0,0-1 0 0 0,0 1 0 0 0,1-2-1 0 0,23-14-1661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2:10.771"/>
    </inkml:context>
    <inkml:brush xml:id="br0">
      <inkml:brushProperty name="width" value="0.035" units="cm"/>
      <inkml:brushProperty name="height" value="0.035" units="cm"/>
      <inkml:brushProperty name="color" value="#E71224"/>
    </inkml:brush>
  </inkml:definitions>
  <inkml:trace contextRef="#ctx0" brushRef="#br0">304 15 2504 0 0,'-33'-13'11004'0'0,"-8"11"-5082"0"0,31 3-5148 0 0,-1 0 1 0 0,0 1 0 0 0,1 0 0 0 0,0 1-1 0 0,-13 4 1 0 0,10-1-527 0 0,1 0 0 0 0,0 1 1 0 0,0 1-1 0 0,1 0 0 0 0,0 0 0 0 0,0 1 0 0 0,-11 12 0 0 0,17-16-226 0 0,1-1-1 0 0,-1 1 0 0 0,1 1 0 0 0,0-1 1 0 0,0 1-1 0 0,1 0 0 0 0,-1-1 0 0 0,1 1 1 0 0,1 1-1 0 0,-1-1 0 0 0,1 0 0 0 0,0 1 1 0 0,0-1-1 0 0,1 1 0 0 0,0 0 1 0 0,0 11-1 0 0,1-16-30 0 0,1 1 0 0 0,-1 0 1 0 0,1-1-1 0 0,0 1 0 0 0,0-1 1 0 0,0 1-1 0 0,0-1 0 0 0,0 1 1 0 0,0-1-1 0 0,1 0 0 0 0,-1 1 0 0 0,1-1 1 0 0,0 0-1 0 0,0 0 0 0 0,0 0 1 0 0,0 0-1 0 0,0-1 0 0 0,0 1 1 0 0,0 0-1 0 0,0-1 0 0 0,1 0 1 0 0,-1 1-1 0 0,1-1 0 0 0,-1 0 0 0 0,1 0 1 0 0,-1 0-1 0 0,1-1 0 0 0,0 1 1 0 0,-1-1-1 0 0,1 1 0 0 0,0-1 1 0 0,-1 0-1 0 0,6 0 0 0 0,9 0-147 0 0,-1-1 1 0 0,1 0-1 0 0,-1-1 0 0 0,19-5 0 0 0,1-2-195 0 0,42-17 1 0 0,-49 15 257 0 0,2 1 1 0 0,47-8-1 0 0,-78 18 102 0 0,0 0 0 0 0,0 0 0 0 0,0-1 0 0 0,0 1 0 0 0,0 0 0 0 0,0 0-1 0 0,1 0 1 0 0,-1 0 0 0 0,0 0 0 0 0,0 0 0 0 0,0 0 0 0 0,0 0 0 0 0,0 0 0 0 0,0 0-1 0 0,0 0 1 0 0,1 0 0 0 0,-1 0 0 0 0,0 0 0 0 0,0 0 0 0 0,0 0 0 0 0,0 0 0 0 0,0 0-1 0 0,1 0 1 0 0,-1 0 0 0 0,0 0 0 0 0,0 0 0 0 0,0 0 0 0 0,0 0 0 0 0,0 0-1 0 0,0 0 1 0 0,0 0 0 0 0,1 0 0 0 0,-1 0 0 0 0,0 0 0 0 0,0 0 0 0 0,0 0 0 0 0,0 0-1 0 0,0 0 1 0 0,0 0 0 0 0,0 0 0 0 0,1 1 0 0 0,-1-1 0 0 0,0 0 0 0 0,0 0 0 0 0,0 0-1 0 0,0 0 1 0 0,0 0 0 0 0,0 0 0 0 0,0 0 0 0 0,0 1 0 0 0,0-1 0 0 0,0 0-1 0 0,0 0 1 0 0,0 0 0 0 0,0 0 0 0 0,0 0 0 0 0,0 0 0 0 0,0 1 0 0 0,0-1 0 0 0,0 0-1 0 0,0 0 1 0 0,0 0 0 0 0,0 0 0 0 0,0 0 0 0 0,0 0 0 0 0,0 1 0 0 0,0-1 0 0 0,0 0-1 0 0,-11 10 211 0 0,-17 10-116 0 0,-7 1-36 0 0,13-9-62 0 0,1 1 0 0 0,1 0 1 0 0,0 2-1 0 0,-33 31 0 0 0,52-45-10 0 0,0-1-1 0 0,1 0 0 0 0,-1 1 1 0 0,1-1-1 0 0,-1 1 1 0 0,1-1-1 0 0,-1 1 1 0 0,1-1-1 0 0,-1 1 0 0 0,1 0 1 0 0,-1-1-1 0 0,1 1 1 0 0,-1-1-1 0 0,1 1 1 0 0,0 0-1 0 0,0-1 0 0 0,-1 1 1 0 0,1 0-1 0 0,0 0 1 0 0,0-1-1 0 0,0 1 1 0 0,0 0-1 0 0,-1 0 0 0 0,1-1 1 0 0,0 1-1 0 0,0 0 1 0 0,1 0-1 0 0,-1-1 1 0 0,0 1-1 0 0,0 0 0 0 0,0 0 1 0 0,0-1-1 0 0,1 1 1 0 0,-1 0-1 0 0,0-1 1 0 0,1 1-1 0 0,-1 0 0 0 0,0-1 1 0 0,1 1-1 0 0,-1-1 1 0 0,1 1-1 0 0,-1 0 1 0 0,1-1-1 0 0,-1 1 0 0 0,1-1 1 0 0,0 0-1 0 0,-1 1 1 0 0,1-1-1 0 0,0 1 1 0 0,-1-1-1 0 0,1 0 0 0 0,0 1 1 0 0,-1-1-1 0 0,1 0 1 0 0,0 0-1 0 0,-1 0 1 0 0,2 1-1 0 0,4 0-48 0 0,-1 0 0 0 0,1 0 0 0 0,-1-1 0 0 0,1 0 0 0 0,-1 0 0 0 0,9-1 0 0 0,72-16-530 0 0,23-4-277 0 0,-99 20 809 0 0,0 0 0 0 0,0 1 0 0 0,0 0 0 0 0,0 1 0 0 0,0 0 1 0 0,0 0-1 0 0,-1 1 0 0 0,16 5 0 0 0,-24-7 72 0 0,1 1 1 0 0,-1-1 0 0 0,1 1-1 0 0,-1 0 1 0 0,1 0-1 0 0,-1-1 1 0 0,0 1 0 0 0,1 0-1 0 0,-1 0 1 0 0,0 0 0 0 0,0 0-1 0 0,0 0 1 0 0,0 1-1 0 0,0-1 1 0 0,0 0 0 0 0,0 0-1 0 0,0 1 1 0 0,0-1 0 0 0,-1 1-1 0 0,1-1 1 0 0,0 0-1 0 0,0 4 1 0 0,-1-2 35 0 0,0 0-1 0 0,0 0 1 0 0,0 0 0 0 0,0-1 0 0 0,-1 1-1 0 0,1 0 1 0 0,-1 0 0 0 0,1 0-1 0 0,-1 0 1 0 0,0-1 0 0 0,-3 6 0 0 0,-3 5 246 0 0,-1 1 1 0 0,-1-1-1 0 0,-17 20 1 0 0,21-27-216 0 0,-46 55 775 0 0,-60 55 0 0 0,83-91-1417 0 0,-2 0 0 0 0,-37 23-1 0 0,66-47 326 0 0,-1 0 1 0 0,1 0-1 0 0,0 0 0 0 0,-1-1 0 0 0,1 1 0 0 0,-1 0 0 0 0,1-1 0 0 0,-1 1 0 0 0,1-1 0 0 0,-1 1 0 0 0,1-1 0 0 0,-1 0 0 0 0,0 0 0 0 0,1 0 0 0 0,-4 0 0 0 0,5 0-81 0 0,-1 0-1 0 0,1 0 1 0 0,-1 0-1 0 0,1-1 1 0 0,-1 1-1 0 0,1 0 1 0 0,-1-1-1 0 0,1 1 1 0 0,0 0-1 0 0,-1-1 1 0 0,1 1-1 0 0,-1-1 0 0 0,1 1 1 0 0,0-1-1 0 0,-1 1 1 0 0,1-1-1 0 0,0 1 1 0 0,0-1-1 0 0,-1 1 1 0 0,1-1-1 0 0,0 1 1 0 0,0-1-1 0 0,0 1 1 0 0,0-1-1 0 0,0 1 1 0 0,0-1-1 0 0,-1 1 1 0 0,1-2-1 0 0,8-26-9467 0 0,6 12 8524 0 0,7 3-145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5:58.812"/>
    </inkml:context>
    <inkml:brush xml:id="br0">
      <inkml:brushProperty name="width" value="0.035" units="cm"/>
      <inkml:brushProperty name="height" value="0.035" units="cm"/>
      <inkml:brushProperty name="color" value="#E71224"/>
    </inkml:brush>
  </inkml:definitions>
  <inkml:trace contextRef="#ctx0" brushRef="#br0">188 33 1144 0 0,'13'-10'2185'0'0,"1"-6"4671"0"0,-14 16-6745 0 0,0 0 0 0 0,0 0 1 0 0,0 0-1 0 0,0 0 0 0 0,0 0 0 0 0,0-1 0 0 0,1 1 0 0 0,-1 0 1 0 0,0 0-1 0 0,0 0 0 0 0,0 0 0 0 0,0-1 0 0 0,0 1 1 0 0,0 0-1 0 0,0 0 0 0 0,0 0 0 0 0,0-1 0 0 0,0 1 0 0 0,0 0 1 0 0,0 0-1 0 0,0 0 0 0 0,0 0 0 0 0,0-1 0 0 0,0 1 0 0 0,0 0 1 0 0,0 0-1 0 0,0 0 0 0 0,0 0 0 0 0,-1-1 0 0 0,1 1 0 0 0,0 0 1 0 0,0 0-1 0 0,0 0 0 0 0,0 0 0 0 0,0 0 0 0 0,0-1 1 0 0,0 1-1 0 0,-1 0 0 0 0,1 0 0 0 0,0 0 0 0 0,0 0 0 0 0,0 0 1 0 0,0 0-1 0 0,-1 0 0 0 0,1 0 0 0 0,0 0 0 0 0,0 0 0 0 0,0-1 1 0 0,0 1-1 0 0,-1 0 0 0 0,-22 4 1699 0 0,12 0-1574 0 0,0 1 1 0 0,1 0-1 0 0,0 0 1 0 0,0 1-1 0 0,0 1 1 0 0,1-1-1 0 0,0 2 1 0 0,0-1 0 0 0,-10 13-1 0 0,7-8-52 0 0,1 2-1 0 0,0-1 1 0 0,1 1-1 0 0,0 1 1 0 0,-11 24-1 0 0,20-38-180 0 0,1 0 0 0 0,-1 0 0 0 0,1 0 0 0 0,-1 0 0 0 0,1 0 0 0 0,-1 0-1 0 0,1-1 1 0 0,0 1 0 0 0,0 0 0 0 0,-1 0 0 0 0,1 0 0 0 0,0 0 0 0 0,0 0 0 0 0,0 0 0 0 0,0 0-1 0 0,0 0 1 0 0,0 0 0 0 0,0 0 0 0 0,0 0 0 0 0,0 0 0 0 0,1 0 0 0 0,-1 0 0 0 0,0 0-1 0 0,1 0 1 0 0,-1 0 0 0 0,1 0 0 0 0,-1 0 0 0 0,1 0 0 0 0,-1 0 0 0 0,1 0 0 0 0,0-1-1 0 0,-1 1 1 0 0,1 0 0 0 0,0-1 0 0 0,-1 1 0 0 0,1 0 0 0 0,0-1 0 0 0,0 1 0 0 0,0-1 0 0 0,0 1-1 0 0,0-1 1 0 0,0 1 0 0 0,-1-1 0 0 0,1 0 0 0 0,0 1 0 0 0,0-1 0 0 0,0 0 0 0 0,0 0-1 0 0,0 0 1 0 0,0 0 0 0 0,0 0 0 0 0,0 0 0 0 0,2 0 0 0 0,6 0 2 0 0,1 0-1 0 0,0-1 1 0 0,0 0 0 0 0,10-3-1 0 0,-20 4-4 0 0,28-5 38 0 0,18-5 6 0 0,1 2-1 0 0,93-4 0 0 0,-138 12-9 0 0,-1 0 1 0 0,0 0-1 0 0,0-1 1 0 0,0 1-1 0 0,0 0 0 0 0,0 0 1 0 0,0 0-1 0 0,0 0 0 0 0,0 1 1 0 0,1-1-1 0 0,-1 0 1 0 0,0 0-1 0 0,0 1 0 0 0,0-1 1 0 0,0 0-1 0 0,0 1 1 0 0,0-1-1 0 0,0 1 0 0 0,0 0 1 0 0,0-1-1 0 0,0 1 0 0 0,-1 0 1 0 0,1-1-1 0 0,0 1 1 0 0,0 0-1 0 0,0 0 0 0 0,-1 0 1 0 0,1 0-1 0 0,-1 0 1 0 0,1-1-1 0 0,0 1 0 0 0,-1 0 1 0 0,0 0-1 0 0,1 1 0 0 0,-1-1 1 0 0,0 0-1 0 0,1 0 1 0 0,-1 0-1 0 0,0 0 0 0 0,0 0 1 0 0,0 0-1 0 0,0 0 1 0 0,0 0-1 0 0,0 1 0 0 0,0-1 1 0 0,0 0-1 0 0,-1 0 1 0 0,1 0-1 0 0,0 0 0 0 0,-1 0 1 0 0,1 0-1 0 0,0 0 0 0 0,-1 0 1 0 0,0 0-1 0 0,0 1 1 0 0,-5 9 178 0 0,1-1 1 0 0,-2 0 0 0 0,1-1-1 0 0,-9 9 1 0 0,13-16-208 0 0,-37 46 425 0 0,-2-1-211 0 0,3 2 0 0 0,1 1 1 0 0,-30 59-1 0 0,65-107-244 0 0,1 1 0 0 0,-1 0 0 0 0,1 0-1 0 0,0 0 1 0 0,0 1 0 0 0,0-1 0 0 0,0 0 0 0 0,1 0-1 0 0,-1 0 1 0 0,1 1 0 0 0,0-1 0 0 0,0 0 0 0 0,1 6-1 0 0,-1-7-5 0 0,1-1 0 0 0,0 0 0 0 0,-1 0 0 0 0,1 1 0 0 0,0-1 0 0 0,0 0-1 0 0,-1 0 1 0 0,1 0 0 0 0,0 0 0 0 0,0 0 0 0 0,0 0 0 0 0,1 0 0 0 0,-1 0-1 0 0,0 0 1 0 0,0 0 0 0 0,0-1 0 0 0,1 1 0 0 0,-1-1 0 0 0,0 1 0 0 0,1-1-1 0 0,-1 1 1 0 0,1-1 0 0 0,-1 0 0 0 0,0 1 0 0 0,1-1 0 0 0,-1 0 0 0 0,1 0-1 0 0,-1 0 1 0 0,1 0 0 0 0,-1 0 0 0 0,0 0 0 0 0,3-1 0 0 0,28-3-313 0 0,-1-2 1 0 0,46-13-1 0 0,-52 11 333 0 0,0 2-1 0 0,0 0 1 0 0,0 2-1 0 0,48-2 1 0 0,-70 6 71 0 0,1 0 0 0 0,-1 0 1 0 0,1 1-1 0 0,-1-1 0 0 0,1 1 1 0 0,-1 0-1 0 0,0 0 0 0 0,1 0 1 0 0,-1 0-1 0 0,0 1 0 0 0,3 1 1 0 0,-4-2-5 0 0,-1 1 0 0 0,1-1-1 0 0,-1 0 1 0 0,0 0 0 0 0,0 0 0 0 0,0 1 0 0 0,0-1 0 0 0,0 1 0 0 0,0-1 0 0 0,0 1 0 0 0,0-1 0 0 0,-1 1 0 0 0,1-1 0 0 0,0 1 0 0 0,-1 0 0 0 0,1 2 0 0 0,-1 3 102 0 0,0 0 1 0 0,0 0 0 0 0,-1-1 0 0 0,0 1-1 0 0,0 0 1 0 0,-1-1 0 0 0,0 1 0 0 0,0-1-1 0 0,-6 12 1 0 0,-17 34 349 0 0,-3-1 0 0 0,-2-2 0 0 0,-2 0 0 0 0,-2-3 0 0 0,-2 0 0 0 0,-2-3 0 0 0,-56 50 0 0 0,91-90-735 0 0,0-1 0 0 0,0 0 0 0 0,1 0 0 0 0,-1 0 0 0 0,-1 0 0 0 0,1 0 0 0 0,0-1 0 0 0,0 1 0 0 0,-4 0 0 0 0,6-2 120 0 0,1 0 1 0 0,0 1-1 0 0,0-1 1 0 0,0 0-1 0 0,-1 0 1 0 0,1 0-1 0 0,0 0 0 0 0,0 0 1 0 0,0 0-1 0 0,-1 0 1 0 0,1 0-1 0 0,0 0 0 0 0,0 0 1 0 0,-1 0-1 0 0,1 0 1 0 0,0 0-1 0 0,0 0 1 0 0,0-1-1 0 0,-1 1 0 0 0,1 0 1 0 0,0 0-1 0 0,0 0 1 0 0,0 0-1 0 0,-1 0 0 0 0,1 0 1 0 0,0 0-1 0 0,0-1 1 0 0,0 1-1 0 0,0 0 1 0 0,-1 0-1 0 0,1 0 0 0 0,0 0 1 0 0,0-1-1 0 0,0 1 1 0 0,0 0-1 0 0,0 0 0 0 0,0 0 1 0 0,0-1-1 0 0,0 1 1 0 0,0 0-1 0 0,-1 0 1 0 0,1 0-1 0 0,0-1 0 0 0,9-18-5668 0 0,28-25-4034 0 0,6 5 4562 0 0,-7 14 3006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5:59.292"/>
    </inkml:context>
    <inkml:brush xml:id="br0">
      <inkml:brushProperty name="width" value="0.035" units="cm"/>
      <inkml:brushProperty name="height" value="0.035" units="cm"/>
      <inkml:brushProperty name="color" value="#E71224"/>
    </inkml:brush>
  </inkml:definitions>
  <inkml:trace contextRef="#ctx0" brushRef="#br0">70 30 984 0 0,'-1'5'9624'0'0,"-4"7"-3785"0"0,-6 18-1523 0 0,-15 55-2988 0 0,24-71-1120 0 0,-22 138 1096 0 0,40-179-1557 0 0,-1-21 425 0 0,3 1 1 0 0,2 0-1 0 0,2 2 0 0 0,35-54 0 0 0,-57 98-124 0 0,1 0-1 0 0,-1 0 1 0 0,0 1 0 0 0,1-1-1 0 0,-1 0 1 0 0,0 0-1 0 0,1 1 1 0 0,-1-1-1 0 0,1 0 1 0 0,-1 1-1 0 0,1-1 1 0 0,0 0-1 0 0,-1 1 1 0 0,1-1-1 0 0,0 1 1 0 0,-1-1-1 0 0,1 1 1 0 0,0 0-1 0 0,-1-1 1 0 0,1 1 0 0 0,0-1-1 0 0,0 1 1 0 0,0 0-1 0 0,-1 0 1 0 0,1-1-1 0 0,0 1 1 0 0,0 0-1 0 0,0 0 1 0 0,-1 0-1 0 0,1 0 1 0 0,0 0-1 0 0,0 0 1 0 0,1 1-1 0 0,0 0 50 0 0,-1 1-1 0 0,0-1 1 0 0,0 1-1 0 0,0 0 1 0 0,0-1-1 0 0,0 1 1 0 0,-1 0-1 0 0,1 0 1 0 0,0-1-1 0 0,-1 1 1 0 0,1 0-1 0 0,-1 0 1 0 0,0 3-1 0 0,3 70 1490 0 0,-3-74-1578 0 0,-22 233 1512 0 0,-9-83-5662 0 0,25-140-6749 0 0,2-27 4918 0 0,1-48 1889 0 0,2 40 2671 0 0,-16-156-1533 0 0,-3 64 2239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5:59.707"/>
    </inkml:context>
    <inkml:brush xml:id="br0">
      <inkml:brushProperty name="width" value="0.035" units="cm"/>
      <inkml:brushProperty name="height" value="0.035" units="cm"/>
      <inkml:brushProperty name="color" value="#E71224"/>
    </inkml:brush>
  </inkml:definitions>
  <inkml:trace contextRef="#ctx0" brushRef="#br0">39 116 1784 0 0,'-14'0'4160'0'0,"3"-2"-160"0"0,3 1-640 0 0,3-5-720 0 0,5 2-799 0 0,7-2-561 0 0,12-4-320 0 0,15-3-320 0 0,11-3-160 0 0,13-1-160 0 0,9-1-160 0 0,5 7-368 0 0,3 3-832 0 0,2 4-2320 0 0,-3 5-2081 0 0,-4 7 641 0 0,-8 6 1360 0 0,-6 8 1360 0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0.148"/>
    </inkml:context>
    <inkml:brush xml:id="br0">
      <inkml:brushProperty name="width" value="0.035" units="cm"/>
      <inkml:brushProperty name="height" value="0.035" units="cm"/>
      <inkml:brushProperty name="color" value="#E71224"/>
    </inkml:brush>
  </inkml:definitions>
  <inkml:trace contextRef="#ctx0" brushRef="#br0">1 107 184 0 0,'19'-13'2640'0'0,"-1"0"800"0"0,1 0-320 0 0,2 2-560 0 0,6-2-560 0 0,3 3-640 0 0,3-2-400 0 0,-3 3-319 0 0,3 0-401 0 0,-1 6-208 0 0,-2 2-832 0 0,-10 2-1121 0 0,-4 2-1999 0 0,-10 8-160 0 0,-6 4 880 0 0,-15 9 1120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0.313"/>
    </inkml:context>
    <inkml:brush xml:id="br0">
      <inkml:brushProperty name="width" value="0.035" units="cm"/>
      <inkml:brushProperty name="height" value="0.035" units="cm"/>
      <inkml:brushProperty name="color" value="#E71224"/>
    </inkml:brush>
  </inkml:definitions>
  <inkml:trace contextRef="#ctx0" brushRef="#br0">25 58 824 0 0,'-13'14'3680'0'0,"6"-2"560"0"0,2-5-720 0 0,10-3-800 0 0,8-3-639 0 0,13-3-561 0 0,9-2-560 0 0,14-4-320 0 0,14-2-320 0 0,3 0-288 0 0,1 0-992 0 0,-2 0-2240 0 0,-6-2-1921 0 0,-6 3 561 0 0,-6 0 1280 0 0,-3 1 1280 0 0,-3 4 800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1.820"/>
    </inkml:context>
    <inkml:brush xml:id="br0">
      <inkml:brushProperty name="width" value="0.035" units="cm"/>
      <inkml:brushProperty name="height" value="0.035" units="cm"/>
      <inkml:brushProperty name="color" value="#E71224"/>
    </inkml:brush>
  </inkml:definitions>
  <inkml:trace contextRef="#ctx0" brushRef="#br0">23 547 344 0 0,'-13'28'6738'0'0,"4"-18"3293"0"0,9-10-9893 0 0,5-14 238 0 0,0 1 0 0 0,1-1 1 0 0,1 1-1 0 0,0 1 0 0 0,1-1 0 0 0,12-14 0 0 0,7-13-155 0 0,15-25 137 0 0,67-114 161 0 0,-91 145 61 0 0,-2 0 1 0 0,-1 0 0 0 0,15-56 0 0 0,-30 90-550 0 0,0 0 0 0 0,0 0 0 0 0,0 0 0 0 0,-1 0 0 0 0,1 0 0 0 0,0 0 0 0 0,0 0 0 0 0,0 0 1 0 0,0 0-1 0 0,0 0 0 0 0,0 0 0 0 0,0 0 0 0 0,0 0 0 0 0,-1 0 0 0 0,1 0 0 0 0,0 0 0 0 0,0 0 0 0 0,0 0 1 0 0,0 0-1 0 0,0 0 0 0 0,0 0 0 0 0,0 0 0 0 0,0 0 0 0 0,0 0 0 0 0,0 0 0 0 0,-1 0 0 0 0,1-1 0 0 0,0 1 1 0 0,0 0-1 0 0,0 0 0 0 0,0 0 0 0 0,0 0 0 0 0,0 0 0 0 0,0 0 0 0 0,0 0 0 0 0,0 0 0 0 0,0 0 0 0 0,0 0 0 0 0,0-1 1 0 0,0 1-1 0 0,0 0 0 0 0,0 0 0 0 0,0 0 0 0 0,0 0 0 0 0,0 0 0 0 0,0 0 0 0 0,0 0 0 0 0,0 0 0 0 0,0 0 1 0 0,0-1-1 0 0,0 1 0 0 0,-12 13 506 0 0,-12 22-291 0 0,1 9-171 0 0,3 0 1 0 0,1 2-1 0 0,2 0 1 0 0,3 1-1 0 0,-14 77 0 0 0,17-54-186 0 0,3 1-1 0 0,3 0 0 0 0,5 89 0 0 0,1-148-319 0 0,0 25 37 0 0,10 53-1 0 0,8-30-3438 0 0,-16-53 2004 0 0,1 0 0 0 0,-1 0 0 0 0,1-1 0 0 0,1 1 0 0 0,9 10 0 0 0,-14-17 1683 0 0,0 0 0 0 0,1 0-1 0 0,-1 0 1 0 0,0 1 0 0 0,1-1 0 0 0,-1 0 0 0 0,0 0-1 0 0,0 0 1 0 0,1 1 0 0 0,-1-1 0 0 0,0 0 0 0 0,0 0 0 0 0,1 1-1 0 0,-1-1 1 0 0,0 0 0 0 0,0 0 0 0 0,0 1 0 0 0,1-1-1 0 0,-1 0 1 0 0,0 1 0 0 0,0-1 0 0 0,0 0 0 0 0,0 1-1 0 0,0-1 1 0 0,0 0 0 0 0,0 1 0 0 0,0-1 0 0 0,0 0 0 0 0,0 1-1 0 0,0-1 1 0 0,0 0 0 0 0,0 1 0 0 0,0-1 0 0 0,0 0-1 0 0,0 1 1 0 0,0-1 0 0 0,0 0 0 0 0,0 1 0 0 0,-1-1 0 0 0,1 0-1 0 0,0 1 1 0 0,0-1 0 0 0,0 0 0 0 0,0 0 0 0 0,-1 1-1 0 0,1-1 1 0 0,0 0 0 0 0,-1 1 0 0 0,-18 2-2015 0 0,12-3 2218 0 0,-14 2-337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2.029"/>
    </inkml:context>
    <inkml:brush xml:id="br0">
      <inkml:brushProperty name="width" value="0.035" units="cm"/>
      <inkml:brushProperty name="height" value="0.035" units="cm"/>
      <inkml:brushProperty name="color" value="#E71224"/>
    </inkml:brush>
  </inkml:definitions>
  <inkml:trace contextRef="#ctx0" brushRef="#br0">20 113 2104 0 0,'-18'20'7061'0'0,"16"-12"-74"0"0,16-9-2239 0 0,15-6-4744 0 0,-27 7-217 0 0,456-113 2680 0 0,-349 94-5710 0 0,-38 19-4976 0 0,-69 0 7980 0 0,-1 0-1 0 0,0 0 0 0 0,1 0 1 0 0,-1 0-1 0 0,0 0 0 0 0,1 1 1 0 0,-1-1-1 0 0,0 0 0 0 0,1 1 1 0 0,-1-1-1 0 0,0 1 0 0 0,0 0 1 0 0,0-1-1 0 0,1 1 0 0 0,-1 0 1 0 0,0 0-1 0 0,0-1 0 0 0,0 1 1 0 0,0 0-1 0 0,0 0 0 0 0,0 0 1 0 0,-1 0-1 0 0,1 0 0 0 0,0 1 0 0 0,0-1 1 0 0,-1 0-1 0 0,1 0 0 0 0,-1 0 1 0 0,1 1-1 0 0,-1-1 0 0 0,1 0 1 0 0,-1 1-1 0 0,0-1 0 0 0,0 2 1 0 0,0 3-68 0 0,-1-1 1 0 0,1 1-1 0 0,-2-1 1 0 0,1 0-1 0 0,-1 1 1 0 0,1-1-1 0 0,-5 7 1 0 0,-12 28-414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2.494"/>
    </inkml:context>
    <inkml:brush xml:id="br0">
      <inkml:brushProperty name="width" value="0.035" units="cm"/>
      <inkml:brushProperty name="height" value="0.035" units="cm"/>
      <inkml:brushProperty name="color" value="#E71224"/>
    </inkml:brush>
  </inkml:definitions>
  <inkml:trace contextRef="#ctx0" brushRef="#br0">64 120 664 0 0,'15'-18'2887'0'0,"-3"4"9148"0"0,-11 21-7393 0 0,-3 13-4072 0 0,-48 219 2003 0 0,11-59-1999 0 0,78-269-542 0 0,-3 2 4 0 0,-6 13 177 0 0,3 0 0 0 0,64-104-1 0 0,-95 175-163 0 0,-1 1 0 0 0,1-1 0 0 0,-1 1-1 0 0,1 0 1 0 0,0 0 0 0 0,0-1 0 0 0,0 1-1 0 0,1 0 1 0 0,-1 1 0 0 0,0-1-1 0 0,1 0 1 0 0,-1 1 0 0 0,1-1 0 0 0,4-1-1 0 0,-6 3-22 0 0,1 0-1 0 0,-1 0 1 0 0,1 1-1 0 0,-1-1 1 0 0,0 1-1 0 0,1-1 1 0 0,-1 0-1 0 0,1 1 0 0 0,-1 0 1 0 0,0-1-1 0 0,0 1 1 0 0,1 0-1 0 0,-1 0 1 0 0,0 0-1 0 0,0 0 1 0 0,0 0-1 0 0,0 0 1 0 0,0 0-1 0 0,0 0 0 0 0,0 0 1 0 0,0 0-1 0 0,0 1 1 0 0,-1-1-1 0 0,1 0 1 0 0,0 1-1 0 0,-1-1 1 0 0,1 0-1 0 0,-1 1 1 0 0,0-1-1 0 0,1 2 0 0 0,8 26 200 0 0,-1 0 0 0 0,-2 0-1 0 0,-1 1 1 0 0,-1-1 0 0 0,0 58-1 0 0,2 14-478 0 0,-4-81-212 0 0,7 44-814 0 0,-9-60 800 0 0,1 0-1 0 0,0 0 0 0 0,0 0 0 0 0,1 0 1 0 0,-1-1-1 0 0,1 1 0 0 0,0-1 1 0 0,0 1-1 0 0,0-1 0 0 0,0 1 0 0 0,0-1 1 0 0,5 4-1 0 0,-6-6 99 0 0,1 0 0 0 0,-1 0 0 0 0,1-1 0 0 0,0 1 1 0 0,-1 0-1 0 0,1-1 0 0 0,0 0 0 0 0,-1 1 0 0 0,1-1 0 0 0,0 0 0 0 0,0 0 0 0 0,0 1 0 0 0,-1-1 1 0 0,1-1-1 0 0,0 1 0 0 0,0 0 0 0 0,0 0 0 0 0,-1-1 0 0 0,1 1 0 0 0,0-1 0 0 0,-1 1 0 0 0,1-1 1 0 0,0 0-1 0 0,-1 0 0 0 0,1 0 0 0 0,-1 0 0 0 0,1 0 0 0 0,-1 0 0 0 0,1 0 0 0 0,-1 0 1 0 0,0-1-1 0 0,2-1 0 0 0,7-6-917 0 0,0-2 1 0 0,16-22-1 0 0,-22 28 1010 0 0,39-57-1098 0 0,5-18 507 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3.192"/>
    </inkml:context>
    <inkml:brush xml:id="br0">
      <inkml:brushProperty name="width" value="0.035" units="cm"/>
      <inkml:brushProperty name="height" value="0.035" units="cm"/>
      <inkml:brushProperty name="color" value="#E71224"/>
    </inkml:brush>
  </inkml:definitions>
  <inkml:trace contextRef="#ctx0" brushRef="#br0">231 148 504 0 0,'-21'-46'7323'0'0,"19"42"-6119"0"0,0 0 1 0 0,-1 0-1 0 0,0 1 0 0 0,0-1 0 0 0,0 0 0 0 0,0 1 0 0 0,0 0 0 0 0,-7-5 1 0 0,43-1 2432 0 0,-9 1-3448 0 0,33-6 3 0 0,1 2 0 0 0,0 3 0 0 0,0 2 0 0 0,67 2 0 0 0,-124 5-187 0 0,-1 0 0 0 0,1-1 0 0 0,0 1 0 0 0,-1 0 0 0 0,1 0 0 0 0,0 0 0 0 0,-1 0 0 0 0,1 0 0 0 0,0 0 0 0 0,-1 0 0 0 0,1 1 0 0 0,0-1 0 0 0,-1 0 0 0 0,1 0 0 0 0,0 0 0 0 0,-1 1 0 0 0,1-1 0 0 0,0 0 0 0 0,-1 1 0 0 0,1-1 0 0 0,-1 0 0 0 0,1 1 0 0 0,-1-1 0 0 0,1 1 0 0 0,-1-1 0 0 0,1 1 0 0 0,0 0 0 0 0,-13 11 34 0 0,-32 11-122 0 0,44-23 81 0 0,-63 24-336 0 0,-104 26 1 0 0,107-34 433 0 0,0 1 0 0 0,-68 33 0 0 0,120-47-33 0 0,1 1 1 0 0,0 0-1 0 0,0 0 0 0 0,1 0 0 0 0,-1 1 1 0 0,1 1-1 0 0,-9 8 0 0 0,14-13-52 0 0,-1 1 0 0 0,1-1 0 0 0,0 1 0 0 0,0-1 0 0 0,1 1 0 0 0,-1-1 0 0 0,0 1 0 0 0,0 0 0 0 0,1-1 0 0 0,-1 1 0 0 0,1 0 0 0 0,-1 0 0 0 0,1 0 0 0 0,0-1-1 0 0,0 1 1 0 0,0 0 0 0 0,0 0 0 0 0,0 0 0 0 0,0-1 0 0 0,0 1 0 0 0,1 0 0 0 0,-1 0 0 0 0,1-1 0 0 0,-1 1 0 0 0,1 0 0 0 0,0 0 0 0 0,-1-1 0 0 0,1 1 0 0 0,0-1 0 0 0,0 1 0 0 0,0-1 0 0 0,0 1 0 0 0,1-1 0 0 0,-1 0 0 0 0,0 1 0 0 0,1-1-1 0 0,-1 0 1 0 0,3 2 0 0 0,4 3-9 0 0,2 1 0 0 0,-1-1 0 0 0,1-1 0 0 0,0 0 0 0 0,0 0 0 0 0,0-1 0 0 0,1 0 0 0 0,-1-1 0 0 0,1 0 0 0 0,19 3 0 0 0,14-1 8 0 0,61-1-1 0 0,-44-2-18 0 0,-40-1 41 0 0,62 6 28 0 0,-78-6-16 0 0,1 0 0 0 0,-1 0 0 0 0,1 0 0 0 0,-1 1 1 0 0,1 0-1 0 0,-1 0 0 0 0,0 1 0 0 0,0-1 0 0 0,0 1 0 0 0,0 0 1 0 0,6 5-1 0 0,-10-6-18 0 0,0 0-1 0 0,0 0 1 0 0,0-1 0 0 0,0 1 0 0 0,0 0-1 0 0,-1 0 1 0 0,1 0 0 0 0,0 0 0 0 0,-1 0 0 0 0,0 0-1 0 0,1 0 1 0 0,-1 0 0 0 0,0 0 0 0 0,0 0 0 0 0,0 0-1 0 0,0 0 1 0 0,-1 0 0 0 0,1 0 0 0 0,-1 0 0 0 0,1 0-1 0 0,-1 0 1 0 0,1 0 0 0 0,-1 0 0 0 0,0 0-1 0 0,0 0 1 0 0,0-1 0 0 0,0 1 0 0 0,0 0 0 0 0,-1-1-1 0 0,1 1 1 0 0,-2 1 0 0 0,-6 9 41 0 0,-1 0 0 0 0,-21 19-1 0 0,27-28-51 0 0,-112 99 339 0 0,30-28-220 0 0,32-23-284 0 0,53-51 136 0 0,1 0 0 0 0,0 0 0 0 0,0 1 1 0 0,-1-1-1 0 0,1 0 0 0 0,0 0 0 0 0,0 1 0 0 0,-1-1 0 0 0,1 0 0 0 0,0 0 0 0 0,0 1 0 0 0,0-1 0 0 0,-1 0 0 0 0,1 1 0 0 0,0-1 0 0 0,0 0 0 0 0,0 1 0 0 0,0-1 0 0 0,0 0 0 0 0,0 1 0 0 0,0-1 0 0 0,0 0 0 0 0,0 1 0 0 0,0-1 0 0 0,0 0 0 0 0,0 1 0 0 0,0-1 0 0 0,0 0 0 0 0,0 1 0 0 0,0-1 0 0 0,0 0 0 0 0,0 1 0 0 0,0-1 0 0 0,0 0 0 0 0,1 1 0 0 0,-1-1 0 0 0,0 0 0 0 0,0 1 0 0 0,0-1 0 0 0,1 0 0 0 0,-1 1 0 0 0,20 7-219 0 0,24-3 127 0 0,-44-5 99 0 0,234 21 316 0 0,-203-16-118 0 0,0 2-1 0 0,-1 0 1 0 0,0 3 0 0 0,-1 0 0 0 0,44 22-1 0 0,-56-17-385 0 0,-17-15 5 0 0,0 0 1 0 0,0 0 0 0 0,0 1 0 0 0,0-1 0 0 0,0 0-1 0 0,0 1 1 0 0,0-1 0 0 0,0 0 0 0 0,0 0-1 0 0,0 1 1 0 0,0-1 0 0 0,0 0 0 0 0,0 0-1 0 0,0 1 1 0 0,0-1 0 0 0,0 0 0 0 0,0 1 0 0 0,0-1-1 0 0,-1 0 1 0 0,1 0 0 0 0,0 0 0 0 0,0 1-1 0 0,0-1 1 0 0,0 0 0 0 0,-1 0 0 0 0,1 0-1 0 0,0 1 1 0 0,0-1 0 0 0,0 0 0 0 0,-1 0-1 0 0,1 0 1 0 0,0 0 0 0 0,0 1 0 0 0,-1-1 0 0 0,1 0-1 0 0,0 0 1 0 0,-1 0 0 0 0,-21 2-10373 0 0,5-6 6496 0 0,4-1 1573 0 0,6 1 893 0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5.153"/>
    </inkml:context>
    <inkml:brush xml:id="br0">
      <inkml:brushProperty name="width" value="0.035" units="cm"/>
      <inkml:brushProperty name="height" value="0.035" units="cm"/>
      <inkml:brushProperty name="color" value="#E71224"/>
    </inkml:brush>
  </inkml:definitions>
  <inkml:trace contextRef="#ctx0" brushRef="#br0">42 49 184 0 0,'-1'-29'4490'0'0,"-10"10"9554"0"0,5 29-12017 0 0,2-1-1923 0 0,0 1 0 0 0,0 0 0 0 0,1 0 0 0 0,1 1 1 0 0,0-1-1 0 0,0 0 0 0 0,1 1 0 0 0,0 0 0 0 0,1-1 1 0 0,0 1-1 0 0,1-1 0 0 0,0 1 0 0 0,3 14 0 0 0,3 7-12 0 0,1-1 0 0 0,1 0 0 0 0,16 34 0 0 0,5-12 16 0 0,-29-51-116 0 0,0 0 1 0 0,0 0 0 0 0,0 0 0 0 0,0-1 0 0 0,1 1-1 0 0,-1-1 1 0 0,1 1 0 0 0,-1-1 0 0 0,1 1-1 0 0,-1-1 1 0 0,1 0 0 0 0,0 1 0 0 0,-1-1-1 0 0,1 0 1 0 0,0 0 0 0 0,0 0 0 0 0,0-1-1 0 0,0 1 1 0 0,0 0 0 0 0,0-1 0 0 0,0 1 0 0 0,0-1-1 0 0,0 0 1 0 0,0 0 0 0 0,0 1 0 0 0,2-2-1 0 0,-2 0-102 0 0,0 0 0 0 0,-1 0 0 0 0,1 0-1 0 0,-1-1 1 0 0,1 1 0 0 0,-1 0 0 0 0,1-1-1 0 0,-1 0 1 0 0,0 1 0 0 0,0-1-1 0 0,0 0 1 0 0,0 1 0 0 0,0-1 0 0 0,0 0-1 0 0,0 0 1 0 0,-1 0 0 0 0,1 0 0 0 0,0-3-1 0 0,7-42-3354 0 0,-7 39 2358 0 0,1-15-1490 0 0,-2 1 0 0 0,0-1-1 0 0,-1 1 1 0 0,-8-44-1 0 0,-3 10 385 0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5.322"/>
    </inkml:context>
    <inkml:brush xml:id="br0">
      <inkml:brushProperty name="width" value="0.035" units="cm"/>
      <inkml:brushProperty name="height" value="0.035" units="cm"/>
      <inkml:brushProperty name="color" value="#E71224"/>
    </inkml:brush>
  </inkml:definitions>
  <inkml:trace contextRef="#ctx0" brushRef="#br0">21 1 1784 0 0,'-4'0'4320'0'0,"-1"3"-160"0"0,2-1-800 0 0,-1 1-720 0 0,2-1-719 0 0,0 0-721 0 0,2 1-480 0 0,2-1-320 0 0,-2 0-320 0 0,2 3-128 0 0,4 2-592 0 0,-1 1-960 0 0,11 3-2401 0 0,4 0-1039 0 0,3-1 960 0 0,0 4 1280 0 0,2 6 1200 0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5.516"/>
    </inkml:context>
    <inkml:brush xml:id="br0">
      <inkml:brushProperty name="width" value="0.035" units="cm"/>
      <inkml:brushProperty name="height" value="0.035" units="cm"/>
      <inkml:brushProperty name="color" value="#E71224"/>
    </inkml:brush>
  </inkml:definitions>
  <inkml:trace contextRef="#ctx0" brushRef="#br0">0 54 1944 0 0,'7'-3'4400'0'0,"-2"3"-160"0"0,-2 0-1040 0 0,-1 2-960 0 0,1-2-719 0 0,6-2-561 0 0,4-2-320 0 0,8-3-240 0 0,5 0-320 0 0,1-1-208 0 0,0-3-592 0 0,-2 7-1200 0 0,2-2-2321 0 0,-5 3-399 0 0,-5 3 960 0 0,-9 0 1280 0 0,-7 11 1040 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5.742"/>
    </inkml:context>
    <inkml:brush xml:id="br0">
      <inkml:brushProperty name="width" value="0.035" units="cm"/>
      <inkml:brushProperty name="height" value="0.035" units="cm"/>
      <inkml:brushProperty name="color" value="#E71224"/>
    </inkml:brush>
  </inkml:definitions>
  <inkml:trace contextRef="#ctx0" brushRef="#br0">0 0 104 0 0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6.269"/>
    </inkml:context>
    <inkml:brush xml:id="br0">
      <inkml:brushProperty name="width" value="0.035" units="cm"/>
      <inkml:brushProperty name="height" value="0.035" units="cm"/>
      <inkml:brushProperty name="color" value="#E71224"/>
    </inkml:brush>
  </inkml:definitions>
  <inkml:trace contextRef="#ctx0" brushRef="#br0">1 84 2024 0 0,'-1'-8'10940'0'0,"8"-1"-4630"0"0,22-10-2964 0 0,-18 13-4792 0 0,-1 1 0 0 0,1 1 0 0 0,0 0 0 0 0,13-3 0 0 0,21-3-9110 0 0,-17 3 7138 0 0,-10 3 2378 0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6.657"/>
    </inkml:context>
    <inkml:brush xml:id="br0">
      <inkml:brushProperty name="width" value="0.035" units="cm"/>
      <inkml:brushProperty name="height" value="0.035" units="cm"/>
      <inkml:brushProperty name="color" value="#E71224"/>
    </inkml:brush>
  </inkml:definitions>
  <inkml:trace contextRef="#ctx0" brushRef="#br0">1 494 24 0 0,'30'-11'16'0'0,"-26"10"195"0"0,-1 1-1 0 0,1-1 1 0 0,-1 0-1 0 0,0-1 0 0 0,1 1 1 0 0,-1-1-1 0 0,0 1 1 0 0,4-4-1 0 0,-6 4 367 0 0,0 0 1 0 0,0 0-1 0 0,0 0 0 0 0,0 0 1 0 0,-1 0-1 0 0,1 0 0 0 0,0 0 1 0 0,-1-1-1 0 0,1 1 0 0 0,-1 0 0 0 0,1-1 1 0 0,-1 1-1 0 0,1 0 0 0 0,-1-1 1 0 0,0-2-1 0 0,14-80 4802 0 0,17-42-4464 0 0,-3 16-489 0 0,-20 65-39 0 0,10-37 1253 0 0,-26 114-957 0 0,1-1 0 0 0,1 1-1 0 0,-2 65 1 0 0,5-48-347 0 0,2-39-600 0 0,-9 153 1467 0 0,12-109-4332 0 0,4 0-5276 0 0,-8-42 2247 0 0,-6-15 2939 0 0,-10-19 1382 0 0,2-6 1117 0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7.406"/>
    </inkml:context>
    <inkml:brush xml:id="br0">
      <inkml:brushProperty name="width" value="0.035" units="cm"/>
      <inkml:brushProperty name="height" value="0.035" units="cm"/>
      <inkml:brushProperty name="color" value="#E71224"/>
    </inkml:brush>
  </inkml:definitions>
  <inkml:trace contextRef="#ctx0" brushRef="#br0">0 94 264 0 0,'1'0'391'0'0,"0"0"0"0"0,0-1 1 0 0,0 1-1 0 0,0-1 0 0 0,-1 1 0 0 0,1-1 0 0 0,0 1 1 0 0,0-1-1 0 0,-1 1 0 0 0,1-1 0 0 0,0 0 0 0 0,-1 0 0 0 0,1 1 1 0 0,-1-1-1 0 0,1 0 0 0 0,-1 0 0 0 0,1 0 0 0 0,-1 1 1 0 0,1-1-1 0 0,-1 0 0 0 0,0 0 0 0 0,1 0 0 0 0,-1 0 1 0 0,0 0-1 0 0,0 0 0 0 0,0 0 0 0 0,0-2 0 0 0,1-27 5123 0 0,-8 86-1994 0 0,7 29-2873 0 0,12 89 0 0 0,10-253-647 0 0,-17 56-1 0 0,4-19-12 0 0,18-51 0 0 0,-23 83 11 0 0,0 0 0 0 0,0 1 0 0 0,1-1 0 0 0,0 1 0 0 0,0 0 0 0 0,1 0 0 0 0,0 0 0 0 0,1 1 0 0 0,0 0 1 0 0,13-12-1 0 0,-19 20 5 0 0,0-1 0 0 0,0 0 1 0 0,0 0-1 0 0,-1 1 0 0 0,1-1 1 0 0,0 0-1 0 0,0 1 0 0 0,0-1 1 0 0,0 1-1 0 0,0-1 0 0 0,0 1 1 0 0,0 0-1 0 0,0-1 0 0 0,0 1 1 0 0,0 0-1 0 0,0 0 0 0 0,1 0 1 0 0,-1 0-1 0 0,0 0 0 0 0,0 0 1 0 0,0 0-1 0 0,0 0 0 0 0,0 0 1 0 0,0 0-1 0 0,0 1 0 0 0,0-1 1 0 0,0 0-1 0 0,0 1 1 0 0,0-1-1 0 0,2 1 0 0 0,-2 1 15 0 0,1 0 0 0 0,0 0 1 0 0,-1 0-1 0 0,1 1 0 0 0,-1-1 0 0 0,0 0 0 0 0,0 0 0 0 0,0 1 0 0 0,0-1 0 0 0,0 1 1 0 0,0-1-1 0 0,0 5 0 0 0,2 11 121 0 0,-1 1 0 0 0,0 32 1 0 0,-2-46-129 0 0,-2 93 189 0 0,1 39-754 0 0,5-49-3994 0 0,-2-67 668 0 0,1-1 0 0 0,1 0 0 0 0,7 25 0 0 0,-5-33 2413 0 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9.260"/>
    </inkml:context>
    <inkml:brush xml:id="br0">
      <inkml:brushProperty name="width" value="0.035" units="cm"/>
      <inkml:brushProperty name="height" value="0.035" units="cm"/>
      <inkml:brushProperty name="color" value="#E71224"/>
    </inkml:brush>
  </inkml:definitions>
  <inkml:trace contextRef="#ctx0" brushRef="#br0">134 64 984 0 0,'1'0'357'0'0,"1"0"0"0"0,-1 0 0 0 0,1 0 0 0 0,-1 0 0 0 0,0 0 0 0 0,1 0 0 0 0,-1-1 0 0 0,1 1 0 0 0,-1 0 0 0 0,0-1 0 0 0,1 1 0 0 0,-1-1-1 0 0,0 1 1 0 0,1-1 0 0 0,-1 1 0 0 0,0-1 0 0 0,0 0 0 0 0,0 0 0 0 0,0 0 0 0 0,0 0 0 0 0,0 0 0 0 0,0 0 0 0 0,0 0 0 0 0,0 0 0 0 0,0 0 0 0 0,0 0 0 0 0,0 0 0 0 0,-1-1 0 0 0,1 1 0 0 0,-1 0 0 0 0,1-1 0 0 0,-1 1 0 0 0,1 0 0 0 0,-1-1 0 0 0,0 1 0 0 0,1 0-1 0 0,-1-3 1 0 0,0 3-243 0 0,0 0 0 0 0,0 0-1 0 0,0-1 1 0 0,0 1-1 0 0,0 0 1 0 0,-1 0-1 0 0,1-1 1 0 0,0 1-1 0 0,-1 0 1 0 0,1 0-1 0 0,-1 0 1 0 0,1-1 0 0 0,-1 1-1 0 0,1 0 1 0 0,-1 0-1 0 0,0 0 1 0 0,0 0-1 0 0,1 0 1 0 0,-1 0-1 0 0,0 0 1 0 0,0 1 0 0 0,0-1-1 0 0,0 0 1 0 0,0 0-1 0 0,0 1 1 0 0,0-1-1 0 0,0 0 1 0 0,-1 1-1 0 0,1-1 1 0 0,0 1-1 0 0,0 0 1 0 0,0-1 0 0 0,-1 1-1 0 0,1 0 1 0 0,0 0-1 0 0,0 0 1 0 0,-1 0-1 0 0,1 0 1 0 0,0 0-1 0 0,0 0 1 0 0,-1 0 0 0 0,1 0-1 0 0,-2 1 1 0 0,-5 1-28 0 0,1 1 0 0 0,-1 0 0 0 0,1 0 0 0 0,0 1 0 0 0,0 0 0 0 0,1 0 0 0 0,-1 1 0 0 0,1 0 0 0 0,0 0 0 0 0,0 0 0 0 0,0 1 1 0 0,1 0-1 0 0,0 0 0 0 0,0 0 0 0 0,0 0 0 0 0,1 1 0 0 0,0 0 0 0 0,0 0 0 0 0,1 0 0 0 0,-5 15 0 0 0,6-16-83 0 0,0 0 0 0 0,0 0 0 0 0,1 0 1 0 0,0 0-1 0 0,0 1 0 0 0,1-1 0 0 0,-1 0 0 0 0,1 0 0 0 0,1 1 0 0 0,-1-1 0 0 0,1 0 0 0 0,2 7 0 0 0,-2-9-5 0 0,0 0 0 0 0,1 0 0 0 0,0-1 0 0 0,0 1 0 0 0,0-1 0 0 0,0 0 0 0 0,0 1 0 0 0,1-1 0 0 0,-1 0 0 0 0,1 0 0 0 0,0-1 0 0 0,0 1 0 0 0,0 0 0 0 0,0-1 0 0 0,0 0 0 0 0,1 0 0 0 0,-1 0 0 0 0,1 0 0 0 0,-1 0 0 0 0,6 1 0 0 0,3 0 0 0 0,1 0 0 0 0,-1-1 0 0 0,1-1 0 0 0,-1 0 0 0 0,1 0 0 0 0,-1-1 0 0 0,1-1 0 0 0,-1 0 0 0 0,17-4 0 0 0,-10 2 19 0 0,-1 1 0 0 0,1 1 0 0 0,22 1 0 0 0,-40 0 3 0 0,-1 0 0 0 0,1 0 0 0 0,-1 0 0 0 0,1 1 0 0 0,-1-1 0 0 0,1 0 0 0 0,-1 0 0 0 0,1 0 0 0 0,-1 0 0 0 0,0 1 0 0 0,1-1 0 0 0,-1 0 0 0 0,1 0 0 0 0,-1 1 0 0 0,1-1 0 0 0,-1 0 0 0 0,0 1 0 0 0,1-1 0 0 0,-1 0 0 0 0,0 1 0 0 0,1-1 0 0 0,-1 1-1 0 0,0-1 1 0 0,0 0 0 0 0,1 1 0 0 0,-1-1 0 0 0,0 1 0 0 0,0-1 0 0 0,0 1 0 0 0,0-1 0 0 0,1 2 0 0 0,-5 19 442 0 0,-18 28 117 0 0,17-40-446 0 0,-2 4-79 0 0,1 1 0 0 0,0 0 0 0 0,1 1 0 0 0,-6 26 0 0 0,10-39-66 0 0,1 0 0 0 0,-1 0-1 0 0,1 1 1 0 0,0-1 0 0 0,-1 0 0 0 0,1 0 0 0 0,0 0 0 0 0,1 0 0 0 0,-1 1 0 0 0,0-1 0 0 0,0 0 0 0 0,1 0 0 0 0,-1 0 0 0 0,1 0 0 0 0,0 0 0 0 0,0 0 0 0 0,0 0 0 0 0,0 0 0 0 0,0 0-1 0 0,0 0 1 0 0,0 0 0 0 0,1 0 0 0 0,-1-1 0 0 0,1 1 0 0 0,-1-1 0 0 0,1 1 0 0 0,-1-1 0 0 0,1 1 0 0 0,0-1 0 0 0,0 0 0 0 0,0 0 0 0 0,0 0 0 0 0,0 0 0 0 0,0 0 0 0 0,0-1-1 0 0,0 1 1 0 0,0 0 0 0 0,0-1 0 0 0,0 1 0 0 0,0-1 0 0 0,1 0 0 0 0,-1 0 0 0 0,3 0 0 0 0,5-1-48 0 0,0 0 0 0 0,0 0 0 0 0,0-1 0 0 0,-1 0 0 0 0,16-6 0 0 0,-18 6 53 0 0,1-1 1 0 0,-1 1-1 0 0,1 0 0 0 0,-1 0 1 0 0,1 1-1 0 0,0 0 0 0 0,-1 1 1 0 0,1 0-1 0 0,15 1 0 0 0,-21 0 34 0 0,-1-1-1 0 0,0 1 0 0 0,0 0 0 0 0,0-1 0 0 0,0 1 0 0 0,0 0 1 0 0,0 0-1 0 0,0-1 0 0 0,0 1 0 0 0,-1 0 0 0 0,1 0 0 0 0,0 0 1 0 0,0 0-1 0 0,-1 1 0 0 0,1-1 0 0 0,-1 0 0 0 0,1 0 0 0 0,-1 0 1 0 0,1 0-1 0 0,-1 1 0 0 0,0-1 0 0 0,1 0 0 0 0,-1 0 1 0 0,0 0-1 0 0,0 1 0 0 0,0-1 0 0 0,0 0 0 0 0,0 1 0 0 0,0-1 1 0 0,-1 0-1 0 0,1 0 0 0 0,-1 2 0 0 0,-10 43 731 0 0,10-43-730 0 0,-6 14 166 0 0,-1 1-1 0 0,-16 26 0 0 0,-10 23-2857 0 0,35-61-4076 0 0,8-11 2550 0 0,10-12-357 0 0,18-41-206 0 0,-6 9 3548 0 0,2 3 699 0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9.450"/>
    </inkml:context>
    <inkml:brush xml:id="br0">
      <inkml:brushProperty name="width" value="0.035" units="cm"/>
      <inkml:brushProperty name="height" value="0.035" units="cm"/>
      <inkml:brushProperty name="color" value="#E71224"/>
    </inkml:brush>
  </inkml:definitions>
  <inkml:trace contextRef="#ctx0" brushRef="#br0">90 1 424 0 0,'0'2'799'0'0,"0"0"0"0"0,0 1 0 0 0,0-1 0 0 0,0 0 0 0 0,-1 1 0 0 0,1-1 0 0 0,-1 0 0 0 0,1 0 0 0 0,-1 0 0 0 0,0 1 0 0 0,0-1 0 0 0,-2 3-1 0 0,-20 31 4390 0 0,5-6-2935 0 0,11-18-2107 0 0,2 0 0 0 0,-1 1 0 0 0,1 0-1 0 0,1 0 1 0 0,1 0 0 0 0,0 0 0 0 0,0 1-1 0 0,-1 25 1 0 0,4-39-277 0 0,0 1-1 0 0,0 0 1 0 0,0 0-1 0 0,0-1 1 0 0,0 1 0 0 0,0 0-1 0 0,0-1 1 0 0,0 1-1 0 0,0 0 1 0 0,0-1-1 0 0,0 1 1 0 0,1 0-1 0 0,-1-1 1 0 0,0 1-1 0 0,0 0 1 0 0,1-1-1 0 0,-1 1 1 0 0,0-1 0 0 0,1 1-1 0 0,-1 0 1 0 0,1-1-1 0 0,-1 1 1 0 0,1-1-1 0 0,-1 1 1 0 0,1-1-1 0 0,-1 1 1 0 0,1-1-1 0 0,-1 0 1 0 0,1 1-1 0 0,0-1 1 0 0,-1 0 0 0 0,1 1-1 0 0,-1-1 1 0 0,1 0-1 0 0,0 0 1 0 0,-1 0-1 0 0,1 1 1 0 0,0-1-1 0 0,0 0 1 0 0,-1 0-1 0 0,1 0 1 0 0,0 0 0 0 0,-1 0-1 0 0,1 0 1 0 0,0 0-1 0 0,-1-1 1 0 0,1 1-1 0 0,0 0 1 0 0,-1 0-1 0 0,1 0 1 0 0,0-1-1 0 0,-1 1 1 0 0,1 0-1 0 0,-1-1 1 0 0,1 1 0 0 0,0-1-1 0 0,-1 1 1 0 0,1 0-1 0 0,-1-1 1 0 0,1 1-1 0 0,-1-1 1 0 0,1 0-1 0 0,-1 0 1 0 0,5-2-843 0 0,-1-1 1 0 0,1 0 0 0 0,-1 0-1 0 0,0-1 1 0 0,-1 1 0 0 0,6-8-1 0 0,6-24-1386 0 0,-2-8 840 0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36:09.614"/>
    </inkml:context>
    <inkml:brush xml:id="br0">
      <inkml:brushProperty name="width" value="0.035" units="cm"/>
      <inkml:brushProperty name="height" value="0.035" units="cm"/>
      <inkml:brushProperty name="color" value="#E71224"/>
    </inkml:brush>
  </inkml:definitions>
  <inkml:trace contextRef="#ctx0" brushRef="#br0">186 91 2104 0 0,'-31'-26'4400'0'0,"-2"7"-80"0"0,-1 3-640 0 0,3 7-799 0 0,9 3-801 0 0,7 1-640 0 0,3 3-560 0 0,7 1-320 0 0,3 1-400 0 0,3 1-288 0 0,4 0-512 0 0,8 0-880 0 0,10-1-2160 0 0,7 0-1521 0 0,1 0 561 0 0,-2-5 1360 0 0,-7 4 1280 0 0,4-2 720 0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6.734"/>
    </inkml:context>
    <inkml:brush xml:id="br0">
      <inkml:brushProperty name="width" value="0.035" units="cm"/>
      <inkml:brushProperty name="height" value="0.035" units="cm"/>
      <inkml:brushProperty name="color" value="#E71224"/>
    </inkml:brush>
  </inkml:definitions>
  <inkml:trace contextRef="#ctx0" brushRef="#br0">0 159 3064 0 0,'2'-3'9251'0'0,"2"-6"-4712"0"0,10-56-4182 0 0,-12 2 1672 0 0,0 45-816 0 0,0 49-375 0 0,49 436-24 0 0,-37-377-978 0 0,-4-21-538 0 0,35 131 0 0 0,-35-181 366 0 0,-10-18 127 0 0,0-1 1 0 0,1 1-1 0 0,-1-1 0 0 0,0 1 1 0 0,1-1-1 0 0,-1 1 1 0 0,0-1-1 0 0,1 1 0 0 0,-1-1 1 0 0,1 0-1 0 0,-1 1 1 0 0,1-1-1 0 0,-1 0 0 0 0,1 1 1 0 0,-1-1-1 0 0,1 0 1 0 0,-1 0-1 0 0,1 1 0 0 0,0-1 1 0 0,-1 0-1 0 0,1 0 1 0 0,-1 0-1 0 0,1 0 0 0 0,0 0 1 0 0,-1 0-1 0 0,1 0 1 0 0,0 0-1 0 0,1-1-253 0 0,-1 0 1 0 0,1-1 0 0 0,-1 1-1 0 0,0 0 1 0 0,0-1-1 0 0,0 1 1 0 0,1-1-1 0 0,-1 1 1 0 0,-1-1-1 0 0,1 1 1 0 0,0-1 0 0 0,0 0-1 0 0,-1 1 1 0 0,1-1-1 0 0,-1 0 1 0 0,1 0-1 0 0,-1 1 1 0 0,0-1-1 0 0,1 0 1 0 0,-1-3-1 0 0,2-27-2551 0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6.946"/>
    </inkml:context>
    <inkml:brush xml:id="br0">
      <inkml:brushProperty name="width" value="0.035" units="cm"/>
      <inkml:brushProperty name="height" value="0.035" units="cm"/>
      <inkml:brushProperty name="color" value="#E71224"/>
    </inkml:brush>
  </inkml:definitions>
  <inkml:trace contextRef="#ctx0" brushRef="#br0">79 283 1784 0 0,'-15'-7'3256'0'0,"8"4"-1538"0"0,1 1 1 0 0,-1-2 0 0 0,1 1-1 0 0,0-1 1 0 0,0 0 0 0 0,-7-6-1 0 0,11 9-1395 0 0,1-1-1 0 0,0 1 1 0 0,0-1 0 0 0,0 1-1 0 0,0-1 1 0 0,0 1-1 0 0,0-1 1 0 0,0 0 0 0 0,1 0-1 0 0,-1 1 1 0 0,0-1-1 0 0,1-2 1 0 0,-1 1-248 0 0,1 1-1 0 0,0-1 1 0 0,0 1-1 0 0,0-1 1 0 0,1 1-1 0 0,-1 0 1 0 0,1-1-1 0 0,-1 1 1 0 0,1-1-1 0 0,0 1 0 0 0,1-3 1 0 0,6-10-113 0 0,0 1 0 0 0,1 0 0 0 0,0 0 1 0 0,1 1-1 0 0,1 1 0 0 0,0-1 0 0 0,0 2 0 0 0,1-1 0 0 0,1 2 0 0 0,0 0 0 0 0,0 0 1 0 0,1 1-1 0 0,1 1 0 0 0,25-11 0 0 0,-35 17-443 0 0,1 1 0 0 0,-1 0 0 0 0,1 0 0 0 0,-1 0 0 0 0,1 1-1 0 0,0-1 1 0 0,-1 1 0 0 0,1 1 0 0 0,9 1 0 0 0,-13-2 140 0 0,0 0 0 0 0,0 1 1 0 0,-1-1-1 0 0,1 1 0 0 0,-1-1 0 0 0,1 1 0 0 0,0 0 0 0 0,-1 0 1 0 0,1 0-1 0 0,-1 0 0 0 0,1 0 0 0 0,-1 0 0 0 0,0 0 1 0 0,1 0-1 0 0,-1 0 0 0 0,0 1 0 0 0,0-1 0 0 0,0 0 0 0 0,0 1 1 0 0,0-1-1 0 0,0 1 0 0 0,0-1 0 0 0,0 1 0 0 0,-1-1 0 0 0,1 1 1 0 0,-1 0-1 0 0,1 0 0 0 0,-1-1 0 0 0,0 1 0 0 0,1 0 1 0 0,-1-1-1 0 0,0 1 0 0 0,0 0 0 0 0,0 0 0 0 0,-1 1 0 0 0,-5 31-2752 0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7.144"/>
    </inkml:context>
    <inkml:brush xml:id="br0">
      <inkml:brushProperty name="width" value="0.035" units="cm"/>
      <inkml:brushProperty name="height" value="0.035" units="cm"/>
      <inkml:brushProperty name="color" value="#E71224"/>
    </inkml:brush>
  </inkml:definitions>
  <inkml:trace contextRef="#ctx0" brushRef="#br0">1 91 1784 0 0,'12'4'4080'0'0,"2"-2"-400"0"0,3-5-800 0 0,1-3-880 0 0,2-2-640 0 0,2-1-559 0 0,4 1-321 0 0,2-5-480 0 0,4 2-528 0 0,-1-1-1953 0 0,-2 3-1679 0 0,-4-1 0 0 0,-10 4 1040 0 0,-5 5 960 0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7.437"/>
    </inkml:context>
    <inkml:brush xml:id="br0">
      <inkml:brushProperty name="width" value="0.035" units="cm"/>
      <inkml:brushProperty name="height" value="0.035" units="cm"/>
      <inkml:brushProperty name="color" value="#E71224"/>
    </inkml:brush>
  </inkml:definitions>
  <inkml:trace contextRef="#ctx0" brushRef="#br0">24 0 2984 0 0,'-1'14'4400'0'0,"-5"4"-800"0"0,3 0-880 0 0,-4 4-720 0 0,3 4-559 0 0,2 4-641 0 0,5 1-400 0 0,2-2-400 0 0,2 0-288 0 0,2-2-832 0 0,4-8-1361 0 0,6-6-1599 0 0,0-11-80 0 0,1-6 1040 0 0,-2-11 960 0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7.580"/>
    </inkml:context>
    <inkml:brush xml:id="br0">
      <inkml:brushProperty name="width" value="0.035" units="cm"/>
      <inkml:brushProperty name="height" value="0.035" units="cm"/>
      <inkml:brushProperty name="color" value="#E71224"/>
    </inkml:brush>
  </inkml:definitions>
  <inkml:trace contextRef="#ctx0" brushRef="#br0">183 175 504 0 0,'-26'-30'4160'0'0,"-2"6"80"0"0,-3 3-640 0 0,5 3-720 0 0,2 3-799 0 0,4 7-641 0 0,4 2-640 0 0,9-1-320 0 0,2 3-400 0 0,5-2-288 0 0,9-3-832 0 0,8 1-2001 0 0,7-2-1919 0 0,-1 1 320 0 0,-3 9 1200 0 0,1 0 1120 0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8.704"/>
    </inkml:context>
    <inkml:brush xml:id="br0">
      <inkml:brushProperty name="width" value="0.035" units="cm"/>
      <inkml:brushProperty name="height" value="0.035" units="cm"/>
      <inkml:brushProperty name="color" value="#E71224"/>
    </inkml:brush>
  </inkml:definitions>
  <inkml:trace contextRef="#ctx0" brushRef="#br0">63 1 1064 0 0,'4'0'14330'0'0,"-14"19"-10554"0"0,-12 30-3081 0 0,9 16-324 0 0,3 0 0 0 0,3 1 0 0 0,3 0 0 0 0,3 0 0 0 0,13 119 0 0 0,15-20-333 0 0,-22-144-361 0 0,1 0 0 0 0,1 0-1 0 0,0-1 1 0 0,2 0 0 0 0,17 31 0 0 0,-23-48-149 0 0,-1 1 0 0 0,1 0 0 0 0,0-1 0 0 0,0 0 0 0 0,0 1 1 0 0,0-1-1 0 0,1 0 0 0 0,-1-1 0 0 0,1 1 0 0 0,-1-1 0 0 0,1 1 0 0 0,7 2 0 0 0,-8-4 55 0 0,-1 0 0 0 0,0-1-1 0 0,1 1 1 0 0,-1-1-1 0 0,0 0 1 0 0,1 0-1 0 0,-1 0 1 0 0,0 0 0 0 0,1 0-1 0 0,-1 0 1 0 0,0-1-1 0 0,0 1 1 0 0,1-1 0 0 0,-1 1-1 0 0,0-1 1 0 0,0 0-1 0 0,1 0 1 0 0,-1 0 0 0 0,0 0-1 0 0,0 0 1 0 0,0-1-1 0 0,-1 1 1 0 0,1-1 0 0 0,0 1-1 0 0,3-4 1 0 0,10-15-1930 0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9.045"/>
    </inkml:context>
    <inkml:brush xml:id="br0">
      <inkml:brushProperty name="width" value="0.035" units="cm"/>
      <inkml:brushProperty name="height" value="0.035" units="cm"/>
      <inkml:brushProperty name="color" value="#E71224"/>
    </inkml:brush>
  </inkml:definitions>
  <inkml:trace contextRef="#ctx0" brushRef="#br0">24 0 1944 0 0,'4'12'9634'0'0,"-5"21"-6316"0"0,1-31-2763 0 0,-14 168 4250 0 0,1 87-3610 0 0,19-69-993 0 0,-3-158-658 0 0,2-1 1 0 0,0 1 0 0 0,2-1 0 0 0,14 36 0 0 0,-12-54-1369 0 0,-2-19-386 0 0,0-23-2063 0 0,-3-51-3048 0 0,-8 26 4748 0 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9.228"/>
    </inkml:context>
    <inkml:brush xml:id="br0">
      <inkml:brushProperty name="width" value="0.035" units="cm"/>
      <inkml:brushProperty name="height" value="0.035" units="cm"/>
      <inkml:brushProperty name="color" value="#E71224"/>
    </inkml:brush>
  </inkml:definitions>
  <inkml:trace contextRef="#ctx0" brushRef="#br0">37 169 2744 0 0,'-11'-55'3307'0'0,"5"20"1780"0"0,-13-43-1 0 0,52 111-193 0 0,5 4-4412 0 0,-9-1-313 0 0,-1 1-1 0 0,-1 2 1 0 0,-3 1 0 0 0,31 66-1 0 0,19 86-6000 0 0,-44-102-6967 0 0,-26-74 10173 0 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9.411"/>
    </inkml:context>
    <inkml:brush xml:id="br0">
      <inkml:brushProperty name="width" value="0.035" units="cm"/>
      <inkml:brushProperty name="height" value="0.035" units="cm"/>
      <inkml:brushProperty name="color" value="#E71224"/>
    </inkml:brush>
  </inkml:definitions>
  <inkml:trace contextRef="#ctx0" brushRef="#br0">51 103 104 0 0,'-19'1'4080'0'0,"4"2"240"0"0,5-1-720 0 0,6-2-960 0 0,2 2-639 0 0,4 2-561 0 0,4-3-560 0 0,10-1-400 0 0,8-5-160 0 0,7 0-240 0 0,4-2-128 0 0,7-4-592 0 0,-3 0-1280 0 0,2-6-2481 0 0,-6-3-559 0 0,-6 0 1040 0 0,-5 0 1280 0 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9.688"/>
    </inkml:context>
    <inkml:brush xml:id="br0">
      <inkml:brushProperty name="width" value="0.035" units="cm"/>
      <inkml:brushProperty name="height" value="0.035" units="cm"/>
      <inkml:brushProperty name="color" value="#E71224"/>
    </inkml:brush>
  </inkml:definitions>
  <inkml:trace contextRef="#ctx0" brushRef="#br0">1 1 3384 0 0,'9'8'8536'0'0,"24"9"-5940"0"0,-31-17-2274 0 0,46 23 691 0 0,0 2 1 0 0,-1 2 0 0 0,-2 2 0 0 0,80 66-1 0 0,-97-69-880 0 0,0 2 1 0 0,-3 0-1 0 0,0 1 0 0 0,-2 2 0 0 0,-1 0 0 0 0,-1 2 0 0 0,28 60 0 0 0,-36-62-105 0 0,-1 1 0 0 0,-2 1 0 0 0,-1-1 0 0 0,-2 1-1 0 0,-1 1 1 0 0,-2-1 0 0 0,1 59 0 0 0,-6-64-1042 0 0,-1 0 0 0 0,-1-1 0 0 0,-14 54 1 0 0,11-61-1041 0 0,-1-1 0 0 0,0 1 0 0 0,-2-2 1 0 0,0 1-1 0 0,-21 31 0 0 0,5-20-1026 0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39.929"/>
    </inkml:context>
    <inkml:brush xml:id="br0">
      <inkml:brushProperty name="width" value="0.035" units="cm"/>
      <inkml:brushProperty name="height" value="0.035" units="cm"/>
      <inkml:brushProperty name="color" value="#E71224"/>
    </inkml:brush>
  </inkml:definitions>
  <inkml:trace contextRef="#ctx0" brushRef="#br0">1 223 3624 0 0,'2'-3'4160'0'0,"2"-10"-960"0"0,9-13-960 0 0,3-4-640 0 0,5 1-640 0 0,6 0-400 0 0,4 2-319 0 0,-2 6-449 0 0,-4 1-1073 0 0,-1 4-1999 0 0,-7 10-880 0 0,-5 4 640 0 0,-10 4 960 0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0.095"/>
    </inkml:context>
    <inkml:brush xml:id="br0">
      <inkml:brushProperty name="width" value="0.035" units="cm"/>
      <inkml:brushProperty name="height" value="0.035" units="cm"/>
      <inkml:brushProperty name="color" value="#E71224"/>
    </inkml:brush>
  </inkml:definitions>
  <inkml:trace contextRef="#ctx0" brushRef="#br0">7 178 1864 0 0,'-4'28'4720'0'0,"2"-9"-480"0"0,3-11-960 0 0,6-7-879 0 0,7-5-721 0 0,7-5-560 0 0,4-8-480 0 0,8-6-320 0 0,-1-1-448 0 0,1-3-992 0 0,-2-2-2401 0 0,0 2-1519 0 0,-8 2 560 0 0,2 1 1120 0 0,-3 0 1120 0 0</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0.945"/>
    </inkml:context>
    <inkml:brush xml:id="br0">
      <inkml:brushProperty name="width" value="0.035" units="cm"/>
      <inkml:brushProperty name="height" value="0.035" units="cm"/>
      <inkml:brushProperty name="color" value="#E71224"/>
    </inkml:brush>
  </inkml:definitions>
  <inkml:trace contextRef="#ctx0" brushRef="#br0">147 8 1224 0 0,'-12'-7'9865'0'0,"-7"6"-5267"0"0,-14 10-727 0 0,29-5-3749 0 0,0 0 1 0 0,1 0-1 0 0,-1 0 1 0 0,1 0-1 0 0,0 1 0 0 0,0-1 1 0 0,0 1-1 0 0,1 0 1 0 0,0 0-1 0 0,0-1 0 0 0,-2 7 1 0 0,-14 63 356 0 0,15-63-374 0 0,-6 41 30 0 0,1 1 0 0 0,3 0 0 0 0,3 0 0 0 0,1 1 0 0 0,3-1 0 0 0,2 0 0 0 0,13 61 0 0 0,5-39-123 0 0,-20-70-21 0 0,1 1 1 0 0,0 0-1 0 0,0-1 0 0 0,0 1 1 0 0,1-1-1 0 0,-1 0 1 0 0,1 0-1 0 0,1 0 0 0 0,8 8 1 0 0,-11-12 5 0 0,0 0 0 0 0,0 0 1 0 0,0 0-1 0 0,1 0 0 0 0,-1 0 0 0 0,0-1 1 0 0,0 1-1 0 0,0-1 0 0 0,0 0 1 0 0,1 1-1 0 0,-1-1 0 0 0,0 0 0 0 0,0 0 1 0 0,1-1-1 0 0,-1 1 0 0 0,0 0 1 0 0,0-1-1 0 0,0 1 0 0 0,0-1 0 0 0,1 0 1 0 0,-1 0-1 0 0,0 0 0 0 0,0 0 0 0 0,0 0 1 0 0,-1 0-1 0 0,1 0 0 0 0,0-1 1 0 0,0 1-1 0 0,-1-1 0 0 0,1 1 0 0 0,2-3 1 0 0,5-6 3 0 0,0 0 1 0 0,0 0 0 0 0,12-20 0 0 0,16-33-11 0 0,15-22 226 0 0,-52 85-200 0 0,1-1 0 0 0,-1 0 1 0 0,1 1-1 0 0,-1-1 0 0 0,0 1 0 0 0,1-1 1 0 0,-1 1-1 0 0,1 0 0 0 0,-1-1 1 0 0,1 1-1 0 0,-1-1 0 0 0,1 1 0 0 0,0 0 1 0 0,-1 0-1 0 0,1-1 0 0 0,-1 1 0 0 0,1 0 1 0 0,0 0-1 0 0,-1 0 0 0 0,1-1 1 0 0,0 1-1 0 0,-1 0 0 0 0,1 0 0 0 0,0 0 1 0 0,-1 0-1 0 0,1 0 0 0 0,0 0 1 0 0,0 1-1 0 0,16 14 238 0 0,12 38-64 0 0,-23-40-98 0 0,236 395 773 0 0,-224-380-754 0 0,-2 1-1 0 0,21 48 0 0 0,-31-57 48 0 0,-1 0 0 0 0,-1 0 0 0 0,3 40 0 0 0,0-8-22 0 0,7 28 123 0 0,4-1 0 0 0,4-1 0 0 0,41 100 0 0 0,-42-122 199 0 0,-2 3 758 0 0,21 119 1 0 0,-41-161-400 0 0,-5-13-5027 0 0,-18-17-10338 0 0,9 4 7582 0 0,3 4 3512 0 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2.570"/>
    </inkml:context>
    <inkml:brush xml:id="br0">
      <inkml:brushProperty name="width" value="0.035" units="cm"/>
      <inkml:brushProperty name="height" value="0.035" units="cm"/>
      <inkml:brushProperty name="color" value="#E71224"/>
    </inkml:brush>
  </inkml:definitions>
  <inkml:trace contextRef="#ctx0" brushRef="#br0">13 607 2824 0 0,'4'-4'7674'0'0,"-2"-7"-3872"0"0,-1-32-2090 0 0,-1 38-913 0 0,15-163 1857 0 0,0-17-1902 0 0,-15 164-655 0 0,-1-1 1 0 0,-1 0 0 0 0,-1 1-1 0 0,-1-1 1 0 0,-1 1-1 0 0,-11-31 1 0 0,10 42 182 0 0,2 12-125 0 0,-2 24-88 0 0,3 38-17 0 0,7-13 99 0 0,2-1 0 0 0,2 0 1 0 0,3 0-1 0 0,16 47 0 0 0,80 191 290 0 0,-91-247-451 0 0,-10-26-58 0 0,8 23-166 0 0,2-1 1 0 0,1-1 0 0 0,1-1-1 0 0,30 42 1 0 0,-48-77 116 0 0,0 1-1 0 0,0-1 1 0 0,1 1-1 0 0,-1-1 1 0 0,0 1 0 0 0,1-1-1 0 0,-1 1 1 0 0,0-1 0 0 0,1 0-1 0 0,-1 1 1 0 0,0-1-1 0 0,1 1 1 0 0,-1-1 0 0 0,1 0-1 0 0,-1 0 1 0 0,1 1 0 0 0,-1-1-1 0 0,1 0 1 0 0,-1 0-1 0 0,1 1 1 0 0,-1-1 0 0 0,1 0-1 0 0,-1 0 1 0 0,1 0 0 0 0,-1 0-1 0 0,1 0 1 0 0,0 0-1 0 0,-1 0 1 0 0,1 0 0 0 0,-1 0-1 0 0,1 0 1 0 0,-1 0-1 0 0,1 0 1 0 0,-1 0 0 0 0,1 0-1 0 0,-1-1 1 0 0,1 1 0 0 0,-1 0-1 0 0,1 0 1 0 0,-1-1-1 0 0,1 1 1 0 0,0-1-284 0 0,0 0-1 0 0,-1 0 1 0 0,1 0-1 0 0,-1 0 1 0 0,1 0-1 0 0,-1 0 1 0 0,0 0-1 0 0,1-1 1 0 0,-1 1 0 0 0,0 0-1 0 0,0 0 1 0 0,0 0-1 0 0,0 0 1 0 0,0 0-1 0 0,0-1 1 0 0,0 1-1 0 0,0 0 1 0 0,0 0-1 0 0,-1 0 1 0 0,1-2 0 0 0,-10-19-3480 0 0,-4-2 1028 0 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4.577"/>
    </inkml:context>
    <inkml:brush xml:id="br0">
      <inkml:brushProperty name="width" value="0.035" units="cm"/>
      <inkml:brushProperty name="height" value="0.035" units="cm"/>
      <inkml:brushProperty name="color" value="#E71224"/>
    </inkml:brush>
  </inkml:definitions>
  <inkml:trace contextRef="#ctx0" brushRef="#br0">99 0 424 0 0,'14'15'3920'0'0,"-1"4"-240"0"0,0 5-480 0 0,-4 5-640 0 0,-3 10-640 0 0,-5 6-479 0 0,-4 6-401 0 0,-1 4-400 0 0,-1 2-240 0 0,-4 2-80 0 0,-3 2-240 0 0,-5 2-80 0 0,-2-3-368 0 0,1 0-1632 0 0,4-13-2401 0 0,-3-11-479 0 0,0-17 960 0 0,-2-14 1120 0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6.021"/>
    </inkml:context>
    <inkml:brush xml:id="br0">
      <inkml:brushProperty name="width" value="0.035" units="cm"/>
      <inkml:brushProperty name="height" value="0.035" units="cm"/>
      <inkml:brushProperty name="color" value="#E71224"/>
    </inkml:brush>
  </inkml:definitions>
  <inkml:trace contextRef="#ctx0" brushRef="#br0">53 614 3464 0 0,'9'-8'7512'0'0,"1"-18"-4989"0"0,-9 23-1958 0 0,46-129 3666 0 0,-29 89-3941 0 0,-2-1 1 0 0,-2 0-1 0 0,-1-1 1 0 0,-3-1-1 0 0,5-55 1 0 0,-18 31 145 0 0,3 68-415 0 0,-1-1-1 0 0,1 1 0 0 0,0-1 0 0 0,-1 1 0 0 0,1 0 0 0 0,-1-1 0 0 0,0 1 0 0 0,0 0 0 0 0,0 0 0 0 0,0-1 0 0 0,0 1 1 0 0,-1 0-1 0 0,1 0 0 0 0,-1 0 0 0 0,1 0 0 0 0,-1 0 0 0 0,1 1 0 0 0,-1-1 0 0 0,0 0 0 0 0,0 1 0 0 0,0 0 0 0 0,0-1 0 0 0,0 1 1 0 0,-5-2-1 0 0,5 3-21 0 0,0 0-1 0 0,1 0 1 0 0,-1 0 0 0 0,0 1 0 0 0,0-1 0 0 0,0 0 0 0 0,1 1 0 0 0,-1 0 0 0 0,0-1 0 0 0,0 1 0 0 0,1 0 0 0 0,-1 0 0 0 0,1 0 0 0 0,-1 0-1 0 0,1 0 1 0 0,-1 0 0 0 0,1 0 0 0 0,-1 1 0 0 0,1-1 0 0 0,0 0 0 0 0,0 1 0 0 0,0-1 0 0 0,0 1 0 0 0,-2 2 0 0 0,-23 47-73 0 0,21-41 55 0 0,-13 34-31 0 0,1 1 1 0 0,2 0 0 0 0,2 2 0 0 0,-8 58-1 0 0,15-71 48 0 0,3 0 1 0 0,1 1-1 0 0,1-1 0 0 0,2 1 0 0 0,1 0 1 0 0,12 54-1 0 0,-12-78-12 0 0,1-1 0 0 0,0 0 1 0 0,1 1-1 0 0,0-1 0 0 0,1 0 0 0 0,0-1 1 0 0,0 1-1 0 0,1-1 0 0 0,10 12 0 0 0,-13-18 21 0 0,-1-1 0 0 0,1 1-1 0 0,-1-1 1 0 0,1 0-1 0 0,0 0 1 0 0,-1 0 0 0 0,1-1-1 0 0,0 1 1 0 0,0 0-1 0 0,1-1 1 0 0,-1 0 0 0 0,0 0-1 0 0,0 0 1 0 0,1 0-1 0 0,-1-1 1 0 0,0 1 0 0 0,1-1-1 0 0,-1 0 1 0 0,1 0-1 0 0,-1 0 1 0 0,0 0-1 0 0,1 0 1 0 0,-1-1 0 0 0,0 0-1 0 0,1 0 1 0 0,-1 0-1 0 0,0 0 1 0 0,0 0 0 0 0,0 0-1 0 0,0-1 1 0 0,0 0-1 0 0,5-3 1 0 0,2-2 36 0 0,-1 0-1 0 0,0 0 1 0 0,-1-1 0 0 0,0 0-1 0 0,0-1 1 0 0,0 0 0 0 0,-1 0-1 0 0,9-17 1 0 0,-12 20-16 0 0,-1 0-1 0 0,0 0 1 0 0,0 0 0 0 0,0 0 0 0 0,-1-1 0 0 0,0 1 0 0 0,0-1-1 0 0,-1 1 1 0 0,0-1 0 0 0,0 0 0 0 0,0 0 0 0 0,-1 1 0 0 0,0-1-1 0 0,0 0 1 0 0,-1 0 0 0 0,-1-6 0 0 0,1 11-30 0 0,1 1 1 0 0,0-1-1 0 0,-1 1 1 0 0,1 0-1 0 0,-1-1 1 0 0,0 1-1 0 0,1 0 1 0 0,-1 0-1 0 0,0-1 1 0 0,0 1-1 0 0,0 0 1 0 0,0 0-1 0 0,0 0 1 0 0,0 0-1 0 0,0 0 1 0 0,0 0-1 0 0,0 0 1 0 0,-1 1-1 0 0,1-1 1 0 0,0 0-1 0 0,0 0 1 0 0,-1 1-1 0 0,1-1 1 0 0,0 1-1 0 0,-1 0 1 0 0,1-1-1 0 0,-1 1 0 0 0,1 0 1 0 0,-1 0-1 0 0,1 0 1 0 0,-1 0-1 0 0,1 0 1 0 0,0 0-1 0 0,-1 0 1 0 0,1 0-1 0 0,-1 0 1 0 0,1 1-1 0 0,-1-1 1 0 0,1 1-1 0 0,0-1 1 0 0,-1 1-1 0 0,1 0 1 0 0,0-1-1 0 0,0 1 1 0 0,-1 0-1 0 0,-1 1 1 0 0,-2 1-151 0 0,0 1 1 0 0,1-1-1 0 0,-1 1 1 0 0,1-1 0 0 0,-1 1-1 0 0,1 1 1 0 0,0-1-1 0 0,1 1 1 0 0,-1-1 0 0 0,-4 9-1 0 0,4-1-1826 0 0,0 1 0 0 0,1-1 0 0 0,-4 22 0 0 0,-3 17-7612 0 0,7-40 7591 0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6.250"/>
    </inkml:context>
    <inkml:brush xml:id="br0">
      <inkml:brushProperty name="width" value="0.035" units="cm"/>
      <inkml:brushProperty name="height" value="0.035" units="cm"/>
      <inkml:brushProperty name="color" value="#E71224"/>
    </inkml:brush>
  </inkml:definitions>
  <inkml:trace contextRef="#ctx0" brushRef="#br0">26 1 2984 0 0,'-8'19'3920'0'0,"0"-8"-560"0"0,4 2-800 0 0,0-3-800 0 0,2-2-640 0 0,3 0-399 0 0,5 0-401 0 0,0 4-160 0 0,7 3-80 0 0,2-5-80 0 0,5-3-128 0 0,4-1-513 0 0,-1-2-719 0 0,-4-2-1680 0 0,-3-7-880 0 0,-5-14 560 0 0,-6-4 960 0 0,-5-2 960 0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6.399"/>
    </inkml:context>
    <inkml:brush xml:id="br0">
      <inkml:brushProperty name="width" value="0.035" units="cm"/>
      <inkml:brushProperty name="height" value="0.035" units="cm"/>
      <inkml:brushProperty name="color" value="#E71224"/>
    </inkml:brush>
  </inkml:definitions>
  <inkml:trace contextRef="#ctx0" brushRef="#br0">92 179 1624 0 0,'-25'-10'3680'0'0,"2"3"-160"0"0,5 2-640 0 0,3 1-800 0 0,7-2-640 0 0,6 0-640 0 0,2-1-319 0 0,2 1-401 0 0,5-3-288 0 0,6-5-593 0 0,4-11-1759 0 0,3 3-1520 0 0,0 0 480 0 0,-1 3 880 0 0,-4 2 960 0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7.023"/>
    </inkml:context>
    <inkml:brush xml:id="br0">
      <inkml:brushProperty name="width" value="0.035" units="cm"/>
      <inkml:brushProperty name="height" value="0.035" units="cm"/>
      <inkml:brushProperty name="color" value="#E71224"/>
    </inkml:brush>
  </inkml:definitions>
  <inkml:trace contextRef="#ctx0" brushRef="#br0">35 220 2584 0 0,'0'2'8366'0'0,"-4"15"-5545"0"0,-7 15-849 0 0,7-20-1468 0 0,0 0-1 0 0,0 0 1 0 0,-3 22-1 0 0,7-29-470 0 0,0 0 0 0 0,0-1 0 0 0,0 1 0 0 0,0 0 0 0 0,1-1 0 0 0,0 1 0 0 0,0 0 0 0 0,0-1 0 0 0,1 1 0 0 0,-1-1 0 0 0,1 0-1 0 0,0 1 1 0 0,0-1 0 0 0,4 4 0 0 0,-4-4-31 0 0,0 0-1 0 0,1 0 1 0 0,0 0 0 0 0,0-1-1 0 0,0 0 1 0 0,0 1-1 0 0,1-1 1 0 0,-1 0-1 0 0,1-1 1 0 0,0 1 0 0 0,0-1-1 0 0,0 1 1 0 0,0-1-1 0 0,0 0 1 0 0,0-1 0 0 0,7 3-1 0 0,-7-4 2 0 0,0 0-1 0 0,0 0 1 0 0,0 0-1 0 0,0 0 1 0 0,0-1-1 0 0,0 1 1 0 0,0-1-1 0 0,0 0 1 0 0,-1 0-1 0 0,1-1 1 0 0,0 1-1 0 0,-1-1 1 0 0,1 0 0 0 0,-1 0-1 0 0,1 0 1 0 0,-1 0-1 0 0,0 0 1 0 0,0-1-1 0 0,0 0 1 0 0,3-3-1 0 0,7-7 8 0 0,-1-1-1 0 0,-1 0 0 0 0,0-1 1 0 0,-1 0-1 0 0,0-1 0 0 0,-1 0 1 0 0,-1 0-1 0 0,-1-1 1 0 0,10-30-1 0 0,-14 38 30 0 0,0-1 1 0 0,-1 0-1 0 0,0 0 0 0 0,-1 0 0 0 0,0 0 1 0 0,0 0-1 0 0,-1 0 0 0 0,0 0 1 0 0,-1-1-1 0 0,0 1 0 0 0,-1 0 1 0 0,0 0-1 0 0,0 1 0 0 0,-1-1 1 0 0,-1 0-1 0 0,1 1 0 0 0,-1 0 1 0 0,-1 0-1 0 0,-6-10 0 0 0,9 16-14 0 0,-1-1-1 0 0,1 1 1 0 0,-1 0-1 0 0,0 0 0 0 0,0 0 1 0 0,0 0-1 0 0,-1 1 1 0 0,1-1-1 0 0,-1 1 1 0 0,1 0-1 0 0,-1 0 0 0 0,0 0 1 0 0,0 0-1 0 0,0 1 1 0 0,0-1-1 0 0,0 1 0 0 0,0 0 1 0 0,0 0-1 0 0,0 1 1 0 0,0-1-1 0 0,-1 1 1 0 0,1 0-1 0 0,0 0 0 0 0,0 0 1 0 0,-1 1-1 0 0,1-1 1 0 0,0 1-1 0 0,0 0 1 0 0,0 0-1 0 0,0 1 0 0 0,0-1 1 0 0,0 1-1 0 0,-4 2 1 0 0,2 0-99 0 0,-1 0 1 0 0,1 0 0 0 0,0 1 0 0 0,0 0-1 0 0,0 0 1 0 0,1 0 0 0 0,0 1 0 0 0,0 0-1 0 0,0 0 1 0 0,1 0 0 0 0,0 0 0 0 0,0 1-1 0 0,0 0 1 0 0,1-1 0 0 0,0 1 0 0 0,0 1 0 0 0,-2 11-1 0 0,0 26-3263 0 0,5-37 2205 0 0,0 1 0 0 0,0-1 0 0 0,1 0 0 0 0,0 1 0 0 0,0-1 0 0 0,1 0 0 0 0,0 0 0 0 0,1 0 0 0 0,0 0 1 0 0,0 0-1 0 0,5 9 0 0 0,5-6-535 0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6.615"/>
    </inkml:context>
    <inkml:brush xml:id="br0">
      <inkml:brushProperty name="width" value="0.035" units="cm"/>
      <inkml:brushProperty name="height" value="0.035" units="cm"/>
      <inkml:brushProperty name="color" value="#E71224"/>
    </inkml:brush>
  </inkml:definitions>
  <inkml:trace contextRef="#ctx0" brushRef="#br0">0 52 584 0 0,'4'18'3520'0'0,"-4"-3"240"0"0,0-7-720 0 0,4-4-800 0 0,0-3-720 0 0,4-2-640 0 0,3-2-400 0 0,6-2-400 0 0,2-2-368 0 0,-5 3-1232 0 0,8-2-1840 0 0,3-1-400 0 0,-3-10 480 0 0,-3-6 1120 0 0,-7-1 720 0 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7.515"/>
    </inkml:context>
    <inkml:brush xml:id="br0">
      <inkml:brushProperty name="width" value="0.035" units="cm"/>
      <inkml:brushProperty name="height" value="0.035" units="cm"/>
      <inkml:brushProperty name="color" value="#E71224"/>
    </inkml:brush>
  </inkml:definitions>
  <inkml:trace contextRef="#ctx0" brushRef="#br0">125 3 824 0 0,'0'0'292'0'0,"0"0"1"0"0,-1-1-1 0 0,1 1 1 0 0,0 0-1 0 0,0 0 1 0 0,-1-1-1 0 0,1 1 1 0 0,0 0-1 0 0,0 0 0 0 0,-1 0 1 0 0,1 0-1 0 0,0 0 1 0 0,-1-1-1 0 0,1 1 1 0 0,0 0-1 0 0,-1 0 1 0 0,1 0-1 0 0,0 0 0 0 0,-1 0 1 0 0,1 0-1 0 0,0 0 1 0 0,-1 0-1 0 0,1 0 1 0 0,0 0-1 0 0,-1 0 1 0 0,1 0-1 0 0,0 0 0 0 0,-1 0 1 0 0,1 1-1 0 0,0-1 1 0 0,0 0-1 0 0,-1 0 1 0 0,1 0-1 0 0,0 0 1 0 0,-1 1-1 0 0,1-1 0 0 0,-14 14 3386 0 0,-6 20-2015 0 0,5-1-1323 0 0,2 1 1 0 0,1 0 0 0 0,2 1 0 0 0,1 1 0 0 0,2-1 0 0 0,-4 68 0 0 0,10-93-333 0 0,-1 51-3 0 0,2-57-4 0 0,0 0 0 0 0,1 0 0 0 0,-1 0 0 0 0,1 0 0 0 0,0-1 1 0 0,0 1-1 0 0,0 0 0 0 0,0-1 0 0 0,1 1 0 0 0,-1-1 0 0 0,1 1 0 0 0,3 4 0 0 0,-4-8-4 0 0,0 0 1 0 0,0 1 0 0 0,0-1-1 0 0,0 0 1 0 0,0 0-1 0 0,-1 0 1 0 0,1 0-1 0 0,0 0 1 0 0,0 0 0 0 0,0 0-1 0 0,0-1 1 0 0,0 1-1 0 0,-1 0 1 0 0,1 0-1 0 0,0-1 1 0 0,0 1 0 0 0,0-1-1 0 0,-1 1 1 0 0,1 0-1 0 0,0-1 1 0 0,0 1-1 0 0,-1-1 1 0 0,1 0 0 0 0,0 1-1 0 0,-1-1 1 0 0,1 0-1 0 0,-1 1 1 0 0,1-1-1 0 0,-1 0 1 0 0,1 1 0 0 0,0-2-1 0 0,19-24 68 0 0,7-21-16 0 0,-3-1 1 0 0,-2 0-1 0 0,-2-2 1 0 0,15-55 0 0 0,-9 27 8 0 0,-22 66-86 0 0,6-14 228 0 0,-8 26-35 0 0,-3 18-8 0 0,-13 56-70 0 0,9-54-58 0 0,1-1 0 0 0,0 1 0 0 0,2-1 0 0 0,0 1 0 0 0,1 0 0 0 0,2 0 1 0 0,3 31-1 0 0,-4-50-26 0 0,0 0 1 0 0,0 0-1 0 0,0 0 1 0 0,0 0-1 0 0,0 0 0 0 0,0 0 1 0 0,0 1-1 0 0,1-1 1 0 0,-1 0-1 0 0,0 0 1 0 0,1 0-1 0 0,-1 0 1 0 0,1 0-1 0 0,-1 0 1 0 0,1-1-1 0 0,-1 1 1 0 0,1 0-1 0 0,0 0 1 0 0,-1 0-1 0 0,1 0 1 0 0,0-1-1 0 0,0 1 1 0 0,0 0-1 0 0,-1-1 1 0 0,1 1-1 0 0,0 0 0 0 0,0-1 1 0 0,0 0-1 0 0,0 1 1 0 0,0-1-1 0 0,0 1 1 0 0,0-1-1 0 0,0 0 1 0 0,0 0-1 0 0,1 1 1 0 0,-1-1-1 0 0,0 0 1 0 0,0 0-1 0 0,0 0 1 0 0,0 0-1 0 0,0-1 1 0 0,0 1-1 0 0,0 0 1 0 0,0 0-1 0 0,0-1 1 0 0,1 1-1 0 0,0-1 4 0 0,-1 0 0 0 0,0 0 1 0 0,0 0-1 0 0,1 0 0 0 0,-1 0 0 0 0,0 0 0 0 0,0 0 1 0 0,0-1-1 0 0,0 1 0 0 0,-1 0 0 0 0,1 0 0 0 0,0-1 1 0 0,0 1-1 0 0,-1-1 0 0 0,1 1 0 0 0,-1 0 0 0 0,1-1 1 0 0,-1 1-1 0 0,0-1 0 0 0,1 1 0 0 0,-1-1 0 0 0,0 0 1 0 0,0 1-1 0 0,0-1 0 0 0,0 1 0 0 0,0-1 0 0 0,-1 1 1 0 0,1-1-1 0 0,0 1 0 0 0,-2-3 0 0 0,2 3-2 0 0,0 1 0 0 0,0 0 0 0 0,0-1 0 0 0,-1 1 0 0 0,1-1 0 0 0,0 1-1 0 0,0-1 1 0 0,-1 1 0 0 0,1 0 0 0 0,0-1 0 0 0,-1 1 0 0 0,1 0 0 0 0,0-1 0 0 0,-1 1-1 0 0,1 0 1 0 0,-1-1 0 0 0,1 1 0 0 0,0 0 0 0 0,-1 0 0 0 0,1-1 0 0 0,-1 1 0 0 0,1 0-1 0 0,-1 0 1 0 0,1 0 0 0 0,-1 0 0 0 0,1 0 0 0 0,-1 0 0 0 0,1 0 0 0 0,-1 0 0 0 0,1 0-1 0 0,-1 0 1 0 0,1 0 0 0 0,-2 0 0 0 0,-18 11-160 0 0,-12 19-1237 0 0,14-3-2883 0 0,16-24 2948 0 0,0 1-1 0 0,1 0 1 0 0,-1-1 0 0 0,1 1 0 0 0,0 0 0 0 0,0 0-1 0 0,1 0 1 0 0,-1 0 0 0 0,1 7 0 0 0,0-4-340 0 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8.835"/>
    </inkml:context>
    <inkml:brush xml:id="br0">
      <inkml:brushProperty name="width" value="0.035" units="cm"/>
      <inkml:brushProperty name="height" value="0.035" units="cm"/>
      <inkml:brushProperty name="color" value="#E71224"/>
    </inkml:brush>
  </inkml:definitions>
  <inkml:trace contextRef="#ctx0" brushRef="#br0">1 246 1384 0 0,'6'-31'3572'0'0,"8"-27"4203"0"0,-11 56-4876 0 0,0 12-1849 0 0,-2 15-439 0 0,-7 235 1339 0 0,3 124-1420 0 0,3-367-519 0 0,0-8-8 0 0,0-1 1 0 0,1 0 0 0 0,-1 1-1 0 0,2-1 1 0 0,-1 0 0 0 0,1 0 0 0 0,4 12-1 0 0,-6-20-3 0 0,0 0 0 0 0,0 0 1 0 0,0 1-1 0 0,0-1 0 0 0,0 0 0 0 0,0 0 0 0 0,1 0 0 0 0,-1 0 0 0 0,0 0 0 0 0,0 0 0 0 0,0 0 0 0 0,0 1 0 0 0,0-1 0 0 0,0 0 0 0 0,0 0 1 0 0,0 0-1 0 0,0 0 0 0 0,0 0 0 0 0,1 0 0 0 0,-1 0 0 0 0,0 0 0 0 0,0 0 0 0 0,0 0 0 0 0,0 0 0 0 0,0 0 0 0 0,0 0 0 0 0,1 0 0 0 0,-1 0 1 0 0,0 1-1 0 0,0-1 0 0 0,0 0 0 0 0,0 0 0 0 0,0 0 0 0 0,0 0 0 0 0,1-1 0 0 0,-1 1 0 0 0,0 0 0 0 0,0 0 0 0 0,0 0 0 0 0,0 0 0 0 0,0 0 1 0 0,0 0-1 0 0,1 0 0 0 0,-1 0 0 0 0,0 0 0 0 0,0 0 0 0 0,0 0 0 0 0,0 0 0 0 0,0 0 0 0 0,0 0 0 0 0,0-1 0 0 0,0 1 0 0 0,1 0 0 0 0,-1 0 1 0 0,0 0-1 0 0,0 0 0 0 0,0 0 0 0 0,0 0 0 0 0,0 0 0 0 0,0-1 0 0 0,6-12-7 0 0,2-19 1 0 0,9-67 73 0 0,-4-1-1 0 0,-1-102 0 0 0,-17-201 459 0 0,3 357-321 0 0,2 38-158 0 0,-1-14 280 0 0,3 19-152 0 0,4 12-66 0 0,46 124 108 0 0,-32-76-131 0 0,32 63 0 0 0,42 47-552 0 0,-48-101-3234 0 0,-83-72-11800 0 0,28 2 14615 0 0,-24-8-194 0 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8.984"/>
    </inkml:context>
    <inkml:brush xml:id="br0">
      <inkml:brushProperty name="width" value="0.035" units="cm"/>
      <inkml:brushProperty name="height" value="0.035" units="cm"/>
      <inkml:brushProperty name="color" value="#E71224"/>
    </inkml:brush>
  </inkml:definitions>
  <inkml:trace contextRef="#ctx0" brushRef="#br0">6 207 2424 0 0,'-3'14'4160'0'0,"1"-4"-400"0"0,4-6-800 0 0,2-7-640 0 0,8-2-719 0 0,6-6-481 0 0,12-8-480 0 0,9-7-240 0 0,7-4-160 0 0,5-4-288 0 0,5 5-1072 0 0,-1 3-2401 0 0,-5 4-1359 0 0,-10 3 720 0 0,-12 8 1280 0 0,-13 11 880 0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49.880"/>
    </inkml:context>
    <inkml:brush xml:id="br0">
      <inkml:brushProperty name="width" value="0.035" units="cm"/>
      <inkml:brushProperty name="height" value="0.035" units="cm"/>
      <inkml:brushProperty name="color" value="#E71224"/>
    </inkml:brush>
  </inkml:definitions>
  <inkml:trace contextRef="#ctx0" brushRef="#br0">49 253 2664 0 0,'-10'32'7321'0'0,"-2"-1"-3833"0"0,7-20-3032 0 0,1 0 1 0 0,0 1-1 0 0,0 0 0 0 0,1-1 1 0 0,-2 20-1 0 0,4-17-351 0 0,0 0-1 0 0,1 0 1 0 0,1 0-1 0 0,1 0 0 0 0,0-1 1 0 0,0 1-1 0 0,2 0 1 0 0,0-1-1 0 0,0 0 1 0 0,12 24-1 0 0,-13-31-102 0 0,0 0 0 0 0,1-1 0 0 0,0 0 0 0 0,0 0 0 0 0,0 0 0 0 0,0 0 0 0 0,1 0 0 0 0,0-1 0 0 0,0 0 0 0 0,0 0 0 0 0,1 0 0 0 0,-1-1 0 0 0,1 1 0 0 0,0-2 0 0 0,0 1 0 0 0,0 0 0 0 0,0-1 0 0 0,0 0-1 0 0,0-1 1 0 0,1 1 0 0 0,-1-1 0 0 0,1-1 0 0 0,-1 1 0 0 0,1-1 0 0 0,9-1 0 0 0,-4 0-3 0 0,0 0 0 0 0,1-1 0 0 0,-1-1 0 0 0,0 0 0 0 0,-1-1 0 0 0,1 0 0 0 0,-1-1 0 0 0,1 0 0 0 0,-1-1 0 0 0,-1 0 0 0 0,1-1 0 0 0,-1 0 0 0 0,0-1 0 0 0,-1 0 0 0 0,17-17 0 0 0,-15 11 65 0 0,0 1-1 0 0,-1-2 0 0 0,0 1 0 0 0,-2-2 1 0 0,1 1-1 0 0,-2-1 0 0 0,0 0 1 0 0,-1 0-1 0 0,-1-1 0 0 0,7-30 1 0 0,-10 31 24 0 0,0 1 0 0 0,0-1 0 0 0,-2 1 0 0 0,0-1 1 0 0,-1 0-1 0 0,0 1 0 0 0,-1-1 0 0 0,-1 1 0 0 0,0 0 1 0 0,-1 0-1 0 0,-1 0 0 0 0,-6-15 0 0 0,5 20-14 0 0,1 0 0 0 0,-1 0 0 0 0,0 1 0 0 0,-1-1 0 0 0,0 2 1 0 0,-1-1-1 0 0,0 1 0 0 0,0 0 0 0 0,-1 0 0 0 0,0 1 0 0 0,0 0 0 0 0,0 1 0 0 0,-1 0 0 0 0,0 1 0 0 0,0 0 0 0 0,-1 0 0 0 0,-17-5 0 0 0,19 8-84 0 0,0 0 0 0 0,0 0 0 0 0,0 1 0 0 0,0 0-1 0 0,0 1 1 0 0,0 0 0 0 0,0 0 0 0 0,-1 1 0 0 0,1 0-1 0 0,0 1 1 0 0,0 0 0 0 0,0 0 0 0 0,1 1 0 0 0,-1 0 0 0 0,1 1-1 0 0,-1 0 1 0 0,1 0 0 0 0,0 0 0 0 0,0 1 0 0 0,1 1-1 0 0,0-1 1 0 0,-1 1 0 0 0,2 0 0 0 0,-1 1 0 0 0,1 0 0 0 0,0 0-1 0 0,1 0 1 0 0,-1 1 0 0 0,1-1 0 0 0,1 1 0 0 0,0 0-1 0 0,0 1 1 0 0,0-1 0 0 0,1 1 0 0 0,0 0 0 0 0,1-1 0 0 0,0 1-1 0 0,0 0 1 0 0,1 1 0 0 0,0-1 0 0 0,1 0 0 0 0,0 0-1 0 0,1 13 1 0 0,1-9-561 0 0,1 1 1 0 0,0-1-1 0 0,0 1 0 0 0,8 16 0 0 0,6 6-4233 0 0,28 47 0 0 0,-7-17 186 0 0,-14-18 2191 0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50.148"/>
    </inkml:context>
    <inkml:brush xml:id="br0">
      <inkml:brushProperty name="width" value="0.035" units="cm"/>
      <inkml:brushProperty name="height" value="0.035" units="cm"/>
      <inkml:brushProperty name="color" value="#E71224"/>
    </inkml:brush>
  </inkml:definitions>
  <inkml:trace contextRef="#ctx0" brushRef="#br0">32 0 3944 0 0,'5'22'4400'0'0,"-4"7"-800"0"0,-5 7-800 0 0,-3 7-799 0 0,0 7-641 0 0,2 8-560 0 0,1 5-400 0 0,-1 4-160 0 0,0 2-240 0 0,4-3-128 0 0,1-3-992 0 0,3-6-2001 0 0,0-9-1599 0 0,-2-8 400 0 0,-2-12 1120 0 0,-2-11 1040 0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53.386"/>
    </inkml:context>
    <inkml:brush xml:id="br0">
      <inkml:brushProperty name="width" value="0.035" units="cm"/>
      <inkml:brushProperty name="height" value="0.035" units="cm"/>
      <inkml:brushProperty name="color" value="#E71224"/>
    </inkml:brush>
  </inkml:definitions>
  <inkml:trace contextRef="#ctx0" brushRef="#br0">24 774 2344 0 0,'-5'-11'2193'0'0,"4"8"-1258"0"0,-1 0 1 0 0,1 0-1 0 0,0 0 1 0 0,0 0-1 0 0,0-1 0 0 0,1 1 1 0 0,-1 0-1 0 0,1 0 1 0 0,-1-6-1 0 0,3 39 2145 0 0,-6-6-2935 0 0,0 1-1 0 0,2-1 1 0 0,1 0-1 0 0,1 1 1 0 0,1-1-1 0 0,1 0 1 0 0,1 1-1 0 0,1-1 1 0 0,8 28 0 0 0,-10-48-162 0 0,-1 0 1 0 0,1-1 0 0 0,0 1-1 0 0,0 0 1 0 0,0-1 0 0 0,1 1-1 0 0,-1-1 1 0 0,1 0 0 0 0,-1 0-1 0 0,1 0 1 0 0,0 0 0 0 0,6 4 0 0 0,-8-7 8 0 0,1 1 1 0 0,0 0 0 0 0,-1-1 0 0 0,1 1 0 0 0,0-1 0 0 0,0 1 0 0 0,-1-1 0 0 0,1 0 0 0 0,0 0 0 0 0,0 0 0 0 0,-1 0 0 0 0,1 0 0 0 0,0 0 0 0 0,0 0 0 0 0,0-1-1 0 0,-1 1 1 0 0,1-1 0 0 0,0 1 0 0 0,-1-1 0 0 0,1 0 0 0 0,0 1 0 0 0,-1-1 0 0 0,1 0 0 0 0,-1 0 0 0 0,1 0 0 0 0,-1 0 0 0 0,0 0 0 0 0,1-1 0 0 0,-1 1-1 0 0,0 0 1 0 0,0-1 0 0 0,2-1 0 0 0,6-10 44 0 0,1 0-1 0 0,-1 0 1 0 0,-1-1 0 0 0,-1 0-1 0 0,0 0 1 0 0,0-1-1 0 0,7-29 1 0 0,-1-6 90 0 0,8-54 0 0 0,-15 57 8 0 0,-1 1 0 0 0,-3-1 1 0 0,-1 0-1 0 0,-3-1 0 0 0,-2 2 0 0 0,-12-64 1 0 0,16 110-122 0 0,0-1 1 0 0,0 0 0 0 0,0 1 0 0 0,0-1 0 0 0,0 1 0 0 0,0-1-1 0 0,0 1 1 0 0,0-1 0 0 0,0 1 0 0 0,0-1 0 0 0,0 1 0 0 0,0-1-1 0 0,0 1 1 0 0,-1-1 0 0 0,1 1 0 0 0,0-1 0 0 0,0 1 0 0 0,-1-1 0 0 0,1 1-1 0 0,0-1 1 0 0,-1 1 0 0 0,1 0 0 0 0,0-1 0 0 0,-1 1 0 0 0,1-1-1 0 0,0 1 1 0 0,-1 0 0 0 0,1-1 0 0 0,-1 1 0 0 0,1 0 0 0 0,-1 0-1 0 0,1-1 1 0 0,-1 1 0 0 0,1 0 0 0 0,-1 0 0 0 0,0 0 0 0 0,-9 18 106 0 0,-3 35-138 0 0,6-13 33 0 0,3 0-1 0 0,1 0 1 0 0,2 1 0 0 0,5 48-1 0 0,-3-74-14 0 0,1-1-1 0 0,0 0 1 0 0,2 0-1 0 0,-1-1 0 0 0,2 1 1 0 0,-1-1-1 0 0,2 0 1 0 0,0 0-1 0 0,0 0 1 0 0,2-1-1 0 0,-1 0 1 0 0,1 0-1 0 0,1-1 0 0 0,0 0 1 0 0,17 15-1 0 0,-25-24-1 0 0,1-1 0 0 0,0 0 0 0 0,0 1 0 0 0,0-1 0 0 0,-1 0 0 0 0,1 0 0 0 0,0 0 0 0 0,0-1 0 0 0,1 1 0 0 0,-1 0 0 0 0,0-1 0 0 0,0 1 0 0 0,0-1 0 0 0,0 0 0 0 0,0 0 0 0 0,1 0 0 0 0,-1 0 0 0 0,0 0 0 0 0,0 0 0 0 0,0 0 0 0 0,0-1 0 0 0,0 1 0 0 0,1-1 0 0 0,-1 0 0 0 0,0 1 0 0 0,0-1 0 0 0,0 0 0 0 0,0 0 0 0 0,-1 0 0 0 0,1-1 0 0 0,0 1 0 0 0,0 0 0 0 0,-1-1 0 0 0,1 1 0 0 0,-1-1 0 0 0,1 1 0 0 0,-1-1 0 0 0,0 0 0 0 0,1 0 0 0 0,0-2 0 0 0,7-10-4 0 0,0 0 0 0 0,-1 0 0 0 0,0-1 0 0 0,5-17 0 0 0,-9 23 5 0 0,14-41 0 0 0,-1-1 0 0 0,-3-1 0 0 0,-2 0 0 0 0,-3-1 0 0 0,-2 0 0 0 0,-2 0 0 0 0,-2-1 0 0 0,-6-64 0 0 0,3 115 16 0 0,0 1 1 0 0,0-1 0 0 0,0 0 0 0 0,-1 1 0 0 0,1-1 0 0 0,-1 0 0 0 0,0 1 0 0 0,1-1 0 0 0,-1 1-1 0 0,0-1 1 0 0,-3-4 0 0 0,3 7-15 0 0,1 0 0 0 0,0 0 0 0 0,0 0 1 0 0,0-1-1 0 0,0 1 0 0 0,-1 0 0 0 0,1 0 0 0 0,0 0 0 0 0,0 0 0 0 0,0 0 0 0 0,-1 0 0 0 0,1 0 1 0 0,0 0-1 0 0,0 0 0 0 0,-1 0 0 0 0,1 0 0 0 0,0 0 0 0 0,0 0 0 0 0,0 0 0 0 0,-1 0 0 0 0,1 0 0 0 0,0 0 1 0 0,0 0-1 0 0,0 0 0 0 0,-1 0 0 0 0,1 1 0 0 0,0-1 0 0 0,0 0 0 0 0,0 0 0 0 0,-1 0 0 0 0,1 0 1 0 0,0 0-1 0 0,0 0 0 0 0,0 1 0 0 0,0-1 0 0 0,0 0 0 0 0,-1 0 0 0 0,1 0 0 0 0,0 0 0 0 0,0 1 1 0 0,0-1-1 0 0,-8 22-5 0 0,-2 21 5 0 0,2 0 1 0 0,2 1 0 0 0,2 0-1 0 0,2 0 1 0 0,2 0 0 0 0,2 0-1 0 0,2-1 1 0 0,1 1 0 0 0,19 68-1 0 0,-24-111-7 0 0,1 1-1 0 0,-1 0 0 0 0,1 0 1 0 0,-1 0-1 0 0,1-1 1 0 0,0 1-1 0 0,-1 0 0 0 0,1-1 1 0 0,0 1-1 0 0,0-1 0 0 0,0 1 1 0 0,1-1-1 0 0,-1 1 0 0 0,0-1 1 0 0,0 0-1 0 0,1 0 1 0 0,-1 1-1 0 0,1-1 0 0 0,-1 0 1 0 0,1 0-1 0 0,2 1 0 0 0,-2-2 1 0 0,-1-1-1 0 0,1 1 0 0 0,0 0 1 0 0,-1-1-1 0 0,1 1 0 0 0,0-1 0 0 0,-1 1 1 0 0,1-1-1 0 0,-1 0 0 0 0,1 0 0 0 0,-1 0 1 0 0,1 0-1 0 0,-1 0 0 0 0,0 0 1 0 0,1 0-1 0 0,-1 0 0 0 0,0 0 0 0 0,0 0 1 0 0,0-1-1 0 0,0 1 0 0 0,0-1 0 0 0,0 1 1 0 0,1-3-1 0 0,10-16 17 0 0,-2-1 0 0 0,0 0 0 0 0,-1 0 0 0 0,-1-1 0 0 0,-1 0 0 0 0,8-42 0 0 0,-6 10 1 0 0,3-96 0 0 0,-10 114-12 0 0,-1 24-5 0 0,0-1 1 0 0,0 1 0 0 0,-2-1-1 0 0,1 1 1 0 0,-4-15 0 0 0,5 36 4 0 0,-1 0 0 0 0,0 0 0 0 0,-1 0 0 0 0,0-1 0 0 0,-3 11 0 0 0,-1 18 0 0 0,4-24 0 0 0,-2 26-5 0 0,3 40 1 0 0,0-69 2 0 0,1 1-1 0 0,0-1 0 0 0,1 0 1 0 0,0 0-1 0 0,1 0 1 0 0,0 0-1 0 0,0 0 0 0 0,1-1 1 0 0,6 11-1 0 0,-9-19 1 0 0,-1 0 0 0 0,1 0 0 0 0,-1 0-1 0 0,1 0 1 0 0,-1 0 0 0 0,1-1 0 0 0,0 1 0 0 0,-1 0 0 0 0,1 0 0 0 0,0-1-1 0 0,0 1 1 0 0,0-1 0 0 0,-1 1 0 0 0,1-1 0 0 0,0 1 0 0 0,0-1-1 0 0,0 1 1 0 0,0-1 0 0 0,0 0 0 0 0,0 1 0 0 0,0-1 0 0 0,0 0 0 0 0,0 0-1 0 0,0 0 1 0 0,0 0 0 0 0,2 0 0 0 0,-1 0-1 0 0,0-1-1 0 0,0 0 1 0 0,0 0-1 0 0,0 0 1 0 0,0 0 0 0 0,0 0-1 0 0,0 0 1 0 0,0 0-1 0 0,0-1 1 0 0,0 1-1 0 0,2-3 1 0 0,4-5 15 0 0,0-1 1 0 0,0 0-1 0 0,8-14 0 0 0,-15 24-7 0 0,16-29 23 0 0,0 0 0 0 0,-2-1 0 0 0,-1-1 0 0 0,-1 0 0 0 0,-2 0 1 0 0,-1-1-1 0 0,-2-1 0 0 0,8-60 0 0 0,-38 179 124 0 0,15-45-138 0 0,-1 60 0 0 0,8-89-14 0 0,0 0-1 0 0,1-1 1 0 0,1 1-1 0 0,-1 0 0 0 0,2 0 1 0 0,0-1-1 0 0,0 1 0 0 0,1-1 1 0 0,0 0-1 0 0,6 11 0 0 0,-9-20-3 0 0,0-1 0 0 0,-1 1 0 0 0,1-1 0 0 0,0 1-1 0 0,0 0 1 0 0,0-1 0 0 0,0 0 0 0 0,0 1 0 0 0,1-1-1 0 0,-1 0 1 0 0,0 1 0 0 0,1-1 0 0 0,-1 0 0 0 0,1 0-1 0 0,-1 0 1 0 0,1 0 0 0 0,-1-1 0 0 0,1 1 0 0 0,0 0-1 0 0,-1-1 1 0 0,1 1 0 0 0,0-1 0 0 0,0 1 0 0 0,-1-1-1 0 0,1 0 1 0 0,0 0 0 0 0,3 0 0 0 0,-1-1 0 0 0,-1 0 1 0 0,0-1 0 0 0,0 1-1 0 0,0-1 1 0 0,0 0-1 0 0,0 0 1 0 0,0 0-1 0 0,-1 0 1 0 0,1 0 0 0 0,0-1-1 0 0,-1 1 1 0 0,0-1-1 0 0,3-3 1 0 0,7-12 1 0 0,0 0 0 0 0,-2 0 0 0 0,14-31 0 0 0,-8 6 42 0 0,-1 0 0 0 0,-2-1 0 0 0,-2-1 0 0 0,-2 0 0 0 0,4-64 0 0 0,-12 108-27 0 0,-1 0-1 0 0,0 0 1 0 0,1 1 0 0 0,-1-1 0 0 0,0 0-1 0 0,0 0 1 0 0,0 0 0 0 0,0 1-1 0 0,0-1 1 0 0,0 0 0 0 0,0 0 0 0 0,0 0-1 0 0,0 1 1 0 0,0-1 0 0 0,-1 0-1 0 0,1 0 1 0 0,0 0 0 0 0,0 1 0 0 0,-1-1-1 0 0,1 0 1 0 0,-1 1 0 0 0,1-1-1 0 0,-1 0 1 0 0,0 0 0 0 0,-11 13 67 0 0,-10 32-78 0 0,12-21 36 0 0,2 1 0 0 0,-10 44 0 0 0,16-58-54 0 0,1 0 0 0 0,0 0 0 0 0,0-1 0 0 0,1 1 1 0 0,0 0-1 0 0,0 0 0 0 0,2 0 0 0 0,-1-1 0 0 0,1 1 0 0 0,4 11 0 0 0,-6-20 12 0 0,0 0-1 0 0,0 0 1 0 0,0 0 0 0 0,0 0 0 0 0,1 0 0 0 0,-1 0 0 0 0,0 0 0 0 0,1 0 0 0 0,-1 0 0 0 0,1 0 0 0 0,-1-1-1 0 0,1 1 1 0 0,-1 0 0 0 0,1 0 0 0 0,0 0 0 0 0,-1-1 0 0 0,1 1 0 0 0,0 0 0 0 0,-1-1 0 0 0,1 1 0 0 0,0-1-1 0 0,0 1 1 0 0,0-1 0 0 0,0 1 0 0 0,0-1 0 0 0,0 1 0 0 0,-1-1 0 0 0,1 0 0 0 0,0 0 0 0 0,0 1 0 0 0,0-1 0 0 0,0 0-1 0 0,0 0 1 0 0,0 0 0 0 0,0 0 0 0 0,0 0 0 0 0,0 0 0 0 0,0-1 0 0 0,0 1 0 0 0,0 0 0 0 0,0 0 0 0 0,0-1-1 0 0,0 1 1 0 0,0 0 0 0 0,0-1 0 0 0,0 1 0 0 0,-1-1 0 0 0,1 1 0 0 0,0-1 0 0 0,0 0 0 0 0,0 1 0 0 0,-1-1-1 0 0,1 0 1 0 0,0 1 0 0 0,-1-1 0 0 0,1-1 0 0 0,5-4 3 0 0,-1 1 0 0 0,-1-1 0 0 0,1-1 0 0 0,-1 1 0 0 0,6-14 0 0 0,0-5-37 0 0,0-1 1 0 0,-2 0 0 0 0,9-46-1 0 0,-15 59 43 0 0,0-1 1 0 0,-1 1-1 0 0,0 0 0 0 0,-1 0 0 0 0,-1-1 0 0 0,0 1 0 0 0,-1 0 0 0 0,0 0 0 0 0,-7-22 0 0 0,8 32 9 0 0,0 1-1 0 0,0-1 1 0 0,0 1-1 0 0,0-1 1 0 0,0 1-1 0 0,-1-1 1 0 0,1 1 0 0 0,-1 0-1 0 0,0 0 1 0 0,0-1-1 0 0,1 1 1 0 0,-1 0-1 0 0,-1 1 1 0 0,1-1 0 0 0,-4-2-1 0 0,5 3-6 0 0,-1 1 0 0 0,1-1 0 0 0,-1 1 0 0 0,1 0 0 0 0,-1-1 0 0 0,1 1 0 0 0,-1 0 0 0 0,1 0 0 0 0,-1 0 0 0 0,1 0 0 0 0,-1 1 0 0 0,1-1 0 0 0,0 0 0 0 0,-1 0 0 0 0,1 1 0 0 0,-1-1 0 0 0,1 1-1 0 0,0 0 1 0 0,-1-1 0 0 0,1 1 0 0 0,-2 1 0 0 0,-2 2 15 0 0,0 0-1 0 0,1 0 0 0 0,-1 1 1 0 0,1-1-1 0 0,0 1 0 0 0,0 0 1 0 0,1 1-1 0 0,-1-1 1 0 0,1 0-1 0 0,0 1 0 0 0,-3 11 1 0 0,2-8-11 0 0,1 1 1 0 0,1 0 0 0 0,0-1 0 0 0,0 1 0 0 0,1 0-1 0 0,0 0 1 0 0,1 0 0 0 0,0 0 0 0 0,0 1-1 0 0,1-1 1 0 0,1 0 0 0 0,4 17 0 0 0,-4-20-16 0 0,1-1 1 0 0,0 1-1 0 0,0-1 1 0 0,1 1-1 0 0,-1-1 0 0 0,1 0 1 0 0,1-1-1 0 0,-1 1 1 0 0,1-1-1 0 0,0 1 1 0 0,0-2-1 0 0,1 1 0 0 0,-1 0 1 0 0,1-1-1 0 0,0 0 1 0 0,0 0-1 0 0,0-1 1 0 0,12 5-1 0 0,-10-5-49 0 0,13 6 115 0 0,0-2-1 0 0,21 5 1 0 0,-37-10-119 0 0,0-1-1 0 0,-1 0 1 0 0,1-1-1 0 0,0 1 1 0 0,-1-1 0 0 0,1 0-1 0 0,0 0 1 0 0,-1 0-1 0 0,1-1 1 0 0,0 0-1 0 0,-1 0 1 0 0,1 0 0 0 0,-1 0-1 0 0,1-1 1 0 0,8-4-1 0 0,-12 3-884 0 0,0 0-1 0 0,0 0 1 0 0,0 0-1 0 0,0 0 1 0 0,0 0-1 0 0,0-1 0 0 0,-1 1 1 0 0,0 0-1 0 0,1-1 1 0 0,-1 1-1 0 0,-1 0 1 0 0,1-1-1 0 0,-1-3 1 0 0,1-3-690 0 0,-2-17-1355 0 0,-6-4 894 0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5:53.924"/>
    </inkml:context>
    <inkml:brush xml:id="br0">
      <inkml:brushProperty name="width" value="0.035" units="cm"/>
      <inkml:brushProperty name="height" value="0.035" units="cm"/>
      <inkml:brushProperty name="color" value="#E71224"/>
    </inkml:brush>
  </inkml:definitions>
  <inkml:trace contextRef="#ctx0" brushRef="#br0">1 180 904 0 0,'7'-10'13923'0'0,"5"-12"-10004"0"0,25-38-4334 0 0,-34 56 449 0 0,1 0 1 0 0,0 0-1 0 0,0 0 0 0 0,0 1 0 0 0,0-1 0 0 0,1 1 0 0 0,6-3 1 0 0,-11 6-30 0 0,1-1 1 0 0,-1 1 0 0 0,1 0-1 0 0,-1 0 1 0 0,1 0 0 0 0,-1 0 0 0 0,1 0-1 0 0,-1 0 1 0 0,1 0 0 0 0,-1 0-1 0 0,1 0 1 0 0,-1 0 0 0 0,1 0 0 0 0,-1 0-1 0 0,1 0 1 0 0,-1 0 0 0 0,1 0-1 0 0,-1 1 1 0 0,1-1 0 0 0,-1 0 0 0 0,1 0-1 0 0,-1 1 1 0 0,0-1 0 0 0,1 0-1 0 0,-1 1 1 0 0,1-1 0 0 0,-1 0 0 0 0,1 1-1 0 0,6 26 223 0 0,-7-7-147 0 0,-2-1-1 0 0,1 0 1 0 0,-6 20 0 0 0,4-27-51 0 0,0 0 1 0 0,1 0 0 0 0,1 0 0 0 0,0 0 0 0 0,1 0 0 0 0,0 0 0 0 0,0 0 0 0 0,1 0 0 0 0,1 0-1 0 0,0-1 1 0 0,5 16 0 0 0,-6-25-30 0 0,-1 0-1 0 0,1 0 1 0 0,0 0 0 0 0,0 0-1 0 0,0-1 1 0 0,0 1 0 0 0,1 0-1 0 0,-1 0 1 0 0,0-1-1 0 0,1 1 1 0 0,-1 0 0 0 0,1-1-1 0 0,-1 0 1 0 0,1 1-1 0 0,0-1 1 0 0,0 0 0 0 0,0 0-1 0 0,0 0 1 0 0,0 0 0 0 0,0 0-1 0 0,0 0 1 0 0,0-1-1 0 0,3 2 1 0 0,-2-2 4 0 0,0-1 0 0 0,0 1-1 0 0,0 0 1 0 0,0-1 0 0 0,0 0 0 0 0,0 0-1 0 0,0 0 1 0 0,0 0 0 0 0,0 0 0 0 0,0 0-1 0 0,0-1 1 0 0,-1 0 0 0 0,1 1 0 0 0,2-4-1 0 0,7-4 23 0 0,-2-1 0 0 0,1 0-1 0 0,-2-1 1 0 0,1 0-1 0 0,12-21 1 0 0,-15 22-5 0 0,55-99-25 0 0,-56 97 21 0 0,-1-1 1 0 0,0 1 0 0 0,-1-1-1 0 0,0 0 1 0 0,-1 0-1 0 0,0 0 1 0 0,0-17 0 0 0,-2 29 2 0 0,-1-1 0 0 0,0 1 0 0 0,0 0 0 0 0,0 0 0 0 0,0-1 0 0 0,0 1 0 0 0,0 0 1 0 0,0-1-1 0 0,0 1 0 0 0,0 0 0 0 0,-1 0 0 0 0,1-1 0 0 0,0 1 0 0 0,-1 0 0 0 0,1 0 1 0 0,-1 0-1 0 0,0-1 0 0 0,1 1 0 0 0,-1 0 0 0 0,0 0 0 0 0,0 0 0 0 0,1 0 0 0 0,-1 0 0 0 0,0 0 1 0 0,0 0-1 0 0,0 1 0 0 0,0-1 0 0 0,0 0 0 0 0,0 0 0 0 0,-1 1 0 0 0,1-1 0 0 0,0 1 1 0 0,0-1-1 0 0,-2 0 0 0 0,1 1 14 0 0,0 0 0 0 0,0 1-1 0 0,-1-1 1 0 0,1 0 0 0 0,0 1 0 0 0,0-1 0 0 0,1 1 0 0 0,-1 0 0 0 0,0 0 0 0 0,0 0 0 0 0,0 0-1 0 0,0 0 1 0 0,1 0 0 0 0,-1 0 0 0 0,0 1 0 0 0,1-1 0 0 0,-1 0 0 0 0,1 1 0 0 0,-1-1 0 0 0,1 1-1 0 0,-1 2 1 0 0,-4 5 94 0 0,1 0 0 0 0,0 0-1 0 0,0 1 1 0 0,1 0-1 0 0,1 0 1 0 0,0 0-1 0 0,0 0 1 0 0,0 1 0 0 0,2-1-1 0 0,-1 1 1 0 0,1-1-1 0 0,1 1 1 0 0,0 0 0 0 0,0-1-1 0 0,1 1 1 0 0,1-1-1 0 0,2 12 1 0 0,-2-14-109 0 0,0 1 1 0 0,0-1-1 0 0,1 0 0 0 0,0 0 0 0 0,0 0 0 0 0,1-1 1 0 0,0 1-1 0 0,1-1 0 0 0,-1 0 0 0 0,1 0 1 0 0,1 0-1 0 0,-1-1 0 0 0,1 1 0 0 0,0-2 1 0 0,1 1-1 0 0,-1-1 0 0 0,1 1 0 0 0,0-2 1 0 0,1 1-1 0 0,-1-1 0 0 0,13 5 0 0 0,38 3-2479 0 0,31-10-7729 0 0,-48-3 5054 0 0,-9 4 1587 0 0,-8 7 960 0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3.035"/>
    </inkml:context>
    <inkml:brush xml:id="br0">
      <inkml:brushProperty name="width" value="0.035" units="cm"/>
      <inkml:brushProperty name="height" value="0.035" units="cm"/>
      <inkml:brushProperty name="color" value="#E71224"/>
    </inkml:brush>
  </inkml:definitions>
  <inkml:trace contextRef="#ctx0" brushRef="#br0">0 278 104 0 0,'18'-11'7437'0'0,"-11"15"-1378"0"0,-11 27 1587 0 0,0-6-7947 0 0,3 56 954 0 0,3-1 0 0 0,18 119 1 0 0,-18-180-600 0 0,-1-2-30 0 0,1 0 1 0 0,1-1 0 0 0,0 1 0 0 0,1-1 0 0 0,1 0 0 0 0,1 0 0 0 0,8 17 0 0 0,-14-32-27 0 0,1 0-1 0 0,-1-1 1 0 0,0 1-1 0 0,1-1 1 0 0,-1 1 0 0 0,1 0-1 0 0,0-1 1 0 0,-1 1-1 0 0,1-1 1 0 0,-1 0-1 0 0,1 1 1 0 0,0-1 0 0 0,-1 1-1 0 0,1-1 1 0 0,0 0-1 0 0,0 0 1 0 0,-1 1-1 0 0,1-1 1 0 0,0 0 0 0 0,0 0-1 0 0,-1 0 1 0 0,1 0-1 0 0,0 0 1 0 0,0 0-1 0 0,-1 0 1 0 0,1 0 0 0 0,0 0-1 0 0,0 0 1 0 0,-1 0-1 0 0,1 0 1 0 0,0-1-1 0 0,0 1 1 0 0,-1 0 0 0 0,1 0-1 0 0,0-1 1 0 0,-1 1-1 0 0,1-1 1 0 0,0 1 0 0 0,-1 0-1 0 0,1-1 1 0 0,-1 1-1 0 0,1-1 1 0 0,0 0-1 0 0,-1 1 1 0 0,0-1 0 0 0,1 1-1 0 0,-1-1 1 0 0,1-1-1 0 0,29-38-93 0 0,-25 31 90 0 0,154-258 1453 0 0,-145 240-1231 0 0,-2-1 1 0 0,-1 0-1 0 0,-1 0 1 0 0,-1-1-1 0 0,-2-1 0 0 0,-1 1 1 0 0,-1-1-1 0 0,1-39 0 0 0,-6 55 90 0 0,-1-1 0 0 0,-1 1 0 0 0,0-1 0 0 0,-1 1 0 0 0,0 0 0 0 0,-1 0-1 0 0,-11-26 1 0 0,12 33-228 0 0,0 1 1 0 0,-1-1-1 0 0,0 1 0 0 0,0 0 0 0 0,0 0 0 0 0,-1 0 0 0 0,0 1 0 0 0,0 0 1 0 0,0 0-1 0 0,-1 0 0 0 0,0 0 0 0 0,0 1 0 0 0,0 0 0 0 0,0 0 0 0 0,-1 1 1 0 0,1-1-1 0 0,-10-2 0 0 0,14 5-86 0 0,-1 0 0 0 0,1 0-1 0 0,-1 1 1 0 0,1-1 0 0 0,-1 1 0 0 0,0-1 0 0 0,1 1 0 0 0,-1 0-1 0 0,0 0 1 0 0,1 0 0 0 0,-1 0 0 0 0,0 1 0 0 0,1-1-1 0 0,-1 1 1 0 0,1 0 0 0 0,-1-1 0 0 0,1 1 0 0 0,-4 2 0 0 0,4-2-251 0 0,0 1 0 0 0,1-1 0 0 0,-1 1 0 0 0,1 0 1 0 0,-1-1-1 0 0,1 1 0 0 0,0 0 0 0 0,0 0 1 0 0,0 0-1 0 0,0 0 0 0 0,0 0 0 0 0,0 0 0 0 0,0 0 1 0 0,1 0-1 0 0,-1 1 0 0 0,1-1 0 0 0,-1 3 0 0 0,0 9-2196 0 0,1 1-1 0 0,1 0 0 0 0,0-1 0 0 0,1 1 0 0 0,4 17 0 0 0,-3-18-30 0 0,4 34-1795 0 0,-1 6 1108 0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3.480"/>
    </inkml:context>
    <inkml:brush xml:id="br0">
      <inkml:brushProperty name="width" value="0.035" units="cm"/>
      <inkml:brushProperty name="height" value="0.035" units="cm"/>
      <inkml:brushProperty name="color" value="#E71224"/>
    </inkml:brush>
  </inkml:definitions>
  <inkml:trace contextRef="#ctx0" brushRef="#br0">48 7 3784 0 0,'3'-7'11108'0'0,"-7"15"-7379"0"0,0 5-3285 0 0,-23 181 2846 0 0,11 99-2980 0 0,18-262-230 0 0,-1-25-24 0 0,-2-20 34 0 0,1-41-50 0 0,1 0 0 0 0,3 0 0 0 0,2 1 0 0 0,3-1 0 0 0,18-58 0 0 0,-26 109-25 0 0,20-60 125 0 0,-19 59-102 0 0,0 1 1 0 0,0 0-1 0 0,0 0 0 0 0,0 1 1 0 0,1-1-1 0 0,-1 0 1 0 0,1 1-1 0 0,0 0 0 0 0,0-1 1 0 0,0 1-1 0 0,1 0 0 0 0,4-3 1 0 0,-7 5-21 0 0,0 1 1 0 0,0 0 0 0 0,0-1-1 0 0,0 1 1 0 0,-1 0 0 0 0,1 0-1 0 0,0-1 1 0 0,0 1 0 0 0,0 0-1 0 0,0 0 1 0 0,0 0 0 0 0,0 0-1 0 0,0 0 1 0 0,0 1 0 0 0,0-1-1 0 0,0 0 1 0 0,0 0 0 0 0,0 1-1 0 0,-1-1 1 0 0,1 0 0 0 0,0 1-1 0 0,0-1 1 0 0,0 1 0 0 0,0-1-1 0 0,1 2 1 0 0,19 24 283 0 0,5 34-36 0 0,-17-29-244 0 0,-2 1-1 0 0,4 49 1 0 0,4 16-3322 0 0,-15-97 3127 0 0,0 0 0 0 0,0 1 0 0 0,0-1 0 0 0,0 0 0 0 0,0 1 0 0 0,-1-1 0 0 0,1 0 0 0 0,0 1 0 0 0,0-1 0 0 0,0 0-1 0 0,0 1 1 0 0,0-1 0 0 0,0 0 0 0 0,0 1 0 0 0,1-1 0 0 0,-1 0 0 0 0,0 1 0 0 0,0-1 0 0 0,0 0 0 0 0,0 1 0 0 0,0-1 0 0 0,0 0 0 0 0,1 1-1 0 0,-1-1 1 0 0,0 0 0 0 0,0 0 0 0 0,0 1 0 0 0,1-1 0 0 0,-1 0 0 0 0,0 0 0 0 0,0 0 0 0 0,1 1 0 0 0,-1-1 0 0 0,0 0 0 0 0,1 0 0 0 0,-1 0-1 0 0,0 0 1 0 0,0 1 0 0 0,1-1 0 0 0,-1 0 0 0 0,0 0 0 0 0,1 0 0 0 0,-1 0 0 0 0,0 0 0 0 0,1 0 0 0 0,-1 0 0 0 0,0 0 0 0 0,1 0 0 0 0,0 0 0 0 0,8-20-5337 0 0,4-34 793 0 0,-6 1 2530 0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3.734"/>
    </inkml:context>
    <inkml:brush xml:id="br0">
      <inkml:brushProperty name="width" value="0.035" units="cm"/>
      <inkml:brushProperty name="height" value="0.035" units="cm"/>
      <inkml:brushProperty name="color" value="#E71224"/>
    </inkml:brush>
  </inkml:definitions>
  <inkml:trace contextRef="#ctx0" brushRef="#br0">104 1 3304 0 0,'-3'9'10902'0'0,"-11"17"-6402"0"0,6-11-2955 0 0,-2 9-740 0 0,1 1 0 0 0,2 0 0 0 0,1 0 0 0 0,-4 27 0 0 0,-6 106 130 0 0,12-110-655 0 0,-13 563-1048 0 0,18-590 388 0 0,4 56-895 0 0,-4-72 1034 0 0,0 0 0 0 0,0 0 0 0 0,0 0 0 0 0,1 0 0 0 0,0 0 1 0 0,0 0-1 0 0,0 0 0 0 0,0-1 0 0 0,1 1 0 0 0,0-1 0 0 0,5 7 0 0 0,-7-10 76 0 0,0 0 1 0 0,0 0 0 0 0,0 0 0 0 0,0-1 0 0 0,0 1 0 0 0,0 0-1 0 0,0-1 1 0 0,0 1 0 0 0,1-1 0 0 0,-1 1 0 0 0,0-1-1 0 0,0 1 1 0 0,1-1 0 0 0,-1 0 0 0 0,0 0 0 0 0,0 0-1 0 0,1 1 1 0 0,-1-1 0 0 0,0 0 0 0 0,0-1 0 0 0,1 1 0 0 0,-1 0-1 0 0,0 0 1 0 0,1-1 0 0 0,-1 1 0 0 0,0 0 0 0 0,0-1-1 0 0,0 1 1 0 0,1-1 0 0 0,-1 0 0 0 0,0 1 0 0 0,0-1 0 0 0,0 0-1 0 0,0 0 1 0 0,0 1 0 0 0,1-3 0 0 0,3-2-726 0 0,0 0 0 0 0,0 0 0 0 0,0-1 1 0 0,-1 0-1 0 0,5-7 0 0 0,4-11-1319 0 0,-1-1 0 0 0,18-53 0 0 0,-5-3 369 0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3.994"/>
    </inkml:context>
    <inkml:brush xml:id="br0">
      <inkml:brushProperty name="width" value="0.035" units="cm"/>
      <inkml:brushProperty name="height" value="0.035" units="cm"/>
      <inkml:brushProperty name="color" value="#E71224"/>
    </inkml:brush>
  </inkml:definitions>
  <inkml:trace contextRef="#ctx0" brushRef="#br0">18 155 2584 0 0,'-7'-45'3109'0'0,"-1"-21"2214"0"0,6 23 1686 0 0,16 73-2966 0 0,-1-7-3380 0 0,19 80 787 0 0,27 155-1 0 0,-29-112-1273 0 0,-3-22-152 0 0,43 169 397 0 0,-64-265-405 0 0,-7-21-409 0 0,-7-19-758 0 0,-4-22-1491 0 0,0-1 0 0 0,3-1-1 0 0,1 0 1 0 0,-5-62 0 0 0,0 11-2040 0 0,-5-8 1228 0 0,-1 1 1014 0 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4.216"/>
    </inkml:context>
    <inkml:brush xml:id="br0">
      <inkml:brushProperty name="width" value="0.035" units="cm"/>
      <inkml:brushProperty name="height" value="0.035" units="cm"/>
      <inkml:brushProperty name="color" value="#E71224"/>
    </inkml:brush>
  </inkml:definitions>
  <inkml:trace contextRef="#ctx0" brushRef="#br0">0 29 824 0 0,'0'-2'435'0'0,"0"1"0"0"0,0-1 0 0 0,0 1 0 0 0,1-1 0 0 0,-1 1 0 0 0,0-1 0 0 0,0 1 0 0 0,1-1 0 0 0,-1 1 0 0 0,1 0 0 0 0,0-1 0 0 0,-1 1 0 0 0,1 0 0 0 0,0-1 0 0 0,0 1 0 0 0,1-1 0 0 0,-2 1-160 0 0,1 1 0 0 0,-1 0 0 0 0,1-1 0 0 0,0 1 0 0 0,-1 0 0 0 0,1 0 0 0 0,0-1 0 0 0,-1 1 0 0 0,1 0 0 0 0,0 0 0 0 0,-1 0 0 0 0,1 0 0 0 0,0 0 0 0 0,0 0-1 0 0,-1 0 1 0 0,1 0 0 0 0,0 0 0 0 0,-1 0 0 0 0,1 1 0 0 0,0-1 0 0 0,-1 0 0 0 0,1 0 0 0 0,0 1 0 0 0,0-1 0 0 0,20 15 4460 0 0,-1 5-4232 0 0,4 8 131 0 0,0 1-1 0 0,-3 1 1 0 0,0 2-1 0 0,-2 0 1 0 0,-1 1-1 0 0,19 49 1 0 0,-18-32-1008 0 0,-3 0 0 0 0,-2 1 0 0 0,15 102 0 0 0,-25-129 169 0 0,-2-6-10019 0 0,-7-37 279 0 0,-1-2 7665 0 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4.413"/>
    </inkml:context>
    <inkml:brush xml:id="br0">
      <inkml:brushProperty name="width" value="0.035" units="cm"/>
      <inkml:brushProperty name="height" value="0.035" units="cm"/>
      <inkml:brushProperty name="color" value="#E71224"/>
    </inkml:brush>
  </inkml:definitions>
  <inkml:trace contextRef="#ctx0" brushRef="#br0">38 269 1304 0 0,'-11'16'4480'0'0,"-1"-5"-160"0"0,5-1-800 0 0,3-4-800 0 0,1-4-719 0 0,4-2-801 0 0,5-2-480 0 0,7-8-240 0 0,9-3-240 0 0,8-7-160 0 0,4-6-48 0 0,4-3-672 0 0,-4 0-1120 0 0,0-2-2721 0 0,-4-3-719 0 0,0-2 1040 0 0,0-1 1280 0 0,5-9 1040 0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4.689"/>
    </inkml:context>
    <inkml:brush xml:id="br0">
      <inkml:brushProperty name="width" value="0.035" units="cm"/>
      <inkml:brushProperty name="height" value="0.035" units="cm"/>
      <inkml:brushProperty name="color" value="#E71224"/>
    </inkml:brush>
  </inkml:definitions>
  <inkml:trace contextRef="#ctx0" brushRef="#br0">31 0 4184 0 0,'-11'6'2708'0'0,"-7"9"5115"0"0,17-14-7656 0 0,1-1 0 0 0,0 1 0 0 0,0 0 0 0 0,0 0 0 0 0,-1 0 0 0 0,1 0 0 0 0,0 0 0 0 0,0 0 0 0 0,0 0 0 0 0,1 0 0 0 0,-1 0 0 0 0,0 0 0 0 0,0-1 0 0 0,0 1 0 0 0,1 0 0 0 0,-1 0 0 0 0,0 0 0 0 0,1 0 0 0 0,-1 0 0 0 0,1-1 0 0 0,-1 1 1 0 0,1 0-1 0 0,-1 0 0 0 0,1-1 0 0 0,-1 1 0 0 0,2 1 0 0 0,30 35 840 0 0,2-1 1 0 0,61 49 0 0 0,-57-54-785 0 0,-3 2 1 0 0,60 70-1 0 0,-72-70-88 0 0,-2 0-1 0 0,-1 2 1 0 0,-1 1-1 0 0,-2 0 1 0 0,-2 1 0 0 0,-2 1-1 0 0,-1 0 1 0 0,-1 1-1 0 0,7 64 1 0 0,-12-52-203 0 0,-2-1 1 0 0,-3 1-1 0 0,-1 0 1 0 0,-3-1-1 0 0,-3 1 1 0 0,-1-1-1 0 0,-16 57 0 0 0,22-102-84 0 0,-5 14-639 0 0,1 0 0 0 0,-12 24 0 0 0,14-38-28 0 0,1 0 0 0 0,-1 0-1 0 0,0 0 1 0 0,0-1-1 0 0,-1 0 1 0 0,1 1 0 0 0,-9 6-1 0 0,12-11 612 0 0,-1 1 0 0 0,0-1 0 0 0,1 1 0 0 0,-1-1-1 0 0,0 1 1 0 0,0-1 0 0 0,0 1 0 0 0,0-1 0 0 0,1 1 0 0 0,-1-1 0 0 0,0 0 0 0 0,0 0 0 0 0,0 1-1 0 0,0-1 1 0 0,0 0 0 0 0,0 0 0 0 0,0 0 0 0 0,0 0 0 0 0,0 0 0 0 0,0 0 0 0 0,0-1-1 0 0,0 1 1 0 0,1 0 0 0 0,-1 0 0 0 0,0 0 0 0 0,0-1 0 0 0,0 1 0 0 0,0-1 0 0 0,0 1-1 0 0,1-1 1 0 0,-1 1 0 0 0,0-1 0 0 0,0 1 0 0 0,1-1 0 0 0,-1 0 0 0 0,0 1 0 0 0,1-1-1 0 0,-1 0 1 0 0,0 1 0 0 0,1-1 0 0 0,-1 0 0 0 0,1 0 0 0 0,0 0 0 0 0,-1 0 0 0 0,0-1-1 0 0,-12-31-3044 0 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4.954"/>
    </inkml:context>
    <inkml:brush xml:id="br0">
      <inkml:brushProperty name="width" value="0.035" units="cm"/>
      <inkml:brushProperty name="height" value="0.035" units="cm"/>
      <inkml:brushProperty name="color" value="#E71224"/>
    </inkml:brush>
  </inkml:definitions>
  <inkml:trace contextRef="#ctx0" brushRef="#br0">6 99 2824 0 0,'-5'2'11360'0'0,"10"-4"-9200"0"0,3-4-719 0 0,10-2-561 0 0,6-5-320 0 0,9-2-160 0 0,4-4-320 0 0,-1 4-48 0 0,-2 4-512 0 0,-1 1-640 0 0,-11 8-1201 0 0,-3 2-1999 0 0,-8 0-80 0 0,-8 8 960 0 0,-3 7 1120 0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5.118"/>
    </inkml:context>
    <inkml:brush xml:id="br0">
      <inkml:brushProperty name="width" value="0.035" units="cm"/>
      <inkml:brushProperty name="height" value="0.035" units="cm"/>
      <inkml:brushProperty name="color" value="#E71224"/>
    </inkml:brush>
  </inkml:definitions>
  <inkml:trace contextRef="#ctx0" brushRef="#br0">59 16 984 0 0,'-17'26'3444'0'0,"9"-15"-1170"0"0,1-1 0 0 0,1 2 0 0 0,-1-1 0 0 0,-6 19 0 0 0,13-30-2193 0 0,0 0 1 0 0,0 0 0 0 0,0 1-1 0 0,0-1 1 0 0,0 0 0 0 0,0 0-1 0 0,0 1 1 0 0,0-1 0 0 0,0 0-1 0 0,0 0 1 0 0,0 1 0 0 0,0-1-1 0 0,0 0 1 0 0,0 0 0 0 0,0 1-1 0 0,0-1 1 0 0,0 0 0 0 0,0 1-1 0 0,0-1 1 0 0,1 0 0 0 0,-1 0-1 0 0,0 0 1 0 0,0 1 0 0 0,0-1-1 0 0,0 0 1 0 0,1 0 0 0 0,-1 0-1 0 0,0 1 1 0 0,0-1 0 0 0,0 0-1 0 0,1 0 1 0 0,-1 0 0 0 0,0 0-1 0 0,0 0 1 0 0,1 1 0 0 0,-1-1-1 0 0,0 0 1 0 0,0 0 0 0 0,1 0-1 0 0,-1 0 1 0 0,0 0 0 0 0,0 0-1 0 0,1 0 1 0 0,0 0 0 0 0,19-2 997 0 0,21-9-806 0 0,109-48-498 0 0,-101 37-2600 0 0,0 0-3640 0 0,-46 20 5499 0 0,-2 2 659 0 0,0-1 1 0 0,0 1-1 0 0,0-1 1 0 0,0 0 0 0 0,0 1-1 0 0,0 0 1 0 0,0-1-1 0 0,0 1 1 0 0,0 0 0 0 0,0-1-1 0 0,0 1 1 0 0,0 0-1 0 0,0 0 1 0 0,0 0-1 0 0,1 0 1 0 0,-1 0 0 0 0,0 0-1 0 0,0 0 1 0 0,0 0-1 0 0,0 0 1 0 0,0 1 0 0 0,2 0-1 0 0,1 8-2213 0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6.710"/>
    </inkml:context>
    <inkml:brush xml:id="br0">
      <inkml:brushProperty name="width" value="0.035" units="cm"/>
      <inkml:brushProperty name="height" value="0.035" units="cm"/>
      <inkml:brushProperty name="color" value="#E71224"/>
    </inkml:brush>
  </inkml:definitions>
  <inkml:trace contextRef="#ctx0" brushRef="#br0">98 73 3304 0 0,'-1'-1'646'0'0,"0"0"0"0"0,0 0 0 0 0,0 0 0 0 0,1 0 0 0 0,-1 0 0 0 0,0-1 0 0 0,1 1 0 0 0,-1 0 0 0 0,1 0 0 0 0,-1-1 0 0 0,1 1 0 0 0,0 0 1 0 0,0-1-1 0 0,-1 1 0 0 0,1 0 0 0 0,0-1 0 0 0,0 1 0 0 0,0 0 0 0 0,0-1 0 0 0,1 1 0 0 0,-1-3 0 0 0,11-2 3792 0 0,10 1-3738 0 0,-12 3-1584 0 0,36-8 1191 0 0,0 2 0 0 0,1 1-1 0 0,0 3 1 0 0,89 3 0 0 0,-132 1-295 0 0,0 0 0 0 0,1 1 0 0 0,-1-1 1 0 0,0 1-1 0 0,0-1 0 0 0,0 1 0 0 0,0 0 0 0 0,0 0 1 0 0,-1 1-1 0 0,1-1 0 0 0,0 0 0 0 0,0 1 0 0 0,-1 0 1 0 0,4 2-1 0 0,-6-3-10 0 0,1 1 0 0 0,0-1 0 0 0,-1 1 0 0 0,1-1 0 0 0,-1 1 0 0 0,0-1 0 0 0,0 1 0 0 0,1-1 0 0 0,-1 1 0 0 0,0-1 0 0 0,0 1 0 0 0,0-1 0 0 0,-1 1 0 0 0,1-1 0 0 0,0 1 0 0 0,0-1 0 0 0,-1 1 0 0 0,1-1 0 0 0,-1 1 0 0 0,0-1 0 0 0,1 1 0 0 0,-1-1 0 0 0,0 0 0 0 0,0 1 0 0 0,0-1 0 0 0,0 0 0 0 0,0 0 0 0 0,0 0 0 0 0,0 0 0 0 0,-1 1 0 0 0,-16 20-30 0 0,-1-1 0 0 0,-1-1-1 0 0,-41 31 1 0 0,-79 47-18 0 0,65-47 186 0 0,48-32-75 0 0,-10 6 263 0 0,-33 31-1 0 0,68-56-313 0 0,1 1 0 0 0,0 0-1 0 0,0 0 1 0 0,0 0 0 0 0,0 1 0 0 0,-1-1-1 0 0,1 0 1 0 0,1 0 0 0 0,-1 1-1 0 0,0-1 1 0 0,0 0 0 0 0,0 1-1 0 0,1-1 1 0 0,-1 1 0 0 0,1-1 0 0 0,-1 1-1 0 0,1-1 1 0 0,0 1 0 0 0,-1-1-1 0 0,1 1 1 0 0,0 0 0 0 0,0 2-1 0 0,1-3-6 0 0,-1 1 0 0 0,1-1 0 0 0,0 1 0 0 0,0-1-1 0 0,0 1 1 0 0,0-1 0 0 0,0 0 0 0 0,0 0 0 0 0,0 0-1 0 0,0 1 1 0 0,1-1 0 0 0,-1 0 0 0 0,0 0 0 0 0,1-1-1 0 0,-1 1 1 0 0,0 0 0 0 0,4 1 0 0 0,4 1-17 0 0,0 0 0 0 0,0 0 0 0 0,1-1 1 0 0,-1 0-1 0 0,19 1 0 0 0,18-4 39 0 0,0-2-1 0 0,84-17 1 0 0,-91 12-7 0 0,1 2-1 0 0,-1 2 1 0 0,1 1 0 0 0,54 3 0 0 0,-89 0-7 0 0,1 1 1 0 0,0 0-1 0 0,-1 0 1 0 0,1 0-1 0 0,-1 1 1 0 0,1 0-1 0 0,-1 0 1 0 0,0 0-1 0 0,10 6 1 0 0,-14-7-7 0 0,1 1 0 0 0,-1-1 0 0 0,1 1 1 0 0,-1 0-1 0 0,1-1 0 0 0,-1 1 0 0 0,0 0 1 0 0,0 0-1 0 0,0 0 0 0 0,0 0 0 0 0,0 0 0 0 0,0 0 1 0 0,0 0-1 0 0,-1 0 0 0 0,1 0 0 0 0,-1 1 1 0 0,0-1-1 0 0,1 0 0 0 0,-1 0 0 0 0,0 0 1 0 0,0 1-1 0 0,0-1 0 0 0,-1 0 0 0 0,1 0 0 0 0,-1 0 1 0 0,1 0-1 0 0,-2 4 0 0 0,-4 14 51 0 0,-2-1-1 0 0,0 0 1 0 0,-1 0 0 0 0,0-1-1 0 0,-2-1 1 0 0,-18 25-1 0 0,-91 97 140 0 0,50-61 105 0 0,41-46-213 0 0,18-21-64 0 0,0 1 0 0 0,1 1 0 0 0,0 0 0 0 0,1 0 0 0 0,-11 20 0 0 0,19-32-32 0 0,1 0-1 0 0,-1 1 0 0 0,1-1 0 0 0,-1 0 0 0 0,1 1 0 0 0,-1-1 0 0 0,1 0 0 0 0,0 1 0 0 0,0-1 0 0 0,0 0 0 0 0,0 1 0 0 0,0-1 0 0 0,0 1 0 0 0,0-1 0 0 0,0 0 0 0 0,0 1 0 0 0,1-1 0 0 0,-1 0 1 0 0,0 1-1 0 0,1-1 0 0 0,-1 0 0 0 0,1 0 0 0 0,0 1 0 0 0,-1-1 0 0 0,1 0 0 0 0,0 0 0 0 0,0 0 0 0 0,0 0 0 0 0,0 0 0 0 0,0 0 0 0 0,0 0 0 0 0,0 0 0 0 0,0 0 0 0 0,0 0 0 0 0,0-1 0 0 0,0 1 1 0 0,1 0-1 0 0,-1-1 0 0 0,0 1 0 0 0,0-1 0 0 0,1 1 0 0 0,-1-1 0 0 0,0 0 0 0 0,1 1 0 0 0,-1-1 0 0 0,1 0 0 0 0,-1 0 0 0 0,0 0 0 0 0,3-1 0 0 0,6 2-14 0 0,1 0-1 0 0,-1-1 0 0 0,0-1 0 0 0,1 0 1 0 0,10-2-1 0 0,30-11 200 0 0,-2-2 1 0 0,0-2-1 0 0,68-36 0 0 0,-15 7-1879 0 0,4 8-3424 0 0,-101 37 4570 0 0,0 0-328 0 0,-1 1 1 0 0,0-1 0 0 0,1 1 0 0 0,-1 0 0 0 0,1 0-1 0 0,-1 0 1 0 0,1 1 0 0 0,0-1 0 0 0,-1 1 0 0 0,1 0-1 0 0,0 1 1 0 0,-1-1 0 0 0,1 1 0 0 0,-1 0 0 0 0,6 1-1 0 0,8 11-2531 0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7.515"/>
    </inkml:context>
    <inkml:brush xml:id="br0">
      <inkml:brushProperty name="width" value="0.035" units="cm"/>
      <inkml:brushProperty name="height" value="0.035" units="cm"/>
      <inkml:brushProperty name="color" value="#E71224"/>
    </inkml:brush>
  </inkml:definitions>
  <inkml:trace contextRef="#ctx0" brushRef="#br0">105 241 1304 0 0,'4'-1'12080'0'0,"-1"13"-5848"0"0,1 37-3880 0 0,3 22-2322 0 0,-6-67-68 0 0,0 1 1 0 0,0 0-1 0 0,1-1 1 0 0,0 0-1 0 0,0 1 1 0 0,0-1-1 0 0,0 0 0 0 0,1 0 1 0 0,-1 0-1 0 0,1-1 1 0 0,0 1-1 0 0,6 5 1 0 0,-8-8-32 0 0,0 0 0 0 0,0-1 1 0 0,1 1-1 0 0,-1 0 0 0 0,0-1 1 0 0,0 1-1 0 0,0-1 0 0 0,0 0 1 0 0,1 1-1 0 0,-1-1 0 0 0,0 0 1 0 0,0 0-1 0 0,1 0 0 0 0,-1 0 1 0 0,0 0-1 0 0,0 0 0 0 0,1 0 1 0 0,-1 0-1 0 0,2-1 0 0 0,-1 0-83 0 0,1 0 1 0 0,-1 0-1 0 0,0 0 0 0 0,1-1 0 0 0,-1 1 1 0 0,0-1-1 0 0,0 1 0 0 0,0-1 0 0 0,0 0 1 0 0,-1 0-1 0 0,1 0 0 0 0,3-4 0 0 0,0-2-355 0 0,1-1-1 0 0,-2 0 1 0 0,1 0 0 0 0,-1 0-1 0 0,0 0 1 0 0,-1 0-1 0 0,0-1 1 0 0,-1 0-1 0 0,0 1 1 0 0,0-1 0 0 0,-1 0-1 0 0,0 0 1 0 0,-1 0-1 0 0,0 0 1 0 0,-1 0 0 0 0,0 0-1 0 0,-4-19 1 0 0,2 19 608 0 0,0 0 0 0 0,-1 0 1 0 0,0 1-1 0 0,0-1 0 0 0,-1 1 1 0 0,0 0-1 0 0,-1 0 0 0 0,0 0 1 0 0,0 1-1 0 0,-13-13 0 0 0,0 2 2094 0 0,-44-33 0 0 0,56 47-1654 0 0,1 1 0 0 0,-1 0 0 0 0,0 0-1 0 0,0 1 1 0 0,0 0 0 0 0,0 0 0 0 0,-1 0 0 0 0,1 1 0 0 0,-1 0 0 0 0,0 1 0 0 0,-12-1 0 0 0,20 2-532 0 0,0 0 1 0 0,0 0-1 0 0,0 0 1 0 0,0 0-1 0 0,0 0 1 0 0,0 0-1 0 0,0 0 1 0 0,0 0-1 0 0,0 0 1 0 0,0 0-1 0 0,0 0 1 0 0,0 0-1 0 0,0 0 1 0 0,0 0-1 0 0,0 1 1 0 0,0-1-1 0 0,-1 0 1 0 0,1 0-1 0 0,0 0 1 0 0,0 0-1 0 0,0 0 1 0 0,0 0-1 0 0,0 0 1 0 0,0 0-1 0 0,0 0 1 0 0,14 3-1046 0 0,22 2-2837 0 0,61-4-8581 0 0,-62 1 9721 0 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7.741"/>
    </inkml:context>
    <inkml:brush xml:id="br0">
      <inkml:brushProperty name="width" value="0.035" units="cm"/>
      <inkml:brushProperty name="height" value="0.035" units="cm"/>
      <inkml:brushProperty name="color" value="#E71224"/>
    </inkml:brush>
  </inkml:definitions>
  <inkml:trace contextRef="#ctx0" brushRef="#br0">106 48 264 0 0,'-23'12'4400'0'0,"-2"-1"0"0"0,3-3-880 0 0,4-5-880 0 0,6-2-719 0 0,7-2-801 0 0,5 0-480 0 0,7-3-320 0 0,9-6-240 0 0,1-4-128 0 0,6 0-672 0 0,-2 3-960 0 0,6-1-2081 0 0,0 3-879 0 0,-7 3 720 0 0,-2 6 1120 0 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7.918"/>
    </inkml:context>
    <inkml:brush xml:id="br0">
      <inkml:brushProperty name="width" value="0.035" units="cm"/>
      <inkml:brushProperty name="height" value="0.035" units="cm"/>
      <inkml:brushProperty name="color" value="#E71224"/>
    </inkml:brush>
  </inkml:definitions>
  <inkml:trace contextRef="#ctx0" brushRef="#br0">27 84 2824 0 0,'-9'14'4800'0'0,"0"-6"-640"0"0,4-2-800 0 0,1-4-959 0 0,4 0-801 0 0,4-2-800 0 0,4-4-320 0 0,4-4-320 0 0,9-1-208 0 0,0-6-432 0 0,5-4-720 0 0,-4 4-2001 0 0,4-5-1759 0 0,0 4 400 0 0,-9 10 1120 0 0,0 3 1200 0 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09.512"/>
    </inkml:context>
    <inkml:brush xml:id="br0">
      <inkml:brushProperty name="width" value="0.035" units="cm"/>
      <inkml:brushProperty name="height" value="0.035" units="cm"/>
      <inkml:brushProperty name="color" value="#E71224"/>
    </inkml:brush>
  </inkml:definitions>
  <inkml:trace contextRef="#ctx0" brushRef="#br0">0 399 2904 0 0,'4'-4'929'0'0,"-1"-1"-1"0"0,1 0 1 0 0,-1 1-1 0 0,0-1 1 0 0,-1-1 0 0 0,1 1-1 0 0,-1 0 1 0 0,2-6-1 0 0,1-9 204 0 0,-1-1 0 0 0,3-29-1 0 0,-3 14-216 0 0,6-60 491 0 0,5-30 1322 0 0,2 210 45 0 0,38 395-1928 0 0,-45-445-3410 0 0,-10-34 2402 0 0,0-1 0 0 0,0 1 0 0 0,0-1 0 0 0,0 1 0 0 0,0-1 1 0 0,0 1-1 0 0,0 0 0 0 0,0-1 0 0 0,0 1 0 0 0,0-1 0 0 0,0 1 0 0 0,1-1 0 0 0,-1 1 0 0 0,0 0 0 0 0,0-1 0 0 0,0 1 0 0 0,1 0 0 0 0,-1-1 0 0 0,0 1 0 0 0,1 0 0 0 0,-1-1 0 0 0,0 1 0 0 0,1 0 0 0 0,-1-1 0 0 0,0 1 0 0 0,1 0 0 0 0,-1 0 0 0 0,1 0 0 0 0,-1-1 0 0 0,0 1 0 0 0,1 0 0 0 0,-1 0 0 0 0,1 0 0 0 0,-1 0 0 0 0,1 0 0 0 0,-1 0 0 0 0,0 0 0 0 0,1 0 0 0 0,-1 0 0 0 0,1 0 0 0 0,-1 0 0 0 0,1 0 0 0 0,-1 0 0 0 0,1 0 0 0 0,-1 0 0 0 0,0 0 0 0 0,1 0 0 0 0,-1 1 0 0 0,1-1 0 0 0,-1 0 0 0 0,0 0 0 0 0,1 1 0 0 0,-1-1 0 0 0,0 0 0 0 0,1 0 0 0 0,-1 1 0 0 0,0-1 0 0 0,1 0 0 0 0,-1 1 0 0 0,0-1 0 0 0,1 1 0 0 0,-1-1 1 0 0,0 0-1 0 0,0 1 0 0 0,0-1 0 0 0,0 1 0 0 0,1-1 0 0 0,-1 0 0 0 0,0 1 0 0 0,1-4-477 0 0,0 0 1 0 0,0-1-1 0 0,-1 1 1 0 0,1-1-1 0 0,-1 1 1 0 0,0-1 0 0 0,0 1-1 0 0,0-1 1 0 0,0 1-1 0 0,-2-7 1 0 0,1 8 472 0 0,-3-31-1846 0 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0.432"/>
    </inkml:context>
    <inkml:brush xml:id="br0">
      <inkml:brushProperty name="width" value="0.035" units="cm"/>
      <inkml:brushProperty name="height" value="0.035" units="cm"/>
      <inkml:brushProperty name="color" value="#E71224"/>
    </inkml:brush>
  </inkml:definitions>
  <inkml:trace contextRef="#ctx0" brushRef="#br0">0 223 2744 0 0,'2'0'488'0'0,"-1"-1"-1"0"0,0 1 1 0 0,1-1-1 0 0,-1 1 1 0 0,1 0 0 0 0,-1 0-1 0 0,1 0 1 0 0,0 0-1 0 0,-1 0 1 0 0,1 0 0 0 0,-1 0-1 0 0,1 0 1 0 0,-1 0-1 0 0,1 1 1 0 0,-1-1-1 0 0,1 1 1 0 0,-1-1 0 0 0,0 1-1 0 0,1-1 1 0 0,-1 1-1 0 0,0 0 1 0 0,1 0 0 0 0,-1 0-1 0 0,2 1 1 0 0,-1 1-68 0 0,0 1-1 0 0,0-1 1 0 0,-1 1 0 0 0,1 0-1 0 0,-1-1 1 0 0,1 1 0 0 0,-1 0 0 0 0,0 4-1 0 0,2 4-479 0 0,116 350 3834 0 0,-128-504-2988 0 0,3 73-707 0 0,-6-127-72 0 0,12 170 21 0 0,1 0 0 0 0,1 0 0 0 0,2 0 0 0 0,0 1 0 0 0,11-35 0 0 0,-14 58-15 0 0,-1 0 0 0 0,1-1 1 0 0,0 1-1 0 0,-1 0 0 0 0,1 0 1 0 0,0 0-1 0 0,0-1 0 0 0,1 1 1 0 0,-1 0-1 0 0,0 0 0 0 0,1 1 0 0 0,-1-1 1 0 0,1 0-1 0 0,-1 0 0 0 0,1 1 1 0 0,0-1-1 0 0,0 1 0 0 0,0-1 1 0 0,0 1-1 0 0,0 0 0 0 0,0 0 1 0 0,0 0-1 0 0,0 0 0 0 0,0 0 1 0 0,5-1-1 0 0,-4 3 16 0 0,1-1 1 0 0,-1 1 0 0 0,0 0-1 0 0,0-1 1 0 0,0 2 0 0 0,1-1-1 0 0,-1 0 1 0 0,0 1 0 0 0,0-1-1 0 0,-1 1 1 0 0,1 0 0 0 0,0 0-1 0 0,0 0 1 0 0,-1 0 0 0 0,0 0-1 0 0,1 1 1 0 0,2 4 0 0 0,13 14 65 0 0,0 2 1 0 0,-2 0-1 0 0,-1 1 1 0 0,21 45-1 0 0,36 109-1003 0 0,-68-166 651 0 0,2 6-875 0 0,4 8-2512 0 0,-1-11-4087 0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1.731"/>
    </inkml:context>
    <inkml:brush xml:id="br0">
      <inkml:brushProperty name="width" value="0.035" units="cm"/>
      <inkml:brushProperty name="height" value="0.035" units="cm"/>
      <inkml:brushProperty name="color" value="#E71224"/>
    </inkml:brush>
  </inkml:definitions>
  <inkml:trace contextRef="#ctx0" brushRef="#br0">27 1 104 0 0,'-2'0'462'0'0,"1"1"1"0"0,-1-1-1 0 0,1 1 1 0 0,-1 0-1 0 0,1 0 1 0 0,0-1-1 0 0,-1 1 1 0 0,1 0-1 0 0,0 0 1 0 0,0 0-1 0 0,0 0 1 0 0,-1 1-1 0 0,1-1 1 0 0,0 0-1 0 0,1 0 0 0 0,-1 1 1 0 0,0-1-1 0 0,0 1 1 0 0,0-1-1 0 0,1 0 1 0 0,-1 1-1 0 0,1 0 1 0 0,-1-1-1 0 0,1 1 1 0 0,0-1-1 0 0,-1 1 1 0 0,1-1-1 0 0,0 1 0 0 0,0 0 1 0 0,0-1-1 0 0,0 1 1 0 0,1 1-1 0 0,1 4 263 0 0,0 0 0 0 0,1-1 0 0 0,0 1 0 0 0,0-1 0 0 0,1 0 0 0 0,5 7 0 0 0,7 15-754 0 0,67 165 1860 0 0,-2-5-2806 0 0,-63-151-2784 0 0,30 42 1 0 0,-45-74 2867 0 0,1 1-4986 0 0,-13-9 1298 0 0,-8-7 2632 0 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1.941"/>
    </inkml:context>
    <inkml:brush xml:id="br0">
      <inkml:brushProperty name="width" value="0.035" units="cm"/>
      <inkml:brushProperty name="height" value="0.035" units="cm"/>
      <inkml:brushProperty name="color" value="#E71224"/>
    </inkml:brush>
  </inkml:definitions>
  <inkml:trace contextRef="#ctx0" brushRef="#br0">31 239 3064 0 0,'-9'-10'1564'0'0,"7"8"-787"0"0,0 1-1 0 0,0-1 1 0 0,0 0 0 0 0,0 0-1 0 0,1 0 1 0 0,-1 0-1 0 0,0 0 1 0 0,1-1 0 0 0,0 1-1 0 0,0 0 1 0 0,-2-5-1 0 0,3 5-595 0 0,1 1 0 0 0,-1-1-1 0 0,1 1 1 0 0,-1-1 0 0 0,1 1-1 0 0,0-1 1 0 0,0 1 0 0 0,0 0 0 0 0,-1-1-1 0 0,1 1 1 0 0,1 0 0 0 0,-1 0-1 0 0,0 0 1 0 0,0 0 0 0 0,0 0-1 0 0,0 0 1 0 0,1 0 0 0 0,-1 0-1 0 0,0 0 1 0 0,1 1 0 0 0,-1-1-1 0 0,1 1 1 0 0,-1-1 0 0 0,4 0 0 0 0,354-150 1517 0 0,-350 148-2008 0 0,40-11-436 0 0,-47 13 444 0 0,0 0 0 0 0,1 1 0 0 0,-1-1 1 0 0,0 1-1 0 0,1 0 0 0 0,-1 0 0 0 0,0 0 0 0 0,1 0 1 0 0,-1 0-1 0 0,0 1 0 0 0,1-1 0 0 0,-1 1 1 0 0,0-1-1 0 0,1 1 0 0 0,-1 0 0 0 0,3 1 0 0 0,-4-1 25 0 0,-1 0-1 0 0,1 0 0 0 0,0-1 0 0 0,-1 1 1 0 0,1 0-1 0 0,-1 0 0 0 0,1 0 0 0 0,-1 0 1 0 0,1 0-1 0 0,-1 0 0 0 0,0 0 0 0 0,1 0 1 0 0,-1 0-1 0 0,0 0 0 0 0,0 0 0 0 0,0 0 1 0 0,0 0-1 0 0,0 0 0 0 0,0 0 0 0 0,0 0 1 0 0,0 0-1 0 0,0 0 0 0 0,-1 0 0 0 0,1 0 1 0 0,0 0-1 0 0,-1 2 0 0 0,-14 27-2795 0 0,12-25 2538 0 0,-18 32-1638 0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2.151"/>
    </inkml:context>
    <inkml:brush xml:id="br0">
      <inkml:brushProperty name="width" value="0.035" units="cm"/>
      <inkml:brushProperty name="height" value="0.035" units="cm"/>
      <inkml:brushProperty name="color" value="#E71224"/>
    </inkml:brush>
  </inkml:definitions>
  <inkml:trace contextRef="#ctx0" brushRef="#br0">1 163 984 0 0,'1'4'930'0'0,"0"0"0"0"0,0 0 0 0 0,0 0-1 0 0,1 0 1 0 0,0 0 0 0 0,-1 0 0 0 0,1 0 0 0 0,1 0 0 0 0,-1-1-1 0 0,5 7 1 0 0,-5-9-692 0 0,0 0 0 0 0,0 0 0 0 0,0 0 0 0 0,0 0-1 0 0,-1 0 1 0 0,1 0 0 0 0,0-1 0 0 0,0 1 0 0 0,1 0 0 0 0,-1-1-1 0 0,0 0 1 0 0,0 1 0 0 0,0-1 0 0 0,0 0 0 0 0,0 0-1 0 0,0 0 1 0 0,1-1 0 0 0,-1 1 0 0 0,0 0 0 0 0,0-1 0 0 0,0 1-1 0 0,0-1 1 0 0,0 0 0 0 0,3-1 0 0 0,24-10 448 0 0,-1-2 1 0 0,0-1-1 0 0,32-22 0 0 0,33-27-2824 0 0,-42 27-2584 0 0,-48 35 3702 0 0,0 1 438 0 0,-1 0 1 0 0,0-1-1 0 0,0 1 1 0 0,0 0-1 0 0,0-1 0 0 0,0 1 1 0 0,-1-1-1 0 0,1 0 1 0 0,0 1-1 0 0,-1-1 1 0 0,1 0-1 0 0,-1 0 0 0 0,0 0 1 0 0,1 0-1 0 0,-1 0 1 0 0,1-3-1 0 0,-6 1-1418 0 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2.504"/>
    </inkml:context>
    <inkml:brush xml:id="br0">
      <inkml:brushProperty name="width" value="0.035" units="cm"/>
      <inkml:brushProperty name="height" value="0.035" units="cm"/>
      <inkml:brushProperty name="color" value="#E71224"/>
    </inkml:brush>
  </inkml:definitions>
  <inkml:trace contextRef="#ctx0" brushRef="#br0">94 11 904 0 0,'0'-1'283'0'0,"0"1"-1"0"0,0-1 1 0 0,-1 1-1 0 0,1-1 1 0 0,0 1-1 0 0,0-1 1 0 0,0 1-1 0 0,0-1 1 0 0,-1 1-1 0 0,1 0 1 0 0,0-1-1 0 0,0 1 1 0 0,-1-1-1 0 0,1 1 1 0 0,0 0-1 0 0,-1-1 1 0 0,1 1-1 0 0,0 0 1 0 0,-1-1-1 0 0,1 1 1 0 0,-1 0-1 0 0,1-1 1 0 0,-1 1-1 0 0,1 0 1 0 0,0 0-1 0 0,-1 0 1 0 0,1 0-1 0 0,-1-1 1 0 0,1 1-1 0 0,-1 0 1 0 0,0 0-1 0 0,-16 7 3817 0 0,-13 24-904 0 0,25-21-2871 0 0,0 1 1 0 0,0-1-1 0 0,1 1 0 0 0,1 0 1 0 0,0 1-1 0 0,0-1 0 0 0,1 1 1 0 0,-1 14-1 0 0,1 97 890 0 0,4-79-971 0 0,2 0 0 0 0,2 0-1 0 0,19 74 1 0 0,-17-92-228 0 0,0-1 0 0 0,2 1 1 0 0,1-1-1 0 0,0-1 1 0 0,2 0-1 0 0,1-1 0 0 0,23 29 1 0 0,-32-46-88 0 0,0-1 0 0 0,0 1 0 0 0,1-1-1 0 0,0 0 1 0 0,0 0 0 0 0,0-1 0 0 0,1 0 0 0 0,7 4 0 0 0,-8-6-424 0 0,-1 0 1 0 0,1 0-1 0 0,0 0 0 0 0,-1 0 0 0 0,1-1 0 0 0,0 0 0 0 0,0-1 0 0 0,0 1 1 0 0,10-1-1 0 0,-10-1-134 0 0,0 0 1 0 0,0 0-1 0 0,0-1 0 0 0,-1 0 1 0 0,1 0-1 0 0,0 0 0 0 0,-1-1 1 0 0,1 1-1 0 0,-1-2 0 0 0,0 1 1 0 0,0 0-1 0 0,0-1 0 0 0,0 0 1 0 0,-1 0-1 0 0,1 0 1 0 0,-1-1-1 0 0,0 1 0 0 0,-1-1 1 0 0,1 0-1 0 0,-1 0 0 0 0,0 0 1 0 0,3-8-1 0 0,10-23-1290 0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2.996"/>
    </inkml:context>
    <inkml:brush xml:id="br0">
      <inkml:brushProperty name="width" value="0.035" units="cm"/>
      <inkml:brushProperty name="height" value="0.035" units="cm"/>
      <inkml:brushProperty name="color" value="#E71224"/>
    </inkml:brush>
  </inkml:definitions>
  <inkml:trace contextRef="#ctx0" brushRef="#br0">18 67 1624 0 0,'0'-1'306'0'0,"1"1"0"0"0,-1 0 0 0 0,0 0-1 0 0,0-1 1 0 0,1 1 0 0 0,-1 0 0 0 0,0 0 0 0 0,1 0-1 0 0,-1-1 1 0 0,0 1 0 0 0,1 0 0 0 0,-1 0 0 0 0,0 0 0 0 0,1 0-1 0 0,-1 0 1 0 0,0 0 0 0 0,1 0 0 0 0,-1 0 0 0 0,0 0 0 0 0,1 0-1 0 0,-1 0 1 0 0,0 0 0 0 0,1 0 0 0 0,-1 0 0 0 0,0 0-1 0 0,1 0 1 0 0,-1 0 0 0 0,0 0 0 0 0,1 0 0 0 0,-1 0 0 0 0,0 1-1 0 0,1-1 1 0 0,-1 0 0 0 0,0 0 0 0 0,1 0 0 0 0,-1 1-1 0 0,0-1 1 0 0,0 0 0 0 0,1 0 0 0 0,-1 1 0 0 0,0-1 0 0 0,0 0-1 0 0,1 1 1 0 0,3 23 4271 0 0,-7 44-5054 0 0,1-52 1788 0 0,-10 136 102 0 0,-7 158-666 0 0,23-253-1018 0 0,-4-57 262 0 0,0 0 0 0 0,0 0 1 0 0,0 0-1 0 0,0 0 0 0 0,1 0 0 0 0,-1 0 1 0 0,0 0-1 0 0,0 0 0 0 0,0 0 1 0 0,0 0-1 0 0,0 0 0 0 0,0 0 0 0 0,1 0 1 0 0,-1 0-1 0 0,0-1 0 0 0,0 1 1 0 0,0 0-1 0 0,0 0 0 0 0,0 1 1 0 0,0-1-1 0 0,1 0 0 0 0,-1 0 0 0 0,0 0 1 0 0,0 0-1 0 0,0 0 0 0 0,0 0 1 0 0,0 0-1 0 0,0 0 0 0 0,1 0 0 0 0,-1 0 1 0 0,0 0-1 0 0,0 0 0 0 0,0 0 1 0 0,0 0-1 0 0,0 0 0 0 0,0 0 0 0 0,0 1 1 0 0,0-1-1 0 0,0 0 0 0 0,1 0 1 0 0,-1 0-1 0 0,0 0 0 0 0,0 0 1 0 0,0 0-1 0 0,0 0 0 0 0,0 1 0 0 0,0-1 1 0 0,0 0-1 0 0,0 0 0 0 0,0 0 1 0 0,0 0-1 0 0,0 0 0 0 0,0 0 0 0 0,0 1 1 0 0,0-1-1 0 0,0 0 0 0 0,0 0 1 0 0,7-32-304 0 0,8-240-687 0 0,-14 192 861 0 0,3 1 0 0 0,19-104 0 0 0,-22 177 274 0 0,1-1 0 0 0,-1 1 0 0 0,1 0 0 0 0,0 0 0 0 0,5-9 0 0 0,-7 15-101 0 0,1-1 0 0 0,-1 1-1 0 0,0 0 1 0 0,0-1 0 0 0,1 1 0 0 0,-1 0 0 0 0,0-1 0 0 0,1 1-1 0 0,-1 0 1 0 0,0-1 0 0 0,1 1 0 0 0,-1 0 0 0 0,0 0-1 0 0,1-1 1 0 0,-1 1 0 0 0,1 0 0 0 0,-1 0 0 0 0,1 0 0 0 0,-1-1-1 0 0,0 1 1 0 0,1 0 0 0 0,-1 0 0 0 0,1 0 0 0 0,-1 0-1 0 0,1 0 1 0 0,-1 0 0 0 0,1 0 0 0 0,-1 0 0 0 0,1 0 0 0 0,1 1 33 0 0,-1 0 1 0 0,0 0-1 0 0,1 0 1 0 0,-1 0 0 0 0,0 0-1 0 0,0 1 1 0 0,0-1 0 0 0,0 0-1 0 0,0 0 1 0 0,0 1-1 0 0,0-1 1 0 0,0 0 0 0 0,0 4-1 0 0,35 73 1029 0 0,28 90-1 0 0,-39-97-2132 0 0,2-1 0 0 0,40 70 1 0 0,-61-130 1064 0 0,8 15-6912 0 0,-15-17 1538 0 0,-13-8-110 0 0,-7-7 2948 0 0,-6-5 827 0 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3.160"/>
    </inkml:context>
    <inkml:brush xml:id="br0">
      <inkml:brushProperty name="width" value="0.035" units="cm"/>
      <inkml:brushProperty name="height" value="0.035" units="cm"/>
      <inkml:brushProperty name="color" value="#E71224"/>
    </inkml:brush>
  </inkml:definitions>
  <inkml:trace contextRef="#ctx0" brushRef="#br0">1 228 1304 0 0,'2'8'7520'0'0,"6"-8"-4560"0"0,6-2-720 0 0,4-4-560 0 0,4-3-479 0 0,8-3-401 0 0,8-4-240 0 0,2-5-320 0 0,2 1-240 0 0,-2-2-368 0 0,-1 1-1072 0 0,-3-1-2001 0 0,-7 0-1039 0 0,-9 1 720 0 0,-6 0 1040 0 0,-9 0 960 0 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3.422"/>
    </inkml:context>
    <inkml:brush xml:id="br0">
      <inkml:brushProperty name="width" value="0.035" units="cm"/>
      <inkml:brushProperty name="height" value="0.035" units="cm"/>
      <inkml:brushProperty name="color" value="#E71224"/>
    </inkml:brush>
  </inkml:definitions>
  <inkml:trace contextRef="#ctx0" brushRef="#br0">5 15 424 0 0,'-5'-3'5861'0'0,"5"3"-5627"0"0,2-6 6799 0 0,-2 6-6798 0 0,19-5 3645 0 0,29 4-2509 0 0,-13 5-959 0 0,0 1 0 0 0,0 2-1 0 0,0 2 1 0 0,-1 0 0 0 0,-1 3 0 0 0,0 0 0 0 0,0 3 0 0 0,-1 0 0 0 0,-1 2-1 0 0,-1 1 1 0 0,49 39 0 0 0,-59-40-368 0 0,-1 0 0 0 0,-1 1 0 0 0,0 0 0 0 0,-1 2 0 0 0,-2 0 0 0 0,0 1 0 0 0,-1 1 0 0 0,-1 0 0 0 0,-1 0 0 0 0,-1 1 0 0 0,-1 1 0 0 0,-1 0 0 0 0,-1 0 0 0 0,-1 1 0 0 0,-1 0-1 0 0,-2 0 1 0 0,2 27 0 0 0,-4-16-401 0 0,-5 46 0 0 0,-1-49-2054 0 0,-12 55 1 0 0,11-66 647 0 0,-2-1 1 0 0,0 0 0 0 0,-1 0 0 0 0,-1-1 0 0 0,-1 0 0 0 0,-1-1-1 0 0,-1 0 1 0 0,-24 31 0 0 0,-7-5-758 0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8.763"/>
    </inkml:context>
    <inkml:brush xml:id="br0">
      <inkml:brushProperty name="width" value="0.035" units="cm"/>
      <inkml:brushProperty name="height" value="0.035" units="cm"/>
      <inkml:brushProperty name="color" value="#E71224"/>
    </inkml:brush>
  </inkml:definitions>
  <inkml:trace contextRef="#ctx0" brushRef="#br0">0 206 1224 0 0,'13'-107'14627'0'0,"-10"134"-9975"0"0,10 24-3098 0 0,3 19-1186 0 0,0 73 354 0 0,-7 283 1 0 0,-10-401-718 0 0,0-18-29 0 0,0 1-1 0 0,0 0 1 0 0,1-1-1 0 0,1 1 1 0 0,-1-1-1 0 0,1 1 1 0 0,0-1-1 0 0,1 1 1 0 0,4 13-1 0 0,-4-61-588 0 0,-2-548 418 0 0,-1 495 150 0 0,0 54 6 0 0,0 19 88 0 0,0 1-1 0 0,1-1 1 0 0,1 1-1 0 0,1-1 1 0 0,0 1-1 0 0,10-32 1 0 0,-12 51-26 0 0,1-1 1 0 0,-1 1-1 0 0,1 0 1 0 0,0 0-1 0 0,-1-1 0 0 0,1 1 1 0 0,0 0-1 0 0,0 0 1 0 0,-1 0-1 0 0,1 0 0 0 0,0 0 1 0 0,-1 0-1 0 0,1 0 0 0 0,0 0 1 0 0,-1 1-1 0 0,1-1 1 0 0,0 0-1 0 0,-1 0 0 0 0,1 1 1 0 0,0-1-1 0 0,-1 0 1 0 0,1 1-1 0 0,0-1 0 0 0,-1 0 1 0 0,1 1-1 0 0,-1-1 0 0 0,1 1 1 0 0,-1-1-1 0 0,1 1 1 0 0,-1-1-1 0 0,1 1 0 0 0,-1-1 1 0 0,0 1-1 0 0,1 0 1 0 0,-1 0-1 0 0,22 22 375 0 0,-1 11-314 0 0,-2 0-1 0 0,-2 1 1 0 0,0 1 0 0 0,-3 1-1 0 0,-1 0 1 0 0,9 42 0 0 0,-8-27-260 0 0,2-2 0 0 0,36 75 1 0 0,-49-124-350 0 0,2-9 227 0 0,5-26 163 0 0,6-43 186 0 0,23-266 197 0 0,-42 313 152 0 0,2 22 89 0 0,4 21-98 0 0,15 93 242 0 0,7 176 1 0 0,14 122-204 0 0,-7-234-3388 0 0,-32-170 2826 0 0,1 0 0 0 0,-1 0 0 0 0,0 0-132 0 0,0 0 132 0 0,0 0 0 0 0,0 0 0 0 0,0-1 0 0 0,0 1 0 0 0,1 0 0 0 0,-1 0 0 0 0,0 0 0 0 0,0 0 0 0 0,0 0 0 0 0,0 0 0 0 0,0 0 0 0 0,1 0 0 0 0,-1 0 0 0 0,0 0 0 0 0,0 0 0 0 0,0 0 0 0 0,0 0 0 0 0,0 0 0 0 0,1 0 0 0 0,-1 0 0 0 0,0 0 0 0 0,0 0 0 0 0,0 0 0 0 0,0 0 0 0 0,0 0 0 0 0,1 0 0 0 0,-1 0 0 0 0,0 1 0 0 0,0-1 0 0 0,0 0 0 0 0,0 0 0 0 0,0 0 0 0 0,0 0 0 0 0,1 0-132 0 0,-1 0 132 0 0,0 0 0 0 0,0 1 0 0 0,0-1 0 0 0,0 0 0 0 0,0 0 0 0 0,0 0 0 0 0,0 0 0 0 0,0 0 0 0 0,0 1 0 0 0,0-1 0 0 0,0 0 0 0 0,0 0 0 0 0,0 0 0 0 0,0 0 0 0 0,0 0 0 0 0,0 1 0 0 0,0-1 0 0 0,0 0-1 0 0,0 0 2 0 0,8-21-5095 0 0,2-32-564 0 0,-5 6 2777 0 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9.095"/>
    </inkml:context>
    <inkml:brush xml:id="br0">
      <inkml:brushProperty name="width" value="0.035" units="cm"/>
      <inkml:brushProperty name="height" value="0.035" units="cm"/>
      <inkml:brushProperty name="color" value="#E71224"/>
    </inkml:brush>
  </inkml:definitions>
  <inkml:trace contextRef="#ctx0" brushRef="#br0">99 56 3304 0 0,'-24'-43'8070'0'0,"23"42"-7780"0"0,0 0-1 0 0,0 0 0 0 0,0 0 0 0 0,0 0 1 0 0,1 0-1 0 0,-2 0 0 0 0,1 0 0 0 0,0 1 1 0 0,0-1-1 0 0,0 0 0 0 0,0 1 1 0 0,0-1-1 0 0,-1 1 0 0 0,1-1 0 0 0,-2 0 1 0 0,3 1-167 0 0,-1 1 1 0 0,0-1-1 0 0,0 0 1 0 0,1 0-1 0 0,-1 1 1 0 0,0-1-1 0 0,0 0 1 0 0,1 1-1 0 0,-1-1 1 0 0,0 0-1 0 0,1 1 1 0 0,-1-1-1 0 0,1 1 1 0 0,-1-1-1 0 0,0 1 1 0 0,1 0-1 0 0,-1-1 1 0 0,1 1-1 0 0,0-1 1 0 0,-1 1-1 0 0,1 0 1 0 0,-1 0 0 0 0,1-1-1 0 0,0 1 1 0 0,0 0-1 0 0,-1 0 1 0 0,1-1-1 0 0,0 3 1 0 0,-7 24 696 0 0,1 0 1 0 0,1 1 0 0 0,-1 47 0 0 0,2-32-344 0 0,-6 101 355 0 0,8 146-1 0 0,7-196-979 0 0,4-1 0 0 0,35 149-1 0 0,-42-233-110 0 0,4 16-202 0 0,1 0 0 0 0,16 38 0 0 0,-19-56-11 0 0,-1-1 0 0 0,1 1 1 0 0,0 0-1 0 0,1-1 0 0 0,8 9 1 0 0,-11-12-63 0 0,1-1 0 0 0,0 1 0 0 0,0-1 0 0 0,0 0 0 0 0,0 0 0 0 0,0 0 0 0 0,1 0 0 0 0,-1 0 0 0 0,1-1 0 0 0,-1 0 1 0 0,1 1-1 0 0,4 0 0 0 0,-5-2 37 0 0,-1 0 0 0 0,1 1 0 0 0,0-1 0 0 0,-1 0-1 0 0,1 0 1 0 0,-1-1 0 0 0,1 1 0 0 0,0-1 0 0 0,-1 1 0 0 0,1-1 0 0 0,-1 0 0 0 0,1 0 0 0 0,-1 0 0 0 0,1 0 0 0 0,-1 0 0 0 0,0-1 0 0 0,3-1 0 0 0,14-16-2370 0 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19.951"/>
    </inkml:context>
    <inkml:brush xml:id="br0">
      <inkml:brushProperty name="width" value="0.035" units="cm"/>
      <inkml:brushProperty name="height" value="0.035" units="cm"/>
      <inkml:brushProperty name="color" value="#E71224"/>
    </inkml:brush>
  </inkml:definitions>
  <inkml:trace contextRef="#ctx0" brushRef="#br0">5 68 2904 0 0,'0'-1'329'0'0,"-1"0"0"0"0,1 1 1 0 0,0-1-1 0 0,-1 1 0 0 0,1-1 0 0 0,0 0 0 0 0,-1 1 0 0 0,1-1 1 0 0,0 0-1 0 0,0 1 0 0 0,-1-1 0 0 0,1 0 0 0 0,0 0 0 0 0,0 1 0 0 0,0-1 1 0 0,0 0-1 0 0,0 1 0 0 0,0-1 0 0 0,0 0 0 0 0,0 0 0 0 0,0 1 1 0 0,1-1-1 0 0,-1 0 0 0 0,0 0 0 0 0,0 1 0 0 0,1-1 0 0 0,-1 0 1 0 0,0 1-1 0 0,1-1 0 0 0,-1 1 0 0 0,0-1 0 0 0,1 0 0 0 0,0 0 1 0 0,27-4 5194 0 0,-9 3-5866 0 0,55-9 1462 0 0,-3 0-584 0 0,80-3 0 0 0,-147 14-524 0 0,0 0 0 0 0,0 0 1 0 0,-1 0-1 0 0,1 1 0 0 0,0 0 0 0 0,0 0 1 0 0,0 0-1 0 0,-1 0 0 0 0,5 2 0 0 0,-7-2-248 0 0,1-1 0 0 0,0 1 1 0 0,-1 1-1 0 0,1-1 0 0 0,-1 0 0 0 0,1 0 0 0 0,-1 1 0 0 0,0-1 0 0 0,0 0 0 0 0,1 1 0 0 0,-1-1 0 0 0,0 1 0 0 0,0 0 0 0 0,1 2 0 0 0,-1 1-621 0 0,0 1-1 0 0,0-1 1 0 0,0 0 0 0 0,-1 0 0 0 0,0 1 0 0 0,0-1 0 0 0,0 0-1 0 0,0 1 1 0 0,-1-1 0 0 0,0 0 0 0 0,0 1 0 0 0,-3 6 0 0 0,-11 32-2770 0 0,-4 7 960 0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0.233"/>
    </inkml:context>
    <inkml:brush xml:id="br0">
      <inkml:brushProperty name="width" value="0.035" units="cm"/>
      <inkml:brushProperty name="height" value="0.035" units="cm"/>
      <inkml:brushProperty name="color" value="#E71224"/>
    </inkml:brush>
  </inkml:definitions>
  <inkml:trace contextRef="#ctx0" brushRef="#br0">1 99 1704 0 0,'3'-2'8448'0'0,"6"2"-4082"0"0,26-1-1762 0 0,-30 2-1568 0 0,56-3 494 0 0,-1-2 0 0 0,66-14 0 0 0,35-21-5261 0 0,-58 8-12457 0 0,-85 28 13895 0 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0.528"/>
    </inkml:context>
    <inkml:brush xml:id="br0">
      <inkml:brushProperty name="width" value="0.035" units="cm"/>
      <inkml:brushProperty name="height" value="0.035" units="cm"/>
      <inkml:brushProperty name="color" value="#E71224"/>
    </inkml:brush>
  </inkml:definitions>
  <inkml:trace contextRef="#ctx0" brushRef="#br0">44 5 664 0 0,'-1'-1'525'0'0,"0"1"-1"0"0,0-1 1 0 0,0 1 0 0 0,0-1 0 0 0,-1 1-1 0 0,1-1 1 0 0,0 1 0 0 0,0 0-1 0 0,0 0 1 0 0,0 0 0 0 0,-1 0-1 0 0,1 0 1 0 0,0 0 0 0 0,0 0 0 0 0,0 0-1 0 0,0 0 1 0 0,-1 0 0 0 0,1 1-1 0 0,0-1 1 0 0,0 0 0 0 0,0 1-1 0 0,0-1 1 0 0,0 1 0 0 0,0-1 0 0 0,-2 2-1 0 0,2 0-178 0 0,-1 0 1 0 0,1-1-1 0 0,0 1 0 0 0,0 0 0 0 0,0 0 0 0 0,0 0 0 0 0,0-1 1 0 0,1 1-1 0 0,-1 0 0 0 0,1 0 0 0 0,-1 0 0 0 0,1 0 0 0 0,-1 4 1 0 0,1 1-201 0 0,0 0 0 0 0,0 1 1 0 0,0-1-1 0 0,1 0 0 0 0,0 1 1 0 0,0-1-1 0 0,4 11 0 0 0,-3-14-76 0 0,0 0 0 0 0,0 0 0 0 0,1 0-1 0 0,-1-1 1 0 0,1 1 0 0 0,0-1 0 0 0,-1 0 0 0 0,5 4-1 0 0,-4-4-443 0 0,1-1-1 0 0,-1 1 1 0 0,1-1-1 0 0,-1 0 1 0 0,1 0-1 0 0,0 0 1 0 0,0 0-1 0 0,5 1 1 0 0,-7-2-43 0 0,0-1 0 0 0,1 1 1 0 0,-1-1-1 0 0,0 1 0 0 0,0-1 0 0 0,1 0 1 0 0,-1 0-1 0 0,0 0 0 0 0,1-1 1 0 0,-1 1-1 0 0,0 0 0 0 0,0-1 1 0 0,0 1-1 0 0,1-1 0 0 0,-1 0 0 0 0,0 0 1 0 0,0 0-1 0 0,0 0 0 0 0,0 0 1 0 0,0 0-1 0 0,0-1 0 0 0,-1 1 1 0 0,1-1-1 0 0,0 1 0 0 0,-1-1 0 0 0,1 1 1 0 0,-1-1-1 0 0,1 0 0 0 0,-1 0 1 0 0,0 0-1 0 0,0 0 0 0 0,0 0 1 0 0,0 0-1 0 0,0 0 0 0 0,0 0 0 0 0,0-3 1 0 0,2-10-1451 0 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0.675"/>
    </inkml:context>
    <inkml:brush xml:id="br0">
      <inkml:brushProperty name="width" value="0.035" units="cm"/>
      <inkml:brushProperty name="height" value="0.035" units="cm"/>
      <inkml:brushProperty name="color" value="#E71224"/>
    </inkml:brush>
  </inkml:definitions>
  <inkml:trace contextRef="#ctx0" brushRef="#br0">156 188 984 0 0,'-30'-10'4560'0'0,"2"3"-160"0"0,1-1-800 0 0,1 3-800 0 0,8 1-639 0 0,6 0-641 0 0,4-9-720 0 0,2-7-400 0 0,5 1-160 0 0,6 1-240 0 0,-1 3-128 0 0,8 1-512 0 0,7 2-720 0 0,1 2-2081 0 0,4-5-1679 0 0,3 5 400 0 0,-3 7 1280 0 0,-3 3 1040 0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1.029"/>
    </inkml:context>
    <inkml:brush xml:id="br0">
      <inkml:brushProperty name="width" value="0.035" units="cm"/>
      <inkml:brushProperty name="height" value="0.035" units="cm"/>
      <inkml:brushProperty name="color" value="#E71224"/>
    </inkml:brush>
  </inkml:definitions>
  <inkml:trace contextRef="#ctx0" brushRef="#br0">1 76 1384 0 0,'0'5'4480'0'0,"0"-1"-400"0"0,-1-1-880 0 0,2 3-960 0 0,2-3-559 0 0,6-3-721 0 0,5-4-320 0 0,7-5-240 0 0,4-1-160 0 0,2-3-240 0 0,4-2-368 0 0,-3 0-992 0 0,-6 3-2001 0 0,1 0-1359 0 0,-9 5 560 0 0,-8 7 1120 0 0,-6 6 1040 0 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1.211"/>
    </inkml:context>
    <inkml:brush xml:id="br0">
      <inkml:brushProperty name="width" value="0.035" units="cm"/>
      <inkml:brushProperty name="height" value="0.035" units="cm"/>
      <inkml:brushProperty name="color" value="#E71224"/>
    </inkml:brush>
  </inkml:definitions>
  <inkml:trace contextRef="#ctx0" brushRef="#br0">7 140 2264 0 0,'-4'22'5360'0'0,"1"-9"-640"0"0,4-6-1280 0 0,3-4-959 0 0,6-3-881 0 0,9-6-560 0 0,8-9-400 0 0,8-6-320 0 0,0-4-160 0 0,-1 1-368 0 0,2 0-592 0 0,-3 1-1440 0 0,0 2-2481 0 0,-9 3-559 0 0,-9 11 960 0 0,-11 8 1280 0 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2.723"/>
    </inkml:context>
    <inkml:brush xml:id="br0">
      <inkml:brushProperty name="width" value="0.035" units="cm"/>
      <inkml:brushProperty name="height" value="0.035" units="cm"/>
      <inkml:brushProperty name="color" value="#E71224"/>
    </inkml:brush>
  </inkml:definitions>
  <inkml:trace contextRef="#ctx0" brushRef="#br0">0 285 984 0 0,'3'-107'10440'0'0,"1"96"-7314"0"0,3 15-1390 0 0,8 23-499 0 0,-12-20-935 0 0,75 154 991 0 0,-7 3 0 0 0,72 252 1 0 0,-136-388-1192 0 0,-7-20 24 0 0,-8-18 32 0 0,-28-63 103 0 0,3-1 0 0 0,3-2 0 0 0,3 0 0 0 0,4-2 0 0 0,3-1 0 0 0,-15-129 0 0 0,25 80 133 0 0,9 111-335 0 0,2 1 0 0 0,0-1-1 0 0,1 1 1 0 0,0-1 0 0 0,8-24 0 0 0,-9 38-44 0 0,0 0 0 0 0,0 0 0 0 0,0 0 0 0 0,1 0-1 0 0,-1 0 1 0 0,1 0 0 0 0,0 1 0 0 0,0-1 0 0 0,0 0 0 0 0,0 1 0 0 0,0 0 0 0 0,0-1 0 0 0,1 1 0 0 0,-1 0 0 0 0,1 0 0 0 0,-1 1 0 0 0,1-1 0 0 0,0 0 0 0 0,0 1 0 0 0,0 0 0 0 0,0-1-1 0 0,0 1 1 0 0,0 0 0 0 0,0 1 0 0 0,0-1 0 0 0,0 0 0 0 0,0 1 0 0 0,1 0 0 0 0,-1 0 0 0 0,0 0 0 0 0,0 0 0 0 0,0 0 0 0 0,1 1 0 0 0,-1-1 0 0 0,0 1 0 0 0,0 0 0 0 0,0 0 0 0 0,0 0-1 0 0,4 3 1 0 0,2-1 49 0 0,0 1 0 0 0,0 0 0 0 0,-1 1 0 0 0,0 0-1 0 0,0 1 1 0 0,0-1 0 0 0,-1 1 0 0 0,0 1-1 0 0,0-1 1 0 0,0 1 0 0 0,-1 1 0 0 0,8 10-1 0 0,-7-3 21 0 0,0 1-1 0 0,-1 0 1 0 0,-1 0-1 0 0,0 0 0 0 0,-1 0 1 0 0,0 1-1 0 0,-2 0 1 0 0,0 0-1 0 0,-1-1 1 0 0,-2 32-1 0 0,-1-21-7 0 0,-1 0 1 0 0,-1-1 0 0 0,-1 1-1 0 0,-2-1 1 0 0,0-1-1 0 0,-13 29 1 0 0,-5-9-244 0 0,22-41-605 0 0,0 0 1 0 0,0-1-1 0 0,-1 1 1 0 0,1-1-1 0 0,-1 0 1 0 0,-7 5-1 0 0,6-5-392 0 0,0-1-1 0 0,0 0 1 0 0,0 0-1 0 0,-1 0 1 0 0,1-1-1 0 0,0 0 1 0 0,-1 0-1 0 0,0 0 1 0 0,1-1-1 0 0,-1 1 1 0 0,1-1-1 0 0,-1-1 1 0 0,1 1-1 0 0,-10-2 0 0 0,-18-3-1928 0 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4.644"/>
    </inkml:context>
    <inkml:brush xml:id="br0">
      <inkml:brushProperty name="width" value="0.035" units="cm"/>
      <inkml:brushProperty name="height" value="0.035" units="cm"/>
      <inkml:brushProperty name="color" value="#E71224"/>
    </inkml:brush>
  </inkml:definitions>
  <inkml:trace contextRef="#ctx0" brushRef="#br0">627 33 2264 0 0,'-3'-2'684'0'0,"1"0"0"0"0,-1 1-1 0 0,1-1 1 0 0,-1 1 0 0 0,0-1 0 0 0,0 1 0 0 0,0 0-1 0 0,0 0 1 0 0,0 0 0 0 0,0 0 0 0 0,0 1 0 0 0,0-1 0 0 0,0 1-1 0 0,0 0 1 0 0,-6 0 0 0 0,2 1-132 0 0,1 0 1 0 0,-1 0-1 0 0,1 1 1 0 0,-1 0-1 0 0,1 0 1 0 0,0 1-1 0 0,-7 3 1 0 0,-4 4-15 0 0,0 1 1 0 0,1 0 0 0 0,1 1-1 0 0,-17 17 1 0 0,5-2-228 0 0,1 2 0 0 0,2 1 1 0 0,1 1-1 0 0,1 1 0 0 0,-21 43 0 0 0,-74 183-326 0 0,80-171 48 0 0,35-79-603 0 0,4-7 203 0 0,14-13 39 0 0,9-7 167 0 0,10 4 132 0 0,0 1 0 0 0,1 2 0 0 0,0 1 0 0 0,62-10 0 0 0,41-12 14 0 0,-125 29-2 0 0,21-5 33 0 0,0-3 1 0 0,-1 0-1 0 0,-1-3 0 0 0,54-29 0 0 0,-80 39 66 0 0,-1 1 0 0 0,1-1 0 0 0,-1 0-1 0 0,1 0 1 0 0,-2-1 0 0 0,1 0 0 0 0,0 0-1 0 0,-1 0 1 0 0,0-1 0 0 0,-1 1 0 0 0,0-1 0 0 0,0 0-1 0 0,0-1 1 0 0,-1 1 0 0 0,0-1 0 0 0,0 1 0 0 0,0-1-1 0 0,-1 0 1 0 0,-1 0 0 0 0,1 0 0 0 0,-2 0 0 0 0,1 0-1 0 0,-1 0 1 0 0,0 0 0 0 0,0-1 0 0 0,-1 1 0 0 0,-2-8-1 0 0,0 5 56 0 0,-1 1 0 0 0,0 0 0 0 0,0 0 0 0 0,-1 1 0 0 0,0-1 0 0 0,-1 1 0 0 0,0 0 0 0 0,0 1 0 0 0,-1-1 0 0 0,0 1 0 0 0,-1 0 0 0 0,0 1 0 0 0,0 0-1 0 0,0 0 1 0 0,-1 1 0 0 0,0 0 0 0 0,0 1 0 0 0,-13-6 0 0 0,-10-5 215 0 0,0 2-1 0 0,-1 2 1 0 0,0 1 0 0 0,-47-10-1 0 0,48 15-149 0 0,0 1-1 0 0,-1 2 0 0 0,1 1 0 0 0,-1 1 1 0 0,-42 5-1 0 0,54-1-247 0 0,0 0 1 0 0,0 1-1 0 0,0 1 1 0 0,0 1-1 0 0,1 1 1 0 0,0 1-1 0 0,0 1 1 0 0,1 0-1 0 0,-19 13 1 0 0,35-20-69 0 0,0 1 1 0 0,0-1-1 0 0,0 1 1 0 0,0-1-1 0 0,0 1 1 0 0,1 0 0 0 0,-1 0-1 0 0,1 0 1 0 0,0 1-1 0 0,-1-1 1 0 0,2 0-1 0 0,-1 1 1 0 0,0-1 0 0 0,-1 6-1 0 0,2-4-389 0 0,0 0 0 0 0,0 0 0 0 0,1-1 0 0 0,0 1 1 0 0,0 0-1 0 0,0 0 0 0 0,0 0 0 0 0,1 0 0 0 0,0 0 0 0 0,1 5 0 0 0,5 10-2367 0 0,0-1 1 0 0,1-1-1 0 0,1 1 1 0 0,18 25-1 0 0,-11-16-83 0 0,12 17 100 0 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5.028"/>
    </inkml:context>
    <inkml:brush xml:id="br0">
      <inkml:brushProperty name="width" value="0.035" units="cm"/>
      <inkml:brushProperty name="height" value="0.035" units="cm"/>
      <inkml:brushProperty name="color" value="#E71224"/>
    </inkml:brush>
  </inkml:definitions>
  <inkml:trace contextRef="#ctx0" brushRef="#br0">4 159 664 0 0,'-3'9'4320'0'0,"3"-3"-160"0"0,4-4-1200 0 0,4-5-800 0 0,8-4-640 0 0,6-2-399 0 0,10-3-321 0 0,9-5-240 0 0,4-5-320 0 0,4-3-208 0 0,4 1-672 0 0,-5 0-880 0 0,-6 6-2081 0 0,-8 6-959 0 0,-13 9 640 0 0,-15 9 1200 0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5.194"/>
    </inkml:context>
    <inkml:brush xml:id="br0">
      <inkml:brushProperty name="width" value="0.035" units="cm"/>
      <inkml:brushProperty name="height" value="0.035" units="cm"/>
      <inkml:brushProperty name="color" value="#E71224"/>
    </inkml:brush>
  </inkml:definitions>
  <inkml:trace contextRef="#ctx0" brushRef="#br0">14 95 2904 0 0,'-7'15'4720'0'0,"1"-2"-800"0"0,6-6-880 0 0,3 0-879 0 0,8-5-721 0 0,4-4-480 0 0,11-5-400 0 0,7-6-160 0 0,8-5-400 0 0,5-2-528 0 0,1-3-1632 0 0,1 0-2561 0 0,-2 5-239 0 0,-5 7 1040 0 0,-8 7 1120 0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6.879"/>
    </inkml:context>
    <inkml:brush xml:id="br0">
      <inkml:brushProperty name="width" value="0.035" units="cm"/>
      <inkml:brushProperty name="height" value="0.035" units="cm"/>
      <inkml:brushProperty name="color" value="#E71224"/>
    </inkml:brush>
  </inkml:definitions>
  <inkml:trace contextRef="#ctx0" brushRef="#br0">3 100 4264 0 0,'0'0'371'0'0,"0"0"-1"0"0,1 0 1 0 0,-1 0 0 0 0,1 0 0 0 0,-1-1-1 0 0,1 1 1 0 0,-1 0 0 0 0,1 0-1 0 0,-1 0 1 0 0,1 0 0 0 0,-1 0-1 0 0,0 0 1 0 0,1 0 0 0 0,-1 0-1 0 0,1 0 1 0 0,-1 0 0 0 0,1 0-1 0 0,-1 1 1 0 0,1-1 0 0 0,-1 0-1 0 0,1 0 1 0 0,-1 0 0 0 0,0 1-1 0 0,1-1 1 0 0,-1 0 0 0 0,1 0-1 0 0,-1 1 1 0 0,0-1 0 0 0,1 0-1 0 0,-1 1 1 0 0,1 0 0 0 0,8 19 3964 0 0,1 35-4485 0 0,-8-40 1424 0 0,137 649 638 0 0,-132-639-2049 0 0,-10-35-243 0 0,-11-41 38 0 0,-37-135 376 0 0,-62-300 932 0 0,112 475-896 0 0,0 0-1 0 0,1 0 1 0 0,0 0-1 0 0,1 0 1 0 0,0 0-1 0 0,0 1 1 0 0,6-21-1 0 0,-6 28-48 0 0,-1 1 0 0 0,1 0 0 0 0,0 0 0 0 0,0 0 0 0 0,0 0 0 0 0,0 0 0 0 0,0 0 0 0 0,0 0 0 0 0,0 0 0 0 0,1 0 0 0 0,-1 0 0 0 0,1 1 0 0 0,-1-1 0 0 0,1 0 0 0 0,0 1 0 0 0,-1 0 0 0 0,1-1 0 0 0,0 1 0 0 0,0 0 0 0 0,0 0 0 0 0,0 0 0 0 0,0 0 0 0 0,0 0 0 0 0,1 0 0 0 0,-1 1 0 0 0,0-1 0 0 0,0 1 0 0 0,1 0 0 0 0,-1-1 0 0 0,0 1 0 0 0,0 0 0 0 0,1 0 0 0 0,-1 0 0 0 0,0 1 0 0 0,0-1 0 0 0,1 1 0 0 0,-1-1 0 0 0,0 1 0 0 0,0 0 0 0 0,0-1 0 0 0,0 1 0 0 0,0 0 0 0 0,3 2 0 0 0,1 1 22 0 0,-1-1 0 0 0,0 1-1 0 0,0 0 1 0 0,-1 0 0 0 0,1 0 0 0 0,-1 1-1 0 0,0 0 1 0 0,0 0 0 0 0,0 0-1 0 0,0 0 1 0 0,-1 0 0 0 0,0 1 0 0 0,0 0-1 0 0,-1-1 1 0 0,3 11 0 0 0,1 3 126 0 0,0 1 0 0 0,-2 0 0 0 0,4 30 0 0 0,-7-17-367 0 0,-1 2 0 0 0,-1-2 0 0 0,-2 1 0 0 0,-1 0 0 0 0,-1 0 1 0 0,-3-1-1 0 0,0 0 0 0 0,-23 54 0 0 0,23-75-2510 0 0,7-23-667 0 0,5-27-1983 0 0,33-116-5922 0 0,-21 101 9520 0 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6:27.443"/>
    </inkml:context>
    <inkml:brush xml:id="br0">
      <inkml:brushProperty name="width" value="0.035" units="cm"/>
      <inkml:brushProperty name="height" value="0.035" units="cm"/>
      <inkml:brushProperty name="color" value="#E71224"/>
    </inkml:brush>
  </inkml:definitions>
  <inkml:trace contextRef="#ctx0" brushRef="#br0">346 179 2824 0 0,'-19'-16'11796'0'0,"-2"2"-7763"0"0,-24-21-2221 0 0,34 22-1480 0 0,-54-51 1412 0 0,59 60-1588 0 0,1 0 0 0 0,0 0 0 0 0,-1 0 0 0 0,0 1-1 0 0,0 0 1 0 0,0 0 0 0 0,0 0 0 0 0,0 1 0 0 0,-1 0 0 0 0,1 0 0 0 0,-9-1-1 0 0,11 4-104 0 0,1-1 0 0 0,0 0 0 0 0,0 1 0 0 0,0-1 0 0 0,0 1 0 0 0,0 0 0 0 0,0 0 0 0 0,0 0 0 0 0,0 1 0 0 0,0-1 0 0 0,0 1 0 0 0,0-1 0 0 0,1 1 0 0 0,-1 0 0 0 0,0 0 0 0 0,1 0 0 0 0,0 0 0 0 0,0 1 0 0 0,-1-1 0 0 0,1 1 0 0 0,1-1 0 0 0,-1 1-1 0 0,0 0 1 0 0,1 0 0 0 0,-1 0 0 0 0,0 3 0 0 0,-4 7 10 0 0,0 1 0 0 0,2-1 0 0 0,0 1 0 0 0,-4 21-1 0 0,5-15-61 0 0,1 0 0 0 0,0 0 0 0 0,2 0 0 0 0,0 0 0 0 0,2 0 0 0 0,4 24-1 0 0,-5-35-1 0 0,1 0-1 0 0,0-1 1 0 0,0 1 0 0 0,1-1-1 0 0,1 0 1 0 0,-1 0-1 0 0,1 0 1 0 0,0 0-1 0 0,1-1 1 0 0,0 1-1 0 0,0-1 1 0 0,1 0 0 0 0,0-1-1 0 0,0 1 1 0 0,0-1-1 0 0,12 8 1 0 0,-14-12-26 0 0,-1 0 0 0 0,1 1 0 0 0,0-2 0 0 0,0 1 0 0 0,0 0 0 0 0,0-1 0 0 0,0 0 0 0 0,1 0 0 0 0,-1 0 0 0 0,0 0 0 0 0,1-1 1 0 0,-1 1-1 0 0,0-1 0 0 0,1 0 0 0 0,-1-1 0 0 0,0 1 0 0 0,1-1 0 0 0,4-1 0 0 0,-2 0 2 0 0,-1-1-1 0 0,1 0 1 0 0,-1 0 0 0 0,0-1 0 0 0,0 1 0 0 0,0-1-1 0 0,-1-1 1 0 0,0 1 0 0 0,1-1 0 0 0,5-8-1 0 0,1-1 17 0 0,0-1 0 0 0,-1-1 0 0 0,-1 0 0 0 0,-1-1 0 0 0,-1 0-1 0 0,0 0 1 0 0,8-27 0 0 0,-9 19 51 0 0,-1 0-1 0 0,5-50 1 0 0,-10 65 129 0 0,-1 1 1 0 0,0-1-1 0 0,0 1 1 0 0,-1 0-1 0 0,0-1 1 0 0,-1 1-1 0 0,0-1 0 0 0,0 1 1 0 0,-1 0-1 0 0,0 0 1 0 0,-6-10-1 0 0,9 19-142 0 0,1 0 0 0 0,-1 0 0 0 0,0 0 0 0 0,0 0 0 0 0,0 0 0 0 0,0 1 0 0 0,0-1 0 0 0,0 0 0 0 0,0 0 0 0 0,0 0 0 0 0,0 0-1 0 0,0 0 1 0 0,0 0 0 0 0,0 0 0 0 0,0 1 0 0 0,0-1 0 0 0,0 0 0 0 0,0 0 0 0 0,0 0 0 0 0,0 0 0 0 0,0 0 0 0 0,-1 0 0 0 0,1 0 0 0 0,0 0 0 0 0,0 1 0 0 0,0-1 0 0 0,0 0 0 0 0,0 0 0 0 0,0 0 0 0 0,0 0-1 0 0,0 0 1 0 0,0 0 0 0 0,0 0 0 0 0,0 0 0 0 0,0 0 0 0 0,-1 0 0 0 0,1 0 0 0 0,0 0 0 0 0,0 0 0 0 0,0 0 0 0 0,0 1 0 0 0,0-1 0 0 0,0 0 0 0 0,0 0 0 0 0,-1 0 0 0 0,1 0 0 0 0,0 0 0 0 0,0 0-1 0 0,0 0 1 0 0,0 0 0 0 0,0 0 0 0 0,0 0 0 0 0,0 0 0 0 0,0-1 0 0 0,-1 1 0 0 0,1 0 0 0 0,0 0 0 0 0,0 0 0 0 0,0 0 0 0 0,0 0 0 0 0,0 0 0 0 0,0 0 0 0 0,0 0 0 0 0,0 0 0 0 0,-1 0 0 0 0,1 0-1 0 0,0 0 1 0 0,-2 18 515 0 0,0 21-369 0 0,5 13 163 0 0,2-1-1 0 0,2 1 1 0 0,20 70-1 0 0,58 149-252 0 0,-67-218-356 0 0,9 25-217 0 0,-4-17-62 0 0,-4 0 0 0 0,23 120-1 0 0,-42-167-970 0 0,-7-4-6445 0 0,-20-8-5051 0 0,24-2 12649 0 0,-21-2-3404 0 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49.889"/>
    </inkml:context>
    <inkml:brush xml:id="br0">
      <inkml:brushProperty name="width" value="0.035" units="cm"/>
      <inkml:brushProperty name="height" value="0.035" units="cm"/>
      <inkml:brushProperty name="color" value="#E71224"/>
    </inkml:brush>
  </inkml:definitions>
  <inkml:trace contextRef="#ctx0" brushRef="#br0">3 181 2584 0 0,'1'-5'1296'0'0,"0"3"-763"0"0,0 0-1 0 0,0 0 0 0 0,0 0 0 0 0,-1 0 0 0 0,1 0 0 0 0,-1-1 1 0 0,1 1-1 0 0,-1 0 0 0 0,0 0 0 0 0,0 0 0 0 0,0-1 0 0 0,0 1 1 0 0,0 0-1 0 0,0 0 0 0 0,-1 0 0 0 0,1 0 0 0 0,-1-1 0 0 0,1 1 1 0 0,-1 0-1 0 0,0 0 0 0 0,0 0 0 0 0,0 0 0 0 0,0 0 0 0 0,-1-1 1 0 0,3 8-43 0 0,-1 1 1 0 0,1 0 0 0 0,-1 0-1 0 0,0 0 1 0 0,0 0 0 0 0,-1 7-1 0 0,0 0-124 0 0,21 532 1874 0 0,-19-526-2212 0 0,-1-12-12 0 0,0 0 0 0 0,0 0 0 0 0,1 1 0 0 0,0-1 1 0 0,1 0-1 0 0,0 0 0 0 0,0 0 0 0 0,4 9 0 0 0,-6-16-11 0 0,1 1 0 0 0,-1-1 1 0 0,0 0-1 0 0,0 0 0 0 0,0 0 0 0 0,1 1 1 0 0,-1-1-1 0 0,0 0 0 0 0,0 0 0 0 0,1 0 0 0 0,-1 0 1 0 0,0 0-1 0 0,0 1 0 0 0,1-1 0 0 0,-1 0 1 0 0,0 0-1 0 0,1 0 0 0 0,-1 0 0 0 0,0 0 0 0 0,0 0 1 0 0,1 0-1 0 0,-1 0 0 0 0,0 0 0 0 0,1 0 0 0 0,-1 0 1 0 0,0 0-1 0 0,0 0 0 0 0,1 0 0 0 0,-1 0 1 0 0,0-1-1 0 0,1 1 0 0 0,-1 0 0 0 0,0 0 0 0 0,0 0 1 0 0,1 0-1 0 0,-1 0 0 0 0,0-1 0 0 0,0 1 0 0 0,0 0 1 0 0,1 0-1 0 0,-1-1 0 0 0,0 1 0 0 0,0 0 1 0 0,0 0-1 0 0,1 0 0 0 0,-1-1 0 0 0,0 1 0 0 0,0 0 1 0 0,0-1-1 0 0,0 1 0 0 0,0 0 0 0 0,0 0 1 0 0,0-1-1 0 0,0 1 0 0 0,0 0 0 0 0,0-1 0 0 0,0 1 1 0 0,0 0-1 0 0,0 0 0 0 0,0-1 0 0 0,0 1 0 0 0,0-1 1 0 0,7-23 198 0 0,9-55 4 0 0,-5-1-1 0 0,3-97 0 0 0,-14-166 849 0 0,-1 273-560 0 0,1 55-340 0 0,1-11 515 0 0,3 28-440 0 0,7 14-249 0 0,22 54 114 0 0,30 89 0 0 0,-41-99-341 0 0,2 0 1 0 0,52 92-1 0 0,-75-149 206 0 0,1-1-1 0 0,-1 1 0 0 0,1-1 0 0 0,-1 1 0 0 0,1-1 0 0 0,0 0 0 0 0,0 0 0 0 0,0 0 0 0 0,0 0 0 0 0,1 0 0 0 0,-1 0 0 0 0,0-1 0 0 0,1 1 0 0 0,0-1 0 0 0,-1 0 1 0 0,1 1-1 0 0,0-1 0 0 0,-1 0 0 0 0,1 0 0 0 0,0-1 0 0 0,4 1 0 0 0,-4-1 30 0 0,0-1-1 0 0,0 1 1 0 0,0-1-1 0 0,0 0 1 0 0,-1 0 0 0 0,1 0-1 0 0,0-1 1 0 0,-1 1 0 0 0,1 0-1 0 0,-1-1 1 0 0,1 0 0 0 0,-1 0-1 0 0,0 0 1 0 0,0 0-1 0 0,0 0 1 0 0,0 0 0 0 0,0 0-1 0 0,0-1 1 0 0,-1 1 0 0 0,1-1-1 0 0,1-3 1 0 0,8-15 15 0 0,0 0 0 0 0,-2-1 0 0 0,0-1 1 0 0,-2 1-1 0 0,0-2 0 0 0,-1 1 0 0 0,-2 0 0 0 0,3-46 0 0 0,-5 26 188 0 0,-3 1-1 0 0,-1-1 0 0 0,-2 0 1 0 0,-10-46-1 0 0,8 132 1497 0 0,3 36-1511 0 0,5-37-646 0 0,2 0 1 0 0,2-1 0 0 0,1 1 0 0 0,3-1 0 0 0,15 42-1 0 0,-15-55-1948 0 0,2 0 0 0 0,30 51 0 0 0,-29-60-632 0 0,0-1 1 0 0,1 0 0 0 0,1-1-1 0 0,24 23 1 0 0,-16-23 420 0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0.370"/>
    </inkml:context>
    <inkml:brush xml:id="br0">
      <inkml:brushProperty name="width" value="0.035" units="cm"/>
      <inkml:brushProperty name="height" value="0.035" units="cm"/>
      <inkml:brushProperty name="color" value="#E71224"/>
    </inkml:brush>
  </inkml:definitions>
  <inkml:trace contextRef="#ctx0" brushRef="#br0">312 169 824 0 0,'1'-7'820'0'0,"0"0"-1"0"0,-1 1 1 0 0,0-1-1 0 0,0 0 1 0 0,0 0-1 0 0,-1 0 1 0 0,0 0-1 0 0,0 0 1 0 0,0 1-1 0 0,-1-1 1 0 0,0 0-1 0 0,-1 1 1 0 0,1-1-1 0 0,-1 1 1 0 0,-1 0-1 0 0,1 0 1 0 0,-1 0-1 0 0,-5-6 1 0 0,6 9-564 0 0,0 0-1 0 0,0 0 1 0 0,0 0 0 0 0,0 0-1 0 0,-1 0 1 0 0,1 0 0 0 0,-1 1-1 0 0,0 0 1 0 0,0 0 0 0 0,0 0-1 0 0,0 0 1 0 0,0 1 0 0 0,0-1-1 0 0,-1 1 1 0 0,1 0 0 0 0,0 0-1 0 0,-1 1 1 0 0,1-1-1 0 0,0 1 1 0 0,-1 0 0 0 0,1 0-1 0 0,-1 1 1 0 0,1-1 0 0 0,0 1-1 0 0,-1 0 1 0 0,1 0 0 0 0,0 1-1 0 0,0-1 1 0 0,-7 4 0 0 0,0 1-168 0 0,0 0-1 0 0,0 0 1 0 0,1 1 0 0 0,0 0 0 0 0,1 1 0 0 0,-1 0 0 0 0,1 1 0 0 0,1 0-1 0 0,0 0 1 0 0,0 1 0 0 0,1 0 0 0 0,0 1 0 0 0,1-1 0 0 0,0 1 0 0 0,0 0-1 0 0,2 1 1 0 0,-6 15 0 0 0,10-22-102 0 0,-1-1 0 0 0,1 0 0 0 0,1 0-1 0 0,-1 1 1 0 0,0-1 0 0 0,1 0 0 0 0,0 0 0 0 0,0 0-1 0 0,1 0 1 0 0,-1 0 0 0 0,1 0 0 0 0,-1 0 0 0 0,1 0-1 0 0,0-1 1 0 0,1 1 0 0 0,-1-1 0 0 0,1 1 0 0 0,0-1 0 0 0,-1 0-1 0 0,1 0 1 0 0,1 0 0 0 0,-1 0 0 0 0,0-1 0 0 0,5 4-1 0 0,4 1-47 0 0,-1 1 0 0 0,1-2 0 0 0,1 0 0 0 0,-1 0 0 0 0,1-1 0 0 0,15 4 0 0 0,1-3-127 0 0,-1-1 0 0 0,48 1 0 0 0,-57-7 137 0 0,0 2-1 0 0,0 1 1 0 0,0 0-1 0 0,0 2 0 0 0,0 0 1 0 0,-1 0-1 0 0,0 2 0 0 0,28 13 1 0 0,-42-18 100 0 0,-1 1-1 0 0,0 0 1 0 0,0-1 0 0 0,-1 1 0 0 0,1 1 0 0 0,0-1 0 0 0,-1 0-1 0 0,1 1 1 0 0,-1-1 0 0 0,0 1 0 0 0,1 0 0 0 0,-1 0 0 0 0,-1 0 0 0 0,1 0-1 0 0,0 0 1 0 0,-1 0 0 0 0,1 0 0 0 0,-1 1 0 0 0,0-1 0 0 0,0 0-1 0 0,-1 1 1 0 0,1-1 0 0 0,-1 1 0 0 0,1-1 0 0 0,-1 6 0 0 0,-1-2 68 0 0,-1 0 0 0 0,0-1-1 0 0,0 1 1 0 0,0 0 0 0 0,-1-1 0 0 0,0 1 0 0 0,0-1 0 0 0,-1 0 0 0 0,0 0 0 0 0,0 0 0 0 0,-9 9-1 0 0,-62 64 1065 0 0,51-57-1527 0 0,2 1 0 0 0,1 1 0 0 0,0 1 1 0 0,-24 40-1 0 0,45-65 192 0 0,0 0 0 0 0,-1 1 0 0 0,1-1 0 0 0,0 0 1 0 0,-1 0-1 0 0,1 1 0 0 0,0-1 0 0 0,0 0 0 0 0,-1 1 0 0 0,1-1 1 0 0,0 1-1 0 0,0-1 0 0 0,0 0 0 0 0,0 1 0 0 0,-1-1 0 0 0,1 1 1 0 0,0-1-1 0 0,0 0 0 0 0,0 1 0 0 0,0-1 0 0 0,0 1 0 0 0,0-1 1 0 0,0 0-1 0 0,0 1 0 0 0,0-1 0 0 0,0 1 0 0 0,0-1 0 0 0,1 0 1 0 0,-1 1-1 0 0,0-1 0 0 0,0 1 0 0 0,0-1 0 0 0,1 1 0 0 0,12-7-6062 0 0,17-17-1582 0 0,-8-1 4252 0 0,1-5 1094 0 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1.094"/>
    </inkml:context>
    <inkml:brush xml:id="br0">
      <inkml:brushProperty name="width" value="0.035" units="cm"/>
      <inkml:brushProperty name="height" value="0.035" units="cm"/>
      <inkml:brushProperty name="color" value="#E71224"/>
    </inkml:brush>
  </inkml:definitions>
  <inkml:trace contextRef="#ctx0" brushRef="#br0">0 47 2984 0 0,'0'-16'7400'0'0,"1"-7"3264"0"0,3 22-7512 0 0,4 13-2861 0 0,2 16-225 0 0,-1 0-1 0 0,-1 0 0 0 0,-1 0 0 0 0,-1 1 0 0 0,-2 0 0 0 0,1 33 0 0 0,1-3-169 0 0,2 105-376 0 0,-1-284 862 0 0,-3 66-274 0 0,12-59 1 0 0,-12 96-102 0 0,0 0 0 0 0,1 0 0 0 0,1 0-1 0 0,0 1 1 0 0,1 0 0 0 0,1 0 0 0 0,16-24 0 0 0,-23 38-9 0 0,0 0 0 0 0,0 0 0 0 0,1 0 0 0 0,-1 0 0 0 0,1 0 0 0 0,-1 1 0 0 0,1-1 0 0 0,0 0 0 0 0,-1 1 0 0 0,1-1 0 0 0,0 1 0 0 0,0 0 0 0 0,0-1 0 0 0,0 1 0 0 0,0 0 0 0 0,1 0 0 0 0,-1 1 1 0 0,0-1-1 0 0,0 0 0 0 0,1 1 0 0 0,-1-1 0 0 0,0 1 0 0 0,1 0 0 0 0,-1-1 0 0 0,0 1 0 0 0,1 0 0 0 0,-1 1 0 0 0,0-1 0 0 0,1 0 0 0 0,-1 1 0 0 0,0-1 0 0 0,1 1 0 0 0,-1 0 0 0 0,0 0 0 0 0,0 0 0 0 0,0 0 0 0 0,0 0 0 0 0,0 0 0 0 0,0 0 0 0 0,0 1 0 0 0,0-1 0 0 0,0 1 1 0 0,1 1-1 0 0,4 5 28 0 0,0-1 1 0 0,-1 1 0 0 0,0 0 0 0 0,0 0-1 0 0,-1 1 1 0 0,0-1 0 0 0,-1 1 0 0 0,0 0-1 0 0,4 13 1 0 0,3 25-131 0 0,-1 1 1 0 0,5 74-1 0 0,0-2-2940 0 0,-5-93-479 0 0,-10-27 3298 0 0,1 0 0 0 0,-1 1 0 0 0,0-1 1 0 0,1 0-1 0 0,-1 1 0 0 0,1-1 0 0 0,-1 0 0 0 0,1 0 0 0 0,-1 0 1 0 0,0 1-1 0 0,1-1 0 0 0,-1 0 0 0 0,1 0 0 0 0,-1 0 0 0 0,1 0 0 0 0,-1 0 1 0 0,1 0-1 0 0,-1 0 0 0 0,1 0 0 0 0,-1 0 0 0 0,1 0 0 0 0,-1 0 1 0 0,0 0-1 0 0,1 0 0 0 0,-1 0 0 0 0,1-1 0 0 0,-1 1 0 0 0,1 0 0 0 0,-1 0 1 0 0,1-1-1 0 0,17-18-7099 0 0,-7 1 6247 0 0,6-15-1256 0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1.345"/>
    </inkml:context>
    <inkml:brush xml:id="br0">
      <inkml:brushProperty name="width" value="0.035" units="cm"/>
      <inkml:brushProperty name="height" value="0.035" units="cm"/>
      <inkml:brushProperty name="color" value="#E71224"/>
    </inkml:brush>
  </inkml:definitions>
  <inkml:trace contextRef="#ctx0" brushRef="#br0">30 207 1544 0 0,'-9'1'5120'0'0,"0"-2"-400"0"0,2 1-960 0 0,2-1-959 0 0,7-2-721 0 0,1-4-800 0 0,7-2-480 0 0,7-8-400 0 0,7-5-240 0 0,8-4-288 0 0,-3-2-432 0 0,3 1-400 0 0,-3 0-640 0 0,-5 8-1360 0 0,-6 7-1841 0 0,-4 5 81 0 0,-11 5 1200 0 0,-3 5 1120 0 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1.504"/>
    </inkml:context>
    <inkml:brush xml:id="br0">
      <inkml:brushProperty name="width" value="0.035" units="cm"/>
      <inkml:brushProperty name="height" value="0.035" units="cm"/>
      <inkml:brushProperty name="color" value="#E71224"/>
    </inkml:brush>
  </inkml:definitions>
  <inkml:trace contextRef="#ctx0" brushRef="#br0">115 28 104 0 0,'-29'37'4560'0'0,"-2"0"320"0"0,6-8-640 0 0,8-9-959 0 0,8-7-881 0 0,6-9-800 0 0,4-2-640 0 0,4-4-400 0 0,7-4-320 0 0,4-7-160 0 0,10-1-288 0 0,1-3-512 0 0,3-2-960 0 0,3-5-2401 0 0,-5 1-1439 0 0,-2 1 800 0 0,-7 4 1200 0 0,-7 6 1200 0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2.583"/>
    </inkml:context>
    <inkml:brush xml:id="br0">
      <inkml:brushProperty name="width" value="0.035" units="cm"/>
      <inkml:brushProperty name="height" value="0.035" units="cm"/>
      <inkml:brushProperty name="color" value="#E71224"/>
    </inkml:brush>
  </inkml:definitions>
  <inkml:trace contextRef="#ctx0" brushRef="#br0">30 201 504 0 0,'-1'-10'1751'0'0,"0"-1"129"0"0,0 0-1 0 0,-1 0 1 0 0,0 0-1 0 0,0 0 1 0 0,-1 1-1 0 0,-1-1 1 0 0,0 1 0 0 0,-6-12-1 0 0,14 30-1450 0 0,-1 0 0 0 0,0 0 0 0 0,0 1-1 0 0,0-1 1 0 0,-1 0 0 0 0,-1 1 0 0 0,2 14-1 0 0,1 5-58 0 0,20 219 416 0 0,-20-167-659 0 0,18 99 0 0 0,-20-174 49 0 0,-2-9-38 0 0,0-18 52 0 0,-5-34 40 0 0,-2 10-107 0 0,2-1 0 0 0,2 0 0 0 0,2 0 0 0 0,2 0 0 0 0,2 0 0 0 0,3 1 0 0 0,1-1-1 0 0,23-78 1 0 0,-27 117-112 0 0,0 1 1 0 0,0 0-1 0 0,0 0 0 0 0,1 0 0 0 0,0 0 0 0 0,0 1 0 0 0,1-1 0 0 0,0 1 0 0 0,0 0 0 0 0,0 0 0 0 0,1 1 0 0 0,0 0 0 0 0,0 0 0 0 0,0 0 0 0 0,1 1 0 0 0,-1 0 0 0 0,1 0 0 0 0,11-4 0 0 0,-12 6 28 0 0,0 0 0 0 0,0 1 0 0 0,1 0 0 0 0,-1 0 0 0 0,1 1 0 0 0,-1 0 0 0 0,1 0 0 0 0,-1 0 0 0 0,1 1 0 0 0,-1 0 0 0 0,0 0 0 0 0,1 0 0 0 0,-1 1 0 0 0,0 0 0 0 0,0 0 0 0 0,0 1 0 0 0,0 0 0 0 0,0 0 0 0 0,-1 0 0 0 0,1 0 0 0 0,-1 1 0 0 0,8 8 0 0 0,-6-5-31 0 0,-1 0 0 0 0,1 0-1 0 0,-2 1 1 0 0,1 0 0 0 0,-1 0-1 0 0,0 1 1 0 0,-1 0 0 0 0,0-1 0 0 0,-1 1-1 0 0,1 1 1 0 0,-2-1 0 0 0,1 0-1 0 0,-1 1 1 0 0,-1-1 0 0 0,0 1 0 0 0,0 13-1 0 0,0 18 170 0 0,-3 0-1 0 0,-8 58 1 0 0,8-90-118 0 0,-19 118-396 0 0,3-45-3841 0 0,18-82 3946 0 0,0 0 0 0 0,0 1 0 0 0,-1-1 0 0 0,1 1 0 0 0,0-1 0 0 0,0 0 0 0 0,0 1-1 0 0,0-1 1 0 0,0 0 0 0 0,0 1 0 0 0,0-1 0 0 0,-1 0 0 0 0,1 1 0 0 0,0-1 0 0 0,0 1-1 0 0,0-1 1 0 0,0 0 0 0 0,1 1 0 0 0,-1-1 0 0 0,0 1 0 0 0,0-1 0 0 0,0 0 0 0 0,0 1-1 0 0,0-1 1 0 0,0 0 0 0 0,1 1 0 0 0,-1-1 0 0 0,0 0 0 0 0,0 1 0 0 0,0-1 0 0 0,1 0-1 0 0,-1 1 1 0 0,1-1 0 0 0,10-7-5968 0 0,12-23-148 0 0,-12 4 4161 0 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3.265"/>
    </inkml:context>
    <inkml:brush xml:id="br0">
      <inkml:brushProperty name="width" value="0.035" units="cm"/>
      <inkml:brushProperty name="height" value="0.035" units="cm"/>
      <inkml:brushProperty name="color" value="#E71224"/>
    </inkml:brush>
  </inkml:definitions>
  <inkml:trace contextRef="#ctx0" brushRef="#br0">22 263 3544 0 0,'-3'-19'12425'0'0,"-1"40"-8581"0"0,0 5-3979 0 0,-3 63 1063 0 0,3 1 0 0 0,4 0 0 0 0,22 159 0 0 0,-22-246-908 0 0,8 33-117 0 0,-2-32-18 0 0,1-21 88 0 0,6-67 159 0 0,-3 0 0 0 0,-4-1 1 0 0,-6-120-1 0 0,2-39 379 0 0,-1 229-437 0 0,0-21 429 0 0,9-45 0 0 0,-10 81-491 0 0,0 0-1 0 0,0 0 1 0 0,0 0-1 0 0,0 0 1 0 0,0 0-1 0 0,0 0 0 0 0,0 1 1 0 0,1-1-1 0 0,-1 0 1 0 0,0 0-1 0 0,0 0 0 0 0,0 0 1 0 0,0 0-1 0 0,0 0 1 0 0,0 0-1 0 0,0 1 1 0 0,0-1-1 0 0,0 0 0 0 0,0 0 1 0 0,0 0-1 0 0,0 0 1 0 0,0 0-1 0 0,1 0 0 0 0,-1 0 1 0 0,0 0-1 0 0,0 0 1 0 0,0 0-1 0 0,0 1 1 0 0,0-1-1 0 0,0 0 0 0 0,0 0 1 0 0,1 0-1 0 0,-1 0 1 0 0,0 0-1 0 0,0 0 0 0 0,0 0 1 0 0,0 0-1 0 0,0 0 1 0 0,0 0-1 0 0,1 0 1 0 0,-1 0-1 0 0,0 0 0 0 0,0 0 1 0 0,0 0-1 0 0,0 0 1 0 0,0 0-1 0 0,0 0 0 0 0,1-1 1 0 0,-1 1-1 0 0,0 0 1 0 0,0 0-1 0 0,0 0 1 0 0,0 0-1 0 0,0 0 0 0 0,0 0 1 0 0,0 0-1 0 0,0 0 1 0 0,1 0-1 0 0,-1 0 0 0 0,0-1 1 0 0,0 1-1 0 0,9 22 281 0 0,6 28-92 0 0,31 224 572 0 0,-13-61-477 0 0,-31-198-317 0 0,11 44-99 0 0,-12-55 78 0 0,0-1 0 0 0,0 1 0 0 0,1-1 0 0 0,-1 1 0 0 0,1-1 0 0 0,0 0 0 0 0,0 1 1 0 0,0-1-1 0 0,0 0 0 0 0,1 0 0 0 0,-1-1 0 0 0,5 5 0 0 0,-7-7 30 0 0,1 1 0 0 0,0-1 1 0 0,-1 0-1 0 0,1 0 0 0 0,0 0 1 0 0,-1 1-1 0 0,1-1 0 0 0,0 0 1 0 0,-1 0-1 0 0,1 0 0 0 0,0 0 1 0 0,-1 0-1 0 0,1 0 0 0 0,0 0 1 0 0,-1 0-1 0 0,1 0 0 0 0,-1 0 1 0 0,1-1-1 0 0,0 1 0 0 0,-1 0 1 0 0,1 0-1 0 0,0-1 0 0 0,-1 1 1 0 0,1 0-1 0 0,-1-1 0 0 0,1 1 1 0 0,-1-1-1 0 0,1 1 0 0 0,-1 0 1 0 0,1-1-1 0 0,-1 1 0 0 0,1-1 1 0 0,-1 1-1 0 0,0-1 0 0 0,1 0 1 0 0,-1 0-1 0 0,14-24-126 0 0,-13 24 133 0 0,11-30-2 0 0,-1-1 0 0 0,-2 1-1 0 0,-1-2 1 0 0,4-34-1 0 0,7-136-217 0 0,-1 5 356 0 0,-16 189 305 0 0,1 9-97 0 0,5 22 109 0 0,5 46-25 0 0,-12-58-339 0 0,25 175 143 0 0,-16-96-539 0 0,38 151 0 0 0,-43-223-445 0 0,10 32-2032 0 0,2-23-4462 0 0,-17-26 7014 0 0,1 1 1 0 0,-1-1-1 0 0,0 0 1 0 0,0 0-1 0 0,1 1 1 0 0,-1-1-1 0 0,0 0 0 0 0,0 1 1 0 0,1-1-1 0 0,-1 0 1 0 0,0 0-1 0 0,1 0 1 0 0,-1 1-1 0 0,0-1 1 0 0,1 0-1 0 0,-1 0 0 0 0,0 0 1 0 0,1 0-1 0 0,-1 0 1 0 0,0 0-1 0 0,1 0 1 0 0,-1 0-1 0 0,0 1 1 0 0,1-1-1 0 0,-1 0 0 0 0,0-1 1 0 0,1 1-1 0 0,-1 0 1 0 0,1 0-1 0 0,-1 0 1 0 0,0 0-1 0 0,1 0 1 0 0,-1 0-1 0 0,0 0 0 0 0,1 0 1 0 0,-1-1-1 0 0,0 1 1 0 0,1 0-1 0 0,-1 0 1 0 0,0 0-1 0 0,0-1 1 0 0,1 1-1 0 0,4-12-3201 0 0,-1-11 1079 0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3.941"/>
    </inkml:context>
    <inkml:brush xml:id="br0">
      <inkml:brushProperty name="width" value="0.035" units="cm"/>
      <inkml:brushProperty name="height" value="0.035" units="cm"/>
      <inkml:brushProperty name="color" value="#E71224"/>
    </inkml:brush>
  </inkml:definitions>
  <inkml:trace contextRef="#ctx0" brushRef="#br0">238 36 2344 0 0,'0'0'226'0'0,"-4"-5"1346"0"0,0 1-1 0 0,0 1 1 0 0,0-1 0 0 0,0 0-1 0 0,0 1 1 0 0,-1 0 0 0 0,0 0-1 0 0,-6-3 1 0 0,9 6-1357 0 0,0 0 0 0 0,0 0 0 0 0,0-1 0 0 0,0 2-1 0 0,0-1 1 0 0,0 0 0 0 0,0 0 0 0 0,1 1 0 0 0,-1-1 0 0 0,0 1 0 0 0,0-1 0 0 0,0 1-1 0 0,1 0 1 0 0,-1 0 0 0 0,0 0 0 0 0,0 0 0 0 0,1 0 0 0 0,-1 0 0 0 0,1 0-1 0 0,-1 1 1 0 0,1-1 0 0 0,0 0 0 0 0,0 1 0 0 0,-1-1 0 0 0,1 1 0 0 0,0-1-1 0 0,-1 3 1 0 0,-21 25 252 0 0,1 1 0 0 0,1 1-1 0 0,2 1 1 0 0,2 1 0 0 0,-20 48-1 0 0,35-78-464 0 0,1 0-1 0 0,0 0 1 0 0,1 0-1 0 0,-1 1 1 0 0,0-1 0 0 0,1 0-1 0 0,0 0 1 0 0,-1 1-1 0 0,1-1 1 0 0,1 0-1 0 0,-1 1 1 0 0,0-1-1 0 0,1 0 1 0 0,0 0-1 0 0,-1 0 1 0 0,1 1-1 0 0,0-1 1 0 0,1 0-1 0 0,1 4 1 0 0,-1-5 1 0 0,0 0 0 0 0,0 0 0 0 0,1 0 0 0 0,-1 0 0 0 0,0 0 0 0 0,1 0 0 0 0,-1-1 0 0 0,1 1 0 0 0,0-1 0 0 0,0 0 0 0 0,-1 0 0 0 0,1 0 0 0 0,0 0 0 0 0,0 0 0 0 0,0 0 0 0 0,0-1 0 0 0,0 0 0 0 0,0 1 0 0 0,0-1 0 0 0,5-1 0 0 0,12-1-106 0 0,0-1 1 0 0,-1-1-1 0 0,0-1 1 0 0,0 0-1 0 0,0-2 1 0 0,0 0 0 0 0,-1-1-1 0 0,21-13 1 0 0,6-1-211 0 0,-43 21 308 0 0,1 0-1 0 0,-1 0 0 0 0,0 0 1 0 0,1 0-1 0 0,-1 1 1 0 0,0-1-1 0 0,1 1 1 0 0,-1-1-1 0 0,1 1 0 0 0,-1 0 1 0 0,4 0-1 0 0,-5 0 18 0 0,0 0-1 0 0,-1 0 0 0 0,1 0 1 0 0,-1 1-1 0 0,1-1 0 0 0,-1 0 1 0 0,1 0-1 0 0,-1 1 0 0 0,1-1 1 0 0,-1 0-1 0 0,1 1 0 0 0,-1-1 1 0 0,0 1-1 0 0,1-1 0 0 0,-1 0 1 0 0,1 1-1 0 0,-1-1 0 0 0,0 1 1 0 0,0-1-1 0 0,1 1 1 0 0,-1-1-1 0 0,0 1 0 0 0,0-1 1 0 0,1 1-1 0 0,-1-1 0 0 0,0 1 1 0 0,0 0-1 0 0,0-1 0 0 0,0 2 1 0 0,0 2 60 0 0,-1 0 1 0 0,1 1 0 0 0,-1-1 0 0 0,0 0 0 0 0,-1 0 0 0 0,1 0-1 0 0,-1 0 1 0 0,0 0 0 0 0,0 0 0 0 0,-4 7 0 0 0,-4 5 26 0 0,2 1 0 0 0,-1 1 1 0 0,2 0-1 0 0,0 0 0 0 0,2 0 0 0 0,0 1 1 0 0,1 0-1 0 0,-3 30 0 0 0,7-47-111 0 0,-1 0 1 0 0,1-1-1 0 0,1 1 0 0 0,-1 0 1 0 0,0 0-1 0 0,0-1 0 0 0,1 1 0 0 0,-1 0 1 0 0,1-1-1 0 0,-1 1 0 0 0,1 0 0 0 0,0-1 1 0 0,0 1-1 0 0,-1-1 0 0 0,1 1 1 0 0,0-1-1 0 0,0 1 0 0 0,1-1 0 0 0,-1 0 1 0 0,0 1-1 0 0,0-1 0 0 0,1 0 1 0 0,-1 0-1 0 0,1 0 0 0 0,-1 0 0 0 0,1 0 1 0 0,-1 0-1 0 0,1-1 0 0 0,-1 1 1 0 0,1 0-1 0 0,0-1 0 0 0,0 1 0 0 0,-1-1 1 0 0,1 0-1 0 0,0 1 0 0 0,3-1 0 0 0,8 1-173 0 0,1-1 0 0 0,0-1 0 0 0,-1 0-1 0 0,15-3 1 0 0,7 1-116 0 0,-28 2 309 0 0,0 1 1 0 0,-1 0-1 0 0,1 1 1 0 0,0 0-1 0 0,-1 0 1 0 0,1 0-1 0 0,0 1 1 0 0,-1 0-1 0 0,1 0 1 0 0,-1 0-1 0 0,0 1 1 0 0,0 0-1 0 0,9 6 1 0 0,-12-6 69 0 0,0 0 0 0 0,0 0 0 0 0,-1 0 0 0 0,1 0 1 0 0,-1 1-1 0 0,0-1 0 0 0,0 1 0 0 0,0-1 0 0 0,0 1 0 0 0,0 0 1 0 0,-1 0-1 0 0,0-1 0 0 0,1 1 0 0 0,-2 0 0 0 0,1 0 0 0 0,0 0 0 0 0,-1 1 1 0 0,0-1-1 0 0,0 0 0 0 0,0 0 0 0 0,0 0 0 0 0,-1 0 0 0 0,-1 7 0 0 0,-7 26 265 0 0,-2 0-1 0 0,-1 0 1 0 0,-2-1-1 0 0,-2-1 0 0 0,-1-1 1 0 0,-2 0-1 0 0,-26 36 0 0 0,37-61-119 0 0,4-8-4214 0 0,10-18-7828 0 0,14-10 2272 0 0,-8 13 6667 0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4.824"/>
    </inkml:context>
    <inkml:brush xml:id="br0">
      <inkml:brushProperty name="width" value="0.035" units="cm"/>
      <inkml:brushProperty name="height" value="0.035" units="cm"/>
      <inkml:brushProperty name="color" value="#E71224"/>
    </inkml:brush>
  </inkml:definitions>
  <inkml:trace contextRef="#ctx0" brushRef="#br0">1 6 3544 0 0,'0'-1'425'0'0,"1"0"0"0"0,0 1 0 0 0,-1-1-1 0 0,1 1 1 0 0,0 0 0 0 0,0-1 0 0 0,-1 1 0 0 0,1-1 0 0 0,0 1-1 0 0,0 0 1 0 0,-1 0 0 0 0,1-1 0 0 0,0 1 0 0 0,0 0 0 0 0,0 0-1 0 0,-1 0 1 0 0,1 0 0 0 0,0 0 0 0 0,0 0 0 0 0,0 0 0 0 0,0 0-1 0 0,-1 1 1 0 0,1-1 0 0 0,0 0 0 0 0,0 0 0 0 0,-1 1 0 0 0,1-1-1 0 0,1 1 1 0 0,14 21 4401 0 0,-1 41-3022 0 0,-14-58-1207 0 0,3 23-279 0 0,2 0-1 0 0,0-1 0 0 0,2 1 1 0 0,13 29-1 0 0,-21-56-377 0 0,0 0 0 0 0,1 0 1 0 0,-1-1-1 0 0,0 1 0 0 0,1 0 0 0 0,-1 0 0 0 0,0-1 1 0 0,1 1-1 0 0,-1 0 0 0 0,1-1 0 0 0,-1 1 0 0 0,1 0 1 0 0,0-1-1 0 0,-1 1 0 0 0,1-1 0 0 0,0 1 0 0 0,-1 0 0 0 0,1-1 1 0 0,0 0-1 0 0,-1 1 0 0 0,1-1 0 0 0,0 1 0 0 0,0-1 1 0 0,0 0-1 0 0,-1 0 0 0 0,1 0 0 0 0,0 1 0 0 0,0-1 0 0 0,0 0 1 0 0,0 0-1 0 0,0 0 0 0 0,1-1-172 0 0,0 0-1 0 0,-1 0 1 0 0,1 0 0 0 0,-1 0 0 0 0,0 0-1 0 0,1 0 1 0 0,-1 0 0 0 0,0 0 0 0 0,1-1-1 0 0,-1 1 1 0 0,0 0 0 0 0,0-1 0 0 0,0 1-1 0 0,0-2 1 0 0,5-7-1994 0 0,-1 0 0 0 0,-1-1 0 0 0,6-18 0 0 0,-7 16 393 0 0,-1 1 0 0 0,0-1-1 0 0,-1-18 1 0 0,-3-3-354 0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4.973"/>
    </inkml:context>
    <inkml:brush xml:id="br0">
      <inkml:brushProperty name="width" value="0.035" units="cm"/>
      <inkml:brushProperty name="height" value="0.035" units="cm"/>
      <inkml:brushProperty name="color" value="#E71224"/>
    </inkml:brush>
  </inkml:definitions>
  <inkml:trace contextRef="#ctx0" brushRef="#br0">136 186 2744 0 0,'-17'-22'3944'0'0,"-1"1"0"0"0,-1 0 0 0 0,-23-19-1 0 0,6 5 1776 0 0,36 35-5674 0 0,-1-1 0 0 0,1 1 1 0 0,0 0-1 0 0,-1-1 0 0 0,1 1 0 0 0,0 0 0 0 0,0-1 0 0 0,-1 1 0 0 0,1-1 1 0 0,0 1-1 0 0,0 0 0 0 0,0-1 0 0 0,0 1 0 0 0,-1-1 0 0 0,1 1 1 0 0,0 0-1 0 0,0-1 0 0 0,0 1 0 0 0,0-1 0 0 0,0 1 0 0 0,0-1 0 0 0,0 1 1 0 0,0-1-1 0 0,0 1 0 0 0,0 0 0 0 0,1-1 0 0 0,-1 1 0 0 0,0-1 1 0 0,0 1-1 0 0,0 0 0 0 0,0-1 0 0 0,1 1 0 0 0,-1-1 0 0 0,0 1 0 0 0,0 0 1 0 0,1-1-1 0 0,-1 1 0 0 0,0 0 0 0 0,1-1 0 0 0,21-12-696 0 0,29-1-6792 0 0,-43 13 5478 0 0,-5 0 1230 0 0,-1 0-1 0 0,1 1 1 0 0,-1 0-1 0 0,1-1 1 0 0,-1 1 0 0 0,1 0-1 0 0,0 0 1 0 0,-1 1-1 0 0,1-1 1 0 0,-1 0-1 0 0,1 1 1 0 0,-1 0 0 0 0,1-1-1 0 0,-1 1 1 0 0,0 0-1 0 0,4 2 1 0 0,9 10-1972 0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5.696"/>
    </inkml:context>
    <inkml:brush xml:id="br0">
      <inkml:brushProperty name="width" value="0.035" units="cm"/>
      <inkml:brushProperty name="height" value="0.035" units="cm"/>
      <inkml:brushProperty name="color" value="#E71224"/>
    </inkml:brush>
  </inkml:definitions>
  <inkml:trace contextRef="#ctx0" brushRef="#br0">4 167 2664 0 0,'-3'3'7440'0'0,"8"-11"-4720"0"0,5 0-480 0 0,1-3-559 0 0,3-1-401 0 0,5-3-400 0 0,6-4-320 0 0,3-3-240 0 0,6 0-240 0 0,-2 2-128 0 0,-7 5-512 0 0,-4 4-640 0 0,-9 6-1361 0 0,0 4-1919 0 0,-16 13-5360 0 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6.085"/>
    </inkml:context>
    <inkml:brush xml:id="br0">
      <inkml:brushProperty name="width" value="0.035" units="cm"/>
      <inkml:brushProperty name="height" value="0.035" units="cm"/>
      <inkml:brushProperty name="color" value="#E71224"/>
    </inkml:brush>
  </inkml:definitions>
  <inkml:trace contextRef="#ctx0" brushRef="#br0">1 216 104 0 0,'11'-3'3600'0'0,"-2"0"320"0"0,2 3-480 0 0,5-4-880 0 0,7-5-720 0 0,2-4-479 0 0,4-1-481 0 0,5-2-320 0 0,2-10-560 0 0,1-5-848 0 0,-2 4-1793 0 0,-4 1-1839 0 0,-5 7 320 0 0,-5 4 960 0 0,-9 5 1120 0 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6.888"/>
    </inkml:context>
    <inkml:brush xml:id="br0">
      <inkml:brushProperty name="width" value="0.035" units="cm"/>
      <inkml:brushProperty name="height" value="0.035" units="cm"/>
      <inkml:brushProperty name="color" value="#E71224"/>
    </inkml:brush>
  </inkml:definitions>
  <inkml:trace contextRef="#ctx0" brushRef="#br0">1 213 3784 0 0,'15'0'4080'0'0,"0"-1"-800"0"0,0-5-720 0 0,9 0-560 0 0,8 0-399 0 0,3-1-481 0 0,8-1-320 0 0,2-4-320 0 0,3-1-240 0 0,1-3-80 0 0,1-1-160 0 0,-4 0-288 0 0,1-3-432 0 0,-2 1-960 0 0,-5 0-1921 0 0,-8-1-1199 0 0,-13 4 640 0 0,-16 7 1120 0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7.084"/>
    </inkml:context>
    <inkml:brush xml:id="br0">
      <inkml:brushProperty name="width" value="0.035" units="cm"/>
      <inkml:brushProperty name="height" value="0.035" units="cm"/>
      <inkml:brushProperty name="color" value="#E71224"/>
    </inkml:brush>
  </inkml:definitions>
  <inkml:trace contextRef="#ctx0" brushRef="#br0">0 197 1864 0 0,'6'9'4560'0'0,"-2"-5"-720"0"0,2-3-960 0 0,8-6-880 0 0,9-3-479 0 0,9-4-561 0 0,7-7-320 0 0,4-2-240 0 0,6-1-400 0 0,0-1-288 0 0,3-1-992 0 0,2 3-1841 0 0,-2 0-1519 0 0,-6 1 400 0 0,-7 5 1120 0 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49:57.555"/>
    </inkml:context>
    <inkml:brush xml:id="br0">
      <inkml:brushProperty name="width" value="0.035" units="cm"/>
      <inkml:brushProperty name="height" value="0.035" units="cm"/>
      <inkml:brushProperty name="color" value="#E71224"/>
    </inkml:brush>
  </inkml:definitions>
  <inkml:trace contextRef="#ctx0" brushRef="#br0">28 159 2504 0 0,'2'6'12460'0'0,"-4"11"-7049"0"0,-8 32-4466 0 0,5-25 626 0 0,0 7-721 0 0,1 0 0 0 0,0 50 0 0 0,4-71-809 0 0,1 1-1 0 0,0 0 1 0 0,0-1 0 0 0,1 1 0 0 0,0-1 0 0 0,1 1 0 0 0,0-1 0 0 0,0 0 0 0 0,1 0 0 0 0,1-1 0 0 0,7 13-1 0 0,-10-19-49 0 0,-1-1 0 0 0,1 1 0 0 0,0-1 0 0 0,1 0 0 0 0,-1 0 0 0 0,0 0 0 0 0,1 0 0 0 0,-1 0 0 0 0,1 0 0 0 0,-1-1 0 0 0,1 1-1 0 0,0-1 1 0 0,0 1 0 0 0,0-1 0 0 0,0 0 0 0 0,0 0 0 0 0,0-1 0 0 0,0 1 0 0 0,4 0 0 0 0,-2-1-37 0 0,0-1 1 0 0,0 1 0 0 0,0-1-1 0 0,0 0 1 0 0,0 0 0 0 0,0-1-1 0 0,0 1 1 0 0,0-1 0 0 0,-1 0-1 0 0,9-5 1 0 0,1-2-90 0 0,0-1 1 0 0,-1 0 0 0 0,-1-1-1 0 0,0 0 1 0 0,0-1-1 0 0,13-17 1 0 0,-7 4 0 0 0,-1 0 1 0 0,-1 0-1 0 0,-1-2 0 0 0,-1 0 1 0 0,10-32-1 0 0,-19 49 213 0 0,-2-1 0 0 0,1 1 0 0 0,-1-1 0 0 0,-1 0 0 0 0,0 0 0 0 0,-1 0 0 0 0,0 0 1 0 0,0 0-1 0 0,-2 0 0 0 0,1 0 0 0 0,-1 0 0 0 0,-1 0 0 0 0,0 0 0 0 0,0 0 0 0 0,-1 0 0 0 0,0 0 0 0 0,-6-10 0 0 0,7 17 50 0 0,0 0 0 0 0,-1 0 0 0 0,1 0 0 0 0,-1 0 0 0 0,0 0 0 0 0,-1 1-1 0 0,1-1 1 0 0,0 1 0 0 0,-1 0 0 0 0,0 0 0 0 0,1 0 0 0 0,-1 0-1 0 0,-1 1 1 0 0,1 0 0 0 0,0 0 0 0 0,0 0 0 0 0,-10-3 0 0 0,8 4-43 0 0,0 1 1 0 0,0-1-1 0 0,-1 1 0 0 0,1 0 1 0 0,0 0-1 0 0,0 1 0 0 0,0 0 1 0 0,-1 0-1 0 0,1 0 1 0 0,0 1-1 0 0,1 0 0 0 0,-9 3 1 0 0,3 1-60 0 0,-1 0 1 0 0,2 0-1 0 0,-1 1 1 0 0,1 0-1 0 0,0 1 1 0 0,0 0-1 0 0,1 0 0 0 0,0 1 1 0 0,0 0-1 0 0,1 1 1 0 0,1 0-1 0 0,-1 0 1 0 0,-5 13-1 0 0,9-15-99 0 0,1 0 0 0 0,0 1 0 0 0,0-1 0 0 0,-3 18-1 0 0,6 30-3570 0 0,4-34-392 0 0,1 1 0 0 0,15 41 1 0 0,6 20-4093 0 0,-13-23 4860 0 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3.140"/>
    </inkml:context>
    <inkml:brush xml:id="br0">
      <inkml:brushProperty name="width" value="0.035" units="cm"/>
      <inkml:brushProperty name="height" value="0.035" units="cm"/>
      <inkml:brushProperty name="color" value="#E71224"/>
    </inkml:brush>
  </inkml:definitions>
  <inkml:trace contextRef="#ctx0" brushRef="#br0">384 29 3464 0 0,'13'-20'5703'0'0,"-10"12"-1745"0"0,-12 13 368 0 0,2 4-3908 0 0,0 0 0 0 0,0 1 0 0 0,1 0 0 0 0,0 0-1 0 0,1 0 1 0 0,0 1 0 0 0,1 0 0 0 0,-6 22 0 0 0,-2 2-45 0 0,-17 48 50 0 0,4 1 1 0 0,-18 112 0 0 0,-9 177-409 0 0,51-362-43 0 0,-2 32-272 0 0,3-43 294 0 0,0 0-1 0 0,0 0 1 0 0,0 0 0 0 0,0-1-1 0 0,0 1 1 0 0,0 0-1 0 0,0 0 1 0 0,0 0 0 0 0,0 0-1 0 0,0 0 1 0 0,0 0 0 0 0,0 0-1 0 0,0 0 1 0 0,0 0-1 0 0,0 0 1 0 0,0 0 0 0 0,0 0-1 0 0,0 0 1 0 0,0 0-1 0 0,0 0 1 0 0,1 0 0 0 0,-1 0-1 0 0,0-1 1 0 0,0 1-1 0 0,0 0 1 0 0,0 0 0 0 0,0 0-1 0 0,0 0 1 0 0,0 0 0 0 0,0 0-1 0 0,0 0 1 0 0,0 0-1 0 0,0 0 1 0 0,1 0 0 0 0,-1 0-1 0 0,0 0 1 0 0,0 0-1 0 0,0 0 1 0 0,0 1 0 0 0,0-1-1 0 0,0 0 1 0 0,0 0-1 0 0,7-25-103 0 0,1-9 145 0 0,2 0 1 0 0,1 1-1 0 0,2 0 0 0 0,1 1 0 0 0,24-41 1 0 0,-33 64-60 0 0,0 1 1 0 0,1-1 0 0 0,0 1 0 0 0,1 1-1 0 0,0-1 1 0 0,0 1 0 0 0,0 0-1 0 0,1 1 1 0 0,0 0 0 0 0,0 0 0 0 0,1 1-1 0 0,-1 0 1 0 0,1 0 0 0 0,0 1 0 0 0,1 0-1 0 0,-1 1 1 0 0,1 0 0 0 0,0 0 0 0 0,-1 1-1 0 0,1 0 1 0 0,0 1 0 0 0,0 0 0 0 0,15 1-1 0 0,64 9 23 0 0,-63-5-40 0 0,-1-1 0 0 0,0-1 0 0 0,1-1 0 0 0,-1-1-1 0 0,38-6 1 0 0,-62 6 69 0 0,1 0 0 0 0,-1-1 0 0 0,1 1 0 0 0,0 0 0 0 0,-1-1 0 0 0,0 1 0 0 0,1-1 0 0 0,-1 1 0 0 0,1-1-1 0 0,-1 0 1 0 0,0 0 0 0 0,1 1 0 0 0,-1-1 0 0 0,0 0 0 0 0,0 0 0 0 0,1 0 0 0 0,-1-1 0 0 0,0 1 0 0 0,0 0 0 0 0,0 0-1 0 0,-1 0 1 0 0,1-1 0 0 0,0 1 0 0 0,0 0 0 0 0,-1-1 0 0 0,1 1 0 0 0,-1-1 0 0 0,1 1 0 0 0,-1-1 0 0 0,0 1 0 0 0,1-1-1 0 0,-1 1 1 0 0,0-1 0 0 0,0 1 0 0 0,0-1 0 0 0,0 0 0 0 0,0 1 0 0 0,0-1 0 0 0,-1 1 0 0 0,1-1 0 0 0,-1 1 0 0 0,1-1-1 0 0,-1 1 1 0 0,1-1 0 0 0,-2-1 0 0 0,-3-7 256 0 0,0 0-1 0 0,0 0 1 0 0,-2 0-1 0 0,-13-17 1 0 0,-12-13 154 0 0,-3 1 0 0 0,-1 2 0 0 0,-1 2 0 0 0,-2 1 0 0 0,-2 2 1 0 0,-52-32-1 0 0,69 50-105 0 0,0 2 1 0 0,-1 0 0 0 0,0 2 0 0 0,-1 1-1 0 0,-47-11 1 0 0,55 17 9 0 0,-1 0 1 0 0,0 2-1 0 0,0 0 0 0 0,0 1 0 0 0,0 0 1 0 0,0 2-1 0 0,0 1 0 0 0,1 0 1 0 0,-22 7-1 0 0,38-10-361 0 0,1 0 0 0 0,-1 1 0 0 0,1-1 0 0 0,-1 1 0 0 0,1-1-1 0 0,-1 1 1 0 0,1 0 0 0 0,-1-1 0 0 0,1 1 0 0 0,0 0 0 0 0,-1 0 0 0 0,1 0 0 0 0,0 0 0 0 0,0 0-1 0 0,0 0 1 0 0,0 1 0 0 0,0-1 0 0 0,0 0 0 0 0,0 1 0 0 0,0-1 0 0 0,0 0 0 0 0,1 1 0 0 0,-1-1 0 0 0,0 3-1 0 0,1-1-180 0 0,0-1 0 0 0,0 1 0 0 0,0 0 0 0 0,0-1 0 0 0,1 1 0 0 0,-1-1 0 0 0,1 0 0 0 0,0 1 0 0 0,-1-1 0 0 0,1 1 0 0 0,1-1 0 0 0,-1 0 0 0 0,0 0 0 0 0,2 3 0 0 0,6 8-2276 0 0,1-1-1 0 0,1 0 1 0 0,21 19-1 0 0,-30-29 2026 0 0,15 14-2524 0 0,48 49-6679 0 0,-24-7 5279 0 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3.797"/>
    </inkml:context>
    <inkml:brush xml:id="br0">
      <inkml:brushProperty name="width" value="0.035" units="cm"/>
      <inkml:brushProperty name="height" value="0.035" units="cm"/>
      <inkml:brushProperty name="color" value="#E71224"/>
    </inkml:brush>
  </inkml:definitions>
  <inkml:trace contextRef="#ctx0" brushRef="#br0">343 62 2504 0 0,'-2'-4'847'0'0,"-1"-1"-1"0"0,0 1 1 0 0,0 0-1 0 0,-1 0 1 0 0,1 0 0 0 0,-1 1-1 0 0,0-1 1 0 0,0 1 0 0 0,0 0-1 0 0,0 0 1 0 0,0 0-1 0 0,-1 1 1 0 0,1-1 0 0 0,-1 1-1 0 0,0 0 1 0 0,-5-1-1 0 0,3 1-339 0 0,0 1 1 0 0,-1 0-1 0 0,1 0 0 0 0,-1 1 0 0 0,1 0 0 0 0,0 0 0 0 0,-1 1 0 0 0,1 0 0 0 0,0 0 0 0 0,-10 3 0 0 0,5 0-367 0 0,1 0-1 0 0,-1 0 0 0 0,1 1 1 0 0,0 0-1 0 0,1 1 0 0 0,0 1 0 0 0,-1 0 1 0 0,2 0-1 0 0,-1 1 0 0 0,1 0 1 0 0,1 0-1 0 0,-1 1 0 0 0,-10 15 1 0 0,16-19-152 0 0,-1 0 0 0 0,1 0 0 0 0,0 1 0 0 0,0 0 1 0 0,1-1-1 0 0,-1 1 0 0 0,1 0 0 0 0,0 0 0 0 0,1 0 0 0 0,0 1 1 0 0,0-1-1 0 0,0 0 0 0 0,1 0 0 0 0,0 1 0 0 0,0-1 0 0 0,0 0 1 0 0,1 1-1 0 0,0-1 0 0 0,0 0 0 0 0,1 0 0 0 0,0 0 0 0 0,0 0 1 0 0,0 0-1 0 0,0 0 0 0 0,1 0 0 0 0,0-1 0 0 0,1 0 1 0 0,-1 1-1 0 0,1-1 0 0 0,0 0 0 0 0,0-1 0 0 0,0 1 0 0 0,1-1 1 0 0,0 0-1 0 0,0 0 0 0 0,0 0 0 0 0,0 0 0 0 0,8 3 0 0 0,11 2-196 0 0,1 0-1 0 0,0-2 0 0 0,1 0 1 0 0,-1-2-1 0 0,51 3 0 0 0,-52-6 158 0 0,0 0 0 0 0,0 2 1 0 0,0 1-1 0 0,-1 0 0 0 0,0 2 0 0 0,0 1 0 0 0,29 13 1 0 0,-50-20 144 0 0,1 1 0 0 0,-1-1 0 0 0,0 1 0 0 0,0-1 0 0 0,1 1 0 0 0,-1 0 0 0 0,0 0 0 0 0,0 0 0 0 0,0 0 0 0 0,-1 0 0 0 0,1 1 0 0 0,-1-1 0 0 0,1 0 0 0 0,-1 1 0 0 0,0-1 0 0 0,1 1 0 0 0,-1 0 0 0 0,-1-1 0 0 0,1 1 0 0 0,0 0 0 0 0,-1-1 0 0 0,1 1 0 0 0,-1 0 0 0 0,0 0 0 0 0,0-1 0 0 0,0 1 0 0 0,0 0 0 0 0,0 0 0 0 0,-1 0 0 0 0,1-1 0 0 0,-1 1 0 0 0,0 0 0 0 0,0-1 0 0 0,0 1 0 0 0,0 0 0 0 0,-2 2 0 0 0,-5 11 451 0 0,-2 0-1 0 0,0 0 1 0 0,0 0 0 0 0,-20 19-1 0 0,8-7-212 0 0,-29 36-317 0 0,-3-3 0 0 0,-77 69 1 0 0,117-114-178 0 0,4 1-4219 0 0,10-16 4196 0 0,0-1 0 0 0,0 0-1 0 0,0 1 1 0 0,0-1 0 0 0,-1 0 0 0 0,1 1 0 0 0,0-1 0 0 0,0 0 0 0 0,0 1 0 0 0,0-1 0 0 0,0 0 0 0 0,0 1 0 0 0,0-1 0 0 0,0 0-1 0 0,0 1 1 0 0,0-1 0 0 0,0 0 0 0 0,0 0 0 0 0,1 1 0 0 0,-1-1 0 0 0,0 0 0 0 0,0 1 0 0 0,0-1 0 0 0,0 0 0 0 0,0 1-1 0 0,1-1 1 0 0,-1 0 0 0 0,0 0 0 0 0,0 1 0 0 0,1-1 0 0 0,-1 0 0 0 0,0 0 0 0 0,0 0 0 0 0,1 1 0 0 0,-1-1 0 0 0,23-4-6823 0 0,-13-1 5357 0 0,0 0 0 0 0,0 0 1 0 0,-1-1-1 0 0,14-10 0 0 0,13-15-629 0 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4.193"/>
    </inkml:context>
    <inkml:brush xml:id="br0">
      <inkml:brushProperty name="width" value="0.035" units="cm"/>
      <inkml:brushProperty name="height" value="0.035" units="cm"/>
      <inkml:brushProperty name="color" value="#E71224"/>
    </inkml:brush>
  </inkml:definitions>
  <inkml:trace contextRef="#ctx0" brushRef="#br0">90 139 264 0 0,'-1'-1'651'0'0,"1"-1"1"0"0,-1 1-1 0 0,0 0 0 0 0,0 0 1 0 0,1 0-1 0 0,-1 0 0 0 0,0 0 1 0 0,0 0-1 0 0,0 0 0 0 0,0 0 1 0 0,0 0-1 0 0,-1 0 0 0 0,1 0 0 0 0,0 0 1 0 0,0 1-1 0 0,0-1 0 0 0,-1 1 1 0 0,-1-2-1 0 0,2 2-305 0 0,0 0 0 0 0,0 0 1 0 0,0 0-1 0 0,0 1 0 0 0,0-1 0 0 0,0 0 0 0 0,0 0 0 0 0,0 1 1 0 0,0-1-1 0 0,0 0 0 0 0,0 1 0 0 0,0-1 0 0 0,1 1 0 0 0,-1-1 1 0 0,0 1-1 0 0,0-1 0 0 0,0 1 0 0 0,1 0 0 0 0,-2 1 0 0 0,-1 2-28 0 0,0 0 0 0 0,0 0 0 0 0,0 0 1 0 0,1 0-1 0 0,-1 1 0 0 0,1 0 0 0 0,0-1 0 0 0,-2 9 0 0 0,-3 17-215 0 0,1 1 1 0 0,1-1 0 0 0,1 1-1 0 0,2 1 1 0 0,1-1-1 0 0,4 35 1 0 0,-3-65-110 0 0,0 1-1 0 0,0-1 1 0 0,0 0-1 0 0,0 0 1 0 0,0 0-1 0 0,0 0 1 0 0,0 0-1 0 0,1 0 1 0 0,-1 0-1 0 0,0 0 1 0 0,1 0-1 0 0,-1 0 1 0 0,1 0-1 0 0,-1 0 1 0 0,1 0-1 0 0,-1 0 1 0 0,1 0 0 0 0,0 0-1 0 0,-1 0 1 0 0,1 0-1 0 0,0-1 1 0 0,2 3-1 0 0,-3-4 6 0 0,1 1-1 0 0,0 0 0 0 0,0 0 1 0 0,0-1-1 0 0,0 1 1 0 0,0 0-1 0 0,-1-1 1 0 0,1 1-1 0 0,0 0 1 0 0,0-1-1 0 0,-1 1 0 0 0,1-1 1 0 0,0 0-1 0 0,-1 1 1 0 0,1-1-1 0 0,0 0 1 0 0,-1 1-1 0 0,1-1 1 0 0,-1 0-1 0 0,1 1 0 0 0,0-2 1 0 0,25-51 99 0 0,6-50 38 0 0,11-34-143 0 0,-37 123 4 0 0,0-1 1 0 0,1 1-1 0 0,1 1 1 0 0,0 0 0 0 0,1 0-1 0 0,20-23 1 0 0,-27 34 41 0 0,0-1 1 0 0,0 1-1 0 0,0 0 0 0 0,0 0 1 0 0,0 0-1 0 0,0 0 1 0 0,1 0-1 0 0,-1 1 0 0 0,1-1 1 0 0,0 1-1 0 0,-1 0 1 0 0,1-1-1 0 0,0 1 0 0 0,0 0 1 0 0,0 1-1 0 0,-1-1 1 0 0,1 0-1 0 0,0 1 0 0 0,0 0 1 0 0,0-1-1 0 0,0 1 1 0 0,0 0-1 0 0,0 1 1 0 0,0-1-1 0 0,0 0 0 0 0,0 1 1 0 0,0 0-1 0 0,0 0 1 0 0,0 0-1 0 0,-1 0 0 0 0,1 0 1 0 0,0 0-1 0 0,0 1 1 0 0,-1-1-1 0 0,5 5 0 0 0,-1-1 57 0 0,-1 0-1 0 0,0 1 1 0 0,0 0-1 0 0,0 0 1 0 0,-1 1-1 0 0,0-1 0 0 0,0 1 1 0 0,-1 0-1 0 0,0 0 1 0 0,0 0-1 0 0,-1 0 1 0 0,1 1-1 0 0,0 8 0 0 0,2 18 174 0 0,-1 1 0 0 0,-2 0 0 0 0,-5 70-1 0 0,-25 101-4217 0 0,25-190 459 0 0,3-33-10541 0 0,1 4 13431 0 0,4-22-2680 0 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4.420"/>
    </inkml:context>
    <inkml:brush xml:id="br0">
      <inkml:brushProperty name="width" value="0.035" units="cm"/>
      <inkml:brushProperty name="height" value="0.035" units="cm"/>
      <inkml:brushProperty name="color" value="#E71224"/>
    </inkml:brush>
  </inkml:definitions>
  <inkml:trace contextRef="#ctx0" brushRef="#br0">9 198 984 0 0,'-5'13'4640'0'0,"2"-7"-320"0"0,3-2-960 0 0,1-8-720 0 0,5-2-879 0 0,8-8-561 0 0,7-5-400 0 0,5-6-400 0 0,8-3-320 0 0,3 0-128 0 0,1 1-352 0 0,-3 3-480 0 0,-4 6-1120 0 0,-6 4-2161 0 0,-10 3-559 0 0,-7 8 880 0 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4.586"/>
    </inkml:context>
    <inkml:brush xml:id="br0">
      <inkml:brushProperty name="width" value="0.035" units="cm"/>
      <inkml:brushProperty name="height" value="0.035" units="cm"/>
      <inkml:brushProperty name="color" value="#E71224"/>
    </inkml:brush>
  </inkml:definitions>
  <inkml:trace contextRef="#ctx0" brushRef="#br0">75 158 4024 0 0,'-27'44'5200'0'0,"4"-10"-560"0"0,8-10-1039 0 0,8-9-881 0 0,5-11-800 0 0,5-4-640 0 0,5-2-560 0 0,11-8-240 0 0,13-10-240 0 0,8-10-288 0 0,5-5-832 0 0,3-3-1280 0 0,3 0-2720 0 0,-7 1-1121 0 0,-9 6 1041 0 0,-8 9 1360 0 0,-8 6 1440 0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5.970"/>
    </inkml:context>
    <inkml:brush xml:id="br0">
      <inkml:brushProperty name="width" value="0.035" units="cm"/>
      <inkml:brushProperty name="height" value="0.035" units="cm"/>
      <inkml:brushProperty name="color" value="#E71224"/>
    </inkml:brush>
  </inkml:definitions>
  <inkml:trace contextRef="#ctx0" brushRef="#br0">0 76 1544 0 0,'2'-3'611'0'0,"18"-24"7449"0"0,-10 28-3359 0 0,2 16-2859 0 0,8 37-950 0 0,-2 1 0 0 0,-3 0 0 0 0,-2 1-1 0 0,9 83 1 0 0,-11-58-561 0 0,28 99-1 0 0,-46-290 1193 0 0,4 42-1326 0 0,-1 6-126 0 0,7-118 0 0 0,-1 161-40 0 0,0 1-1 0 0,2 0 0 0 0,0 0 1 0 0,0 0-1 0 0,2 0 0 0 0,0 1 1 0 0,1 0-1 0 0,1 0 1 0 0,0 1-1 0 0,1 0 0 0 0,14-17 1 0 0,-21 30-19 0 0,1 0 0 0 0,0 0 0 0 0,0 0 1 0 0,0 0-1 0 0,0 0 0 0 0,0 1 0 0 0,1-1 1 0 0,-1 1-1 0 0,1 0 0 0 0,0 0 0 0 0,-1 0 0 0 0,1 0 1 0 0,0 1-1 0 0,0 0 0 0 0,0 0 0 0 0,0 0 1 0 0,0 0-1 0 0,5 0 0 0 0,-2 1-8 0 0,-1 1 0 0 0,0 0 0 0 0,0-1 0 0 0,0 2 0 0 0,0-1 0 0 0,0 1 0 0 0,0 0 0 0 0,0 0 0 0 0,-1 1 0 0 0,1 0 0 0 0,5 4 0 0 0,4 2 17 0 0,-2 1-1 0 0,0 1 1 0 0,0 0 0 0 0,-1 1 0 0 0,0 1-1 0 0,-1 0 1 0 0,0 0 0 0 0,9 16-1 0 0,-6-3 60 0 0,-1 1 0 0 0,-1 0 0 0 0,-2 0 0 0 0,0 1 0 0 0,-2 1 0 0 0,-1-1 0 0 0,-1 1 0 0 0,-2 0 0 0 0,1 30 0 0 0,-4-36-649 0 0,-2-1 1 0 0,0 1-1 0 0,-8 43 1 0 0,5-54-2724 0 0,3-30-11489 0 0,2 8 14266 0 0,1-16-2578 0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6.424"/>
    </inkml:context>
    <inkml:brush xml:id="br0">
      <inkml:brushProperty name="width" value="0.035" units="cm"/>
      <inkml:brushProperty name="height" value="0.035" units="cm"/>
      <inkml:brushProperty name="color" value="#E71224"/>
    </inkml:brush>
  </inkml:definitions>
  <inkml:trace contextRef="#ctx0" brushRef="#br0">43 121 744 0 0,'-4'10'13270'0'0,"7"-16"-6446"0"0,11-24-5144 0 0,-9 17-1613 0 0,1 1 1 0 0,0-1-1 0 0,1 2 1 0 0,1-1-1 0 0,-1 1 1 0 0,12-12-1 0 0,-28 53 566 0 0,-13 20-311 0 0,-55 73-197 0 0,72-119-5585 0 0,7-15 82 0 0,10-16-2131 0 0,0 7 4002 0 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7.022"/>
    </inkml:context>
    <inkml:brush xml:id="br0">
      <inkml:brushProperty name="width" value="0.035" units="cm"/>
      <inkml:brushProperty name="height" value="0.035" units="cm"/>
      <inkml:brushProperty name="color" value="#E71224"/>
    </inkml:brush>
  </inkml:definitions>
  <inkml:trace contextRef="#ctx0" brushRef="#br0">145 65 344 0 0,'3'-3'1278'0'0,"-1"-1"0"0"0,1 1 0 0 0,-1 0 0 0 0,1 0 0 0 0,0 0 0 0 0,0 1 0 0 0,0-1 0 0 0,0 1 0 0 0,8-4 0 0 0,-11 5-992 0 0,1 1 0 0 0,0 0 0 0 0,0 0 0 0 0,-1 0 0 0 0,1 0 0 0 0,0 0 0 0 0,0 0 0 0 0,-1 0 1 0 0,1 0-1 0 0,0 0 0 0 0,0 0 0 0 0,-1 1 0 0 0,1-1 0 0 0,0 0 0 0 0,0 1 0 0 0,-1-1 0 0 0,1 0 0 0 0,0 1 0 0 0,-1-1 0 0 0,1 0 1 0 0,0 2-1 0 0,17 23 774 0 0,-11-8-708 0 0,0 2 0 0 0,-1-1 1 0 0,-1 1-1 0 0,-1 0 0 0 0,3 22 1 0 0,4 98 542 0 0,-11-134-864 0 0,3 85 320 0 0,-5 0 0 0 0,-21 147 0 0 0,23-236-336 0 0,0 0-1 0 0,0 1 0 0 0,0-1 0 0 0,0 0 0 0 0,-1 0 0 0 0,1 1 0 0 0,0-1 0 0 0,-1 0 0 0 0,1 0 1 0 0,-1 0-1 0 0,0 0 0 0 0,1 1 0 0 0,-1-1 0 0 0,0 0 0 0 0,1 0 0 0 0,-1 0 0 0 0,0 0 0 0 0,-1 1 1 0 0,1-2-9 0 0,0 0 1 0 0,1 0 0 0 0,-1 0 0 0 0,0 0 0 0 0,1 0-1 0 0,-1 0 1 0 0,1 0 0 0 0,-1 0 0 0 0,0 0 0 0 0,1 0-1 0 0,-1 0 1 0 0,0-1 0 0 0,1 1 0 0 0,-1 0 0 0 0,1 0-1 0 0,-1-1 1 0 0,1 1 0 0 0,-1 0 0 0 0,1-1 0 0 0,-1 1-1 0 0,1 0 1 0 0,-1-1 0 0 0,1 1 0 0 0,-1-1 0 0 0,0 0-1 0 0,-2-3 24 0 0,-1-1 0 0 0,1 0 0 0 0,-1 0-1 0 0,1 0 1 0 0,1 0 0 0 0,-4-8 0 0 0,0-2-52 0 0,1 1-1 0 0,1-1 1 0 0,1 0 0 0 0,0 0 0 0 0,0 0 0 0 0,2 0 0 0 0,0-1 0 0 0,1 1-1 0 0,0 0 1 0 0,1-1 0 0 0,1 1 0 0 0,4-18 0 0 0,-5 32 7 0 0,-1-1-1 0 0,1 1 1 0 0,0-1 0 0 0,0 1 0 0 0,0-1 0 0 0,0 1 0 0 0,0 0-1 0 0,1 0 1 0 0,-1 0 0 0 0,0-1 0 0 0,1 1 0 0 0,-1 0 0 0 0,0 1-1 0 0,1-1 1 0 0,-1 0 0 0 0,1 0 0 0 0,-1 1 0 0 0,1-1 0 0 0,0 1-1 0 0,-1-1 1 0 0,1 1 0 0 0,0-1 0 0 0,-1 1 0 0 0,1 0 0 0 0,0 0-1 0 0,1 0 1 0 0,56 5-50 0 0,-31-2 174 0 0,-5-4-84 0 0,0 0-1 0 0,-1-2 0 0 0,1 0 0 0 0,-1-2 0 0 0,0 0 0 0 0,31-13 0 0 0,-37 12-82 0 0,-1 0 0 0 0,0-2 0 0 0,0 0-1 0 0,0 0 1 0 0,-1-2 0 0 0,0 0 0 0 0,-1 0 0 0 0,0-1-1 0 0,15-17 1 0 0,-25 24 101 0 0,1 0 0 0 0,-1-1 1 0 0,0 0-1 0 0,0 1 0 0 0,-1-1 0 0 0,1 0 0 0 0,-1-1 1 0 0,0 1-1 0 0,-1 0 0 0 0,1-1 0 0 0,-1 1 0 0 0,0-1 1 0 0,0 1-1 0 0,-1-1 0 0 0,1 1 0 0 0,-2-11 0 0 0,0 7 96 0 0,-1 1-1 0 0,0-1 0 0 0,-1 1 1 0 0,0-1-1 0 0,0 1 0 0 0,0 0 0 0 0,-1 0 1 0 0,-1 0-1 0 0,-9-13 0 0 0,3 7 59 0 0,0 0 0 0 0,-1 1-1 0 0,-1 0 1 0 0,0 1-1 0 0,-1 0 1 0 0,0 2 0 0 0,-1-1-1 0 0,0 2 1 0 0,0 0 0 0 0,-19-8-1 0 0,10 9-185 0 0,-1 1 1 0 0,0 2-1 0 0,-1 0 0 0 0,1 1 0 0 0,-1 2 0 0 0,0 0 0 0 0,0 2 1 0 0,0 1-1 0 0,1 1 0 0 0,-1 1 0 0 0,0 1 0 0 0,1 1 0 0 0,0 2 1 0 0,0 0-1 0 0,-25 13 0 0 0,48-20-174 0 0,0 1 0 0 0,0 0 0 0 0,0 0 0 0 0,0 0 0 0 0,0 0 0 0 0,0 0 0 0 0,1 0 0 0 0,-1 0 0 0 0,0 1 0 0 0,1-1 0 0 0,-1 1 0 0 0,1-1 0 0 0,-1 1 1 0 0,1 0-1 0 0,0-1 0 0 0,-1 1 0 0 0,1 0 0 0 0,0 0 0 0 0,0 0 0 0 0,1 0 0 0 0,-1 0 0 0 0,0 0 0 0 0,1 0 0 0 0,-1 0 0 0 0,1 0 0 0 0,0 0 0 0 0,-1 0 0 0 0,1 1 0 0 0,0-1 0 0 0,0 0 0 0 0,0 0 0 0 0,1 3 0 0 0,2 4-1412 0 0,0 0-1 0 0,1 0 0 0 0,0 0 1 0 0,0 0-1 0 0,1-1 1 0 0,6 9-1 0 0,6 12-2578 0 0,5 18-246 0 0,-2 3 1200 0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8.603"/>
    </inkml:context>
    <inkml:brush xml:id="br0">
      <inkml:brushProperty name="width" value="0.035" units="cm"/>
      <inkml:brushProperty name="height" value="0.035" units="cm"/>
      <inkml:brushProperty name="color" value="#E71224"/>
    </inkml:brush>
  </inkml:definitions>
  <inkml:trace contextRef="#ctx0" brushRef="#br0">112 4 4024 0 0,'-2'-3'10930'0'0,"-10"2"-7302"0"0,-10 2-1825 0 0,17-1-1439 0 0,-1 1 0 0 0,1-1 0 0 0,-1 1 0 0 0,1 1 0 0 0,-1-1 0 0 0,1 1 0 0 0,0 0 1 0 0,0 0-1 0 0,0 1 0 0 0,0-1 0 0 0,0 1 0 0 0,-8 6 0 0 0,27-13-436 0 0,-1 0-1 0 0,1 1 1 0 0,0 0-1 0 0,0 1 1 0 0,18 0-1 0 0,-22 1 49 0 0,-1 1-1 0 0,1 0 0 0 0,0 0 0 0 0,0 1 1 0 0,0 0-1 0 0,-1 1 0 0 0,1 0 0 0 0,18 7 0 0 0,-26-8 42 0 0,1 0-1 0 0,-1 0 0 0 0,0 1 1 0 0,1-1-1 0 0,-1 1 0 0 0,0 0 1 0 0,0-1-1 0 0,0 1 0 0 0,0 0 1 0 0,0 0-1 0 0,0 0 0 0 0,-1 1 1 0 0,1-1-1 0 0,-1 0 0 0 0,1 1 1 0 0,-1-1-1 0 0,0 1 0 0 0,0-1 1 0 0,0 1-1 0 0,0 0 0 0 0,-1-1 1 0 0,1 1-1 0 0,-1 0 0 0 0,0-1 1 0 0,1 1-1 0 0,-1 0 0 0 0,0 0 1 0 0,-1-1-1 0 0,1 1 0 0 0,0 0 1 0 0,-1 0-1 0 0,1-1 0 0 0,-1 1 1 0 0,0 0-1 0 0,0-1 0 0 0,-2 4 1 0 0,-6 16 74 0 0,-1 0 1 0 0,-1-1-1 0 0,-24 34 1 0 0,25-42-81 0 0,0 2 0 0 0,1-1 0 0 0,1 2 1 0 0,0-1-1 0 0,1 1 0 0 0,1 0 0 0 0,0 0 0 0 0,-6 32 0 0 0,12-47-14 0 0,0 0-1 0 0,0-1 1 0 0,0 1-1 0 0,0-1 0 0 0,0 1 1 0 0,0 0-1 0 0,0-1 0 0 0,0 1 1 0 0,0 0-1 0 0,0-1 1 0 0,0 1-1 0 0,0 0 0 0 0,1-1 1 0 0,-1 1-1 0 0,0 0 1 0 0,0-1-1 0 0,1 1 0 0 0,-1-1 1 0 0,0 1-1 0 0,1-1 0 0 0,-1 1 1 0 0,0-1-1 0 0,1 1 1 0 0,-1-1-1 0 0,1 1 0 0 0,-1-1 1 0 0,1 1-1 0 0,-1-1 0 0 0,1 0 1 0 0,0 1-1 0 0,-1-1 1 0 0,2 1-1 0 0,26-2-213 0 0,40-25-191 0 0,-53 20 366 0 0,12-5 28 0 0,84-29-172 0 0,-99 37 167 0 0,0 0 1 0 0,-1 1 0 0 0,1 0-1 0 0,0 0 1 0 0,0 2 0 0 0,0-1-1 0 0,17 3 1 0 0,-27-2 48 0 0,0 0 1 0 0,0 0-1 0 0,0 1 0 0 0,0-1 1 0 0,-1 1-1 0 0,1-1 1 0 0,0 1-1 0 0,0-1 0 0 0,-1 1 1 0 0,1 0-1 0 0,0 0 0 0 0,-1 0 1 0 0,1 0-1 0 0,-1 0 0 0 0,1 1 1 0 0,-1-1-1 0 0,0 0 1 0 0,0 0-1 0 0,1 1 0 0 0,-1-1 1 0 0,0 1-1 0 0,0-1 0 0 0,1 4 1 0 0,-1-2 22 0 0,-1 0 0 0 0,1 0 0 0 0,-1 0 0 0 0,0 0 1 0 0,1 0-1 0 0,-2 0 0 0 0,1 0 0 0 0,0 0 0 0 0,0 0 1 0 0,-1 0-1 0 0,0 0 0 0 0,0 0 0 0 0,-1 3 0 0 0,-4 10 230 0 0,-2 0 0 0 0,0-1 0 0 0,-19 28 0 0 0,24-39-235 0 0,-22 34 397 0 0,-5 7-101 0 0,-50 59 1 0 0,61-87-537 0 0,19-17 138 0 0,0 0-1 0 0,0 0 1 0 0,-1 0 0 0 0,1 0 0 0 0,0 0-1 0 0,0-1 1 0 0,0 1 0 0 0,0 0-1 0 0,0 0 1 0 0,-1 0 0 0 0,1 0 0 0 0,0 0-1 0 0,0 0 1 0 0,0 0 0 0 0,0-1-1 0 0,0 1 1 0 0,0 0 0 0 0,-1 0 0 0 0,1 0-1 0 0,0 0 1 0 0,0 0 0 0 0,0-1-1 0 0,0 1 1 0 0,0 0 0 0 0,0 0 0 0 0,0 0-1 0 0,0-1 1 0 0,0 1 0 0 0,0 0-1 0 0,0 0 1 0 0,0 0 0 0 0,0 0-1 0 0,0-1 1 0 0,0 1 0 0 0,0 0 0 0 0,0 0-1 0 0,0 0 1 0 0,0 0 0 0 0,0-1-1 0 0,0 1 1 0 0,0 0 0 0 0,0 0 0 0 0,1 0-1 0 0,-1 0 1 0 0,0-1 0 0 0,0 1-1 0 0,0 0 1 0 0,0 0 0 0 0,0 0 0 0 0,0 0-1 0 0,1 0 1 0 0,-1-1 0 0 0,23-38-7472 0 0,53-49-7221 0 0,-49 58 12040 0 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9.023"/>
    </inkml:context>
    <inkml:brush xml:id="br0">
      <inkml:brushProperty name="width" value="0.035" units="cm"/>
      <inkml:brushProperty name="height" value="0.035" units="cm"/>
      <inkml:brushProperty name="color" value="#E71224"/>
    </inkml:brush>
  </inkml:definitions>
  <inkml:trace contextRef="#ctx0" brushRef="#br0">134 495 2264 0 0,'-14'-6'9407'0'0,"3"9"-3751"0"0,10-2-5362 0 0,0 1 0 0 0,0-1 0 0 0,0 0 0 0 0,0 1 0 0 0,0-1 0 0 0,0 1 0 0 0,0-1 0 0 0,1 1 0 0 0,-1 0 0 0 0,1-1 1 0 0,-1 1-1 0 0,1 0 0 0 0,-1 3 0 0 0,0 0-286 0 0,1 0 1 0 0,0 0 0 0 0,0 1 0 0 0,0-1 0 0 0,0 0-1 0 0,1 0 1 0 0,0 0 0 0 0,0 1 0 0 0,2 5-1 0 0,-2-9-11 0 0,0 0 0 0 0,0 0-1 0 0,0 0 1 0 0,1 0 0 0 0,-1 0-1 0 0,0 0 1 0 0,1-1 0 0 0,-1 1-1 0 0,1 0 1 0 0,0-1 0 0 0,0 1-1 0 0,-1-1 1 0 0,1 0 0 0 0,0 1-1 0 0,0-1 1 0 0,0 0 0 0 0,0 0-1 0 0,1-1 1 0 0,-1 1 0 0 0,0 0-1 0 0,0-1 1 0 0,0 1 0 0 0,1-1-1 0 0,1 1 1 0 0,0-2-110 0 0,1 1 0 0 0,-1-1 0 0 0,0 0-1 0 0,0 0 1 0 0,0 0 0 0 0,0-1 0 0 0,-1 1 0 0 0,1-1 0 0 0,0 0 0 0 0,-1 0-1 0 0,1-1 1 0 0,4-3 0 0 0,2-1-637 0 0,-1-2 1 0 0,0 1-1 0 0,-1-1 0 0 0,0-1 1 0 0,0 0-1 0 0,-1 0 0 0 0,0 0 0 0 0,6-13 1 0 0,2-29-5931 0 0,-16 3 3499 0 0,-1 41 3306 0 0,0 0-1 0 0,0 1 1 0 0,-1-1 0 0 0,0 1 0 0 0,0-1 0 0 0,-1 1 0 0 0,0 0 0 0 0,0 0 0 0 0,-9-10 0 0 0,4 6 940 0 0,-1 1 0 0 0,-1 1 0 0 0,1-1 0 0 0,-1 2 0 0 0,-1-1 0 0 0,0 2 0 0 0,0 0 0 0 0,-1 0 0 0 0,1 1 0 0 0,-1 0 0 0 0,-25-6 0 0 0,12 6 329 0 0,17 4-1032 0 0,2 1 1 0 0,-1-1 0 0 0,0-1 0 0 0,0 0 0 0 0,1 0 0 0 0,-8-4-1 0 0,14 6-358 0 0,1 1 0 0 0,-1-1-1 0 0,1 1 1 0 0,-1-1 0 0 0,1 0-1 0 0,-1 1 1 0 0,1-1 0 0 0,0 0-1 0 0,-1 0 1 0 0,1 1 0 0 0,0-1-1 0 0,0 0 1 0 0,0 0 0 0 0,-1 0-1 0 0,1 1 1 0 0,0-1 0 0 0,0 0-1 0 0,0 0 1 0 0,0 0 0 0 0,1 1-1 0 0,-1-1 1 0 0,0 0 0 0 0,0 0-1 0 0,0 1 1 0 0,0-1 0 0 0,1 0-1 0 0,-1 0 1 0 0,0 1 0 0 0,1-1-1 0 0,-1 0 1 0 0,1 1 0 0 0,0-2-1 0 0,17-23-1038 0 0,1 7-2117 0 0,1 1-1 0 0,1 0 1 0 0,0 1 0 0 0,36-19 0 0 0,-19 13-88 0 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9.207"/>
    </inkml:context>
    <inkml:brush xml:id="br0">
      <inkml:brushProperty name="width" value="0.035" units="cm"/>
      <inkml:brushProperty name="height" value="0.035" units="cm"/>
      <inkml:brushProperty name="color" value="#E71224"/>
    </inkml:brush>
  </inkml:definitions>
  <inkml:trace contextRef="#ctx0" brushRef="#br0">16 185 1624 0 0,'-8'7'4800'0'0,"1"-6"-640"0"0,7-7-1280 0 0,4-9-960 0 0,7-4-719 0 0,2-6-481 0 0,7-1-400 0 0,6-2-528 0 0,-6 6-1553 0 0,5-1-2239 0 0,-6 5-480 0 0,-8 8 960 0 0,-6 9 1040 0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29.366"/>
    </inkml:context>
    <inkml:brush xml:id="br0">
      <inkml:brushProperty name="width" value="0.035" units="cm"/>
      <inkml:brushProperty name="height" value="0.035" units="cm"/>
      <inkml:brushProperty name="color" value="#E71224"/>
    </inkml:brush>
  </inkml:definitions>
  <inkml:trace contextRef="#ctx0" brushRef="#br0">69 27 744 0 0,'-22'50'5120'0'0,"0"-11"80"0"0,6-13-1040 0 0,7-9-1039 0 0,9-12-1041 0 0,9-8-560 0 0,11-7-320 0 0,9-7-320 0 0,6-5-240 0 0,3-3-400 0 0,1-1-608 0 0,-4-1-672 0 0,-3 9-1360 0 0,-7 5-2721 0 0,-9 11-719 0 0,-13 10 1120 0 0,-13 13 1440 0 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30.122"/>
    </inkml:context>
    <inkml:brush xml:id="br0">
      <inkml:brushProperty name="width" value="0.035" units="cm"/>
      <inkml:brushProperty name="height" value="0.035" units="cm"/>
      <inkml:brushProperty name="color" value="#E71224"/>
    </inkml:brush>
  </inkml:definitions>
  <inkml:trace contextRef="#ctx0" brushRef="#br0">0 209 504 0 0,'12'0'2878'0'0,"0"-1"0"0"0,0 0 0 0 0,0-1 0 0 0,15-5 0 0 0,45-21 3364 0 0,-3-11-5584 0 0,-2-6-3713 0 0,35-20-4814 0 0,-67 46-172 0 0,-31 18 5508 0 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30.298"/>
    </inkml:context>
    <inkml:brush xml:id="br0">
      <inkml:brushProperty name="width" value="0.035" units="cm"/>
      <inkml:brushProperty name="height" value="0.035" units="cm"/>
      <inkml:brushProperty name="color" value="#E71224"/>
    </inkml:brush>
  </inkml:definitions>
  <inkml:trace contextRef="#ctx0" brushRef="#br0">23 240 2424 0 0,'-8'23'4039'0'0,"5"-15"-2238"0"0,0 0-1 0 0,1 0 0 0 0,-1 0 0 0 0,2 0 0 0 0,-2 9 1 0 0,3-16-1687 0 0,1-1 0 0 0,-1 1 0 0 0,0 0 0 0 0,0 0 0 0 0,1-1 0 0 0,-1 1 0 0 0,1 0 0 0 0,-1-1 0 0 0,1 1 1 0 0,-1-1-1 0 0,1 1 0 0 0,-1-1 0 0 0,1 1 0 0 0,-1-1 0 0 0,1 1 0 0 0,0-1 0 0 0,-1 1 0 0 0,1-1 0 0 0,0 0 0 0 0,0 1 1 0 0,-1-1-1 0 0,1 0 0 0 0,0 0 0 0 0,-1 1 0 0 0,1-1 0 0 0,0 0 0 0 0,0 0 0 0 0,0 0 0 0 0,-1 0 0 0 0,1 0 1 0 0,0 0-1 0 0,0 0 0 0 0,-1 0 0 0 0,1 0 0 0 0,0-1 0 0 0,0 1 0 0 0,-1 0 0 0 0,3-1 0 0 0,31-9 730 0 0,-17 2-784 0 0,0-2 1 0 0,-1 0-1 0 0,28-23 1 0 0,43-45-3407 0 0,-53 46 549 0 0,50-56-6861 0 0,-52 52 5782 0 0,-7 10 889 0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31.140"/>
    </inkml:context>
    <inkml:brush xml:id="br0">
      <inkml:brushProperty name="width" value="0.035" units="cm"/>
      <inkml:brushProperty name="height" value="0.035" units="cm"/>
      <inkml:brushProperty name="color" value="#E71224"/>
    </inkml:brush>
  </inkml:definitions>
  <inkml:trace contextRef="#ctx0" brushRef="#br0">0 20 2824 0 0,'18'-18'6292'0'0,"-18"18"-6166"0"0,1 0-1 0 0,-1 0 1 0 0,0-1-1 0 0,0 1 1 0 0,1 0-1 0 0,-1 0 1 0 0,0 0-1 0 0,1 0 1 0 0,-1 0-1 0 0,0 0 0 0 0,1 0 1 0 0,-1 0-1 0 0,0 0 1 0 0,0 0-1 0 0,1 0 1 0 0,-1 0-1 0 0,0 0 1 0 0,1 0-1 0 0,-1 0 1 0 0,0 0-1 0 0,1 1 1 0 0,-1-1-1 0 0,0 0 0 0 0,0 0 1 0 0,1 0-1 0 0,-1 0 1 0 0,0 1-1 0 0,0-1 1 0 0,1 0-1 0 0,-1 0 1 0 0,0 0-1 0 0,0 1 1 0 0,0-1-1 0 0,1 0 1 0 0,-1 0-1 0 0,0 1 0 0 0,0-1 1 0 0,2 6 372 0 0,-1-1 0 0 0,0 0 0 0 0,0 1 1 0 0,0-1-1 0 0,0 1 0 0 0,-1 8 0 0 0,-11 408 2349 0 0,3-257-3062 0 0,7-156 102 0 0,0 9-542 0 0,0-1 1 0 0,1 1 0 0 0,1 0-1 0 0,1-1 1 0 0,6 30-1 0 0,-8-46 468 0 0,0-1 0 0 0,1 1 1 0 0,-1 0-1 0 0,0 0 0 0 0,0-1 0 0 0,1 1 0 0 0,-1 0 0 0 0,0 0 0 0 0,1-1 0 0 0,-1 1 1 0 0,0 0-1 0 0,1-1 0 0 0,-1 1 0 0 0,1 0 0 0 0,0-1 0 0 0,-1 1 0 0 0,1-1 0 0 0,-1 1 0 0 0,1-1 1 0 0,0 1-1 0 0,0 0 0 0 0,10-9-3643 0 0,3-29-256 0 0,-5-22 1326 0 0</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31.460"/>
    </inkml:context>
    <inkml:brush xml:id="br0">
      <inkml:brushProperty name="width" value="0.035" units="cm"/>
      <inkml:brushProperty name="height" value="0.035" units="cm"/>
      <inkml:brushProperty name="color" value="#E71224"/>
    </inkml:brush>
  </inkml:definitions>
  <inkml:trace contextRef="#ctx0" brushRef="#br0">1 64 1304 0 0,'0'0'256'0'0,"1"-1"0"0"0,-1 1 0 0 0,0 0 1 0 0,1 0-1 0 0,-1-1 0 0 0,1 1 0 0 0,-1 0 0 0 0,0 0 0 0 0,1-1 0 0 0,-1 1 0 0 0,1 0 0 0 0,-1 0 1 0 0,1 0-1 0 0,-1 0 0 0 0,1 0 0 0 0,-1 0 0 0 0,1 0 0 0 0,-1 0 0 0 0,1 0 0 0 0,-1 0 1 0 0,0 0-1 0 0,1 0 0 0 0,-1 0 0 0 0,1 0 0 0 0,-1 0 0 0 0,1 0 0 0 0,-1 0 0 0 0,1 0 0 0 0,-1 1 1 0 0,1-1-1 0 0,-1 0 0 0 0,0 0 0 0 0,1 1 0 0 0,0 0 0 0 0,3 19 4150 0 0,-13 45-1876 0 0,4-37-1229 0 0,0 37 199 0 0,6 116 0 0 0,1-151-1392 0 0,2 0 1 0 0,0 0-1 0 0,3-1 1 0 0,0 0-1 0 0,2 0 1 0 0,14 32 0 0 0,-20-54-99 0 0,1 1 1 0 0,0-1-1 0 0,1 1 1 0 0,-1-1-1 0 0,1 0 1 0 0,1-1-1 0 0,-1 1 1 0 0,1-1 0 0 0,0 0-1 0 0,8 5 1 0 0,-11-9-10 0 0,0-1 1 0 0,0 1 0 0 0,0 0 0 0 0,0-1-1 0 0,1 0 1 0 0,-1 0 0 0 0,0 0 0 0 0,1 0-1 0 0,-1-1 1 0 0,1 1 0 0 0,-1-1 0 0 0,1 0 0 0 0,-1 0-1 0 0,1 0 1 0 0,-1 0 0 0 0,1 0 0 0 0,-1-1-1 0 0,0 0 1 0 0,1 0 0 0 0,-1 0 0 0 0,0 0-1 0 0,1 0 1 0 0,-1-1 0 0 0,0 1 0 0 0,0-1-1 0 0,0 0 1 0 0,3-2 0 0 0,6-6-40 0 0,1 0-1 0 0,-2-1 1 0 0,0 0 0 0 0,0-1-1 0 0,-1 0 1 0 0,0-1 0 0 0,-1 0-1 0 0,-1 0 1 0 0,11-22 0 0 0,-4 3-117 0 0,-2-1 1 0 0,-1 0 0 0 0,10-44 0 0 0,-15 47 102 0 0,-1 0-1 0 0,-2-1 1 0 0,-1 1 0 0 0,-2-48 0 0 0,-2 65 84 0 0,1 0 1 0 0,-2 1-1 0 0,0-1 1 0 0,-1 1-1 0 0,0 0 1 0 0,0 0 0 0 0,-1 0-1 0 0,-1 0 1 0 0,0 0-1 0 0,-1 1 1 0 0,0 0-1 0 0,-1 0 1 0 0,-14-17 0 0 0,19 25-15 0 0,-2-1 1 0 0,1 1-1 0 0,0 0 0 0 0,-1 0 1 0 0,1 0-1 0 0,-1 1 1 0 0,0-1-1 0 0,0 1 1 0 0,0 0-1 0 0,0 0 1 0 0,0 0-1 0 0,0 1 1 0 0,-1-1-1 0 0,1 1 0 0 0,-1 0 1 0 0,1 0-1 0 0,-1 1 1 0 0,1-1-1 0 0,-1 1 1 0 0,1 0-1 0 0,-1 0 1 0 0,1 1-1 0 0,-1-1 0 0 0,1 1 1 0 0,-1 0-1 0 0,1 0 1 0 0,0 1-1 0 0,-1-1 1 0 0,1 1-1 0 0,0 0 1 0 0,0 0-1 0 0,0 0 1 0 0,0 1-1 0 0,-6 4 0 0 0,-2 3-52 0 0,1 0-1 0 0,-1 1 0 0 0,2 0 1 0 0,-1 0-1 0 0,2 1 0 0 0,-1 1 0 0 0,2-1 1 0 0,0 1-1 0 0,-7 16 0 0 0,8-15-379 0 0,2 0 0 0 0,0-1 0 0 0,1 2 0 0 0,0-1 0 0 0,1 0 0 0 0,-3 28 0 0 0,6-27-1080 0 0,0 0 0 0 0,1 1 0 0 0,1-1-1 0 0,0 0 1 0 0,1 0 0 0 0,0 0 0 0 0,2-1 0 0 0,-1 1 0 0 0,2-1 0 0 0,12 25-1 0 0,5-1-958 0 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31.716"/>
    </inkml:context>
    <inkml:brush xml:id="br0">
      <inkml:brushProperty name="width" value="0.035" units="cm"/>
      <inkml:brushProperty name="height" value="0.035" units="cm"/>
      <inkml:brushProperty name="color" value="#E71224"/>
    </inkml:brush>
  </inkml:definitions>
  <inkml:trace contextRef="#ctx0" brushRef="#br0">43 122 264 0 0,'-10'4'4720'0'0,"-4"0"80"0"0,3 2-720 0 0,5-5-1039 0 0,5 1-881 0 0,3-2-880 0 0,8-3-560 0 0,6-4-320 0 0,4-3-160 0 0,10-3-160 0 0,4-4-48 0 0,3-1-592 0 0,0-3-800 0 0,1 1-2160 0 0,-1 3-1761 0 0,-7 8 561 0 0,-7 5 1120 0 0,-9 8 1200 0 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32.094"/>
    </inkml:context>
    <inkml:brush xml:id="br0">
      <inkml:brushProperty name="width" value="0.035" units="cm"/>
      <inkml:brushProperty name="height" value="0.035" units="cm"/>
      <inkml:brushProperty name="color" value="#E71224"/>
    </inkml:brush>
  </inkml:definitions>
  <inkml:trace contextRef="#ctx0" brushRef="#br0">2 164 1384 0 0,'-1'-14'2670'0'0,"1"1"1"0"0,0-1-1 0 0,1 0 0 0 0,1 0 1 0 0,5-22-1 0 0,-5 32-2286 0 0,-1 0 0 0 0,0 1 0 0 0,1-1 0 0 0,0 1 0 0 0,0-1 0 0 0,0 1 0 0 0,0-1 0 0 0,1 1 0 0 0,-1 0 0 0 0,6-5-1 0 0,-5 6-325 0 0,-1 1-1 0 0,1-1 1 0 0,0 0-1 0 0,0 1 1 0 0,0-1-1 0 0,0 1 1 0 0,0 0-1 0 0,0 0 1 0 0,0 0-1 0 0,0 0 1 0 0,1 1-1 0 0,-1-1 0 0 0,0 1 1 0 0,7 0-1 0 0,-6 0-26 0 0,-1 0-1 0 0,1 1 0 0 0,0-1 1 0 0,-1 1-1 0 0,1 0 0 0 0,-1 0 1 0 0,1 0-1 0 0,-1 1 0 0 0,0-1 1 0 0,1 1-1 0 0,-1-1 0 0 0,0 1 1 0 0,0 0-1 0 0,0 0 0 0 0,0 1 1 0 0,-1-1-1 0 0,4 4 0 0 0,-1 0 10 0 0,-1-1-1 0 0,0 1 0 0 0,-1 0 1 0 0,1 0-1 0 0,-1 0 0 0 0,-1 1 0 0 0,1-1 1 0 0,2 12-1 0 0,-1 1 38 0 0,-1 1 0 0 0,0 0-1 0 0,-2-1 1 0 0,0 1 0 0 0,-3 30-1 0 0,-1-18-46 0 0,-2 0 0 0 0,-1 0-1 0 0,-2-1 1 0 0,-1 0 0 0 0,-1-1-1 0 0,-1 0 1 0 0,-2 0-1 0 0,-25 42 1 0 0,37-70 7 0 0,-1 0 0 0 0,1 0-1 0 0,0 0 1 0 0,-1 0 0 0 0,1 0 0 0 0,-1 0-1 0 0,0 0 1 0 0,0-1 0 0 0,0 1-1 0 0,1-1 1 0 0,-2 1 0 0 0,1-1 0 0 0,0 0-1 0 0,0 0 1 0 0,0 1 0 0 0,0-2 0 0 0,-5 3-1 0 0,6-4-6 0 0,-1 1 0 0 0,0 0 0 0 0,1 0-1 0 0,-1-1 1 0 0,1 1 0 0 0,-1-1-1 0 0,1 1 1 0 0,-1-1 0 0 0,1 0 0 0 0,-1 0-1 0 0,1 1 1 0 0,0-1 0 0 0,-1 0-1 0 0,1 0 1 0 0,0 0 0 0 0,0-1 0 0 0,0 1-1 0 0,-1 0 1 0 0,1 0 0 0 0,1-1-1 0 0,-1 1 1 0 0,0 0 0 0 0,0-1 0 0 0,0 1-1 0 0,1-1 1 0 0,-1 1 0 0 0,0-3-1 0 0,-3-6 12 0 0,1 1-1 0 0,0-1 1 0 0,1 1-1 0 0,0-1 1 0 0,1 0-1 0 0,0 0 1 0 0,0 0-1 0 0,1 0 0 0 0,0 0 1 0 0,1 0-1 0 0,0 1 1 0 0,0-1-1 0 0,1 0 1 0 0,1 0-1 0 0,0 1 0 0 0,0-1 1 0 0,9-17-1 0 0,-6 15 6 0 0,0 1 1 0 0,1 0-1 0 0,0 0 0 0 0,1 0 0 0 0,0 1 0 0 0,1 0 0 0 0,0 0 0 0 0,1 1 0 0 0,0 0 0 0 0,0 1 1 0 0,1 0-1 0 0,0 1 0 0 0,14-7 0 0 0,19-4-137 0 0,2 3 0 0 0,0 1 0 0 0,0 3 1 0 0,72-9-1 0 0,-38 7-1490 0 0,-74 11 1678 0 0,9-1-1393 0 0,-1 1-1 0 0,0 0 1 0 0,0 1-1 0 0,25 2 0 0 0,-37-1 968 0 0,0 0-1 0 0,0 0 0 0 0,0 0 1 0 0,0 0-1 0 0,0 1 0 0 0,0-1 1 0 0,0 1-1 0 0,0 0 1 0 0,0-1-1 0 0,0 1 0 0 0,0 0 1 0 0,0 0-1 0 0,-1 0 0 0 0,1 0 1 0 0,0 1-1 0 0,-1-1 0 0 0,1 0 1 0 0,-1 1-1 0 0,1-1 0 0 0,-1 1 1 0 0,0-1-1 0 0,0 1 0 0 0,0 0 1 0 0,0-1-1 0 0,0 1 1 0 0,0 0-1 0 0,0 0 0 0 0,0 0 1 0 0,-1 0-1 0 0,1 0 0 0 0,-1 0 1 0 0,1 0-1 0 0,-1 0 0 0 0,0 0 1 0 0,0 0-1 0 0,0 0 0 0 0,0 0 1 0 0,0 0-1 0 0,0 0 0 0 0,0 0 1 0 0,-1 0-1 0 0,0 2 0 0 0,-11 38-2883 0 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32.456"/>
    </inkml:context>
    <inkml:brush xml:id="br0">
      <inkml:brushProperty name="width" value="0.035" units="cm"/>
      <inkml:brushProperty name="height" value="0.035" units="cm"/>
      <inkml:brushProperty name="color" value="#E71224"/>
    </inkml:brush>
  </inkml:definitions>
  <inkml:trace contextRef="#ctx0" brushRef="#br0">8 853 1944 0 0,'-8'2'16333'0'0,"35"-9"-13719"0"0,2-9-1939 0 0,-1-2 0 0 0,-1 0 0 0 0,26-23 0 0 0,-4 2-255 0 0,241-196 1220 0 0,39-29-2154 0 0,-292 238 37 0 0,139-95-3420 0 0,-145 103-863 0 0,59-26 0 0 0,-56 37-280 0 0,-16 14 1053 0 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33.436"/>
    </inkml:context>
    <inkml:brush xml:id="br0">
      <inkml:brushProperty name="width" value="0.035" units="cm"/>
      <inkml:brushProperty name="height" value="0.035" units="cm"/>
      <inkml:brushProperty name="color" value="#E71224"/>
    </inkml:brush>
  </inkml:definitions>
  <inkml:trace contextRef="#ctx0" brushRef="#br0">1 57 1144 0 0,'25'-53'9587'0'0,"-25"53"-9508"0"0,0 0 0 0 0,0 0-1 0 0,0-1 1 0 0,0 1 0 0 0,0 0 0 0 0,0 0 0 0 0,1 0-1 0 0,-1-1 1 0 0,0 1 0 0 0,0 0 0 0 0,0 0 0 0 0,0 0-1 0 0,1 0 1 0 0,-1 0 0 0 0,0-1 0 0 0,0 1 0 0 0,0 0-1 0 0,1 0 1 0 0,-1 0 0 0 0,0 0 0 0 0,0 0-1 0 0,1 0 1 0 0,-1 0 0 0 0,0 0 0 0 0,0 0 0 0 0,0 0-1 0 0,1 0 1 0 0,-1 0 0 0 0,0 0 0 0 0,0 0 0 0 0,1 0-1 0 0,-1 0 1 0 0,0 0 0 0 0,0 0 0 0 0,1 0 0 0 0,-1 0-1 0 0,0 0 1 0 0,0 0 0 0 0,0 1 0 0 0,1-1 0 0 0,-1 0-1 0 0,0 0 1 0 0,0 0 0 0 0,0 0 0 0 0,0 0 0 0 0,1 1-1 0 0,-1-1 1 0 0,0 0 0 0 0,0 0 0 0 0,0 0 0 0 0,0 1-1 0 0,0-1 1 0 0,1 0 0 0 0,-1 0 0 0 0,0 0 0 0 0,0 1-1 0 0,0-1 1 0 0,0 0 0 0 0,6 17 1486 0 0,50 239 3476 0 0,33 111-5557 0 0,-87-359 320 0 0,3 8-759 0 0,1-1-1 0 0,12 26 1 0 0,-15-37 165 0 0,0 0-1 0 0,0 0 0 0 0,0 1 1 0 0,0-2-1 0 0,0 1 0 0 0,1 0 1 0 0,6 5-1 0 0,-9-9 586 0 0,0 1 1 0 0,0 0-1 0 0,-1-1 0 0 0,1 1 0 0 0,0 0 0 0 0,0-1 1 0 0,0 1-1 0 0,0-1 0 0 0,0 1 0 0 0,-1-1 1 0 0,1 0-1 0 0,0 1 0 0 0,0-1 0 0 0,0 0 1 0 0,0 0-1 0 0,0 0 0 0 0,0 0 0 0 0,0 0 0 0 0,0 0 1 0 0,0 0-1 0 0,0 0 0 0 0,0 0 0 0 0,0 0 1 0 0,0 0-1 0 0,0-1 0 0 0,0 1 0 0 0,0 0 1 0 0,0-1-1 0 0,0 1 0 0 0,0-1 0 0 0,0 1 0 0 0,0-1 1 0 0,-1 1-1 0 0,1-1 0 0 0,0 1 0 0 0,0-1 1 0 0,-1 0-1 0 0,1 0 0 0 0,0 1 0 0 0,-1-1 1 0 0,2-2-1 0 0,10-22-2422 0 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33.836"/>
    </inkml:context>
    <inkml:brush xml:id="br0">
      <inkml:brushProperty name="width" value="0.035" units="cm"/>
      <inkml:brushProperty name="height" value="0.035" units="cm"/>
      <inkml:brushProperty name="color" value="#E71224"/>
    </inkml:brush>
  </inkml:definitions>
  <inkml:trace contextRef="#ctx0" brushRef="#br0">47 70 1144 0 0,'-8'-23'4784'0'0,"8"21"-3997"0"0,-1 0 1 0 0,0 1-1 0 0,0-1 1 0 0,1 0-1 0 0,-1 1 1 0 0,1-1-1 0 0,0 0 1 0 0,-1 0-1 0 0,1 0 1 0 0,0 0-1 0 0,0 1 1 0 0,0-1-1 0 0,1-4 1 0 0,9-3 2899 0 0,14 3-3542 0 0,-18 5-84 0 0,1 0 1 0 0,-1 1 0 0 0,0-1-1 0 0,0 1 1 0 0,0 1-1 0 0,1-1 1 0 0,-1 1 0 0 0,0 0-1 0 0,0 1 1 0 0,0-1 0 0 0,0 1-1 0 0,0 0 1 0 0,-1 1 0 0 0,1-1-1 0 0,0 1 1 0 0,-1 1 0 0 0,0-1-1 0 0,0 1 1 0 0,0-1-1 0 0,0 1 1 0 0,-1 1 0 0 0,1-1-1 0 0,-1 1 1 0 0,0-1 0 0 0,6 10-1 0 0,-4-3-3 0 0,0 1-1 0 0,-1-1 1 0 0,0 1 0 0 0,-1 0-1 0 0,0 0 1 0 0,-1 1-1 0 0,0-1 1 0 0,-1 1-1 0 0,0-1 1 0 0,-1 1-1 0 0,-1 22 1 0 0,-2-8 13 0 0,0-1-1 0 0,-2 1 1 0 0,-1-1-1 0 0,-1 0 1 0 0,-12 30-1 0 0,14-43-42 0 0,-1-1 0 0 0,-1 0 0 0 0,0 0 0 0 0,0-1 0 0 0,-2 0 0 0 0,1 0 0 0 0,-1-1 0 0 0,-1 1 0 0 0,1-2 0 0 0,-2 1 0 0 0,1-2 0 0 0,-18 13 0 0 0,25-19-19 0 0,0-1-1 0 0,0 1 1 0 0,0-1 0 0 0,-1 0 0 0 0,1 1 0 0 0,0-1 0 0 0,-1 0-1 0 0,1-1 1 0 0,-1 1 0 0 0,1 0 0 0 0,-1-1 0 0 0,1 1 0 0 0,-1-1-1 0 0,0 0 1 0 0,1 0 0 0 0,-1 0 0 0 0,1 0 0 0 0,-1 0 0 0 0,0-1-1 0 0,1 1 1 0 0,-1-1 0 0 0,1 0 0 0 0,-1 1 0 0 0,1-1 0 0 0,0 0-1 0 0,-1-1 1 0 0,1 1 0 0 0,0 0 0 0 0,0-1 0 0 0,-1 1 0 0 0,1-1-1 0 0,0 1 1 0 0,1-1 0 0 0,-1 0 0 0 0,0 0 0 0 0,0 0 0 0 0,1 0-1 0 0,-1 0 1 0 0,-1-4 0 0 0,1 1 16 0 0,-1 0 0 0 0,1 0 0 0 0,0 0 0 0 0,0 0 0 0 0,1 0 0 0 0,-1-1-1 0 0,1 1 1 0 0,0 0 0 0 0,1-1 0 0 0,-1 1 0 0 0,1-1 0 0 0,0 1 0 0 0,1 0 0 0 0,-1-1 0 0 0,1 1 0 0 0,0-1 0 0 0,0 1 0 0 0,3-7-1 0 0,1 4 46 0 0,0-1 0 0 0,0 1 0 0 0,1 0 0 0 0,0 0 0 0 0,0 1 0 0 0,1 0 0 0 0,0 0 0 0 0,0 0 0 0 0,1 1 0 0 0,0 0 0 0 0,0 1 0 0 0,0 0 0 0 0,1 0 0 0 0,10-4 0 0 0,19-8 128 0 0,1 3 0 0 0,42-11 1 0 0,-45 15-30 0 0,37-10-45 0 0,-48 16-187 0 0,-1-2 0 0 0,0-1-1 0 0,0-1 1 0 0,-1-1 0 0 0,0-1 0 0 0,-1-1 0 0 0,30-20-1 0 0,-48 28-547 0 0,-1 0 0 0 0,0 0 0 0 0,0-1 0 0 0,0 0 0 0 0,-1 1 0 0 0,1-1-1 0 0,3-8 1 0 0,-4 7-795 0 0,1 0 0 0 0,-1 0 0 0 0,-1-1 0 0 0,1 1 0 0 0,-1 0 0 0 0,0-1 1 0 0,0 1-1 0 0,0 0 0 0 0,-1-1 0 0 0,0 1 0 0 0,0-6 0 0 0,-6-7-1861 0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2.695"/>
    </inkml:context>
    <inkml:brush xml:id="br0">
      <inkml:brushProperty name="width" value="0.035" units="cm"/>
      <inkml:brushProperty name="height" value="0.035" units="cm"/>
      <inkml:brushProperty name="color" value="#E71224"/>
    </inkml:brush>
  </inkml:definitions>
  <inkml:trace contextRef="#ctx0" brushRef="#br0">264 103 2264 0 0,'6'0'8028'0'0,"-1"7"-4673"0"0,4 14-2930 0 0,-5-10 327 0 0,4 1 822 0 0,-12-11 1159 0 0,10 8-2212 0 0,0 0 1 0 0,-5-9-517 0 0,-1 0 0 0 0,0 0 0 0 0,0 1 1 0 0,0-1-1 0 0,0 0 0 0 0,0 0 0 0 0,0 0 0 0 0,0 0 1 0 0,0 0-1 0 0,0 0 0 0 0,0 0 0 0 0,0 0 0 0 0,0 1 1 0 0,0-1-1 0 0,0 0 0 0 0,0 0 0 0 0,0 0 0 0 0,0 0 1 0 0,0 0-1 0 0,0 0 0 0 0,0 1 0 0 0,0-1 0 0 0,0 0 1 0 0,0 0-1 0 0,0 0 0 0 0,0 0 0 0 0,0 0 1 0 0,0 0-1 0 0,0 0 0 0 0,0 0 0 0 0,0 1 0 0 0,0-1 1 0 0,0 0-1 0 0,-1 0 0 0 0,1 0 0 0 0,0 0 0 0 0,0 0 1 0 0,0 0-1 0 0,0 0 0 0 0,0 0 0 0 0,0 0 0 0 0,0 0 1 0 0,0 0-1 0 0,-1 0 0 0 0,1 1 0 0 0,0-1 0 0 0,0 0 1 0 0,0 0-1 0 0,0 0 0 0 0,0 0 0 0 0,0 0 0 0 0,0 0 1 0 0,-1 0-1 0 0,1 0 0 0 0,0 0 0 0 0,0 0 1 0 0,0 0-1 0 0,0 0 0 0 0,0 0 0 0 0,-1-1 0 0 0,1 3 19 0 0,-1 0 0 0 0,0 0-1 0 0,0 0 1 0 0,1 0 0 0 0,-1 0-1 0 0,1 0 1 0 0,0 0 0 0 0,-1 0-1 0 0,1 1 1 0 0,0-1 0 0 0,0 0-1 0 0,0 0 1 0 0,1 0 0 0 0,-1 0-1 0 0,2 4 1 0 0,-2-4 11 0 0,0 50 45 0 0,-1-51-41 0 0,1 1 1 0 0,0 0 0 0 0,0 0-1 0 0,0 0 1 0 0,0-1 0 0 0,0 1-1 0 0,0 0 1 0 0,1 0 0 0 0,-1 0-1 0 0,0-1 1 0 0,1 1 0 0 0,-1 0-1 0 0,1-1 1 0 0,0 1 0 0 0,0 0-1 0 0,0-1 1 0 0,0 1 0 0 0,0-1-1 0 0,1 3 1 0 0,14 25 367 0 0,5 16-194 0 0,-3 1 0 0 0,-2 0 1 0 0,-2 2-1 0 0,-2-1 0 0 0,8 65 1 0 0,-19-110-194 0 0,-1 0 1 0 0,0-1 0 0 0,1 1 0 0 0,-1-1-1 0 0,0 1 1 0 0,0-1 0 0 0,0 1 0 0 0,-1 0-1 0 0,1-1 1 0 0,0 1 0 0 0,-1-1 0 0 0,1 1-1 0 0,-1-1 1 0 0,1 1 0 0 0,-1-1 0 0 0,1 1-1 0 0,-1-1 1 0 0,0 0 0 0 0,0 1 0 0 0,0-1-1 0 0,0 0 1 0 0,0 0 0 0 0,0 1-1 0 0,0-1 1 0 0,0 0 0 0 0,-1 0 0 0 0,1 0-1 0 0,-3 1 1 0 0,1-1 5 0 0,0 0 0 0 0,-1-1 0 0 0,1 1 0 0 0,-1-1 0 0 0,1 0-1 0 0,0 0 1 0 0,-1 0 0 0 0,1 0 0 0 0,-1-1 0 0 0,1 0 0 0 0,0 1 0 0 0,-6-3 0 0 0,-7-3-3 0 0,0 0 0 0 0,0-2 0 0 0,1 1 0 0 0,-21-15 0 0 0,13 4-28 0 0,1-1-1 0 0,1-1 1 0 0,0-1 0 0 0,2-1-1 0 0,0 0 1 0 0,1-1 0 0 0,-18-33-1 0 0,24 36 12 0 0,2 0 1 0 0,0 0-1 0 0,1-1 0 0 0,1 0 0 0 0,0-1 0 0 0,2 1 0 0 0,1-2 0 0 0,1 1 1 0 0,-3-44-1 0 0,6 60-4 0 0,1 0 1 0 0,1 0-1 0 0,-1 0 1 0 0,1 0-1 0 0,0 0 1 0 0,0 0-1 0 0,1 0 1 0 0,0 0 0 0 0,0 1-1 0 0,0-1 1 0 0,0 1-1 0 0,1-1 1 0 0,0 1-1 0 0,0 0 1 0 0,1 0-1 0 0,6-7 1 0 0,-5 7-6 0 0,1 1 1 0 0,1-1 0 0 0,-1 1 0 0 0,1 0-1 0 0,0 0 1 0 0,0 1 0 0 0,0 0-1 0 0,0 0 1 0 0,0 1 0 0 0,1 0 0 0 0,-1 0-1 0 0,11 0 1 0 0,16-2-30 0 0,-1 2 1 0 0,1 1-1 0 0,36 5 0 0 0,18-1-1174 0 0,-86-4 315 0 0,-1 0 0 0 0,1-1 0 0 0,0 1 0 0 0,-1 0 0 0 0,1-1 1 0 0,0 0-1 0 0,-1 1 0 0 0,0-1 0 0 0,0 0 0 0 0,1 0 0 0 0,-1 0 1 0 0,0 0-1 0 0,0 0 0 0 0,-1 0 0 0 0,1 0 0 0 0,0 0 0 0 0,-1 0 0 0 0,2-4 1 0 0,0-3-1078 0 0,5-10-1179 0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3.304"/>
    </inkml:context>
    <inkml:brush xml:id="br0">
      <inkml:brushProperty name="width" value="0.035" units="cm"/>
      <inkml:brushProperty name="height" value="0.035" units="cm"/>
      <inkml:brushProperty name="color" value="#E71224"/>
    </inkml:brush>
  </inkml:definitions>
  <inkml:trace contextRef="#ctx0" brushRef="#br0">217 169 1624 0 0,'-1'-15'2237'0'0,"1"1"-671"0"0,-1 0 0 0 0,-1 0 1 0 0,0 0-1 0 0,-1 1 0 0 0,0-1 1 0 0,-1 1-1 0 0,-1 0 1 0 0,-9-19-1 0 0,14 31-1467 0 0,-1 0 0 0 0,1 0 1 0 0,-1 1-1 0 0,1-1 0 0 0,-1 0 0 0 0,0 0 0 0 0,0 0 1 0 0,1 1-1 0 0,-1-1 0 0 0,0 0 0 0 0,0 1 1 0 0,0-1-1 0 0,0 1 0 0 0,0-1 0 0 0,0 1 0 0 0,0-1 1 0 0,0 1-1 0 0,0 0 0 0 0,0 0 0 0 0,0-1 1 0 0,0 1-1 0 0,0 0 0 0 0,0 0 0 0 0,0 0 0 0 0,0 0 1 0 0,-2 0-1 0 0,1 1 27 0 0,0 0 0 0 0,0 0 0 0 0,-1 0 0 0 0,1 0 1 0 0,0 0-1 0 0,0 0 0 0 0,0 0 0 0 0,0 1 0 0 0,0-1 0 0 0,0 1 0 0 0,-2 2 1 0 0,-5 7 163 0 0,0 1 0 0 0,0-1 1 0 0,-8 16-1 0 0,13-20-151 0 0,-11 17 147 0 0,2 1-1 0 0,0 0 0 0 0,-10 31 1 0 0,20-46-272 0 0,-1 0 1 0 0,1 0 0 0 0,1 0 0 0 0,0 1 0 0 0,0-1 0 0 0,1 1 0 0 0,1-1 0 0 0,0 1 0 0 0,0-1 0 0 0,1 1 0 0 0,3 18-1 0 0,-3-26-22 0 0,0 0 0 0 0,0 0-1 0 0,0 0 1 0 0,0-1-1 0 0,1 1 1 0 0,-1 0-1 0 0,1-1 1 0 0,0 1-1 0 0,-1-1 1 0 0,1 1-1 0 0,0-1 1 0 0,0 0 0 0 0,1 0-1 0 0,-1 0 1 0 0,0 0-1 0 0,1 0 1 0 0,-1-1-1 0 0,1 1 1 0 0,5 2-1 0 0,-3-3-5 0 0,0 0 0 0 0,-1 0 0 0 0,1 0 0 0 0,0 0 0 0 0,0-1 0 0 0,0 0 0 0 0,0 0-1 0 0,0 0 1 0 0,0-1 0 0 0,0 0 0 0 0,5-1 0 0 0,10-3-43 0 0,-1-2 1 0 0,0 0-1 0 0,0-1 1 0 0,30-19-1 0 0,-28 13 71 0 0,-17 10 31 0 0,0 1 0 0 0,0 0 0 0 0,1 0 0 0 0,-1 0 0 0 0,1 0-1 0 0,0 1 1 0 0,-1-1 0 0 0,1 1 0 0 0,0 1 0 0 0,0-1 0 0 0,1 1 0 0 0,-1 0 0 0 0,0 0 0 0 0,7 0 0 0 0,-11 2 38 0 0,1 0 1 0 0,-1 0-1 0 0,1 0 1 0 0,-1 0-1 0 0,1 0 0 0 0,-1 1 1 0 0,0-1-1 0 0,1 1 0 0 0,-1-1 1 0 0,0 1-1 0 0,0 0 0 0 0,0-1 1 0 0,0 1-1 0 0,-1 0 0 0 0,1 0 1 0 0,0-1-1 0 0,-1 1 1 0 0,1 0-1 0 0,-1 0 0 0 0,1 0 1 0 0,-1 0-1 0 0,0 0 0 0 0,0 0 1 0 0,0 0-1 0 0,0-1 0 0 0,0 1 1 0 0,-1 3-1 0 0,-6 54 903 0 0,-1-18-400 0 0,-17 43 0 0 0,22-73-1028 0 0,-1-1 0 0 0,0 0 0 0 0,-1 0 0 0 0,-1 0 0 0 0,1 0 0 0 0,-1-1 0 0 0,-1 0 0 0 0,0 0 0 0 0,-12 12 0 0 0,9-16-1711 0 0,3-9-5983 0 0,7-10 298 0 0,2 3 6218 0 0,5-13-2127 0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3.699"/>
    </inkml:context>
    <inkml:brush xml:id="br0">
      <inkml:brushProperty name="width" value="0.035" units="cm"/>
      <inkml:brushProperty name="height" value="0.035" units="cm"/>
      <inkml:brushProperty name="color" value="#E71224"/>
    </inkml:brush>
  </inkml:definitions>
  <inkml:trace contextRef="#ctx0" brushRef="#br0">65 89 2824 0 0,'-31'60'10379'0'0,"9"5"-4994"0"0,18-46-5000 0 0,1 0 0 0 0,1 0 0 0 0,0 0 0 0 0,2 0 0 0 0,0 1 0 0 0,1-1 0 0 0,1 0 0 0 0,0 0 0 0 0,6 19 0 0 0,-7-90-461 0 0,2 20 139 0 0,-3 14-9 0 0,0-34 30 0 0,9-55 1 0 0,-7 92-30 0 0,0 0 0 0 0,2 0 0 0 0,0 0 1 0 0,0 1-1 0 0,2-1 0 0 0,-1 1 0 0 0,2 0 0 0 0,11-17 1 0 0,-18 30-33 0 0,1 0 1 0 0,-1 0 0 0 0,1 0-1 0 0,-1 0 1 0 0,1 1 0 0 0,0-1-1 0 0,-1 0 1 0 0,1 0-1 0 0,0 0 1 0 0,0 1 0 0 0,0-1-1 0 0,-1 1 1 0 0,1-1 0 0 0,0 0-1 0 0,0 1 1 0 0,0-1 0 0 0,0 1-1 0 0,0 0 1 0 0,0-1 0 0 0,0 1-1 0 0,0 0 1 0 0,0 0-1 0 0,0 0 1 0 0,0 0 0 0 0,1-1-1 0 0,-1 1 1 0 0,1 1 0 0 0,0-1 22 0 0,0 1 0 0 0,0 0 0 0 0,0 0 0 0 0,0 0 0 0 0,-1 1 0 0 0,1-1-1 0 0,0 0 1 0 0,-1 0 0 0 0,1 1 0 0 0,-1-1 0 0 0,0 1 0 0 0,1 0 0 0 0,0 2 0 0 0,6 7 205 0 0,-1 1 1 0 0,-1 1-1 0 0,6 15 0 0 0,-11-25-201 0 0,20 52 176 0 0,-3 1 1 0 0,16 83 0 0 0,-18-31-5142 0 0,-14-99 393 0 0,2-32-6143 0 0,-3-9 6718 0 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3.927"/>
    </inkml:context>
    <inkml:brush xml:id="br0">
      <inkml:brushProperty name="width" value="0.035" units="cm"/>
      <inkml:brushProperty name="height" value="0.035" units="cm"/>
      <inkml:brushProperty name="color" value="#E71224"/>
    </inkml:brush>
  </inkml:definitions>
  <inkml:trace contextRef="#ctx0" brushRef="#br0">36 207 1624 0 0,'-13'18'4880'0'0,"0"-2"-480"0"0,5-7-1200 0 0,7-6-960 0 0,4-6-879 0 0,10-9-561 0 0,8-10-320 0 0,8-9-320 0 0,6-4-288 0 0,4 0-512 0 0,-6 4-880 0 0,-1 0-2161 0 0,-4 3-1119 0 0,-7 9 800 0 0,-7 14 1200 0 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4.086"/>
    </inkml:context>
    <inkml:brush xml:id="br0">
      <inkml:brushProperty name="width" value="0.035" units="cm"/>
      <inkml:brushProperty name="height" value="0.035" units="cm"/>
      <inkml:brushProperty name="color" value="#E71224"/>
    </inkml:brush>
  </inkml:definitions>
  <inkml:trace contextRef="#ctx0" brushRef="#br0">3 303 584 0 0,'-2'19'4560'0'0,"1"-4"-240"0"0,1-7-1120 0 0,5-7-720 0 0,4-7-879 0 0,8-8-481 0 0,8-9-480 0 0,8-8-480 0 0,3-6-288 0 0,5-7-912 0 0,1-1-2001 0 0,0-2-1759 0 0,-6 6 560 0 0,-4 7 1200 0 0,-6 10 960 0 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4.604"/>
    </inkml:context>
    <inkml:brush xml:id="br0">
      <inkml:brushProperty name="width" value="0.035" units="cm"/>
      <inkml:brushProperty name="height" value="0.035" units="cm"/>
      <inkml:brushProperty name="color" value="#E71224"/>
    </inkml:brush>
  </inkml:definitions>
  <inkml:trace contextRef="#ctx0" brushRef="#br0">32 784 424 0 0,'-5'-3'8747'0'0,"0"13"-4642"0"0,2 15-783 0 0,6-2-2590 0 0,1 0 1 0 0,1 0 0 0 0,1 0-1 0 0,1 0 1 0 0,13 27 0 0 0,-15-39-721 0 0,0-1 0 0 0,1 1 0 0 0,0-1 0 0 0,0-1 0 0 0,1 1 0 0 0,0-1 0 0 0,1 0 0 0 0,0-1 0 0 0,1 0 0 0 0,0 0 0 0 0,0-1 0 0 0,14 10 0 0 0,-18-15-20 0 0,0 0 0 0 0,0 1 1 0 0,0-2-1 0 0,1 1 0 0 0,-1-1 0 0 0,0 1 1 0 0,1-1-1 0 0,-1-1 0 0 0,1 1 0 0 0,-1-1 1 0 0,0 0-1 0 0,1 0 0 0 0,-1-1 0 0 0,1 0 0 0 0,-1 0 1 0 0,0 0-1 0 0,1 0 0 0 0,-1-1 0 0 0,0 0 1 0 0,0 0-1 0 0,0 0 0 0 0,0-1 0 0 0,0 1 0 0 0,-1-1 1 0 0,6-5-1 0 0,-4 4 7 0 0,0-1 0 0 0,-1 0 0 0 0,0-1 0 0 0,0 1 1 0 0,0-1-1 0 0,-1 0 0 0 0,0 0 0 0 0,0-1 0 0 0,0 1 0 0 0,-1-1 0 0 0,0 0 0 0 0,0 1 1 0 0,-1-1-1 0 0,0-1 0 0 0,0 1 0 0 0,0 0 0 0 0,-1 0 0 0 0,0-10 0 0 0,-1 2 171 0 0,-1 0-1 0 0,-1 0 0 0 0,0 0 0 0 0,-1 0 0 0 0,0 0 1 0 0,-2 1-1 0 0,1-1 0 0 0,-2 1 0 0 0,0 0 1 0 0,0 0-1 0 0,-2 1 0 0 0,1 0 0 0 0,-2 0 1 0 0,-13-15-1 0 0,-11-9 769 0 0,-3 2 0 0 0,0 1 0 0 0,-43-29 0 0 0,20 15 305 0 0,55 44-1169 0 0,-1 1 0 0 0,1-1 0 0 0,0 0 0 0 0,0 0 0 0 0,0 0 0 0 0,0-1 0 0 0,1 1 0 0 0,0-1 0 0 0,0 0 0 0 0,0 0 0 0 0,1 0 0 0 0,-1 0 0 0 0,-2-10 0 0 0,5 11-69 0 0,0 0-1 0 0,0-1 1 0 0,0 1 0 0 0,0 0-1 0 0,1 0 1 0 0,0 0-1 0 0,0 0 1 0 0,0 0 0 0 0,0 0-1 0 0,0 0 1 0 0,1 1 0 0 0,0-1-1 0 0,0 0 1 0 0,0 1-1 0 0,0-1 1 0 0,0 1 0 0 0,1 0-1 0 0,0 0 1 0 0,-1 0 0 0 0,5-3-1 0 0,41-39-240 0 0,1 3 0 0 0,3 1-1 0 0,1 3 1 0 0,98-52 0 0 0,-107 66-1385 0 0,78-32 0 0 0,-32 31-2541 0 0,-77 23 2491 0 0,1 0-1 0 0,0 1 1 0 0,0 0 0 0 0,18 2-1 0 0,-29-1 1321 0 0,0 0-1 0 0,0 0 1 0 0,0 1-1 0 0,0-1 0 0 0,0 1 1 0 0,0 0-1 0 0,-1 0 0 0 0,1 0 1 0 0,0 0-1 0 0,0 0 1 0 0,0 0-1 0 0,-1 1 0 0 0,1 0 1 0 0,-1-1-1 0 0,1 1 1 0 0,-1 0-1 0 0,0 0 0 0 0,0 0 1 0 0,0 0-1 0 0,0 1 0 0 0,0-1 1 0 0,0 1-1 0 0,0-1 1 0 0,-1 1-1 0 0,0-1 0 0 0,2 5 1 0 0,5 38-2436 0 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5.600"/>
    </inkml:context>
    <inkml:brush xml:id="br0">
      <inkml:brushProperty name="width" value="0.035" units="cm"/>
      <inkml:brushProperty name="height" value="0.035" units="cm"/>
      <inkml:brushProperty name="color" value="#E71224"/>
    </inkml:brush>
  </inkml:definitions>
  <inkml:trace contextRef="#ctx0" brushRef="#br0">226 113 2584 0 0,'1'-3'461'0'0,"15"-37"8646"0"0,-16 40-8883 0 0,0-1 0 0 0,1 0 1 0 0,-1 1-1 0 0,0-1 1 0 0,1 1-1 0 0,-1 0 0 0 0,1-1 1 0 0,-1 1-1 0 0,1-1 1 0 0,-1 1-1 0 0,1 0 0 0 0,-1-1 1 0 0,1 1-1 0 0,-1 0 1 0 0,1-1-1 0 0,0 1 0 0 0,-1 0 1 0 0,1 0-1 0 0,-1 0 1 0 0,1 0-1 0 0,0 0 0 0 0,-1-1 1 0 0,2 1-1 0 0,-1 1-59 0 0,0-1-1 0 0,0 1 0 0 0,0-1 1 0 0,0 1-1 0 0,1 0 0 0 0,-1-1 1 0 0,0 1-1 0 0,0 0 0 0 0,0 0 1 0 0,-1-1-1 0 0,1 1 0 0 0,0 0 1 0 0,0 0-1 0 0,0 0 1 0 0,-1 0-1 0 0,2 2 0 0 0,9 15 318 0 0,-2 1 0 0 0,0 0 0 0 0,-1 0 0 0 0,-1 1 1 0 0,-1-1-1 0 0,-1 1 0 0 0,-1 1 0 0 0,0-1 0 0 0,1 36 0 0 0,-3-2-378 0 0,-3-1 0 0 0,-12 86 1 0 0,9-103-237 0 0,-2 1 1 0 0,-19 60-1 0 0,24-96 121 0 0,1 0 0 0 0,0 0 0 0 0,0 0 0 0 0,-1 0 0 0 0,1 0 1 0 0,-1 0-1 0 0,1 0 0 0 0,-1 0 0 0 0,1 0 0 0 0,-1 0 0 0 0,0-1 0 0 0,1 1 0 0 0,-1 0 0 0 0,0 0 0 0 0,0 0 0 0 0,0-1 0 0 0,1 1 0 0 0,-1 0 1 0 0,0-1-1 0 0,-2 2 0 0 0,2-2 1 0 0,1 0-1 0 0,-1-1 1 0 0,0 1 0 0 0,0 0 0 0 0,1 0 0 0 0,-1 0 0 0 0,0-1 0 0 0,1 1 0 0 0,-1 0 0 0 0,0 0-1 0 0,1-1 1 0 0,-1 1 0 0 0,0-1 0 0 0,1 1 0 0 0,-1-1 0 0 0,1 1 0 0 0,-1-1 0 0 0,1 1-1 0 0,-1-1 1 0 0,1 1 0 0 0,-1-1 0 0 0,0 0 0 0 0,-2-5-53 0 0,-1 0 0 0 0,1 0 0 0 0,1 0 0 0 0,-1 0 0 0 0,-2-10 0 0 0,0-1 32 0 0,1-1 0 0 0,1 0 0 0 0,1-1 0 0 0,0 1 0 0 0,1 0 0 0 0,1 0 0 0 0,3-20 1 0 0,-3 33 45 0 0,1-1 1 0 0,0 1-1 0 0,0 0 1 0 0,0-1-1 0 0,1 1 1 0 0,0 0-1 0 0,0 0 1 0 0,0 0-1 0 0,1 0 1 0 0,0 0-1 0 0,0 1 1 0 0,0-1-1 0 0,0 1 1 0 0,1 0-1 0 0,-1 0 1 0 0,1 0-1 0 0,0 0 1 0 0,1 0-1 0 0,-1 1 1 0 0,0 0-1 0 0,1 0 1 0 0,0 0-1 0 0,0 1 1 0 0,0-1-1 0 0,0 1 1 0 0,0 0-1 0 0,10-2 1 0 0,30-5 5 0 0,-17 5-27 0 0,-1-2 0 0 0,0-1 0 0 0,0 0 0 0 0,-1-3 0 0 0,0 0 0 0 0,0-1 0 0 0,41-25 0 0 0,-58 30 14 0 0,0-1 0 0 0,0 1-1 0 0,-1-2 1 0 0,0 1 0 0 0,0-1 0 0 0,0 0-1 0 0,-1-1 1 0 0,11-17 0 0 0,-16 22 51 0 0,-1 1 1 0 0,1-1 0 0 0,-1 0 0 0 0,0 1-1 0 0,0-1 1 0 0,0 0 0 0 0,-1 0 0 0 0,1 1-1 0 0,-1-1 1 0 0,0 0 0 0 0,0 0-1 0 0,-1 0 1 0 0,1 0 0 0 0,-1 1 0 0 0,1-1-1 0 0,-1 0 1 0 0,-1 0 0 0 0,1 1 0 0 0,0-1-1 0 0,-1 1 1 0 0,0-1 0 0 0,1 1-1 0 0,-1 0 1 0 0,-1-1 0 0 0,1 1 0 0 0,0 0-1 0 0,-1 0 1 0 0,0 1 0 0 0,-3-4-1 0 0,-6-5 112 0 0,-1 0 0 0 0,0 1 0 0 0,-1 1 0 0 0,0 0 0 0 0,0 1 0 0 0,-1 0 0 0 0,0 2 0 0 0,0-1 0 0 0,-1 2-1 0 0,0 0 1 0 0,-22-4 0 0 0,-2 2 13 0 0,0 2 0 0 0,0 1 0 0 0,-62 3 0 0 0,-22 11-175 0 0,110-8-118 0 0,0 1 0 0 0,0 0 0 0 0,0 1 0 0 0,0 1 0 0 0,1 0 0 0 0,-20 11 0 0 0,31-15 4 0 0,-1 0 0 0 0,1 1 1 0 0,0-1-1 0 0,0 1 1 0 0,0 0-1 0 0,0-1 1 0 0,0 1-1 0 0,0 0 1 0 0,1 0-1 0 0,-1 0 1 0 0,0 1-1 0 0,1-1 1 0 0,0 0-1 0 0,-1 1 1 0 0,1-1-1 0 0,0 0 1 0 0,0 4-1 0 0,0-3-297 0 0,1 0-1 0 0,0-1 1 0 0,-1 1-1 0 0,2 0 1 0 0,-1 0-1 0 0,0 0 1 0 0,1 0 0 0 0,-1 0-1 0 0,1 0 1 0 0,0 0-1 0 0,0 0 1 0 0,0 0-1 0 0,1 3 1 0 0,6 7-2347 0 0,1 1 0 0 0,0-1 0 0 0,1-1 0 0 0,21 21 0 0 0,-8-7-471 0 0,11 15 193 0 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6.087"/>
    </inkml:context>
    <inkml:brush xml:id="br0">
      <inkml:brushProperty name="width" value="0.035" units="cm"/>
      <inkml:brushProperty name="height" value="0.035" units="cm"/>
      <inkml:brushProperty name="color" value="#E71224"/>
    </inkml:brush>
  </inkml:definitions>
  <inkml:trace contextRef="#ctx0" brushRef="#br0">169 57 344 0 0,'0'-3'747'0'0,"0"0"0"0"0,0 0 0 0 0,0 0 0 0 0,0 0 0 0 0,0 0 0 0 0,-1 0 0 0 0,0 0 0 0 0,1 0 0 0 0,-1 0 0 0 0,0 0 0 0 0,0 0 0 0 0,-1 0 0 0 0,1 1 0 0 0,-1-1-1 0 0,-2-3 1 0 0,3 5-455 0 0,0 0 0 0 0,0 1 0 0 0,0-1 0 0 0,1 1 0 0 0,-1-1 0 0 0,0 1 0 0 0,0-1 0 0 0,0 1 0 0 0,-1 0 0 0 0,1-1 0 0 0,0 1 0 0 0,0 0 0 0 0,0 0 0 0 0,0 0 0 0 0,0 0 0 0 0,0 0 0 0 0,0 0 0 0 0,0 0 0 0 0,0 0 0 0 0,0 0 0 0 0,0 0 0 0 0,-2 1 0 0 0,-21 11 762 0 0,14-4-696 0 0,1 0 0 0 0,0 0 0 0 0,1 1 0 0 0,0 0 0 0 0,0 0 1 0 0,0 1-1 0 0,2 0 0 0 0,-1 0 0 0 0,-7 17 0 0 0,11-22-331 0 0,1 1-1 0 0,-1-1 1 0 0,1 0 0 0 0,0 1-1 0 0,1-1 1 0 0,-1 1-1 0 0,1 0 1 0 0,0 0-1 0 0,0-1 1 0 0,1 1-1 0 0,0 0 1 0 0,0 0-1 0 0,0 0 1 0 0,1-1-1 0 0,0 1 1 0 0,0 0-1 0 0,0 0 1 0 0,1-1-1 0 0,0 1 1 0 0,0-1 0 0 0,5 10-1 0 0,-5-13-27 0 0,1 0 0 0 0,-1 1 0 0 0,1-1 0 0 0,0 0 0 0 0,0 0 0 0 0,0-1 0 0 0,0 1 0 0 0,0-1 0 0 0,0 1 0 0 0,0-1 1 0 0,0 0-1 0 0,1 0 0 0 0,-1 0 0 0 0,0-1 0 0 0,1 1 0 0 0,-1-1 0 0 0,1 0 0 0 0,-1 0 0 0 0,1 0 0 0 0,4-1 0 0 0,76-11-162 0 0,-72 9 93 0 0,41-12-151 0 0,-43 11 197 0 0,0 0 1 0 0,0 1-1 0 0,1 0 0 0 0,-1 1 1 0 0,1 0-1 0 0,0 0 1 0 0,-1 2-1 0 0,1-1 1 0 0,0 1-1 0 0,18 3 1 0 0,-27-3 55 0 0,0 1 1 0 0,-1-1-1 0 0,1 1 0 0 0,0 0 1 0 0,-1-1-1 0 0,1 1 1 0 0,-1 0-1 0 0,1 0 0 0 0,-1 0 1 0 0,1 1-1 0 0,-1-1 1 0 0,0 0-1 0 0,0 0 0 0 0,1 1 1 0 0,-1-1-1 0 0,0 1 1 0 0,0-1-1 0 0,-1 1 1 0 0,1-1-1 0 0,0 1 0 0 0,0-1 1 0 0,0 3-1 0 0,0 1 43 0 0,0-1 0 0 0,-1 0 0 0 0,1 1 0 0 0,-1-1 1 0 0,0 0-1 0 0,-1 1 0 0 0,1-1 0 0 0,-1 0 0 0 0,0 5 0 0 0,-4 8 203 0 0,0-1 0 0 0,-1 1 0 0 0,-13 24 0 0 0,-51 83 523 0 0,16-46-3037 0 0,66-101-12484 0 0,24-42 7146 0 0,-11 25 5334 0 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6.439"/>
    </inkml:context>
    <inkml:brush xml:id="br0">
      <inkml:brushProperty name="width" value="0.035" units="cm"/>
      <inkml:brushProperty name="height" value="0.035" units="cm"/>
      <inkml:brushProperty name="color" value="#E71224"/>
    </inkml:brush>
  </inkml:definitions>
  <inkml:trace contextRef="#ctx0" brushRef="#br0">95 124 2104 0 0,'-12'20'8327'0'0,"-6"14"-831"0"0,14-27-6844 0 0,1 2-1 0 0,0-1 1 0 0,0 0-1 0 0,-3 16 1 0 0,-40 164 1468 0 0,68-265-2681 0 0,27-81-81 0 0,-39 133 617 0 0,0 0 0 0 0,2 1 0 0 0,0 0 0 0 0,18-24 0 0 0,-28 45 97 0 0,0 0 0 0 0,0 0 0 0 0,0 0 1 0 0,0 1-1 0 0,0-1 0 0 0,1 1 0 0 0,-1 0 1 0 0,1-1-1 0 0,-1 1 0 0 0,1 0 1 0 0,0 1-1 0 0,0-1 0 0 0,0 0 0 0 0,0 1 1 0 0,0-1-1 0 0,0 1 0 0 0,1 0 0 0 0,-1 0 1 0 0,0 1-1 0 0,1-1 0 0 0,-1 1 0 0 0,0-1 1 0 0,1 1-1 0 0,4 0 0 0 0,-5 1-5 0 0,-1 1 1 0 0,1-1-1 0 0,0 0 0 0 0,0 1 0 0 0,0-1 0 0 0,-1 1 1 0 0,1 0-1 0 0,-1 0 0 0 0,0 0 0 0 0,1 0 1 0 0,-1 1-1 0 0,0-1 0 0 0,0 1 0 0 0,0-1 0 0 0,-1 1 1 0 0,1 0-1 0 0,0-1 0 0 0,-1 1 0 0 0,0 0 1 0 0,0 0-1 0 0,0 0 0 0 0,0 0 0 0 0,0 0 0 0 0,-1 0 1 0 0,1 0-1 0 0,-1 5 0 0 0,4 27 22 0 0,-3 0 0 0 0,0 0 0 0 0,-7 51 0 0 0,0 6-2125 0 0,10-3-3839 0 0,0-72-360 0 0,3-26-1517 0 0,-4-16 4952 0 0</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6.686"/>
    </inkml:context>
    <inkml:brush xml:id="br0">
      <inkml:brushProperty name="width" value="0.035" units="cm"/>
      <inkml:brushProperty name="height" value="0.035" units="cm"/>
      <inkml:brushProperty name="color" value="#E71224"/>
    </inkml:brush>
  </inkml:definitions>
  <inkml:trace contextRef="#ctx0" brushRef="#br0">62 163 3704 0 0,'-62'37'13627'0'0,"74"-46"-10287"0"0,19-21-2842 0 0,-5 6-389 0 0,13-14-352 0 0,32-28-1334 0 0,-64 61 91 0 0,1 0 1 0 0,-1 0-1 0 0,1 0 0 0 0,15-5 1 0 0,-23 10 1185 0 0,1 0 68 0 0,-1-1 0 0 0,1 1 0 0 0,-1 0 0 0 0,0-1 0 0 0,1 1 0 0 0,-1 0 0 0 0,1 0 0 0 0,-1 0 0 0 0,1 0 0 0 0,-1-1 0 0 0,1 1 0 0 0,-1 0 0 0 0,1 0 0 0 0,-1 0 0 0 0,1 0 0 0 0,-1 0 1 0 0,1 0-1 0 0,-1 0 0 0 0,1 0 0 0 0,-1 0 0 0 0,1 0 0 0 0,-1 1 0 0 0,1-1 0 0 0,-1 0 0 0 0,1 0 0 0 0,-1 0 0 0 0,0 1 0 0 0,1-1 0 0 0,-1 0 0 0 0,1 0 0 0 0,-1 1 0 0 0,0-1 0 0 0,1 1 0 0 0,0 11-2515 0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6.866"/>
    </inkml:context>
    <inkml:brush xml:id="br0">
      <inkml:brushProperty name="width" value="0.035" units="cm"/>
      <inkml:brushProperty name="height" value="0.035" units="cm"/>
      <inkml:brushProperty name="color" value="#E71224"/>
    </inkml:brush>
  </inkml:definitions>
  <inkml:trace contextRef="#ctx0" brushRef="#br0">79 180 1464 0 0,'-31'45'6625'0'0,"24"-36"-4811"0"0,0 0 0 0 0,0 0-1 0 0,1 0 1 0 0,1 1-1 0 0,0 0 1 0 0,-5 13 0 0 0,22-30 1729 0 0,6-10-3233 0 0,109-136-2603 0 0,-90 98-3259 0 0,-3 0-4638 0 0,-27 42 6563 0 0,-5 9 1027 0 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8.204"/>
    </inkml:context>
    <inkml:brush xml:id="br0">
      <inkml:brushProperty name="width" value="0.035" units="cm"/>
      <inkml:brushProperty name="height" value="0.035" units="cm"/>
      <inkml:brushProperty name="color" value="#E71224"/>
    </inkml:brush>
  </inkml:definitions>
  <inkml:trace contextRef="#ctx0" brushRef="#br0">0 1169 664 0 0,'4'-1'438'0'0,"0"0"-1"0"0,0 1 1 0 0,0 0 0 0 0,-1 0-1 0 0,1 0 1 0 0,0 0-1 0 0,0 1 1 0 0,0-1 0 0 0,0 1-1 0 0,0 0 1 0 0,-1 0-1 0 0,1 0 1 0 0,0 1 0 0 0,-1-1-1 0 0,1 1 1 0 0,-1 0 0 0 0,0 0-1 0 0,1 0 1 0 0,-1 1-1 0 0,0-1 1 0 0,0 1 0 0 0,-1 0-1 0 0,1-1 1 0 0,0 1 0 0 0,-1 0-1 0 0,4 6 1 0 0,4 9 273 0 0,0 0 0 0 0,-2 0 0 0 0,0 1 1 0 0,7 23-1 0 0,3 7 198 0 0,-2-11-395 0 0,2 0 1 0 0,30 45 0 0 0,-41-72-488 0 0,0-1 0 0 0,0 0 0 0 0,1-1 0 0 0,0 0-1 0 0,1 0 1 0 0,0 0 0 0 0,0-1 0 0 0,1-1 0 0 0,-1 0-1 0 0,2 0 1 0 0,-1-1 0 0 0,18 8 0 0 0,-25-13-8 0 0,1 0 0 0 0,-1 0 0 0 0,1 0 0 0 0,-1 0-1 0 0,1-1 1 0 0,0 1 0 0 0,-1-1 0 0 0,1 0 0 0 0,0 0 0 0 0,-1 0 0 0 0,1-1 0 0 0,0 1 0 0 0,-1-1 0 0 0,1 0-1 0 0,-1 0 1 0 0,1 0 0 0 0,-1 0 0 0 0,0-1 0 0 0,1 1 0 0 0,-1-1 0 0 0,0 0 0 0 0,0 0 0 0 0,0 0 0 0 0,0-1-1 0 0,0 1 1 0 0,-1-1 0 0 0,1 1 0 0 0,-1-1 0 0 0,1 0 0 0 0,-1 0 0 0 0,0 0 0 0 0,0 0 0 0 0,-1 0 0 0 0,1-1-1 0 0,-1 1 1 0 0,2-5 0 0 0,2-5 107 0 0,-1 1-1 0 0,0-1 0 0 0,-1 0 0 0 0,-1 0 1 0 0,0-1-1 0 0,-1 1 0 0 0,0 0 0 0 0,-2-25 1 0 0,-2 14 72 0 0,-1-1 1 0 0,-2 1-1 0 0,0 1 1 0 0,-1-1 0 0 0,-2 1-1 0 0,0 0 1 0 0,-1 1-1 0 0,-2 0 1 0 0,0 1 0 0 0,-22-29-1 0 0,-4 2 163 0 0,-3 3-1 0 0,-1 1 1 0 0,-50-40-1 0 0,-3-9 561 0 0,83 79-803 0 0,1 0-1 0 0,0 0 1 0 0,1-1 0 0 0,0 0-1 0 0,-10-24 1 0 0,18 32-86 0 0,-1 0 0 0 0,1-1 1 0 0,0 0-1 0 0,1 1 0 0 0,0-1 0 0 0,0 0 0 0 0,0 0 0 0 0,1 0 1 0 0,1 0-1 0 0,-1 1 0 0 0,4-15 0 0 0,-1 8-23 0 0,1 1 0 0 0,1-1 0 0 0,0 1 0 0 0,1 0 0 0 0,1 1 0 0 0,7-13 0 0 0,10-9 9 0 0,2 1-1 0 0,1 1 1 0 0,44-40 0 0 0,351-281 54 0 0,-395 339-567 0 0,-26 14 378 0 0,-1 0 0 0 0,1 0-1 0 0,0 0 1 0 0,-1 0 0 0 0,1 0 0 0 0,-1 0 0 0 0,1 1 0 0 0,0-1 0 0 0,-1 0 0 0 0,1 0 0 0 0,-1 0 0 0 0,1 0 0 0 0,-1 1 0 0 0,1-1 0 0 0,-1 0 0 0 0,1 0 0 0 0,-1 1-1 0 0,1-1 1 0 0,-1 0 0 0 0,1 1 0 0 0,-1-1 0 0 0,1 1 0 0 0,-1-1 0 0 0,0 1 0 0 0,1-1 0 0 0,-1 1 0 0 0,1 0 0 0 0,0 3-818 0 0,0 0 1 0 0,0 0-1 0 0,-1 0 1 0 0,1 0-1 0 0,-1 0 0 0 0,0 0 1 0 0,0 0-1 0 0,0 1 1 0 0,0-1-1 0 0,-2 6 0 0 0,-17 66-8038 0 0,2-27 6186 0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8.963"/>
    </inkml:context>
    <inkml:brush xml:id="br0">
      <inkml:brushProperty name="width" value="0.035" units="cm"/>
      <inkml:brushProperty name="height" value="0.035" units="cm"/>
      <inkml:brushProperty name="color" value="#E71224"/>
    </inkml:brush>
  </inkml:definitions>
  <inkml:trace contextRef="#ctx0" brushRef="#br0">3 583 4504 0 0,'-2'5'8415'0'0,"2"-9"-3440"0"0,4-23-2136 0 0,12-43-3161 0 0,42-170 1567 0 0,-52 205-746 0 0,-2 0 1 0 0,-2 0-1 0 0,-1 0 0 0 0,-1-1 0 0 0,-6-34 0 0 0,20 149-116 0 0,30 97 0 0 0,-40-161-770 0 0,14 41 688 0 0,2-1 0 0 0,36 71-1 0 0,-46-108-985 0 0,1-1 1 0 0,0 0-1 0 0,2-1 0 0 0,15 16 1 0 0,-18-21-1261 0 0,1-1 0 0 0,0 0 1 0 0,1-1-1 0 0,0-1 1 0 0,1 0-1 0 0,20 10 0 0 0,-14-8-2428 0 0,-2 1 1106 0 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49.244"/>
    </inkml:context>
    <inkml:brush xml:id="br0">
      <inkml:brushProperty name="width" value="0.035" units="cm"/>
      <inkml:brushProperty name="height" value="0.035" units="cm"/>
      <inkml:brushProperty name="color" value="#E71224"/>
    </inkml:brush>
  </inkml:definitions>
  <inkml:trace contextRef="#ctx0" brushRef="#br0">46 814 4104 0 0,'-10'10'2294'0'0,"-26"18"6812"0"0,98-65-1774 0 0,33-33-6019 0 0,-28 19-504 0 0,128-93 37 0 0,-7-8 1 0 0,193-203-1 0 0,-354 319-3297 0 0,-27 35 2368 0 0,0 1 0 0 0,0 0 0 0 0,0 0 0 0 0,0 0 0 0 0,0 0 0 0 0,0 0-1 0 0,1-1 1 0 0,-1 1 0 0 0,0 0 0 0 0,0 0 0 0 0,0 0 0 0 0,0 0 0 0 0,0-1 0 0 0,0 1-1 0 0,0 0 1 0 0,0 0 0 0 0,0 0 0 0 0,0 0 0 0 0,0-1 0 0 0,0 1 0 0 0,0 0 0 0 0,0 0-1 0 0,0 0 1 0 0,0 0 0 0 0,-1-1 0 0 0,1 1 0 0 0,0 0 0 0 0,0 0 0 0 0,0 0-1 0 0,0 0 1 0 0,0 0 0 0 0,0 0 0 0 0,0-1 0 0 0,0 1 0 0 0,-1 0 0 0 0,1 0 0 0 0,0 0-1 0 0,0 0 1 0 0,0 0 0 0 0,0 0 0 0 0,0 0 0 0 0,-1 0 0 0 0,1-1 0 0 0,0 1 0 0 0,0 0-1 0 0,0 0 1 0 0,0 0 0 0 0,0 0 0 0 0,-1 0 0 0 0,1 0 0 0 0,0 0 0 0 0,0 0-1 0 0,0 0 1 0 0,-1 0 0 0 0,1 0 0 0 0,-23 11-6145 0 0,-49 41-3732 0 0,24-9 6613 0 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50.040"/>
    </inkml:context>
    <inkml:brush xml:id="br0">
      <inkml:brushProperty name="width" value="0.035" units="cm"/>
      <inkml:brushProperty name="height" value="0.035" units="cm"/>
      <inkml:brushProperty name="color" value="#E71224"/>
    </inkml:brush>
  </inkml:definitions>
  <inkml:trace contextRef="#ctx0" brushRef="#br0">13 582 1144 0 0,'-2'7'2185'0'0,"-7"27"4452"0"0,9-33-6294 0 0,0 0 1 0 0,-1 1-1 0 0,1-1 0 0 0,0 0 0 0 0,0 0 1 0 0,0 1-1 0 0,0-1 0 0 0,0 0 0 0 0,0 0 1 0 0,0 1-1 0 0,0-1 0 0 0,1 0 0 0 0,-1 0 1 0 0,1 1-1 0 0,-1-1 0 0 0,0 0 1 0 0,1 0-1 0 0,0 0 0 0 0,-1 0 0 0 0,1 0 1 0 0,1 1-1 0 0,13-22 3204 0 0,-3-5-3119 0 0,-2 0 0 0 0,0-1 1 0 0,-2-1-1 0 0,-1 1 1 0 0,3-29-1 0 0,0 10-118 0 0,2-14 399 0 0,-3-1 0 0 0,-3 0 1 0 0,-2 0-1 0 0,-6-96 1 0 0,1 150-204 0 0,-1 9-216 0 0,-3 18-144 0 0,-5 32-88 0 0,-7 242 186 0 0,18-233-657 0 0,3-1 0 0 0,21 112 0 0 0,-24-169 188 0 0,17 59-1492 0 0,-18-60 1352 0 0,1 0-1 0 0,0 0 1 0 0,1-1-1 0 0,-1 1 0 0 0,0-1 1 0 0,1 1-1 0 0,-1-1 1 0 0,1 0-1 0 0,0 1 0 0 0,-1-1 1 0 0,1 0-1 0 0,0 0 0 0 0,1 0 1 0 0,-1-1-1 0 0,0 1 1 0 0,0 0-1 0 0,1-1 0 0 0,-1 1 1 0 0,4 0-1 0 0,-5-2-47 0 0,1 0 1 0 0,-1 0-1 0 0,1 0 0 0 0,-1 0 0 0 0,1 0 0 0 0,-1 0 0 0 0,1-1 0 0 0,-1 1 1 0 0,1 0-1 0 0,-1-1 0 0 0,0 0 0 0 0,1 1 0 0 0,-1-1 0 0 0,0 0 1 0 0,1 1-1 0 0,-1-1 0 0 0,0 0 0 0 0,0 0 0 0 0,0 0 0 0 0,0 0 0 0 0,0 0 1 0 0,0-1-1 0 0,2-1 0 0 0,17-31-4213 0 0,-3-4 1853 0 0</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18:50:51.204"/>
    </inkml:context>
    <inkml:brush xml:id="br0">
      <inkml:brushProperty name="width" value="0.035" units="cm"/>
      <inkml:brushProperty name="height" value="0.035" units="cm"/>
      <inkml:brushProperty name="color" value="#E71224"/>
    </inkml:brush>
  </inkml:definitions>
  <inkml:trace contextRef="#ctx0" brushRef="#br0">27 705 2904 0 0,'-19'-58'10294'0'0,"11"2"-4529"0"0,8 52-5584 0 0,1-1-1 0 0,-1 1 0 0 0,1-1 1 0 0,0 1-1 0 0,0-1 0 0 0,0 1 1 0 0,1 0-1 0 0,-1-1 0 0 0,1 1 1 0 0,0 0-1 0 0,0 0 0 0 0,1 0 1 0 0,-1 1-1 0 0,1-1 0 0 0,0 1 1 0 0,0-1-1 0 0,0 1 0 0 0,0 0 1 0 0,1 0-1 0 0,-1 0 0 0 0,1 0 1 0 0,0 1-1 0 0,7-4 0 0 0,-8 4-152 0 0,0 0 0 0 0,0 1 1 0 0,1-1-1 0 0,-1 1 0 0 0,0 0 0 0 0,0 0 0 0 0,1 0 0 0 0,-1 0 0 0 0,1 1 0 0 0,-1 0 0 0 0,0-1 0 0 0,1 1 0 0 0,-1 0 0 0 0,1 1 0 0 0,-1-1 0 0 0,1 0 0 0 0,-1 1 0 0 0,0 0 0 0 0,4 1 0 0 0,-3 0-3 0 0,0 0-1 0 0,1 1 1 0 0,-1 0-1 0 0,0-1 1 0 0,-1 1-1 0 0,1 1 0 0 0,0-1 1 0 0,-1 1-1 0 0,0-1 1 0 0,0 1-1 0 0,0 0 1 0 0,3 5-1 0 0,0 2 6 0 0,1 1 0 0 0,-2 0-1 0 0,0 1 1 0 0,0 0 0 0 0,-1-1 0 0 0,-1 1 0 0 0,0 1-1 0 0,2 24 1 0 0,-5-10 46 0 0,-1 1 1 0 0,-1-1-1 0 0,-1 0 0 0 0,-8 32 0 0 0,8-45 29 0 0,-1 0 0 0 0,-1-1-1 0 0,0 1 1 0 0,-1-1-1 0 0,-1 0 1 0 0,0 0-1 0 0,-1-1 1 0 0,0 0-1 0 0,-12 14 1 0 0,19-25-82 0 0,0-1 1 0 0,0 0 0 0 0,0 1 0 0 0,0-1-1 0 0,-1 0 1 0 0,1 0 0 0 0,0 0-1 0 0,0 0 1 0 0,-1 0 0 0 0,1 0-1 0 0,-1 0 1 0 0,1 0 0 0 0,0-1-1 0 0,-1 1 1 0 0,0-1 0 0 0,1 1-1 0 0,-1-1 1 0 0,1 1 0 0 0,-1-1 0 0 0,0 0-1 0 0,1 0 1 0 0,-1 0 0 0 0,1 0-1 0 0,-1 0 1 0 0,-2 0 0 0 0,2-1-13 0 0,1 0 0 0 0,-1 0 0 0 0,0 0 0 0 0,1-1 0 0 0,-1 1 0 0 0,0-1 0 0 0,1 1 0 0 0,0-1 0 0 0,-1 1 0 0 0,1-1 0 0 0,0 0 0 0 0,0 1 0 0 0,0-1 0 0 0,0 0 0 0 0,0 0 0 0 0,-1-3 0 0 0,-1-5-24 0 0,0 1 0 0 0,0-1 0 0 0,1 0 0 0 0,0 0 0 0 0,1 0-1 0 0,0 0 1 0 0,1-11 0 0 0,2 14 17 0 0,-1 0 0 0 0,1 0-1 0 0,0 0 1 0 0,1 0 0 0 0,0 1-1 0 0,0-1 1 0 0,0 1 0 0 0,1 0-1 0 0,0 0 1 0 0,0 0 0 0 0,0 0-1 0 0,1 1 1 0 0,0-1 0 0 0,0 1-1 0 0,1 1 1 0 0,-1-1 0 0 0,1 1-1 0 0,0 0 1 0 0,7-4 0 0 0,17-9 103 0 0,0 1 1 0 0,57-20 0 0 0,-55 23-43 0 0,-11 5 12 0 0,0 0 0 0 0,-1-2 0 0 0,-1-1 0 0 0,34-23 0 0 0,-49 30-116 0 0,1 1 0 0 0,-1-1 0 0 0,1 0-1 0 0,-1-1 1 0 0,-1 1 0 0 0,1-1 0 0 0,0 0 0 0 0,-1 0 0 0 0,0 0-1 0 0,-1 0 1 0 0,1 0 0 0 0,-1-1 0 0 0,0 1 0 0 0,0-1 0 0 0,0 0-1 0 0,-1 1 1 0 0,0-1 0 0 0,0 0 0 0 0,0 0 0 0 0,-1 0 0 0 0,0 0-1 0 0,0 0 1 0 0,-2-6 0 0 0,2 8 55 0 0,-11-48-142 0 0,10 49 159 0 0,0 0 0 0 0,0 0 1 0 0,0 0-1 0 0,0 0 0 0 0,-1 0 0 0 0,1 0 0 0 0,-1 0 1 0 0,0 1-1 0 0,0-1 0 0 0,0 1 0 0 0,0-1 0 0 0,0 1 1 0 0,-5-4-1 0 0,6 6-16 0 0,-1 0 0 0 0,1-1 0 0 0,0 1 0 0 0,0 0 0 0 0,-1 0 0 0 0,1 0 1 0 0,0 0-1 0 0,0 0 0 0 0,-1 1 0 0 0,1-1 0 0 0,0 0 0 0 0,0 0 0 0 0,0 1 0 0 0,-1-1 0 0 0,1 1 1 0 0,0-1-1 0 0,0 1 0 0 0,0 0 0 0 0,0-1 0 0 0,0 1 0 0 0,0 0 0 0 0,0 0 0 0 0,0 0 0 0 0,0-1 1 0 0,0 1-1 0 0,0 0 0 0 0,1 0 0 0 0,-1 0 0 0 0,0 1 0 0 0,1-1 0 0 0,-2 2 0 0 0,-20 35 223 0 0,17-24-217 0 0,0 0 1 0 0,1 0-1 0 0,0 1 1 0 0,1 0 0 0 0,1-1-1 0 0,0 1 1 0 0,1 0-1 0 0,0 0 1 0 0,3 21 0 0 0,-1-29-44 0 0,0 1-1 0 0,0-1 1 0 0,1 1 0 0 0,0-1 0 0 0,1 0 0 0 0,-1 0 0 0 0,1 0 0 0 0,1 0 0 0 0,4 7 0 0 0,-6-11 6 0 0,1 1 0 0 0,0 0 0 0 0,0-1 0 0 0,0 0 0 0 0,1 0 1 0 0,-1 0-1 0 0,1 0 0 0 0,0 0 0 0 0,0-1 0 0 0,0 0 0 0 0,0 1 0 0 0,0-2 0 0 0,0 1 1 0 0,1 0-1 0 0,8 1 0 0 0,-6-2 12 0 0,-1-1 0 0 0,1 0 0 0 0,0 0 1 0 0,0 0-1 0 0,0-1 0 0 0,-1 0 0 0 0,1 0 0 0 0,0-1 1 0 0,-1 0-1 0 0,1 0 0 0 0,-1-1 0 0 0,0 0 0 0 0,0 0 0 0 0,0 0 1 0 0,0-1-1 0 0,0 1 0 0 0,-1-1 0 0 0,6-5 0 0 0,4-4-72 0 0,0-1-1 0 0,-1 0 0 0 0,-1-1 1 0 0,22-32-1 0 0,-25 33 37 0 0,-1 0 1 0 0,-1-1-1 0 0,-1 0 0 0 0,0 0 1 0 0,-1-1-1 0 0,0 1 1 0 0,-1-1-1 0 0,-1-1 0 0 0,3-29 1 0 0,-6 37 80 0 0,-1 0 0 0 0,0 0 0 0 0,-1 1 0 0 0,0-1 0 0 0,0 1 0 0 0,-1-1 0 0 0,0 1 0 0 0,0-1 0 0 0,-1 1 0 0 0,0 0 0 0 0,-1 0 0 0 0,0 0 0 0 0,0 1 0 0 0,-1-1 1 0 0,1 1-1 0 0,-2 0 0 0 0,1 0 0 0 0,-1 1 0 0 0,0-1 0 0 0,-10-7 0 0 0,13 11-6 0 0,-1 0 0 0 0,0 0 1 0 0,0 0-1 0 0,0 1 0 0 0,0 0 0 0 0,0-1 1 0 0,-1 1-1 0 0,1 1 0 0 0,-1-1 0 0 0,1 1 1 0 0,-1-1-1 0 0,0 1 0 0 0,1 1 0 0 0,-1-1 1 0 0,0 1-1 0 0,0 0 0 0 0,-7 0 0 0 0,5 2-12 0 0,0-1-1 0 0,1 1 0 0 0,-1 0 1 0 0,1 1-1 0 0,0-1 1 0 0,0 2-1 0 0,0-1 0 0 0,0 0 1 0 0,0 1-1 0 0,1 0 0 0 0,-6 6 1 0 0,-9 9 5 0 0,2 0 1 0 0,1 2 0 0 0,0 0-1 0 0,1 1 1 0 0,-13 26 0 0 0,14-22 48 0 0,0 2 0 0 0,1-1 1 0 0,-12 40-1 0 0,23-58-106 0 0,0 1-1 0 0,1 0 1 0 0,0 0 0 0 0,1 0 0 0 0,0 0-1 0 0,1 13 1 0 0,1-18-3 0 0,-1 0-1 0 0,1-1 1 0 0,0 1 0 0 0,0 0-1 0 0,0-1 1 0 0,1 1 0 0 0,0-1 0 0 0,-1 1-1 0 0,2-1 1 0 0,-1 0 0 0 0,0 0-1 0 0,1 0 1 0 0,0 0 0 0 0,3 4 0 0 0,-3-5 17 0 0,0 0 1 0 0,1-1 0 0 0,-1 1 0 0 0,0-1 0 0 0,1 1 0 0 0,0-1 0 0 0,-1 0 0 0 0,1 0 0 0 0,0-1 0 0 0,0 1 0 0 0,0-1-1 0 0,0 0 1 0 0,0 0 0 0 0,0 0 0 0 0,8 0 0 0 0,-4-1 8 0 0,0 0 0 0 0,0-1 0 0 0,0 0 0 0 0,-1 0 0 0 0,1-1 0 0 0,0 0 0 0 0,13-5 0 0 0,0-2-28 0 0,-1-2-1 0 0,0 0 1 0 0,-1 0 0 0 0,34-30 0 0 0,-25 19-63 0 0,-2-3 0 0 0,-1 0 0 0 0,-1-1 1 0 0,-2-1-1 0 0,0-2 0 0 0,-2 0 0 0 0,-1-1 0 0 0,24-52 0 0 0,-38 70 182 0 0,0-1-1 0 0,-1 0 0 0 0,-1 0 1 0 0,0 0-1 0 0,-1 0 0 0 0,0-1 1 0 0,-1 1-1 0 0,-1 0 0 0 0,0-1 0 0 0,-1 1 1 0 0,0-1-1 0 0,-1 1 0 0 0,-4-15 1 0 0,6 28-83 0 0,0-1 1 0 0,0 1 0 0 0,0 0 0 0 0,-1-1 0 0 0,1 1 0 0 0,0 0-1 0 0,0-1 1 0 0,-1 1 0 0 0,1 0 0 0 0,0 0 0 0 0,-1-1-1 0 0,1 1 1 0 0,0 0 0 0 0,-1 0 0 0 0,1-1 0 0 0,0 1 0 0 0,-1 0-1 0 0,1 0 1 0 0,0 0 0 0 0,-1 0 0 0 0,1 0 0 0 0,-1-1 0 0 0,1 1-1 0 0,0 0 1 0 0,-1 0 0 0 0,1 0 0 0 0,-1 0 0 0 0,1 0 0 0 0,0 0-1 0 0,-1 0 1 0 0,1 0 0 0 0,-1 0 0 0 0,1 1 0 0 0,0-1 0 0 0,-1 0-1 0 0,1 0 1 0 0,-1 0 0 0 0,1 0 0 0 0,0 1 0 0 0,-1-1-1 0 0,1 0 1 0 0,0 0 0 0 0,-1 0 0 0 0,1 1 0 0 0,0-1 0 0 0,0 0-1 0 0,-1 1 1 0 0,1-1 0 0 0,0 0 0 0 0,0 1 0 0 0,-1-1 0 0 0,1 0-1 0 0,0 1 1 0 0,0-1 0 0 0,0 0 0 0 0,-1 1 0 0 0,-15 23-65 0 0,15-23 58 0 0,-5 12 40 0 0,0-1-1 0 0,0 0 1 0 0,1 1 0 0 0,1 0-1 0 0,0 1 1 0 0,1-1 0 0 0,1 0-1 0 0,0 1 1 0 0,-1 22 0 0 0,3-26-39 0 0,0 1 0 0 0,1-1 0 0 0,0 0 0 0 0,0 0 1 0 0,1 1-1 0 0,1-1 0 0 0,-1 0 0 0 0,2-1 0 0 0,-1 1 1 0 0,2 0-1 0 0,-1-1 0 0 0,1 0 0 0 0,9 13 0 0 0,-10-18-10 0 0,0 0 0 0 0,0 0-1 0 0,0 0 1 0 0,0-1 0 0 0,1 1-1 0 0,-1-1 1 0 0,1 0 0 0 0,0-1 0 0 0,0 1-1 0 0,0-1 1 0 0,1 0 0 0 0,-1 0-1 0 0,0 0 1 0 0,1-1 0 0 0,-1 0 0 0 0,1 0-1 0 0,-1 0 1 0 0,1-1 0 0 0,0 1-1 0 0,-1-2 1 0 0,1 1 0 0 0,0 0-1 0 0,-1-1 1 0 0,1 0 0 0 0,-1-1 0 0 0,1 1-1 0 0,-1-1 1 0 0,10-5 0 0 0,1 1-57 0 0,-1-2 1 0 0,0 0 0 0 0,-1 0-1 0 0,0-2 1 0 0,0 1 0 0 0,-1-2-1 0 0,0 0 1 0 0,16-18 0 0 0,-20 18 100 0 0,-1 0-1 0 0,0-1 1 0 0,-1 0 0 0 0,0 0 0 0 0,-1-1-1 0 0,0 0 1 0 0,-1 0 0 0 0,-1 0-1 0 0,0 0 1 0 0,-1-1 0 0 0,0 0 0 0 0,1-24-1 0 0,-3 26 100 0 0,0 1-1 0 0,-2 0 1 0 0,1 0-1 0 0,-1 0 1 0 0,-1 0-1 0 0,0 0 1 0 0,-1 0 0 0 0,0 1-1 0 0,0-1 1 0 0,-1 1-1 0 0,0-1 1 0 0,-1 1-1 0 0,0 1 1 0 0,-1-1-1 0 0,0 1 1 0 0,-10-12-1 0 0,13 18-95 0 0,0 0 0 0 0,-1 0 0 0 0,1 1-1 0 0,-1-1 1 0 0,1 1 0 0 0,-1 0 0 0 0,1 0-1 0 0,-1 0 1 0 0,0 1 0 0 0,0 0 0 0 0,0-1-1 0 0,0 1 1 0 0,0 0 0 0 0,0 1 0 0 0,-1-1 0 0 0,1 1-1 0 0,0 0 1 0 0,0 0 0 0 0,0 0 0 0 0,0 0-1 0 0,-1 1 1 0 0,1 0 0 0 0,0 0 0 0 0,0 0-1 0 0,0 0 1 0 0,0 1 0 0 0,0-1 0 0 0,-7 5 0 0 0,-8 4-264 0 0,0 2 0 0 0,1 0 0 0 0,1 0 1 0 0,-19 18-1 0 0,13-10-1359 0 0,2 1-1 0 0,-31 38 1 0 0,26-24-2126 0 0,2 1 0 0 0,2 2 0 0 0,1 0-1 0 0,2 2 1 0 0,-20 57 0 0 0,10-10 593 0 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6:57.391"/>
    </inkml:context>
    <inkml:brush xml:id="br0">
      <inkml:brushProperty name="width" value="0.035" units="cm"/>
      <inkml:brushProperty name="height" value="0.035" units="cm"/>
      <inkml:brushProperty name="color" value="#E71224"/>
    </inkml:brush>
  </inkml:definitions>
  <inkml:trace contextRef="#ctx0" brushRef="#br0">109 0 24575,'-17'61'0,"-12"87"0,20-95 0,-43 427 0,51-404-1365,1-58-5461</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6:59.073"/>
    </inkml:context>
    <inkml:brush xml:id="br0">
      <inkml:brushProperty name="width" value="0.035" units="cm"/>
      <inkml:brushProperty name="height" value="0.035" units="cm"/>
      <inkml:brushProperty name="color" value="#E71224"/>
    </inkml:brush>
  </inkml:definitions>
  <inkml:trace contextRef="#ctx0" brushRef="#br0">369 24 24575,'-3'-3'0,"0"1"0,0 0 0,-1 0 0,1 0 0,-1 0 0,1 0 0,-1 1 0,0 0 0,0-1 0,1 1 0,-1 1 0,0-1 0,-5 0 0,-57 0 0,44 1 0,7 0 0,0-1 0,0 1 0,0 1 0,0 0 0,-16 4 0,26-3 0,0 0 0,-1 0 0,1 0 0,1 0 0,-1 1 0,0-1 0,1 1 0,-1 1 0,1-1 0,0 0 0,0 1 0,0 0 0,0 0 0,1 0 0,-3 5 0,-1 2 0,1-1 0,1 1 0,0 0 0,0 1 0,1-1 0,1 1 0,0-1 0,0 1 0,-1 22 0,2 10 0,5 62 0,0-20 0,-3-81 0,0 0 0,0 0 0,0-1 0,0 1 0,1 0 0,0 0 0,0 0 0,0 0 0,1 0 0,-1-1 0,1 1 0,0-1 0,0 1 0,1-1 0,0 0 0,-1 0 0,1 0 0,0 0 0,1 0 0,-1-1 0,1 1 0,0-1 0,0 0 0,0 0 0,0-1 0,0 1 0,5 1 0,13 8 0,0-2 0,0 0 0,1-2 0,1 0 0,-1-2 0,1 0 0,43 3 0,176-2 0,-200-8 0,-34 1 0,1-1 0,-1-1 0,1 1 0,-1-1 0,0-1 0,0 0 0,0 0 0,0-1 0,0 0 0,-1-1 0,0 0 0,8-6 0,-3 2 0,-1-2 0,0 1 0,-1-2 0,0 1 0,-1-2 0,13-18 0,-19 23 0,-1 1 0,1-1 0,-1 0 0,-1-1 0,0 1 0,0 0 0,0-1 0,-1 1 0,-1-1 0,1 0 0,-1 1 0,-3-16 0,2 13 0,0 1 0,-1 0 0,0 0 0,-1 0 0,0 0 0,-1 0 0,0 1 0,0 0 0,-1-1 0,-8-10 0,5 13 0,0-1 0,-1 1 0,1 1 0,-2 0 0,1 0 0,-1 1 0,1 0 0,-16-5 0,-22-13 0,30 15 19,0 1 0,-1 0 0,0 2 0,0 0 0,0 1 1,-27-3-1,23 4-394,-1-1 0,1-1 1,-36-13-1,41 11-6451</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00.063"/>
    </inkml:context>
    <inkml:brush xml:id="br0">
      <inkml:brushProperty name="width" value="0.035" units="cm"/>
      <inkml:brushProperty name="height" value="0.035" units="cm"/>
      <inkml:brushProperty name="color" value="#E71224"/>
    </inkml:brush>
  </inkml:definitions>
  <inkml:trace contextRef="#ctx0" brushRef="#br0">381 1 24575,'-2'0'0,"-1"1"0,0-1 0,1 1 0,-1 0 0,0 0 0,1 0 0,0 0 0,-1 1 0,1-1 0,-1 1 0,1-1 0,0 1 0,-3 3 0,-28 30 0,26-27 0,-44 50 0,-73 110 0,108-142 0,1 0 0,1 1 0,1 1 0,2 0 0,1 1 0,1 0 0,-8 44 0,11-32 0,-2 4 0,-1 49 0,9-77 0,0 0 0,2-1 0,-1 1 0,2-1 0,0 1 0,9 24 0,26 49 0,-38-89-54,1 0-1,-1 0 0,1 0 1,0 0-1,-1 0 1,1 0-1,0-1 0,0 1 1,-1 0-1,1 0 1,0-1-1,0 1 0,0-1 1,0 1-1,0-1 0,0 1 1,0-1-1,0 0 1,0 1-1,0-1 0,0 0 1,0 0-1,0 0 1,2 0-1,12-1-6771</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00.425"/>
    </inkml:context>
    <inkml:brush xml:id="br0">
      <inkml:brushProperty name="width" value="0.035" units="cm"/>
      <inkml:brushProperty name="height" value="0.035" units="cm"/>
      <inkml:brushProperty name="color" value="#E71224"/>
    </inkml:brush>
  </inkml:definitions>
  <inkml:trace contextRef="#ctx0" brushRef="#br0">1 0 24575,'3'0'0,"9"0"0,13 0 0,13 0 0,8 0 0,-1 0 0,-4 0 0,-9 0-8191</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01.227"/>
    </inkml:context>
    <inkml:brush xml:id="br0">
      <inkml:brushProperty name="width" value="0.035" units="cm"/>
      <inkml:brushProperty name="height" value="0.035" units="cm"/>
      <inkml:brushProperty name="color" value="#E71224"/>
    </inkml:brush>
  </inkml:definitions>
  <inkml:trace contextRef="#ctx0" brushRef="#br0">67 0 24575,'-1'55'0,"3"77"0,0-118 0,-1 0 0,2 0 0,0 0 0,1-1 0,0 1 0,1-1 0,6 13 0,-10-24 0,0 0 0,-1-1 0,1 1 0,0 0 0,0-1 0,0 1 0,1-1 0,-1 1 0,0-1 0,0 0 0,1 0 0,-1 1 0,1-1 0,-1 0 0,1 0 0,-1 0 0,1-1 0,0 1 0,-1 0 0,4 0 0,-3-1 0,0 0 0,0 0 0,-1 0 0,1-1 0,0 1 0,-1-1 0,1 1 0,-1-1 0,1 1 0,-1-1 0,1 0 0,-1 0 0,1 0 0,-1 0 0,1 0 0,-1 0 0,2-3 0,4-4 0,-1 0 0,0 0 0,0-1 0,-1 0 0,8-18 0,-1-11 0,-11 30 0,2 0 0,-1 0 0,1 0 0,0 1 0,0-1 0,1 1 0,0-1 0,10-12 0,-14 20 0,1 0 0,-1 0 0,0 0 0,1 0 0,-1 0 0,0 0 0,1 0 0,-1 1 0,0-1 0,1 0 0,-1 0 0,0 0 0,1 0 0,-1 1 0,0-1 0,0 0 0,1 0 0,-1 1 0,0-1 0,0 0 0,1 0 0,-1 1 0,0-1 0,0 0 0,0 1 0,0-1 0,1 0 0,-1 0 0,0 1 0,0-1 0,0 0 0,0 1 0,0-1 0,0 1 0,0-1 0,0 0 0,0 1 0,0-1 0,0 0 0,0 1 0,0-1 0,0 0 0,0 1 0,-1 0 0,3 19 0,-6 417 0,3-428 0,-1-1 0,0 0 0,0 0 0,-1 0 0,0 0 0,0 0 0,-1-1 0,0 1 0,-1-1 0,1 0 0,-1 0 0,-1-1 0,1 0 0,-1 0 0,0 0 0,-1 0 0,1-1 0,-1 0 0,0 0 0,0-1 0,-1 0 0,0 0 0,1-1 0,-1 0 0,0 0 0,0-1 0,0 0 0,-10 1 0,16-3 4,-1 0 1,0 1-1,0-1 0,1-1 0,-1 1 0,0 0 0,1-1 0,-1 1 0,1-1 1,-1 0-1,1 0 0,-1 0 0,1 0 0,-1 0 0,1 0 0,0-1 0,-1 1 1,1-1-1,0 0 0,0 0 0,0 0 0,1 1 0,-1-2 0,0 1 0,1 0 1,-1 0-1,1 0 0,-2-5 0,-1-2-252,0-2 1,1 1-1,0 0 1,1-1-1,-2-17 1,1-3-6579</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01.946"/>
    </inkml:context>
    <inkml:brush xml:id="br0">
      <inkml:brushProperty name="width" value="0.035" units="cm"/>
      <inkml:brushProperty name="height" value="0.035" units="cm"/>
      <inkml:brushProperty name="color" value="#E71224"/>
    </inkml:brush>
  </inkml:definitions>
  <inkml:trace contextRef="#ctx0" brushRef="#br0">51 0 24575,'3'48'0,"1"-1"0,22 90 0,-15-91 0,-2 1 0,-3 0 0,2 48 0,-9-77 0,1 0 0,-2 0 0,0-1 0,-2 1 0,0-1 0,0 1 0,-2-1 0,0-1 0,-1 1 0,0-1 0,-14 20 0,-22 50-1365,32-67-5461</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02.360"/>
    </inkml:context>
    <inkml:brush xml:id="br0">
      <inkml:brushProperty name="width" value="0.035" units="cm"/>
      <inkml:brushProperty name="height" value="0.035" units="cm"/>
      <inkml:brushProperty name="color" value="#E71224"/>
    </inkml:brush>
  </inkml:definitions>
  <inkml:trace contextRef="#ctx0" brushRef="#br0">1 9 24575,'4'0'0,"4"0"0,5 0 0,4 0 0,-1-4 0,-4-1-8191</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02.796"/>
    </inkml:context>
    <inkml:brush xml:id="br0">
      <inkml:brushProperty name="width" value="0.035" units="cm"/>
      <inkml:brushProperty name="height" value="0.035" units="cm"/>
      <inkml:brushProperty name="color" value="#E71224"/>
    </inkml:brush>
  </inkml:definitions>
  <inkml:trace contextRef="#ctx0" brushRef="#br0">1 1 24575,'3'0'0,"2"3"0,3 2 0,1 4 0,2-1 0,6-1 0,4-1 0,3-3 0,3 3 0,2-1 0,-4 4 0,-4-1 0,0-1 0,2-2 0,5-9 0,-2-4-8191</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03.385"/>
    </inkml:context>
    <inkml:brush xml:id="br0">
      <inkml:brushProperty name="width" value="0.035" units="cm"/>
      <inkml:brushProperty name="height" value="0.035" units="cm"/>
      <inkml:brushProperty name="color" value="#E71224"/>
    </inkml:brush>
  </inkml:definitions>
  <inkml:trace contextRef="#ctx0" brushRef="#br0">0 0 24575,'4'0'0,"8"4"0,9 1 0,9 3 0,3 1 0,-1 2 0,1-1 0,-1-2 0,-6-2-8191</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08.605"/>
    </inkml:context>
    <inkml:brush xml:id="br0">
      <inkml:brushProperty name="width" value="0.035" units="cm"/>
      <inkml:brushProperty name="height" value="0.035" units="cm"/>
      <inkml:brushProperty name="color" value="#E71224"/>
    </inkml:brush>
  </inkml:definitions>
  <inkml:trace contextRef="#ctx0" brushRef="#br0">1 566 24575,'22'-539'0,"-18"514"0,-4 25 0,0 0 0,0 0 0,0 0 0,0 0 0,0 0 0,0 0 0,0-1 0,0 1 0,0 0 0,1 0 0,-1 0 0,0 0 0,0 0 0,0 0 0,0 0 0,0 0 0,0 0 0,0 0 0,1 0 0,-1 0 0,0 0 0,0 0 0,0 0 0,0 0 0,0 0 0,0 0 0,0 0 0,1 0 0,-1 0 0,0 0 0,0 0 0,0 0 0,0 0 0,0 0 0,0 0 0,1 0 0,-1 0 0,0 0 0,0 0 0,0 0 0,0 0 0,0 0 0,0 0 0,0 1 0,0-1 0,0 0 0,0 0 0,1 0 0,-1 0 0,0 0 0,0 0 0,0 0 0,0 0 0,0 1 0,0-1 0,0 0 0,0 0 0,0 0 0,0 0 0,0 0 0,0 0 0,0 1 0,0-1 0,0 0 0,0 0 0,0 0 0,0 0 0,0 0 0,0 1 0,7 44 0,13 225 0,9 232 0,-26-424-1365,2-60-5461</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09.295"/>
    </inkml:context>
    <inkml:brush xml:id="br0">
      <inkml:brushProperty name="width" value="0.035" units="cm"/>
      <inkml:brushProperty name="height" value="0.035" units="cm"/>
      <inkml:brushProperty name="color" value="#E71224"/>
    </inkml:brush>
  </inkml:definitions>
  <inkml:trace contextRef="#ctx0" brushRef="#br0">0 1 24575,'0'4'0,"4"4"0,12 5 0,21 0 0,22-2 0,17-3 0,9-3 0,5-2 0,-6-2 0,-13-1 0,-20-4 0,-17-1-8191</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09.931"/>
    </inkml:context>
    <inkml:brush xml:id="br0">
      <inkml:brushProperty name="width" value="0.035" units="cm"/>
      <inkml:brushProperty name="height" value="0.035" units="cm"/>
      <inkml:brushProperty name="color" value="#E71224"/>
    </inkml:brush>
  </inkml:definitions>
  <inkml:trace contextRef="#ctx0" brushRef="#br0">0 1 24575,'2'39'0,"12"66"0,0-3 0,6 120 0,18 324 0,-39-520 26,1-18-9,3-25-1425,2-4-5418</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11.092"/>
    </inkml:context>
    <inkml:brush xml:id="br0">
      <inkml:brushProperty name="width" value="0.035" units="cm"/>
      <inkml:brushProperty name="height" value="0.035" units="cm"/>
      <inkml:brushProperty name="color" value="#E71224"/>
    </inkml:brush>
  </inkml:definitions>
  <inkml:trace contextRef="#ctx0" brushRef="#br0">348 67 24575,'-30'0'0,"0"0"0,0 2 0,0 2 0,1 0 0,-37 11 0,59-13 0,0 0 0,0 1 0,0 0 0,0 0 0,1 1 0,-1 0 0,1 0 0,0 0 0,0 1 0,0-1 0,1 2 0,0-1 0,0 0 0,0 1 0,1 0 0,-1 0 0,1 1 0,1-1 0,-1 1 0,1 0 0,0 0 0,1 0 0,0 0 0,0 0 0,0 0 0,0 13 0,-1 23 0,1 0 0,3 0 0,1 0 0,3 0 0,1 0 0,2-1 0,2 0 0,2 0 0,1-1 0,2-1 0,22 40 0,-31-70 0,0-2 0,1 1 0,0-1 0,0 0 0,1 0 0,0-1 0,0 0 0,1 0 0,0-1 0,0 0 0,0-1 0,1 0 0,0 0 0,0-1 0,0 0 0,1-1 0,20 4 0,13 0 0,1-2 0,0-2 0,46-2 0,-46-1 0,-28 0 0,13 1 0,0-2 0,0-1 0,31-5 0,-53 5 0,0 0 0,0 0 0,0-1 0,0 0 0,-1 0 0,1 0 0,-1-1 0,0-1 0,0 1 0,0-1 0,0 0 0,-1-1 0,0 1 0,0-1 0,9-13 0,6-13 0,-2-1 0,-1-1 0,-1-1 0,-2 0 0,-2-1 0,-1-1 0,13-70 0,-24 97 0,3-14 0,-2 0 0,0-28 0,-2 46 0,-1 0 0,1 0 0,-1 0 0,0 1 0,0-1 0,-1 0 0,0 0 0,0 1 0,0-1 0,-1 1 0,1 0 0,-1-1 0,-1 1 0,-3-5 0,-23-20 0,-1 2 0,-2 1 0,0 2 0,-2 1 0,0 2 0,-2 1 0,0 2 0,-1 1 0,-48-15 0,84 33 0,-120-35 0,110 33 0,1 0 0,-1 0 0,0 1 0,0 0 0,0 1 0,0 1 0,0 0 0,-17 4 0,26-5-45,0 1-1,0 0 1,0 1-1,0-1 1,0 0-1,0 1 1,0 0-1,1 0 1,-1 0-1,1 0 1,-1 0-1,1 0 1,0 1-1,0-1 1,0 1-1,0-1 1,0 1-1,1 0 1,-1 0-1,1-1 1,0 1-1,0 0 1,0 1-1,0-1 0,0 0 1,0 0-1,1 0 1,0 0-1,0 5 1,2 6-6781</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11.700"/>
    </inkml:context>
    <inkml:brush xml:id="br0">
      <inkml:brushProperty name="width" value="0.035" units="cm"/>
      <inkml:brushProperty name="height" value="0.035" units="cm"/>
      <inkml:brushProperty name="color" value="#E71224"/>
    </inkml:brush>
  </inkml:definitions>
  <inkml:trace contextRef="#ctx0" brushRef="#br0">173 0 24575,'-2'2'0,"-1"1"0,1-1 0,0 1 0,-1-1 0,1 1 0,1 0 0,-1-1 0,0 1 0,1 0 0,-1 0 0,1 1 0,0-1 0,-1 5 0,-2 0 0,-26 70 0,3 0 0,3 1 0,-23 150 0,38-150-682,4 146-1,5-198-6143</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12.433"/>
    </inkml:context>
    <inkml:brush xml:id="br0">
      <inkml:brushProperty name="width" value="0.035" units="cm"/>
      <inkml:brushProperty name="height" value="0.035" units="cm"/>
      <inkml:brushProperty name="color" value="#E71224"/>
    </inkml:brush>
  </inkml:definitions>
  <inkml:trace contextRef="#ctx0" brushRef="#br0">47 0 24575,'-3'6'0,"0"0"0,1 0 0,-1 0 0,1 0 0,1 0 0,-1 0 0,1 0 0,0 1 0,0-1 0,1 0 0,0 1 0,1 7 0,-2 3 0,-1 23 0,-1-4 0,1 0 0,2 0 0,9 66 0,-9-99 0,0-1 0,1 0 0,-1 1 0,1-1 0,-1 0 0,1 1 0,0-1 0,0 0 0,0 0 0,0 0 0,0 0 0,0 0 0,1 0 0,-1 0 0,1 0 0,0 0 0,-1-1 0,1 1 0,0-1 0,0 1 0,0-1 0,0 1 0,0-1 0,0 0 0,0 0 0,0 0 0,1-1 0,-1 1 0,0 0 0,1-1 0,-1 1 0,0-1 0,1 0 0,2 0 0,-1-1 0,0 0 0,0 0 0,1 0 0,-1-1 0,0 0 0,0 0 0,0 0 0,-1 0 0,1-1 0,0 1 0,-1-1 0,0 0 0,0 0 0,1 0 0,-2 0 0,1-1 0,0 1 0,4-8 0,13-29 0,-2 0 0,26-83 0,-13 30 0,-25 80 0,-2 12 0,-3 25 0,-6 40 0,-12 84 0,-23 135 0,-3-121 0,37-144 0,-1 1 0,-1-1 0,0-1 0,-2 1 0,0-1 0,-17 21 0,24-34 0,-1 0 0,1 0 0,-1-1 0,0 0 0,0 0 0,0 0 0,0 0 0,-1 0 0,1-1 0,-9 3 0,12-4 0,-1-1 0,1 0 0,0 1 0,-1-1 0,1 0 0,-1 0 0,1 0 0,-1 0 0,1-1 0,0 1 0,-1 0 0,1 0 0,0-1 0,-1 1 0,1-1 0,0 0 0,-1 1 0,1-1 0,0 0 0,0 1 0,0-1 0,-1 0 0,1 0 0,0 0 0,0 0 0,1 0 0,-1 0 0,0-1 0,0 1 0,0 0 0,1 0 0,-1-1 0,0 1 0,1 0 0,0-1 0,-1 1 0,1 0 0,0-1 0,-1 1 0,1-3 0,-5-28-1365,3-1-5461</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9:17:13.059"/>
    </inkml:context>
    <inkml:brush xml:id="br0">
      <inkml:brushProperty name="width" value="0.035" units="cm"/>
      <inkml:brushProperty name="height" value="0.035" units="cm"/>
      <inkml:brushProperty name="color" value="#E71224"/>
    </inkml:brush>
  </inkml:definitions>
  <inkml:trace contextRef="#ctx0" brushRef="#br0">1 0 24575,'2'31'0,"2"-1"0,1 0 0,1 0 0,12 33 0,0 2 0,49 249 0,-54-229 0,4 152 0,-18-223-85,0 0 0,-1 0-1,-1 0 1,-1 0 0,0 0-1,0-1 1,-1 1 0,-1-1-1,0 0 1,-1-1 0,0 0-1,-1 0 1,-1 0 0,0-1-1,-16 16 1,4-5-6741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A3ACDA-B884-4AA3-AF33-6940047B60AC}" type="datetimeFigureOut">
              <a:rPr lang="ru-RU" smtClean="0"/>
              <a:t>27.10.2025</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315D47-7E78-4758-B888-FA06178A4D3C}" type="slidenum">
              <a:rPr lang="ru-RU" smtClean="0"/>
              <a:t>‹#›</a:t>
            </a:fld>
            <a:endParaRPr lang="ru-RU"/>
          </a:p>
        </p:txBody>
      </p:sp>
    </p:spTree>
    <p:extLst>
      <p:ext uri="{BB962C8B-B14F-4D97-AF65-F5344CB8AC3E}">
        <p14:creationId xmlns:p14="http://schemas.microsoft.com/office/powerpoint/2010/main" val="371929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D315D47-7E78-4758-B888-FA06178A4D3C}" type="slidenum">
              <a:rPr lang="ru-RU" smtClean="0"/>
              <a:t>1</a:t>
            </a:fld>
            <a:endParaRPr lang="ru-RU"/>
          </a:p>
        </p:txBody>
      </p:sp>
    </p:spTree>
    <p:extLst>
      <p:ext uri="{BB962C8B-B14F-4D97-AF65-F5344CB8AC3E}">
        <p14:creationId xmlns:p14="http://schemas.microsoft.com/office/powerpoint/2010/main" val="3298214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endParaRPr lang="ru-RU" dirty="0"/>
              </a:p>
            </p:txBody>
          </p:sp>
        </mc:Choice>
        <mc:Fallback xmlns="">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1" i="0" kern="1200" dirty="0">
                    <a:solidFill>
                      <a:schemeClr val="tx1"/>
                    </a:solidFill>
                    <a:effectLst/>
                    <a:latin typeface="+mn-lt"/>
                    <a:ea typeface="+mn-ea"/>
                    <a:cs typeface="+mn-cs"/>
                  </a:rPr>
                  <a:t>Условие из определения</a:t>
                </a:r>
                <a:r>
                  <a:rPr lang="ru-RU" sz="1200" b="0" i="0" kern="1200" dirty="0">
                    <a:solidFill>
                      <a:schemeClr val="tx1"/>
                    </a:solidFill>
                    <a:effectLst/>
                    <a:latin typeface="+mn-lt"/>
                    <a:ea typeface="+mn-ea"/>
                    <a:cs typeface="+mn-cs"/>
                  </a:rPr>
                  <a:t> означает, что для любого действительного числа </a:t>
                </a:r>
                <a:r>
                  <a:rPr lang="en-US" sz="1200" b="0" i="0" kern="1200">
                    <a:solidFill>
                      <a:schemeClr val="tx1"/>
                    </a:solidFill>
                    <a:effectLst/>
                    <a:latin typeface="Cambria Math" panose="02040503050406030204" pitchFamily="18" charset="0"/>
                    <a:ea typeface="+mn-ea"/>
                    <a:cs typeface="+mn-cs"/>
                  </a:rPr>
                  <a:t>𝑥</a:t>
                </a:r>
                <a:r>
                  <a:rPr lang="ru-RU" sz="1200" b="0" i="0" kern="1200" dirty="0">
                    <a:solidFill>
                      <a:schemeClr val="tx1"/>
                    </a:solidFill>
                    <a:effectLst/>
                    <a:latin typeface="+mn-lt"/>
                    <a:ea typeface="+mn-ea"/>
                    <a:cs typeface="+mn-cs"/>
                  </a:rPr>
                  <a:t> множество всех исходов</a:t>
                </a:r>
                <a:r>
                  <a:rPr lang="en-US" sz="1200" b="0" i="0" kern="1200" dirty="0">
                    <a:solidFill>
                      <a:schemeClr val="tx1"/>
                    </a:solidFill>
                    <a:effectLst/>
                    <a:latin typeface="+mn-lt"/>
                    <a:ea typeface="+mn-ea"/>
                    <a:cs typeface="+mn-cs"/>
                  </a:rPr>
                  <a:t> </a:t>
                </a:r>
                <a:r>
                  <a:rPr lang="en-US" sz="1200" b="0" i="0" kern="1200">
                    <a:solidFill>
                      <a:schemeClr val="tx1"/>
                    </a:solidFill>
                    <a:effectLst/>
                    <a:latin typeface="Cambria Math" panose="02040503050406030204" pitchFamily="18" charset="0"/>
                    <a:ea typeface="+mn-ea"/>
                    <a:cs typeface="+mn-cs"/>
                  </a:rPr>
                  <a:t>𝜔</a:t>
                </a:r>
                <a:r>
                  <a:rPr lang="ru-RU" sz="1200" b="0" i="0" kern="1200" dirty="0">
                    <a:solidFill>
                      <a:schemeClr val="tx1"/>
                    </a:solidFill>
                    <a:effectLst/>
                    <a:latin typeface="+mn-lt"/>
                    <a:ea typeface="+mn-ea"/>
                    <a:cs typeface="+mn-cs"/>
                  </a:rPr>
                  <a:t>, для которых значение случайной величины </a:t>
                </a:r>
                <a:r>
                  <a:rPr lang="ru-RU" i="0">
                    <a:latin typeface="Cambria Math" panose="02040503050406030204" pitchFamily="18" charset="0"/>
                  </a:rPr>
                  <a:t>ξ</a:t>
                </a:r>
                <a:r>
                  <a:rPr lang="ru-RU" b="0" i="0">
                    <a:latin typeface="Cambria Math" panose="02040503050406030204" pitchFamily="18" charset="0"/>
                  </a:rPr>
                  <a:t>(ω</a:t>
                </a:r>
                <a:r>
                  <a:rPr lang="en-US" b="0" i="0">
                    <a:latin typeface="Cambria Math" panose="02040503050406030204" pitchFamily="18" charset="0"/>
                  </a:rPr>
                  <a:t>)</a:t>
                </a:r>
                <a:r>
                  <a:rPr lang="ru-RU" sz="1200" b="0" i="0" kern="1200" dirty="0">
                    <a:solidFill>
                      <a:schemeClr val="tx1"/>
                    </a:solidFill>
                    <a:effectLst/>
                    <a:latin typeface="+mn-lt"/>
                    <a:ea typeface="+mn-ea"/>
                    <a:cs typeface="+mn-cs"/>
                  </a:rPr>
                  <a:t> меньше </a:t>
                </a:r>
                <a:r>
                  <a:rPr lang="en-US" sz="1200" b="0" i="0" kern="1200">
                    <a:solidFill>
                      <a:schemeClr val="tx1"/>
                    </a:solidFill>
                    <a:effectLst/>
                    <a:latin typeface="Cambria Math" panose="02040503050406030204" pitchFamily="18" charset="0"/>
                    <a:ea typeface="+mn-ea"/>
                    <a:cs typeface="+mn-cs"/>
                  </a:rPr>
                  <a:t>𝑥</a:t>
                </a:r>
                <a:r>
                  <a:rPr lang="ru-RU" sz="1200" b="0" i="0" kern="1200" dirty="0">
                    <a:solidFill>
                      <a:schemeClr val="tx1"/>
                    </a:solidFill>
                    <a:effectLst/>
                    <a:latin typeface="+mn-lt"/>
                    <a:ea typeface="+mn-ea"/>
                    <a:cs typeface="+mn-cs"/>
                  </a:rPr>
                  <a:t>, должно быть событием (т.е. принадлежать </a:t>
                </a:r>
                <a:r>
                  <a:rPr lang="en-US" b="0" i="0">
                    <a:latin typeface="Cambria Math" panose="02040503050406030204" pitchFamily="18" charset="0"/>
                  </a:rPr>
                  <a:t>𝜎</a:t>
                </a:r>
                <a:r>
                  <a:rPr lang="ru-RU" sz="1200" b="0" i="0" kern="1200" dirty="0">
                    <a:solidFill>
                      <a:schemeClr val="tx1"/>
                    </a:solidFill>
                    <a:effectLst/>
                    <a:latin typeface="+mn-lt"/>
                    <a:ea typeface="+mn-ea"/>
                    <a:cs typeface="+mn-cs"/>
                  </a:rPr>
                  <a:t>-алгебре </a:t>
                </a:r>
                <a:r>
                  <a:rPr lang="en-US" i="0">
                    <a:latin typeface="Cambria Math" panose="02040503050406030204" pitchFamily="18" charset="0"/>
                  </a:rPr>
                  <a:t>𝒜</a:t>
                </a:r>
                <a:r>
                  <a:rPr lang="ru-RU"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1" i="0" kern="1200" dirty="0">
                    <a:solidFill>
                      <a:schemeClr val="tx1"/>
                    </a:solidFill>
                    <a:effectLst/>
                    <a:latin typeface="+mn-lt"/>
                    <a:ea typeface="+mn-ea"/>
                    <a:cs typeface="+mn-cs"/>
                  </a:rPr>
                  <a:t>Условие из определения</a:t>
                </a:r>
                <a:r>
                  <a:rPr lang="ru-RU" sz="1200" b="0" i="0" kern="1200" dirty="0">
                    <a:solidFill>
                      <a:schemeClr val="tx1"/>
                    </a:solidFill>
                    <a:effectLst/>
                    <a:latin typeface="+mn-lt"/>
                    <a:ea typeface="+mn-ea"/>
                    <a:cs typeface="+mn-cs"/>
                  </a:rPr>
                  <a:t> нужно для того, чтобы можно было корректно определить вероятность событий, связанных со случайной величиной. Например, вероятность того, что </a:t>
                </a:r>
                <a:r>
                  <a:rPr lang="ru-RU" i="0">
                    <a:latin typeface="Cambria Math" panose="02040503050406030204" pitchFamily="18" charset="0"/>
                  </a:rPr>
                  <a:t>ξ</a:t>
                </a:r>
                <a:r>
                  <a:rPr lang="en-US" b="0" i="0">
                    <a:latin typeface="Cambria Math" panose="02040503050406030204" pitchFamily="18" charset="0"/>
                  </a:rPr>
                  <a:t>&lt;5</a:t>
                </a:r>
                <a:r>
                  <a:rPr lang="ru-RU" sz="1200" b="0" i="0" kern="1200" dirty="0">
                    <a:solidFill>
                      <a:schemeClr val="tx1"/>
                    </a:solidFill>
                    <a:effectLst/>
                    <a:latin typeface="+mn-lt"/>
                    <a:ea typeface="+mn-ea"/>
                    <a:cs typeface="+mn-cs"/>
                  </a:rPr>
                  <a:t>, должна иметь смысл. Для этого множество всех исходов </a:t>
                </a:r>
                <a:r>
                  <a:rPr lang="en-US" sz="1200" b="0" i="0" kern="1200">
                    <a:solidFill>
                      <a:schemeClr val="tx1"/>
                    </a:solidFill>
                    <a:effectLst/>
                    <a:latin typeface="Cambria Math" panose="02040503050406030204" pitchFamily="18" charset="0"/>
                    <a:ea typeface="+mn-ea"/>
                    <a:cs typeface="+mn-cs"/>
                  </a:rPr>
                  <a:t>𝜔</a:t>
                </a:r>
                <a:r>
                  <a:rPr lang="ru-RU" sz="1200" b="0" i="0" kern="1200" dirty="0">
                    <a:solidFill>
                      <a:schemeClr val="tx1"/>
                    </a:solidFill>
                    <a:effectLst/>
                    <a:latin typeface="+mn-lt"/>
                    <a:ea typeface="+mn-ea"/>
                    <a:cs typeface="+mn-cs"/>
                  </a:rPr>
                  <a:t>, где </a:t>
                </a:r>
                <a:r>
                  <a:rPr lang="ru-RU" i="0">
                    <a:latin typeface="Cambria Math" panose="02040503050406030204" pitchFamily="18" charset="0"/>
                  </a:rPr>
                  <a:t>ξ</a:t>
                </a:r>
                <a:r>
                  <a:rPr lang="en-US" b="0" i="0">
                    <a:latin typeface="Cambria Math" panose="02040503050406030204" pitchFamily="18" charset="0"/>
                  </a:rPr>
                  <a:t>(𝜔)&lt;5</a:t>
                </a:r>
                <a:r>
                  <a:rPr lang="ru-RU" sz="1200" b="0" i="0" kern="1200" dirty="0">
                    <a:solidFill>
                      <a:schemeClr val="tx1"/>
                    </a:solidFill>
                    <a:effectLst/>
                    <a:latin typeface="+mn-lt"/>
                    <a:ea typeface="+mn-ea"/>
                    <a:cs typeface="+mn-cs"/>
                  </a:rPr>
                  <a:t>, должно быть "измеримым" (т.е. принадлежать </a:t>
                </a:r>
                <a:r>
                  <a:rPr lang="en-US" b="0" i="0">
                    <a:latin typeface="Cambria Math" panose="02040503050406030204" pitchFamily="18" charset="0"/>
                  </a:rPr>
                  <a:t>𝜎</a:t>
                </a:r>
                <a:r>
                  <a:rPr lang="ru-RU" sz="1200" b="0" i="0" kern="1200" dirty="0">
                    <a:solidFill>
                      <a:schemeClr val="tx1"/>
                    </a:solidFill>
                    <a:effectLst/>
                    <a:latin typeface="+mn-lt"/>
                    <a:ea typeface="+mn-ea"/>
                    <a:cs typeface="+mn-cs"/>
                  </a:rPr>
                  <a:t>-алгебре событий).</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p>
              <a:p>
                <a:endParaRPr lang="ru-RU" dirty="0"/>
              </a:p>
            </p:txBody>
          </p:sp>
        </mc:Fallback>
      </mc:AlternateContent>
      <p:sp>
        <p:nvSpPr>
          <p:cNvPr id="4" name="Номер слайда 3"/>
          <p:cNvSpPr>
            <a:spLocks noGrp="1"/>
          </p:cNvSpPr>
          <p:nvPr>
            <p:ph type="sldNum" sz="quarter" idx="5"/>
          </p:nvPr>
        </p:nvSpPr>
        <p:spPr/>
        <p:txBody>
          <a:bodyPr/>
          <a:lstStyle/>
          <a:p>
            <a:fld id="{0D315D47-7E78-4758-B888-FA06178A4D3C}" type="slidenum">
              <a:rPr lang="ru-RU" smtClean="0"/>
              <a:t>3</a:t>
            </a:fld>
            <a:endParaRPr lang="ru-RU"/>
          </a:p>
        </p:txBody>
      </p:sp>
    </p:spTree>
    <p:extLst>
      <p:ext uri="{BB962C8B-B14F-4D97-AF65-F5344CB8AC3E}">
        <p14:creationId xmlns:p14="http://schemas.microsoft.com/office/powerpoint/2010/main" val="1829595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a:solidFill>
                    <a:schemeClr val="tx1"/>
                  </a:solidFill>
                  <a:effectLst/>
                  <a:latin typeface="+mn-lt"/>
                  <a:ea typeface="+mn-ea"/>
                  <a:cs typeface="+mn-cs"/>
                </a:endParaRPr>
              </a:p>
              <a:p>
                <a:endParaRPr lang="ru-RU" dirty="0"/>
              </a:p>
            </p:txBody>
          </p:sp>
        </mc:Choice>
        <mc:Fallback xmlns="">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Для </a:t>
                </a:r>
                <a:r>
                  <a:rPr lang="en-US" i="0" dirty="0">
                    <a:latin typeface="Cambria Math" panose="02040503050406030204" pitchFamily="18" charset="0"/>
                  </a:rPr>
                  <a:t>𝜉=</a:t>
                </a:r>
                <a:r>
                  <a:rPr lang="en-US" b="0" i="0" dirty="0">
                    <a:latin typeface="Cambria Math" panose="02040503050406030204" pitchFamily="18" charset="0"/>
                  </a:rPr>
                  <a:t>5</a:t>
                </a:r>
                <a:r>
                  <a:rPr lang="ru-RU" sz="1200" b="0" i="0" kern="1200" dirty="0">
                    <a:solidFill>
                      <a:schemeClr val="tx1"/>
                    </a:solidFill>
                    <a:effectLst/>
                    <a:latin typeface="+mn-lt"/>
                    <a:ea typeface="+mn-ea"/>
                    <a:cs typeface="+mn-cs"/>
                  </a:rPr>
                  <a:t>, мы фиксируем, что первые 4 билета проиграли </a:t>
                </a:r>
                <a:r>
                  <a:rPr lang="ru-RU" sz="1200" b="0" i="0" kern="1200" dirty="0">
                    <a:solidFill>
                      <a:schemeClr val="tx1"/>
                    </a:solidFill>
                    <a:effectLst/>
                    <a:latin typeface="Cambria Math" panose="02040503050406030204" pitchFamily="18" charset="0"/>
                    <a:ea typeface="+mn-ea"/>
                    <a:cs typeface="+mn-cs"/>
                  </a:rPr>
                  <a:t>(𝑞</a:t>
                </a:r>
                <a:r>
                  <a:rPr lang="en-US" sz="1200" b="0" i="0" kern="1200" dirty="0">
                    <a:solidFill>
                      <a:schemeClr val="tx1"/>
                    </a:solidFill>
                    <a:effectLst/>
                    <a:latin typeface="Cambria Math" panose="02040503050406030204" pitchFamily="18" charset="0"/>
                    <a:ea typeface="+mn-ea"/>
                    <a:cs typeface="+mn-cs"/>
                  </a:rPr>
                  <a:t>^4</a:t>
                </a:r>
                <a:r>
                  <a:rPr lang="ru-RU" sz="1200" b="0" i="0" kern="1200" dirty="0">
                    <a:solidFill>
                      <a:schemeClr val="tx1"/>
                    </a:solidFill>
                    <a:effectLst/>
                    <a:latin typeface="Cambria Math" panose="02040503050406030204" pitchFamily="18" charset="0"/>
                    <a:ea typeface="+mn-ea"/>
                    <a:cs typeface="+mn-cs"/>
                  </a:rPr>
                  <a:t>), </a:t>
                </a:r>
                <a:r>
                  <a:rPr lang="ru-RU" sz="1200" b="0" i="0" kern="1200" dirty="0">
                    <a:solidFill>
                      <a:schemeClr val="tx1"/>
                    </a:solidFill>
                    <a:effectLst/>
                    <a:latin typeface="+mn-lt"/>
                    <a:ea typeface="+mn-ea"/>
                    <a:cs typeface="+mn-cs"/>
                  </a:rPr>
                  <a:t>а пятый билет покупается автоматически, независимо от его результата. Если бы мы хотели найти вероятность того, что пятый билет выиграл , то тогда бы мы умножили </a:t>
                </a:r>
                <a:r>
                  <a:rPr lang="ru-RU" sz="1200" b="0" i="0" kern="1200" dirty="0">
                    <a:solidFill>
                      <a:schemeClr val="tx1"/>
                    </a:solidFill>
                    <a:effectLst/>
                    <a:latin typeface="Cambria Math" panose="02040503050406030204" pitchFamily="18" charset="0"/>
                    <a:ea typeface="+mn-ea"/>
                    <a:cs typeface="+mn-cs"/>
                  </a:rPr>
                  <a:t>𝑞</a:t>
                </a:r>
                <a:r>
                  <a:rPr lang="en-US" sz="1200" b="0" i="0" kern="1200" dirty="0">
                    <a:solidFill>
                      <a:schemeClr val="tx1"/>
                    </a:solidFill>
                    <a:effectLst/>
                    <a:latin typeface="Cambria Math" panose="02040503050406030204" pitchFamily="18" charset="0"/>
                    <a:ea typeface="+mn-ea"/>
                    <a:cs typeface="+mn-cs"/>
                  </a:rPr>
                  <a:t>^4⋅𝑝</a:t>
                </a:r>
                <a:r>
                  <a:rPr lang="ru-RU" sz="1200" b="0" i="0" kern="1200" dirty="0">
                    <a:solidFill>
                      <a:schemeClr val="tx1"/>
                    </a:solidFill>
                    <a:effectLst/>
                    <a:latin typeface="+mn-lt"/>
                    <a:ea typeface="+mn-ea"/>
                    <a:cs typeface="+mn-cs"/>
                  </a:rPr>
                  <a:t>. Однако в данном случае нам важно только то, что первые 4 билета проиграли , а пятый билет покупается вне зависимости от его результата.</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a:solidFill>
                    <a:schemeClr val="tx1"/>
                  </a:solidFill>
                  <a:effectLst/>
                  <a:latin typeface="+mn-lt"/>
                  <a:ea typeface="+mn-ea"/>
                  <a:cs typeface="+mn-cs"/>
                </a:endParaRPr>
              </a:p>
              <a:p>
                <a:endParaRPr lang="ru-RU" dirty="0"/>
              </a:p>
            </p:txBody>
          </p:sp>
        </mc:Fallback>
      </mc:AlternateContent>
      <p:sp>
        <p:nvSpPr>
          <p:cNvPr id="4" name="Номер слайда 3"/>
          <p:cNvSpPr>
            <a:spLocks noGrp="1"/>
          </p:cNvSpPr>
          <p:nvPr>
            <p:ph type="sldNum" sz="quarter" idx="5"/>
          </p:nvPr>
        </p:nvSpPr>
        <p:spPr/>
        <p:txBody>
          <a:bodyPr/>
          <a:lstStyle/>
          <a:p>
            <a:fld id="{0D315D47-7E78-4758-B888-FA06178A4D3C}" type="slidenum">
              <a:rPr lang="ru-RU" smtClean="0"/>
              <a:t>4</a:t>
            </a:fld>
            <a:endParaRPr lang="ru-RU"/>
          </a:p>
        </p:txBody>
      </p:sp>
    </p:spTree>
    <p:extLst>
      <p:ext uri="{BB962C8B-B14F-4D97-AF65-F5344CB8AC3E}">
        <p14:creationId xmlns:p14="http://schemas.microsoft.com/office/powerpoint/2010/main" val="1990809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endParaRPr lang="ru-RU" dirty="0"/>
              </a:p>
            </p:txBody>
          </p:sp>
        </mc:Choice>
        <mc:Fallback xmlns="">
          <p:sp>
            <p:nvSpPr>
              <p:cNvPr id="3" name="Заметки 2"/>
              <p:cNvSpPr>
                <a:spLocks noGrp="1"/>
              </p:cNvSpPr>
              <p:nvPr>
                <p:ph type="body" idx="1"/>
              </p:nvPr>
            </p:nvSpPr>
            <p:spPr/>
            <p:txBody>
              <a:bodyPr/>
              <a:lstStyle/>
              <a:p>
                <a:r>
                  <a:rPr lang="ru-RU" dirty="0"/>
                  <a:t>Функция плотности есть производная от функции распределения </a:t>
                </a:r>
                <a:r>
                  <a:rPr lang="en-US" b="0" i="0">
                    <a:latin typeface="Cambria Math" panose="02040503050406030204" pitchFamily="18" charset="0"/>
                  </a:rPr>
                  <a:t>𝑝_𝜉 (𝑥)</a:t>
                </a:r>
                <a:r>
                  <a:rPr lang="ru-RU" b="0" i="0">
                    <a:latin typeface="Cambria Math" panose="02040503050406030204" pitchFamily="18" charset="0"/>
                  </a:rPr>
                  <a:t>=</a:t>
                </a:r>
                <a:r>
                  <a:rPr lang="en-US" b="0" i="0">
                    <a:latin typeface="Cambria Math" panose="02040503050406030204" pitchFamily="18" charset="0"/>
                  </a:rPr>
                  <a:t>𝑑/𝑑𝑥 𝐹_𝜉</a:t>
                </a:r>
                <a:r>
                  <a:rPr lang="ru-RU" b="0" i="0">
                    <a:latin typeface="Cambria Math" panose="02040503050406030204" pitchFamily="18" charset="0"/>
                  </a:rPr>
                  <a:t> (</a:t>
                </a:r>
                <a:r>
                  <a:rPr lang="en-US" b="0" i="0">
                    <a:latin typeface="Cambria Math" panose="02040503050406030204" pitchFamily="18" charset="0"/>
                  </a:rPr>
                  <a:t>𝑥)</a:t>
                </a:r>
                <a:endParaRPr lang="ru-RU" dirty="0"/>
              </a:p>
            </p:txBody>
          </p:sp>
        </mc:Fallback>
      </mc:AlternateContent>
      <p:sp>
        <p:nvSpPr>
          <p:cNvPr id="4" name="Номер слайда 3"/>
          <p:cNvSpPr>
            <a:spLocks noGrp="1"/>
          </p:cNvSpPr>
          <p:nvPr>
            <p:ph type="sldNum" sz="quarter" idx="5"/>
          </p:nvPr>
        </p:nvSpPr>
        <p:spPr/>
        <p:txBody>
          <a:bodyPr/>
          <a:lstStyle/>
          <a:p>
            <a:fld id="{0D315D47-7E78-4758-B888-FA06178A4D3C}" type="slidenum">
              <a:rPr lang="ru-RU" smtClean="0"/>
              <a:t>5</a:t>
            </a:fld>
            <a:endParaRPr lang="ru-RU"/>
          </a:p>
        </p:txBody>
      </p:sp>
    </p:spTree>
    <p:extLst>
      <p:ext uri="{BB962C8B-B14F-4D97-AF65-F5344CB8AC3E}">
        <p14:creationId xmlns:p14="http://schemas.microsoft.com/office/powerpoint/2010/main" val="1254907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E3211-4AB5-A58E-62A8-4C815C9A71B2}"/>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CC5D40A-79E7-52C0-5969-A2A71E4A67BD}"/>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C53EACA7-FF5C-CCBE-0BF4-6FD71C87280F}"/>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B7E75C6F-1398-6580-74DD-06A9B8F3BC78}"/>
              </a:ext>
            </a:extLst>
          </p:cNvPr>
          <p:cNvSpPr>
            <a:spLocks noGrp="1"/>
          </p:cNvSpPr>
          <p:nvPr>
            <p:ph type="sldNum" sz="quarter" idx="5"/>
          </p:nvPr>
        </p:nvSpPr>
        <p:spPr/>
        <p:txBody>
          <a:bodyPr/>
          <a:lstStyle/>
          <a:p>
            <a:fld id="{0D315D47-7E78-4758-B888-FA06178A4D3C}" type="slidenum">
              <a:rPr lang="ru-RU" smtClean="0"/>
              <a:t>6</a:t>
            </a:fld>
            <a:endParaRPr lang="ru-RU"/>
          </a:p>
        </p:txBody>
      </p:sp>
    </p:spTree>
    <p:extLst>
      <p:ext uri="{BB962C8B-B14F-4D97-AF65-F5344CB8AC3E}">
        <p14:creationId xmlns:p14="http://schemas.microsoft.com/office/powerpoint/2010/main" val="3826341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99C97-BBBD-10D1-5F80-0646F4809165}"/>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FB6AE359-36CB-034F-ADF5-02C0D8BE5FC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a:extLst>
                  <a:ext uri="{FF2B5EF4-FFF2-40B4-BE49-F238E27FC236}">
                    <a16:creationId xmlns:a16="http://schemas.microsoft.com/office/drawing/2014/main" id="{E5D50AA5-EEFD-B646-F122-88BD92711EF3}"/>
                  </a:ext>
                </a:extLst>
              </p:cNvPr>
              <p:cNvSpPr>
                <a:spLocks noGrp="1"/>
              </p:cNvSpPr>
              <p:nvPr>
                <p:ph type="body" idx="1"/>
              </p:nvPr>
            </p:nvSpPr>
            <p:spPr/>
            <p:txBody>
              <a:bodyPr/>
              <a:lstStyle/>
              <a:p>
                <a:endParaRPr lang="ru-RU" dirty="0"/>
              </a:p>
            </p:txBody>
          </p:sp>
        </mc:Choice>
        <mc:Fallback xmlns="">
          <p:sp>
            <p:nvSpPr>
              <p:cNvPr id="3" name="Заметки 2">
                <a:extLst>
                  <a:ext uri="{FF2B5EF4-FFF2-40B4-BE49-F238E27FC236}">
                    <a16:creationId xmlns:a16="http://schemas.microsoft.com/office/drawing/2014/main" id="{E5D50AA5-EEFD-B646-F122-88BD92711EF3}"/>
                  </a:ext>
                </a:extLst>
              </p:cNvPr>
              <p:cNvSpPr>
                <a:spLocks noGrp="1"/>
              </p:cNvSpPr>
              <p:nvPr>
                <p:ph type="body" idx="1"/>
              </p:nvPr>
            </p:nvSpPr>
            <p:spPr/>
            <p:txBody>
              <a:bodyPr/>
              <a:lstStyle/>
              <a:p>
                <a:r>
                  <a:rPr lang="ru-RU" sz="1200" b="0" i="0" kern="1200" dirty="0">
                    <a:solidFill>
                      <a:schemeClr val="tx1"/>
                    </a:solidFill>
                    <a:effectLst/>
                    <a:latin typeface="+mn-lt"/>
                    <a:ea typeface="+mn-ea"/>
                    <a:cs typeface="+mn-cs"/>
                  </a:rPr>
                  <a:t>Определим события</a:t>
                </a:r>
                <a:r>
                  <a:rPr lang="ru-RU" sz="1200" b="0" i="0" kern="1200" dirty="0">
                    <a:solidFill>
                      <a:schemeClr val="tx1"/>
                    </a:solidFill>
                    <a:effectLst/>
                    <a:latin typeface="Cambria Math" panose="02040503050406030204" pitchFamily="18" charset="0"/>
                    <a:ea typeface="+mn-ea"/>
                    <a:cs typeface="+mn-cs"/>
                  </a:rPr>
                  <a:t> </a:t>
                </a:r>
                <a:r>
                  <a:rPr lang="en-US" sz="1200" b="0" i="0" kern="1200" dirty="0">
                    <a:solidFill>
                      <a:schemeClr val="tx1"/>
                    </a:solidFill>
                    <a:effectLst/>
                    <a:latin typeface="Cambria Math" panose="02040503050406030204" pitchFamily="18" charset="0"/>
                    <a:ea typeface="+mn-ea"/>
                    <a:cs typeface="+mn-cs"/>
                  </a:rPr>
                  <a:t>𝐵</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𝑛={</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a:solidFill>
                      <a:schemeClr val="tx1"/>
                    </a:solidFill>
                    <a:effectLst/>
                    <a:latin typeface="Cambria Math" panose="02040503050406030204" pitchFamily="18" charset="0"/>
                    <a:ea typeface="+mn-ea"/>
                    <a:cs typeface="+mn-cs"/>
                  </a:rPr>
                  <a:t>𝑛}.</a:t>
                </a:r>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Это означает: "случайная величина </a:t>
                </a:r>
                <a:r>
                  <a:rPr lang="el-GR" sz="1200" b="0" i="0" kern="1200" dirty="0">
                    <a:solidFill>
                      <a:schemeClr val="tx1"/>
                    </a:solidFill>
                    <a:effectLst/>
                    <a:latin typeface="Cambria Math" panose="02040503050406030204" pitchFamily="18" charset="0"/>
                    <a:ea typeface="+mn-ea"/>
                    <a:cs typeface="+mn-cs"/>
                  </a:rPr>
                  <a:t>𝜉</a:t>
                </a:r>
                <a:r>
                  <a:rPr lang="el-GR"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принимает значение меньше, чем </a:t>
                </a:r>
                <a:r>
                  <a:rPr lang="ru-RU" sz="1200" b="0" i="0" kern="1200" dirty="0">
                    <a:solidFill>
                      <a:schemeClr val="tx1"/>
                    </a:solidFill>
                    <a:effectLst/>
                    <a:latin typeface="Cambria Math" panose="02040503050406030204" pitchFamily="18" charset="0"/>
                    <a:ea typeface="+mn-ea"/>
                    <a:cs typeface="+mn-cs"/>
                  </a:rPr>
                  <a:t>−</a:t>
                </a:r>
                <a:r>
                  <a:rPr lang="en-US" sz="1200" b="0" i="0" kern="1200" dirty="0">
                    <a:solidFill>
                      <a:schemeClr val="tx1"/>
                    </a:solidFill>
                    <a:effectLst/>
                    <a:latin typeface="Cambria Math" panose="02040503050406030204" pitchFamily="18" charset="0"/>
                    <a:ea typeface="+mn-ea"/>
                    <a:cs typeface="+mn-cs"/>
                  </a:rPr>
                  <a:t>𝑛</a:t>
                </a:r>
                <a:r>
                  <a:rPr lang="en-US" sz="1200" b="0" i="0"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Например: </a:t>
                </a:r>
                <a:r>
                  <a:rPr lang="en-US" sz="1200" b="0" i="0" kern="1200" dirty="0">
                    <a:solidFill>
                      <a:schemeClr val="tx1"/>
                    </a:solidFill>
                    <a:effectLst/>
                    <a:latin typeface="Cambria Math" panose="02040503050406030204" pitchFamily="18" charset="0"/>
                    <a:ea typeface="+mn-ea"/>
                    <a:cs typeface="+mn-cs"/>
                  </a:rPr>
                  <a:t>𝐵</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1={</a:t>
                </a:r>
                <a:r>
                  <a:rPr lang="el-GR" sz="1200" b="0" i="0" kern="1200" dirty="0">
                    <a:solidFill>
                      <a:schemeClr val="tx1"/>
                    </a:solidFill>
                    <a:effectLst/>
                    <a:latin typeface="Cambria Math" panose="02040503050406030204" pitchFamily="18" charset="0"/>
                    <a:ea typeface="+mn-ea"/>
                    <a:cs typeface="+mn-cs"/>
                  </a:rPr>
                  <a:t>𝜉&lt;−1}</a:t>
                </a:r>
                <a:r>
                  <a:rPr lang="ru-RU" sz="1200" b="0" i="0" kern="1200" dirty="0">
                    <a:solidFill>
                      <a:schemeClr val="tx1"/>
                    </a:solidFill>
                    <a:effectLst/>
                    <a:latin typeface="Cambria Math" panose="02040503050406030204" pitchFamily="18" charset="0"/>
                    <a:ea typeface="+mn-ea"/>
                    <a:cs typeface="+mn-cs"/>
                  </a:rPr>
                  <a:t>, </a:t>
                </a:r>
                <a:r>
                  <a:rPr lang="en-US" sz="1200" b="0" i="0" kern="1200" dirty="0">
                    <a:solidFill>
                      <a:schemeClr val="tx1"/>
                    </a:solidFill>
                    <a:effectLst/>
                    <a:latin typeface="Cambria Math" panose="02040503050406030204" pitchFamily="18" charset="0"/>
                    <a:ea typeface="+mn-ea"/>
                    <a:cs typeface="+mn-cs"/>
                  </a:rPr>
                  <a:t>𝐵</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2 ​={</a:t>
                </a:r>
                <a:r>
                  <a:rPr lang="el-GR" sz="1200" b="0" i="0" kern="1200" dirty="0">
                    <a:solidFill>
                      <a:schemeClr val="tx1"/>
                    </a:solidFill>
                    <a:effectLst/>
                    <a:latin typeface="Cambria Math" panose="02040503050406030204" pitchFamily="18" charset="0"/>
                    <a:ea typeface="+mn-ea"/>
                    <a:cs typeface="+mn-cs"/>
                  </a:rPr>
                  <a:t>𝜉&lt;−2},</a:t>
                </a:r>
                <a:r>
                  <a:rPr lang="ru-RU" sz="1200" b="0" i="0" kern="1200" dirty="0">
                    <a:solidFill>
                      <a:schemeClr val="tx1"/>
                    </a:solidFill>
                    <a:effectLst/>
                    <a:latin typeface="Cambria Math" panose="02040503050406030204" pitchFamily="18" charset="0"/>
                    <a:ea typeface="+mn-ea"/>
                    <a:cs typeface="+mn-cs"/>
                  </a:rPr>
                  <a:t> </a:t>
                </a:r>
                <a:r>
                  <a:rPr lang="ru-RU" sz="1200" b="0" i="0" kern="1200" dirty="0">
                    <a:solidFill>
                      <a:schemeClr val="tx1"/>
                    </a:solidFill>
                    <a:effectLst/>
                    <a:latin typeface="+mn-lt"/>
                    <a:ea typeface="+mn-ea"/>
                    <a:cs typeface="+mn-cs"/>
                  </a:rPr>
                  <a:t>и так далее.</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Заметим, что события </a:t>
                </a:r>
                <a:r>
                  <a:rPr lang="en-US" sz="1200" b="0" i="0" kern="1200" dirty="0">
                    <a:solidFill>
                      <a:schemeClr val="tx1"/>
                    </a:solidFill>
                    <a:effectLst/>
                    <a:latin typeface="Cambria Math" panose="02040503050406030204" pitchFamily="18" charset="0"/>
                    <a:ea typeface="+mn-ea"/>
                    <a:cs typeface="+mn-cs"/>
                  </a:rPr>
                  <a:t>𝐵</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𝑛</a:t>
                </a:r>
                <a:r>
                  <a:rPr lang="en-US" sz="1200" b="0" i="0" kern="1200" dirty="0">
                    <a:solidFill>
                      <a:schemeClr val="tx1"/>
                    </a:solidFill>
                    <a:effectLst/>
                    <a:latin typeface="+mn-lt"/>
                    <a:ea typeface="+mn-ea"/>
                    <a:cs typeface="+mn-cs"/>
                  </a:rPr>
                  <a:t>​ </a:t>
                </a:r>
                <a:r>
                  <a:rPr lang="ru-RU" sz="1200" b="1" i="0" kern="1200" dirty="0">
                    <a:solidFill>
                      <a:schemeClr val="tx1"/>
                    </a:solidFill>
                    <a:effectLst/>
                    <a:latin typeface="+mn-lt"/>
                    <a:ea typeface="+mn-ea"/>
                    <a:cs typeface="+mn-cs"/>
                  </a:rPr>
                  <a:t>вложены и убывают</a:t>
                </a:r>
                <a:r>
                  <a:rPr lang="ru-RU" sz="1200" b="0" i="0" kern="1200" dirty="0">
                    <a:solidFill>
                      <a:schemeClr val="tx1"/>
                    </a:solidFill>
                    <a:effectLst/>
                    <a:latin typeface="+mn-lt"/>
                    <a:ea typeface="+mn-ea"/>
                    <a:cs typeface="+mn-cs"/>
                  </a:rPr>
                  <a:t>:</a:t>
                </a:r>
              </a:p>
              <a:p>
                <a:r>
                  <a:rPr lang="en-US" sz="1200" b="0" i="0" kern="1200" dirty="0">
                    <a:solidFill>
                      <a:schemeClr val="tx1"/>
                    </a:solidFill>
                    <a:effectLst/>
                    <a:latin typeface="Cambria Math" panose="02040503050406030204" pitchFamily="18" charset="0"/>
                    <a:ea typeface="+mn-ea"/>
                    <a:cs typeface="+mn-cs"/>
                  </a:rPr>
                  <a:t>𝐵_𝑛+1⊆𝐵_𝑛</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потому что если </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a:solidFill>
                      <a:schemeClr val="tx1"/>
                    </a:solidFill>
                    <a:effectLst/>
                    <a:latin typeface="Cambria Math" panose="02040503050406030204" pitchFamily="18" charset="0"/>
                    <a:ea typeface="+mn-ea"/>
                    <a:cs typeface="+mn-cs"/>
                  </a:rPr>
                  <a:t>𝑛+1)</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то автоматически </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a:solidFill>
                      <a:schemeClr val="tx1"/>
                    </a:solidFill>
                    <a:effectLst/>
                    <a:latin typeface="Cambria Math" panose="02040503050406030204" pitchFamily="18" charset="0"/>
                    <a:ea typeface="+mn-ea"/>
                    <a:cs typeface="+mn-cs"/>
                  </a:rPr>
                  <a:t>𝑛</a:t>
                </a:r>
                <a:r>
                  <a:rPr lang="en-US" sz="1200" b="0" i="0"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Например, если </a:t>
                </a:r>
                <a:r>
                  <a:rPr lang="el-GR" sz="1200" b="0" i="0" kern="1200" dirty="0">
                    <a:solidFill>
                      <a:schemeClr val="tx1"/>
                    </a:solidFill>
                    <a:effectLst/>
                    <a:latin typeface="Cambria Math" panose="02040503050406030204" pitchFamily="18" charset="0"/>
                    <a:ea typeface="+mn-ea"/>
                    <a:cs typeface="+mn-cs"/>
                  </a:rPr>
                  <a:t>𝜉&lt;−10</a:t>
                </a:r>
                <a:r>
                  <a:rPr lang="el-GR"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то </a:t>
                </a:r>
                <a:r>
                  <a:rPr lang="el-GR" sz="1200" b="0" i="0" kern="1200" dirty="0">
                    <a:solidFill>
                      <a:schemeClr val="tx1"/>
                    </a:solidFill>
                    <a:effectLst/>
                    <a:latin typeface="Cambria Math" panose="02040503050406030204" pitchFamily="18" charset="0"/>
                    <a:ea typeface="+mn-ea"/>
                    <a:cs typeface="+mn-cs"/>
                  </a:rPr>
                  <a:t>𝜉</a:t>
                </a:r>
                <a:r>
                  <a:rPr lang="el-GR"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точно меньше </a:t>
                </a:r>
                <a:r>
                  <a:rPr lang="ru-RU" sz="1200" b="0" i="0" kern="1200" dirty="0">
                    <a:solidFill>
                      <a:schemeClr val="tx1"/>
                    </a:solidFill>
                    <a:effectLst/>
                    <a:latin typeface="Cambria Math" panose="02040503050406030204" pitchFamily="18" charset="0"/>
                    <a:ea typeface="+mn-ea"/>
                    <a:cs typeface="+mn-cs"/>
                  </a:rPr>
                  <a:t>−9</a:t>
                </a:r>
                <a:r>
                  <a:rPr lang="ru-RU" sz="1200" b="0" i="0" kern="1200" dirty="0">
                    <a:solidFill>
                      <a:schemeClr val="tx1"/>
                    </a:solidFill>
                    <a:effectLst/>
                    <a:latin typeface="+mn-lt"/>
                    <a:ea typeface="+mn-ea"/>
                    <a:cs typeface="+mn-cs"/>
                  </a:rPr>
                  <a:t>.</a:t>
                </a:r>
              </a:p>
              <a:p>
                <a:endParaRPr lang="en-US" sz="1200" b="1"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Пересечение всех </a:t>
                </a:r>
                <a:r>
                  <a:rPr lang="en-US" sz="1200" b="0" i="0" kern="1200" dirty="0">
                    <a:solidFill>
                      <a:schemeClr val="tx1"/>
                    </a:solidFill>
                    <a:effectLst/>
                    <a:latin typeface="Cambria Math" panose="02040503050406030204" pitchFamily="18" charset="0"/>
                    <a:ea typeface="+mn-ea"/>
                    <a:cs typeface="+mn-cs"/>
                  </a:rPr>
                  <a:t>𝐵</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𝑛 ​</a:t>
                </a:r>
                <a:r>
                  <a:rPr lang="en-US" sz="1200" b="0" i="0" kern="1200" dirty="0">
                    <a:solidFill>
                      <a:schemeClr val="tx1"/>
                    </a:solidFill>
                    <a:effectLst/>
                    <a:latin typeface="+mn-lt"/>
                    <a:ea typeface="+mn-ea"/>
                    <a:cs typeface="+mn-cs"/>
                  </a:rPr>
                  <a:t> — </a:t>
                </a:r>
                <a:r>
                  <a:rPr lang="ru-RU" sz="1200" b="0" i="0" kern="1200" dirty="0">
                    <a:solidFill>
                      <a:schemeClr val="tx1"/>
                    </a:solidFill>
                    <a:effectLst/>
                    <a:latin typeface="+mn-lt"/>
                    <a:ea typeface="+mn-ea"/>
                    <a:cs typeface="+mn-cs"/>
                  </a:rPr>
                  <a:t>пустое множество</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Это означает, что нет такого значения </a:t>
                </a:r>
                <a:r>
                  <a:rPr lang="el-GR" sz="1200" b="0" i="0" kern="1200" dirty="0">
                    <a:solidFill>
                      <a:schemeClr val="tx1"/>
                    </a:solidFill>
                    <a:effectLst/>
                    <a:latin typeface="Cambria Math" panose="02040503050406030204" pitchFamily="18" charset="0"/>
                    <a:ea typeface="+mn-ea"/>
                    <a:cs typeface="+mn-cs"/>
                  </a:rPr>
                  <a:t>𝜉</a:t>
                </a:r>
                <a:r>
                  <a:rPr lang="el-GR"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которое было бы меньше всех </a:t>
                </a:r>
                <a:r>
                  <a:rPr lang="ru-RU" sz="1200" b="0" i="0" kern="1200" dirty="0">
                    <a:solidFill>
                      <a:schemeClr val="tx1"/>
                    </a:solidFill>
                    <a:effectLst/>
                    <a:latin typeface="Cambria Math" panose="02040503050406030204" pitchFamily="18" charset="0"/>
                    <a:ea typeface="+mn-ea"/>
                    <a:cs typeface="+mn-cs"/>
                  </a:rPr>
                  <a:t>−</a:t>
                </a:r>
                <a:r>
                  <a:rPr lang="en-US" sz="1200" b="0" i="0" kern="1200" dirty="0">
                    <a:solidFill>
                      <a:schemeClr val="tx1"/>
                    </a:solidFill>
                    <a:effectLst/>
                    <a:latin typeface="Cambria Math" panose="02040503050406030204" pitchFamily="18" charset="0"/>
                    <a:ea typeface="+mn-ea"/>
                    <a:cs typeface="+mn-cs"/>
                  </a:rPr>
                  <a:t>𝑛</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одновременно.</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Например, если </a:t>
                </a:r>
                <a:r>
                  <a:rPr lang="el-GR" sz="1200" b="0" i="0" kern="1200" dirty="0">
                    <a:solidFill>
                      <a:schemeClr val="tx1"/>
                    </a:solidFill>
                    <a:effectLst/>
                    <a:latin typeface="Cambria Math" panose="02040503050406030204" pitchFamily="18" charset="0"/>
                    <a:ea typeface="+mn-ea"/>
                    <a:cs typeface="+mn-cs"/>
                  </a:rPr>
                  <a:t>𝜉=−5</a:t>
                </a:r>
                <a:r>
                  <a:rPr lang="el-GR"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то для </a:t>
                </a:r>
                <a:r>
                  <a:rPr lang="en-US" sz="1200" b="0" i="0" kern="1200" dirty="0">
                    <a:solidFill>
                      <a:schemeClr val="tx1"/>
                    </a:solidFill>
                    <a:effectLst/>
                    <a:latin typeface="Cambria Math" panose="02040503050406030204" pitchFamily="18" charset="0"/>
                    <a:ea typeface="+mn-ea"/>
                    <a:cs typeface="+mn-cs"/>
                  </a:rPr>
                  <a:t>𝑛=6</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условие </a:t>
                </a:r>
                <a:r>
                  <a:rPr lang="el-GR" sz="1200" b="0" i="0" kern="1200" dirty="0">
                    <a:solidFill>
                      <a:schemeClr val="tx1"/>
                    </a:solidFill>
                    <a:effectLst/>
                    <a:latin typeface="Cambria Math" panose="02040503050406030204" pitchFamily="18" charset="0"/>
                    <a:ea typeface="+mn-ea"/>
                    <a:cs typeface="+mn-cs"/>
                  </a:rPr>
                  <a:t>𝜉&lt;−6</a:t>
                </a:r>
                <a:r>
                  <a:rPr lang="el-GR"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уже не выполняется.</a:t>
                </a:r>
              </a:p>
              <a:p>
                <a:r>
                  <a:rPr lang="ru-RU" sz="1200" b="0" i="0" kern="1200" dirty="0">
                    <a:solidFill>
                      <a:schemeClr val="tx1"/>
                    </a:solidFill>
                    <a:effectLst/>
                    <a:latin typeface="+mn-lt"/>
                    <a:ea typeface="+mn-ea"/>
                    <a:cs typeface="+mn-cs"/>
                  </a:rPr>
                  <a:t>Применяем свойство непрерывности вероятностной меры:</a:t>
                </a:r>
              </a:p>
              <a:p>
                <a:r>
                  <a:rPr lang="ru-RU" sz="1200" b="0" i="0" kern="1200" dirty="0">
                    <a:solidFill>
                      <a:schemeClr val="tx1"/>
                    </a:solidFill>
                    <a:effectLst/>
                    <a:latin typeface="+mn-lt"/>
                    <a:ea typeface="+mn-ea"/>
                    <a:cs typeface="+mn-cs"/>
                  </a:rPr>
                  <a:t>Если последовательность событий </a:t>
                </a:r>
                <a:r>
                  <a:rPr lang="en-US" sz="1200" b="0" i="0" kern="1200" dirty="0">
                    <a:solidFill>
                      <a:schemeClr val="tx1"/>
                    </a:solidFill>
                    <a:effectLst/>
                    <a:latin typeface="Cambria Math" panose="02040503050406030204" pitchFamily="18" charset="0"/>
                    <a:ea typeface="+mn-ea"/>
                    <a:cs typeface="+mn-cs"/>
                  </a:rPr>
                  <a:t>𝐵</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𝑛</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убывает и её пересечение пусто, то</a:t>
                </a:r>
                <a:r>
                  <a:rPr lang="en-US" i="0">
                    <a:latin typeface="Cambria Math" panose="02040503050406030204" pitchFamily="18" charset="0"/>
                  </a:rPr>
                  <a:t>lim┬(𝑛→∞)</a:t>
                </a:r>
                <a:r>
                  <a:rPr lang="en-US" b="0" i="0">
                    <a:latin typeface="Cambria Math" panose="02040503050406030204" pitchFamily="18" charset="0"/>
                  </a:rPr>
                  <a:t> 𝑃(𝐵_𝑛 )=𝑃(⋂_(𝑛=1)^∞▒〖𝐵_𝑛)=𝑃(∅)=0〗</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Но</a:t>
                </a:r>
                <a:r>
                  <a:rPr lang="ru-RU" sz="1200" b="0" i="0" kern="1200" dirty="0">
                    <a:solidFill>
                      <a:schemeClr val="tx1"/>
                    </a:solidFill>
                    <a:effectLst/>
                    <a:latin typeface="Cambria Math" panose="02040503050406030204" pitchFamily="18" charset="0"/>
                    <a:ea typeface="+mn-ea"/>
                    <a:cs typeface="+mn-cs"/>
                  </a:rPr>
                  <a:t> </a:t>
                </a:r>
                <a:r>
                  <a:rPr lang="en-US" sz="1200" b="0" i="0" kern="1200" dirty="0">
                    <a:solidFill>
                      <a:schemeClr val="tx1"/>
                    </a:solidFill>
                    <a:effectLst/>
                    <a:latin typeface="Cambria Math" panose="02040503050406030204" pitchFamily="18" charset="0"/>
                    <a:ea typeface="+mn-ea"/>
                    <a:cs typeface="+mn-cs"/>
                  </a:rPr>
                  <a:t>𝑃(𝐵_𝑛)=𝑃(</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a:solidFill>
                      <a:schemeClr val="tx1"/>
                    </a:solidFill>
                    <a:effectLst/>
                    <a:latin typeface="Cambria Math" panose="02040503050406030204" pitchFamily="18" charset="0"/>
                    <a:ea typeface="+mn-ea"/>
                    <a:cs typeface="+mn-cs"/>
                  </a:rPr>
                  <a:t>𝑛)=𝐹_𝜉 (−𝑛)</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поэтому:</a:t>
                </a:r>
                <a:r>
                  <a:rPr lang="en-US" sz="1200" b="0" i="0" kern="1200" dirty="0">
                    <a:solidFill>
                      <a:schemeClr val="tx1"/>
                    </a:solidFill>
                    <a:effectLst/>
                    <a:latin typeface="+mn-lt"/>
                    <a:ea typeface="+mn-ea"/>
                    <a:cs typeface="+mn-cs"/>
                  </a:rPr>
                  <a:t> </a:t>
                </a:r>
                <a:r>
                  <a:rPr lang="en-US" i="0">
                    <a:latin typeface="Cambria Math" panose="02040503050406030204" pitchFamily="18" charset="0"/>
                  </a:rPr>
                  <a:t>lim┬(𝑛→∞)</a:t>
                </a:r>
                <a:r>
                  <a:rPr lang="en-US" b="0" i="0">
                    <a:latin typeface="Cambria Math" panose="02040503050406030204" pitchFamily="18" charset="0"/>
                  </a:rPr>
                  <a:t> 𝐹_𝜉 (−𝑛)=0</a:t>
                </a:r>
                <a:br>
                  <a:rPr lang="ru-RU" sz="1200" b="0" i="0" kern="1200" dirty="0">
                    <a:solidFill>
                      <a:schemeClr val="tx1"/>
                    </a:solidFill>
                    <a:effectLst/>
                    <a:latin typeface="+mn-lt"/>
                    <a:ea typeface="+mn-ea"/>
                    <a:cs typeface="+mn-cs"/>
                  </a:rPr>
                </a:br>
                <a:r>
                  <a:rPr lang="ru-RU" sz="1200" b="0" i="0" kern="1200" dirty="0">
                    <a:solidFill>
                      <a:schemeClr val="tx1"/>
                    </a:solidFill>
                    <a:effectLst/>
                    <a:latin typeface="+mn-lt"/>
                    <a:ea typeface="+mn-ea"/>
                    <a:cs typeface="+mn-cs"/>
                  </a:rPr>
                  <a:t>Поскольку </a:t>
                </a:r>
                <a:r>
                  <a:rPr lang="en-US" sz="1200" b="0" i="0" kern="1200" dirty="0">
                    <a:solidFill>
                      <a:schemeClr val="tx1"/>
                    </a:solidFill>
                    <a:effectLst/>
                    <a:latin typeface="Cambria Math" panose="02040503050406030204" pitchFamily="18" charset="0"/>
                    <a:ea typeface="+mn-ea"/>
                    <a:cs typeface="+mn-cs"/>
                  </a:rPr>
                  <a:t>𝐹_𝜉 (𝑥)</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монотонна, то и для любого </a:t>
                </a:r>
                <a:r>
                  <a:rPr lang="en-US" sz="1200" b="0" i="0" kern="1200" dirty="0">
                    <a:solidFill>
                      <a:schemeClr val="tx1"/>
                    </a:solidFill>
                    <a:effectLst/>
                    <a:latin typeface="Cambria Math" panose="02040503050406030204" pitchFamily="18" charset="0"/>
                    <a:ea typeface="+mn-ea"/>
                    <a:cs typeface="+mn-cs"/>
                  </a:rPr>
                  <a:t>𝑥→−∞</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не только для целых </a:t>
                </a:r>
                <a:r>
                  <a:rPr lang="ru-RU" sz="1200" b="0" i="0" kern="1200" dirty="0">
                    <a:solidFill>
                      <a:schemeClr val="tx1"/>
                    </a:solidFill>
                    <a:effectLst/>
                    <a:latin typeface="Cambria Math" panose="02040503050406030204" pitchFamily="18" charset="0"/>
                    <a:ea typeface="+mn-ea"/>
                    <a:cs typeface="+mn-cs"/>
                  </a:rPr>
                  <a:t>−</a:t>
                </a:r>
                <a:r>
                  <a:rPr lang="en-US" sz="1200" b="0" i="0" kern="1200" dirty="0">
                    <a:solidFill>
                      <a:schemeClr val="tx1"/>
                    </a:solidFill>
                    <a:effectLst/>
                    <a:latin typeface="Cambria Math" panose="02040503050406030204" pitchFamily="18" charset="0"/>
                    <a:ea typeface="+mn-ea"/>
                    <a:cs typeface="+mn-cs"/>
                  </a:rPr>
                  <a:t>𝑛</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предел равен 0</a:t>
                </a:r>
                <a:r>
                  <a:rPr lang="en-US" sz="1200" b="0" i="0" kern="1200" dirty="0">
                    <a:solidFill>
                      <a:schemeClr val="tx1"/>
                    </a:solidFill>
                    <a:effectLst/>
                    <a:latin typeface="+mn-lt"/>
                    <a:ea typeface="+mn-ea"/>
                    <a:cs typeface="+mn-cs"/>
                  </a:rPr>
                  <a:t>.</a:t>
                </a:r>
                <a:endParaRPr lang="ru-RU"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Аналогичное рассуждение</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для </a:t>
                </a:r>
                <a:r>
                  <a:rPr lang="en-US" sz="1200" b="0" i="0" kern="1200" dirty="0">
                    <a:solidFill>
                      <a:schemeClr val="tx1"/>
                    </a:solidFill>
                    <a:effectLst/>
                    <a:latin typeface="Cambria Math" panose="02040503050406030204" pitchFamily="18" charset="0"/>
                    <a:ea typeface="+mn-ea"/>
                    <a:cs typeface="+mn-cs"/>
                  </a:rPr>
                  <a:t>𝑥→+∞</a:t>
                </a:r>
                <a:r>
                  <a:rPr lang="en-US" sz="1200" b="0" i="0"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Рассмотрим события </a:t>
                </a:r>
                <a:r>
                  <a:rPr lang="en-US" sz="1200" b="0" i="0" kern="1200" dirty="0">
                    <a:solidFill>
                      <a:schemeClr val="tx1"/>
                    </a:solidFill>
                    <a:effectLst/>
                    <a:latin typeface="Cambria Math" panose="02040503050406030204" pitchFamily="18" charset="0"/>
                    <a:ea typeface="+mn-ea"/>
                    <a:cs typeface="+mn-cs"/>
                  </a:rPr>
                  <a:t>𝐴_𝑛={</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a:solidFill>
                      <a:schemeClr val="tx1"/>
                    </a:solidFill>
                    <a:effectLst/>
                    <a:latin typeface="Cambria Math" panose="02040503050406030204" pitchFamily="18" charset="0"/>
                    <a:ea typeface="+mn-ea"/>
                    <a:cs typeface="+mn-cs"/>
                  </a:rPr>
                  <a:t>𝑛}</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Эти события  </a:t>
                </a:r>
                <a:r>
                  <a:rPr lang="ru-RU" sz="1200" b="1" i="0" kern="1200" dirty="0">
                    <a:solidFill>
                      <a:schemeClr val="tx1"/>
                    </a:solidFill>
                    <a:effectLst/>
                    <a:latin typeface="+mn-lt"/>
                    <a:ea typeface="+mn-ea"/>
                    <a:cs typeface="+mn-cs"/>
                  </a:rPr>
                  <a:t>вложены и возрастают</a:t>
                </a:r>
                <a:r>
                  <a:rPr lang="ru-RU" sz="1200" b="0" i="0" kern="1200" dirty="0">
                    <a:solidFill>
                      <a:schemeClr val="tx1"/>
                    </a:solidFill>
                    <a:effectLst/>
                    <a:latin typeface="+mn-lt"/>
                    <a:ea typeface="+mn-ea"/>
                    <a:cs typeface="+mn-cs"/>
                  </a:rPr>
                  <a:t>: </a:t>
                </a:r>
                <a:r>
                  <a:rPr lang="en-US" sz="1200" b="0" i="0" kern="1200" dirty="0">
                    <a:solidFill>
                      <a:schemeClr val="tx1"/>
                    </a:solidFill>
                    <a:effectLst/>
                    <a:latin typeface="Cambria Math" panose="02040503050406030204" pitchFamily="18" charset="0"/>
                    <a:ea typeface="+mn-ea"/>
                    <a:cs typeface="+mn-cs"/>
                  </a:rPr>
                  <a:t>𝐴_𝑛⊆𝐴_𝑛+1</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так как если </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a:solidFill>
                      <a:schemeClr val="tx1"/>
                    </a:solidFill>
                    <a:effectLst/>
                    <a:latin typeface="Cambria Math" panose="02040503050406030204" pitchFamily="18" charset="0"/>
                    <a:ea typeface="+mn-ea"/>
                    <a:cs typeface="+mn-cs"/>
                  </a:rPr>
                  <a:t>𝑛</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то </a:t>
                </a:r>
                <a:r>
                  <a:rPr lang="el-GR" sz="1200" b="0" i="0" kern="1200" dirty="0">
                    <a:solidFill>
                      <a:schemeClr val="tx1"/>
                    </a:solidFill>
                    <a:effectLst/>
                    <a:latin typeface="Cambria Math" panose="02040503050406030204" pitchFamily="18" charset="0"/>
                    <a:ea typeface="+mn-ea"/>
                    <a:cs typeface="+mn-cs"/>
                  </a:rPr>
                  <a:t>𝜉</a:t>
                </a:r>
                <a:r>
                  <a:rPr lang="el-GR"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тем более меньше </a:t>
                </a:r>
                <a:r>
                  <a:rPr lang="en-US" sz="1200" b="0" i="0" kern="1200" dirty="0">
                    <a:solidFill>
                      <a:schemeClr val="tx1"/>
                    </a:solidFill>
                    <a:effectLst/>
                    <a:latin typeface="Cambria Math" panose="02040503050406030204" pitchFamily="18" charset="0"/>
                    <a:ea typeface="+mn-ea"/>
                    <a:cs typeface="+mn-cs"/>
                  </a:rPr>
                  <a:t>𝑛+1</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 Объединение всех </a:t>
                </a:r>
                <a:r>
                  <a:rPr lang="en-US" sz="1200" b="0" i="0" kern="1200" dirty="0">
                    <a:solidFill>
                      <a:schemeClr val="tx1"/>
                    </a:solidFill>
                    <a:effectLst/>
                    <a:latin typeface="Cambria Math" panose="02040503050406030204" pitchFamily="18" charset="0"/>
                    <a:ea typeface="+mn-ea"/>
                    <a:cs typeface="+mn-cs"/>
                  </a:rPr>
                  <a:t>𝐴_𝑛</a:t>
                </a:r>
                <a:r>
                  <a:rPr lang="en-US" sz="1200" b="0" i="1"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это всё пространство исходов </a:t>
                </a:r>
                <a:r>
                  <a:rPr lang="el-GR" sz="1200" b="0" i="0" kern="1200" dirty="0">
                    <a:solidFill>
                      <a:schemeClr val="tx1"/>
                    </a:solidFill>
                    <a:effectLst/>
                    <a:latin typeface="Cambria Math" panose="02040503050406030204" pitchFamily="18" charset="0"/>
                    <a:ea typeface="+mn-ea"/>
                    <a:cs typeface="+mn-cs"/>
                  </a:rPr>
                  <a:t>Ω</a:t>
                </a:r>
                <a:r>
                  <a:rPr lang="el-GR"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el-GR" sz="1200" b="0" i="0" kern="1200">
                    <a:solidFill>
                      <a:schemeClr val="tx1"/>
                    </a:solidFill>
                    <a:effectLst/>
                    <a:latin typeface="Cambria Math" panose="02040503050406030204" pitchFamily="18" charset="0"/>
                    <a:ea typeface="+mn-ea"/>
                    <a:cs typeface="+mn-cs"/>
                  </a:rPr>
                  <a:t>⋃24_(</a:t>
                </a:r>
                <a:r>
                  <a:rPr lang="en-US" sz="1200" b="0" i="0" kern="1200">
                    <a:solidFill>
                      <a:schemeClr val="tx1"/>
                    </a:solidFill>
                    <a:effectLst/>
                    <a:latin typeface="Cambria Math" panose="02040503050406030204" pitchFamily="18" charset="0"/>
                    <a:ea typeface="+mn-ea"/>
                    <a:cs typeface="+mn-cs"/>
                  </a:rPr>
                  <a:t>𝑛=1</a:t>
                </a:r>
                <a:r>
                  <a:rPr lang="el-GR" sz="1200" b="0" i="0" kern="1200">
                    <a:solidFill>
                      <a:schemeClr val="tx1"/>
                    </a:solidFill>
                    <a:effectLst/>
                    <a:latin typeface="Cambria Math" panose="02040503050406030204" pitchFamily="18" charset="0"/>
                    <a:ea typeface="+mn-ea"/>
                    <a:cs typeface="+mn-cs"/>
                  </a:rPr>
                  <a:t>)^</a:t>
                </a:r>
                <a:r>
                  <a:rPr lang="en-US" sz="1200" b="0" i="0" kern="1200">
                    <a:solidFill>
                      <a:schemeClr val="tx1"/>
                    </a:solidFill>
                    <a:effectLst/>
                    <a:latin typeface="Cambria Math" panose="02040503050406030204" pitchFamily="18" charset="0"/>
                    <a:ea typeface="+mn-ea"/>
                    <a:cs typeface="+mn-cs"/>
                  </a:rPr>
                  <a:t>∞</a:t>
                </a:r>
                <a:r>
                  <a:rPr lang="el-GR" sz="1200" b="0" i="0" kern="1200">
                    <a:solidFill>
                      <a:schemeClr val="tx1"/>
                    </a:solidFill>
                    <a:effectLst/>
                    <a:latin typeface="Cambria Math" panose="02040503050406030204" pitchFamily="18" charset="0"/>
                    <a:ea typeface="+mn-ea"/>
                    <a:cs typeface="+mn-cs"/>
                  </a:rPr>
                  <a:t>▒</a:t>
                </a:r>
                <a:r>
                  <a:rPr lang="en-US" sz="1200" b="0" i="0" kern="1200">
                    <a:solidFill>
                      <a:schemeClr val="tx1"/>
                    </a:solidFill>
                    <a:effectLst/>
                    <a:latin typeface="Cambria Math" panose="02040503050406030204" pitchFamily="18" charset="0"/>
                    <a:ea typeface="+mn-ea"/>
                    <a:cs typeface="+mn-cs"/>
                  </a:rPr>
                  <a:t>𝐴_𝑛</a:t>
                </a:r>
                <a:r>
                  <a:rPr lang="el-GR" sz="1200" b="0" i="0" kern="1200">
                    <a:solidFill>
                      <a:schemeClr val="tx1"/>
                    </a:solidFill>
                    <a:effectLst/>
                    <a:latin typeface="Cambria Math" panose="02040503050406030204" pitchFamily="18" charset="0"/>
                    <a:ea typeface="+mn-ea"/>
                    <a:cs typeface="+mn-cs"/>
                  </a:rPr>
                  <a:t> </a:t>
                </a:r>
                <a:r>
                  <a:rPr lang="en-US" sz="1200" b="0" i="0" kern="1200">
                    <a:solidFill>
                      <a:schemeClr val="tx1"/>
                    </a:solidFill>
                    <a:effectLst/>
                    <a:latin typeface="Cambria Math" panose="02040503050406030204" pitchFamily="18" charset="0"/>
                    <a:ea typeface="+mn-ea"/>
                    <a:cs typeface="+mn-cs"/>
                  </a:rPr>
                  <a:t>=Ω.</a:t>
                </a:r>
                <a:endParaRPr lang="el-GR"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Это означает, что любое значение </a:t>
                </a:r>
                <a:r>
                  <a:rPr lang="el-GR" sz="1200" b="0" i="0" kern="1200" dirty="0">
                    <a:solidFill>
                      <a:schemeClr val="tx1"/>
                    </a:solidFill>
                    <a:effectLst/>
                    <a:latin typeface="Cambria Math" panose="02040503050406030204" pitchFamily="18" charset="0"/>
                    <a:ea typeface="+mn-ea"/>
                    <a:cs typeface="+mn-cs"/>
                  </a:rPr>
                  <a:t>𝜉</a:t>
                </a:r>
                <a:r>
                  <a:rPr lang="el-GR"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рано или поздно окажется меньше какого-то </a:t>
                </a:r>
                <a:r>
                  <a:rPr lang="en-US" sz="1200" b="0" i="0" kern="1200" dirty="0">
                    <a:solidFill>
                      <a:schemeClr val="tx1"/>
                    </a:solidFill>
                    <a:effectLst/>
                    <a:latin typeface="Cambria Math" panose="02040503050406030204" pitchFamily="18" charset="0"/>
                    <a:ea typeface="+mn-ea"/>
                    <a:cs typeface="+mn-cs"/>
                  </a:rPr>
                  <a:t>𝑛</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Отсюда, по свойству непрерывности вероятностной меры: </a:t>
                </a:r>
                <a:r>
                  <a:rPr lang="en-US" i="0">
                    <a:latin typeface="Cambria Math" panose="02040503050406030204" pitchFamily="18" charset="0"/>
                  </a:rPr>
                  <a:t>lim┬(𝑛→∞)</a:t>
                </a:r>
                <a:r>
                  <a:rPr lang="en-US" b="0" i="0">
                    <a:latin typeface="Cambria Math" panose="02040503050406030204" pitchFamily="18" charset="0"/>
                  </a:rPr>
                  <a:t> 𝑃(𝐴_𝑛 )=𝑃(</a:t>
                </a:r>
                <a:r>
                  <a:rPr lang="el-GR" sz="1200" b="0" i="0" kern="1200">
                    <a:solidFill>
                      <a:schemeClr val="tx1"/>
                    </a:solidFill>
                    <a:effectLst/>
                    <a:latin typeface="Cambria Math" panose="02040503050406030204" pitchFamily="18" charset="0"/>
                    <a:ea typeface="+mn-ea"/>
                    <a:cs typeface="+mn-cs"/>
                  </a:rPr>
                  <a:t>⋃</a:t>
                </a:r>
                <a:r>
                  <a:rPr lang="en-US" sz="1200" b="0" i="0" kern="1200">
                    <a:solidFill>
                      <a:schemeClr val="tx1"/>
                    </a:solidFill>
                    <a:effectLst/>
                    <a:latin typeface="Cambria Math" panose="02040503050406030204" pitchFamily="18" charset="0"/>
                    <a:ea typeface="+mn-ea"/>
                    <a:cs typeface="+mn-cs"/>
                  </a:rPr>
                  <a:t>_</a:t>
                </a:r>
                <a:r>
                  <a:rPr lang="el-GR" sz="1200" b="0" i="0" kern="1200">
                    <a:solidFill>
                      <a:schemeClr val="tx1"/>
                    </a:solidFill>
                    <a:effectLst/>
                    <a:latin typeface="Cambria Math" panose="02040503050406030204" pitchFamily="18" charset="0"/>
                    <a:ea typeface="+mn-ea"/>
                    <a:cs typeface="+mn-cs"/>
                  </a:rPr>
                  <a:t>(</a:t>
                </a:r>
                <a:r>
                  <a:rPr lang="en-US" sz="1200" b="0" i="0" kern="1200">
                    <a:solidFill>
                      <a:schemeClr val="tx1"/>
                    </a:solidFill>
                    <a:effectLst/>
                    <a:latin typeface="Cambria Math" panose="02040503050406030204" pitchFamily="18" charset="0"/>
                    <a:ea typeface="+mn-ea"/>
                    <a:cs typeface="+mn-cs"/>
                  </a:rPr>
                  <a:t>𝑛=1</a:t>
                </a:r>
                <a:r>
                  <a:rPr lang="el-GR" sz="1200" b="0" i="0" kern="1200">
                    <a:solidFill>
                      <a:schemeClr val="tx1"/>
                    </a:solidFill>
                    <a:effectLst/>
                    <a:latin typeface="Cambria Math" panose="02040503050406030204" pitchFamily="18" charset="0"/>
                    <a:ea typeface="+mn-ea"/>
                    <a:cs typeface="+mn-cs"/>
                  </a:rPr>
                  <a:t>)</a:t>
                </a:r>
                <a:r>
                  <a:rPr lang="en-US" sz="1200" b="0" i="0" kern="1200">
                    <a:solidFill>
                      <a:schemeClr val="tx1"/>
                    </a:solidFill>
                    <a:effectLst/>
                    <a:latin typeface="Cambria Math" panose="02040503050406030204" pitchFamily="18" charset="0"/>
                    <a:ea typeface="+mn-ea"/>
                    <a:cs typeface="+mn-cs"/>
                  </a:rPr>
                  <a:t>^∞▒〖𝐴_𝑛)〗=P(Ω)=1</a:t>
                </a:r>
                <a:r>
                  <a:rPr lang="en-US" sz="1200" b="0" i="0"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Но</a:t>
                </a:r>
                <a:r>
                  <a:rPr lang="ru-RU" sz="1200" b="0" i="0" kern="1200" dirty="0">
                    <a:solidFill>
                      <a:schemeClr val="tx1"/>
                    </a:solidFill>
                    <a:effectLst/>
                    <a:latin typeface="Cambria Math" panose="02040503050406030204" pitchFamily="18" charset="0"/>
                    <a:ea typeface="+mn-ea"/>
                    <a:cs typeface="+mn-cs"/>
                  </a:rPr>
                  <a:t> </a:t>
                </a:r>
                <a:r>
                  <a:rPr lang="en-US" sz="1200" b="0" i="0" kern="1200" dirty="0">
                    <a:solidFill>
                      <a:schemeClr val="tx1"/>
                    </a:solidFill>
                    <a:effectLst/>
                    <a:latin typeface="Cambria Math" panose="02040503050406030204" pitchFamily="18" charset="0"/>
                    <a:ea typeface="+mn-ea"/>
                    <a:cs typeface="+mn-cs"/>
                  </a:rPr>
                  <a:t>𝑃(𝐴_𝑛)=𝑃(</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a:solidFill>
                      <a:schemeClr val="tx1"/>
                    </a:solidFill>
                    <a:effectLst/>
                    <a:latin typeface="Cambria Math" panose="02040503050406030204" pitchFamily="18" charset="0"/>
                    <a:ea typeface="+mn-ea"/>
                    <a:cs typeface="+mn-cs"/>
                  </a:rPr>
                  <a:t>𝑛)=𝐹_</a:t>
                </a:r>
                <a:r>
                  <a:rPr lang="el-GR" sz="1200" b="0" i="0" kern="1200" dirty="0">
                    <a:solidFill>
                      <a:schemeClr val="tx1"/>
                    </a:solidFill>
                    <a:effectLst/>
                    <a:latin typeface="Cambria Math" panose="02040503050406030204" pitchFamily="18" charset="0"/>
                    <a:ea typeface="+mn-ea"/>
                    <a:cs typeface="+mn-cs"/>
                  </a:rPr>
                  <a:t>𝜉 (</a:t>
                </a:r>
                <a:r>
                  <a:rPr lang="en-US" sz="1200" b="0" i="0" kern="1200" dirty="0">
                    <a:solidFill>
                      <a:schemeClr val="tx1"/>
                    </a:solidFill>
                    <a:effectLst/>
                    <a:latin typeface="Cambria Math" panose="02040503050406030204" pitchFamily="18" charset="0"/>
                    <a:ea typeface="+mn-ea"/>
                    <a:cs typeface="+mn-cs"/>
                  </a:rPr>
                  <a:t>𝑛)</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поэтому:</a:t>
                </a:r>
                <a:r>
                  <a:rPr lang="en-US" sz="1200" b="0" i="0" kern="1200" dirty="0">
                    <a:solidFill>
                      <a:schemeClr val="tx1"/>
                    </a:solidFill>
                    <a:effectLst/>
                    <a:latin typeface="+mn-lt"/>
                    <a:ea typeface="+mn-ea"/>
                    <a:cs typeface="+mn-cs"/>
                  </a:rPr>
                  <a:t> </a:t>
                </a:r>
                <a:r>
                  <a:rPr lang="en-US" i="0">
                    <a:latin typeface="Cambria Math" panose="02040503050406030204" pitchFamily="18" charset="0"/>
                  </a:rPr>
                  <a:t>lim┬(𝑛→∞)</a:t>
                </a:r>
                <a:r>
                  <a:rPr lang="en-US" b="0" i="0">
                    <a:latin typeface="Cambria Math" panose="02040503050406030204" pitchFamily="18" charset="0"/>
                  </a:rPr>
                  <a:t> 𝐹_𝜉 (𝑛)=1.</a:t>
                </a:r>
                <a:endParaRPr lang="ru-RU" dirty="0"/>
              </a:p>
            </p:txBody>
          </p:sp>
        </mc:Fallback>
      </mc:AlternateContent>
      <p:sp>
        <p:nvSpPr>
          <p:cNvPr id="4" name="Номер слайда 3">
            <a:extLst>
              <a:ext uri="{FF2B5EF4-FFF2-40B4-BE49-F238E27FC236}">
                <a16:creationId xmlns:a16="http://schemas.microsoft.com/office/drawing/2014/main" id="{E63A161F-3F00-0872-D639-81D34DCD9D24}"/>
              </a:ext>
            </a:extLst>
          </p:cNvPr>
          <p:cNvSpPr>
            <a:spLocks noGrp="1"/>
          </p:cNvSpPr>
          <p:nvPr>
            <p:ph type="sldNum" sz="quarter" idx="5"/>
          </p:nvPr>
        </p:nvSpPr>
        <p:spPr/>
        <p:txBody>
          <a:bodyPr/>
          <a:lstStyle/>
          <a:p>
            <a:fld id="{0D315D47-7E78-4758-B888-FA06178A4D3C}" type="slidenum">
              <a:rPr lang="ru-RU" smtClean="0"/>
              <a:t>7</a:t>
            </a:fld>
            <a:endParaRPr lang="ru-RU"/>
          </a:p>
        </p:txBody>
      </p:sp>
    </p:spTree>
    <p:extLst>
      <p:ext uri="{BB962C8B-B14F-4D97-AF65-F5344CB8AC3E}">
        <p14:creationId xmlns:p14="http://schemas.microsoft.com/office/powerpoint/2010/main" val="2990133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D315D47-7E78-4758-B888-FA06178A4D3C}" type="slidenum">
              <a:rPr lang="ru-RU" smtClean="0"/>
              <a:t>9</a:t>
            </a:fld>
            <a:endParaRPr lang="ru-RU"/>
          </a:p>
        </p:txBody>
      </p:sp>
    </p:spTree>
    <p:extLst>
      <p:ext uri="{BB962C8B-B14F-4D97-AF65-F5344CB8AC3E}">
        <p14:creationId xmlns:p14="http://schemas.microsoft.com/office/powerpoint/2010/main" val="2132109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endParaRPr lang="ru-RU" dirty="0"/>
              </a:p>
            </p:txBody>
          </p:sp>
        </mc:Choice>
        <mc:Fallback xmlns="">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Математическое ожидание </a:t>
                </a:r>
                <a:r>
                  <a:rPr lang="en-US" sz="1200" b="0" i="0" kern="1200" dirty="0">
                    <a:solidFill>
                      <a:schemeClr val="tx1"/>
                    </a:solidFill>
                    <a:effectLst/>
                    <a:latin typeface="Cambria Math" panose="02040503050406030204" pitchFamily="18" charset="0"/>
                    <a:ea typeface="+mn-ea"/>
                    <a:cs typeface="+mn-cs"/>
                  </a:rPr>
                  <a:t>𝑀𝑔(</a:t>
                </a:r>
                <a:r>
                  <a:rPr lang="el-GR" sz="1200" b="0" i="0" kern="1200" dirty="0">
                    <a:solidFill>
                      <a:schemeClr val="tx1"/>
                    </a:solidFill>
                    <a:effectLst/>
                    <a:latin typeface="Cambria Math" panose="02040503050406030204" pitchFamily="18" charset="0"/>
                    <a:ea typeface="+mn-ea"/>
                    <a:cs typeface="+mn-cs"/>
                  </a:rPr>
                  <a:t>𝜉)</a:t>
                </a:r>
                <a:r>
                  <a:rPr lang="el-GR"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определяется как:</a:t>
                </a:r>
                <a:r>
                  <a:rPr lang="en-US" sz="1200" b="0" i="0" kern="1200" dirty="0">
                    <a:solidFill>
                      <a:schemeClr val="tx1"/>
                    </a:solidFill>
                    <a:effectLst/>
                    <a:latin typeface="+mn-lt"/>
                    <a:ea typeface="+mn-ea"/>
                    <a:cs typeface="+mn-cs"/>
                  </a:rPr>
                  <a:t> </a:t>
                </a:r>
                <a:r>
                  <a:rPr lang="en-US" sz="1200" b="0" i="0" kern="1200" dirty="0">
                    <a:solidFill>
                      <a:schemeClr val="tx1"/>
                    </a:solidFill>
                    <a:effectLst/>
                    <a:latin typeface="Cambria Math" panose="02040503050406030204" pitchFamily="18" charset="0"/>
                    <a:ea typeface="+mn-ea"/>
                    <a:cs typeface="+mn-cs"/>
                  </a:rPr>
                  <a:t>𝑀𝑔(</a:t>
                </a:r>
                <a:r>
                  <a:rPr lang="el-GR" sz="1200" b="0" i="0" kern="1200" dirty="0">
                    <a:solidFill>
                      <a:schemeClr val="tx1"/>
                    </a:solidFill>
                    <a:effectLst/>
                    <a:latin typeface="Cambria Math" panose="02040503050406030204" pitchFamily="18" charset="0"/>
                    <a:ea typeface="+mn-ea"/>
                    <a:cs typeface="+mn-cs"/>
                  </a:rPr>
                  <a:t>𝜉)=</a:t>
                </a:r>
                <a:r>
                  <a:rPr lang="en-US" i="0">
                    <a:latin typeface="Cambria Math" panose="02040503050406030204" pitchFamily="18" charset="0"/>
                  </a:rPr>
                  <a:t>∑_(𝑘:𝑔(𝜉_𝑘 )=𝑐_𝑚)▒〖𝑃(𝜉=𝜉_𝑘)〗</a:t>
                </a:r>
                <a:r>
                  <a:rPr lang="en-US" sz="1200" b="0" i="0" kern="1200" dirty="0">
                    <a:solidFill>
                      <a:schemeClr val="tx1"/>
                    </a:solidFill>
                    <a:effectLst/>
                    <a:latin typeface="Cambria Math" panose="02040503050406030204" pitchFamily="18" charset="0"/>
                    <a:ea typeface="+mn-ea"/>
                    <a:cs typeface="+mn-cs"/>
                  </a:rPr>
                  <a:t>.</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Подставляя выражение для </a:t>
                </a:r>
                <a:r>
                  <a:rPr lang="ru-RU" sz="1200" b="0" i="0" kern="1200" dirty="0">
                    <a:solidFill>
                      <a:schemeClr val="tx1"/>
                    </a:solidFill>
                    <a:effectLst/>
                    <a:latin typeface="Cambria Math" panose="02040503050406030204" pitchFamily="18" charset="0"/>
                    <a:ea typeface="+mn-ea"/>
                    <a:cs typeface="+mn-cs"/>
                  </a:rPr>
                  <a:t>𝑃(𝑔(𝜉)=</a:t>
                </a:r>
                <a:r>
                  <a:rPr lang="ru-RU" sz="1200" b="0" i="0" kern="1200" dirty="0" err="1">
                    <a:solidFill>
                      <a:schemeClr val="tx1"/>
                    </a:solidFill>
                    <a:effectLst/>
                    <a:latin typeface="Cambria Math" panose="02040503050406030204" pitchFamily="18" charset="0"/>
                    <a:ea typeface="+mn-ea"/>
                    <a:cs typeface="+mn-cs"/>
                  </a:rPr>
                  <a:t>𝑐</a:t>
                </a:r>
                <a:r>
                  <a:rPr lang="ru-RU" sz="1200" b="0" i="0" kern="1200" dirty="0">
                    <a:solidFill>
                      <a:schemeClr val="tx1"/>
                    </a:solidFill>
                    <a:effectLst/>
                    <a:latin typeface="Cambria Math" panose="02040503050406030204" pitchFamily="18" charset="0"/>
                    <a:ea typeface="+mn-ea"/>
                    <a:cs typeface="+mn-cs"/>
                  </a:rPr>
                  <a:t>_</a:t>
                </a:r>
                <a:r>
                  <a:rPr lang="ru-RU" sz="1200" b="0" i="0" kern="1200" dirty="0" err="1">
                    <a:solidFill>
                      <a:schemeClr val="tx1"/>
                    </a:solidFill>
                    <a:effectLst/>
                    <a:latin typeface="Cambria Math" panose="02040503050406030204" pitchFamily="18" charset="0"/>
                    <a:ea typeface="+mn-ea"/>
                    <a:cs typeface="+mn-cs"/>
                  </a:rPr>
                  <a:t>𝑚</a:t>
                </a:r>
                <a:r>
                  <a:rPr lang="ru-RU" sz="1200" b="0" i="0" kern="1200" dirty="0">
                    <a:solidFill>
                      <a:schemeClr val="tx1"/>
                    </a:solidFill>
                    <a:effectLst/>
                    <a:latin typeface="Cambria Math" panose="02040503050406030204" pitchFamily="18" charset="0"/>
                    <a:ea typeface="+mn-ea"/>
                    <a:cs typeface="+mn-cs"/>
                  </a:rPr>
                  <a:t> ​)</a:t>
                </a:r>
                <a:r>
                  <a:rPr lang="ru-RU" sz="1200" b="0" i="0" kern="1200" dirty="0">
                    <a:solidFill>
                      <a:schemeClr val="tx1"/>
                    </a:solidFill>
                    <a:effectLst/>
                    <a:latin typeface="+mn-lt"/>
                    <a:ea typeface="+mn-ea"/>
                    <a:cs typeface="+mn-cs"/>
                  </a:rPr>
                  <a:t>, получаем: </a:t>
                </a:r>
                <a:r>
                  <a:rPr lang="en-US" i="0">
                    <a:latin typeface="Cambria Math" panose="02040503050406030204" pitchFamily="18" charset="0"/>
                  </a:rPr>
                  <a:t>∑_𝑚▒〖𝑐_𝑚⋅∑_(𝑘:𝑔(𝜉_𝑘 )=𝑐_𝑚)▒〖𝑃(𝜉=𝜉_𝑘)〗〗</a:t>
                </a:r>
                <a:r>
                  <a:rPr lang="ru-RU" sz="1200" b="0" i="0"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Обратите внимание, что </a:t>
                </a:r>
                <a:r>
                  <a:rPr lang="en-US" sz="1200" b="0" i="0" kern="1200" dirty="0">
                    <a:solidFill>
                      <a:schemeClr val="tx1"/>
                    </a:solidFill>
                    <a:effectLst/>
                    <a:latin typeface="Cambria Math" panose="02040503050406030204" pitchFamily="18" charset="0"/>
                    <a:ea typeface="+mn-ea"/>
                    <a:cs typeface="+mn-cs"/>
                  </a:rPr>
                  <a:t>𝑐</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𝑚=𝑔(</a:t>
                </a:r>
                <a:r>
                  <a:rPr lang="el-GR"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𝑘)</a:t>
                </a:r>
                <a:r>
                  <a:rPr lang="ru-RU"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для всех </a:t>
                </a:r>
                <a:r>
                  <a:rPr lang="en-US" sz="1200" b="0" i="0" kern="1200" dirty="0">
                    <a:solidFill>
                      <a:schemeClr val="tx1"/>
                    </a:solidFill>
                    <a:effectLst/>
                    <a:latin typeface="Cambria Math" panose="02040503050406030204" pitchFamily="18" charset="0"/>
                    <a:ea typeface="+mn-ea"/>
                    <a:cs typeface="+mn-cs"/>
                  </a:rPr>
                  <a:t>𝑘</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таких что </a:t>
                </a:r>
                <a:r>
                  <a:rPr lang="en-US" sz="1200" b="0" i="0" kern="1200" dirty="0">
                    <a:solidFill>
                      <a:schemeClr val="tx1"/>
                    </a:solidFill>
                    <a:effectLst/>
                    <a:latin typeface="Cambria Math" panose="02040503050406030204" pitchFamily="18" charset="0"/>
                    <a:ea typeface="+mn-ea"/>
                    <a:cs typeface="+mn-cs"/>
                  </a:rPr>
                  <a:t>𝑔(</a:t>
                </a:r>
                <a:r>
                  <a:rPr lang="el-GR"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𝑘)=</a:t>
                </a:r>
                <a:r>
                  <a:rPr lang="en-US" sz="1200" b="0" i="0" kern="1200" dirty="0" err="1">
                    <a:solidFill>
                      <a:schemeClr val="tx1"/>
                    </a:solidFill>
                    <a:effectLst/>
                    <a:latin typeface="Cambria Math" panose="02040503050406030204" pitchFamily="18" charset="0"/>
                    <a:ea typeface="+mn-ea"/>
                    <a:cs typeface="+mn-cs"/>
                  </a:rPr>
                  <a:t>𝑐</a:t>
                </a:r>
                <a:r>
                  <a:rPr lang="ru-RU" sz="1200" b="0" i="0" kern="1200" dirty="0">
                    <a:solidFill>
                      <a:schemeClr val="tx1"/>
                    </a:solidFill>
                    <a:effectLst/>
                    <a:latin typeface="Cambria Math" panose="02040503050406030204" pitchFamily="18" charset="0"/>
                    <a:ea typeface="+mn-ea"/>
                    <a:cs typeface="+mn-cs"/>
                  </a:rPr>
                  <a:t>_</a:t>
                </a:r>
                <a:r>
                  <a:rPr lang="en-US" sz="1200" b="0" i="0" kern="1200" dirty="0" err="1">
                    <a:solidFill>
                      <a:schemeClr val="tx1"/>
                    </a:solidFill>
                    <a:effectLst/>
                    <a:latin typeface="Cambria Math" panose="02040503050406030204" pitchFamily="18" charset="0"/>
                    <a:ea typeface="+mn-ea"/>
                    <a:cs typeface="+mn-cs"/>
                  </a:rPr>
                  <a:t>𝑚</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Поэтому можно заменить </a:t>
                </a:r>
                <a:r>
                  <a:rPr lang="en-US" sz="1200" b="0" i="0" kern="1200" dirty="0">
                    <a:solidFill>
                      <a:schemeClr val="tx1"/>
                    </a:solidFill>
                    <a:effectLst/>
                    <a:latin typeface="Cambria Math" panose="02040503050406030204" pitchFamily="18" charset="0"/>
                    <a:ea typeface="+mn-ea"/>
                    <a:cs typeface="+mn-cs"/>
                  </a:rPr>
                  <a:t>𝑐</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𝑚</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на</a:t>
                </a:r>
                <a:r>
                  <a:rPr lang="ru-RU" sz="1200" b="0" i="0" kern="1200" dirty="0">
                    <a:solidFill>
                      <a:schemeClr val="tx1"/>
                    </a:solidFill>
                    <a:effectLst/>
                    <a:latin typeface="Cambria Math" panose="02040503050406030204" pitchFamily="18" charset="0"/>
                    <a:ea typeface="+mn-ea"/>
                    <a:cs typeface="+mn-cs"/>
                  </a:rPr>
                  <a:t> </a:t>
                </a:r>
                <a:r>
                  <a:rPr lang="en-US" sz="1200" b="0" i="0" kern="1200" dirty="0">
                    <a:solidFill>
                      <a:schemeClr val="tx1"/>
                    </a:solidFill>
                    <a:effectLst/>
                    <a:latin typeface="Cambria Math" panose="02040503050406030204" pitchFamily="18" charset="0"/>
                    <a:ea typeface="+mn-ea"/>
                    <a:cs typeface="+mn-cs"/>
                  </a:rPr>
                  <a:t>𝑔(</a:t>
                </a:r>
                <a:r>
                  <a:rPr lang="el-GR"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𝑘)</a:t>
                </a:r>
                <a:r>
                  <a:rPr lang="en-US" sz="1200" b="0"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a:t>
                </a:r>
                <a:r>
                  <a:rPr lang="en-US" i="0">
                    <a:latin typeface="Cambria Math" panose="02040503050406030204" pitchFamily="18" charset="0"/>
                  </a:rPr>
                  <a:t>∑_𝑚</a:t>
                </a:r>
                <a:r>
                  <a:rPr lang="en-US" b="0" i="0">
                    <a:latin typeface="Cambria Math" panose="02040503050406030204" pitchFamily="18" charset="0"/>
                  </a:rPr>
                  <a:t>▒∑_(</a:t>
                </a:r>
                <a:r>
                  <a:rPr lang="en-US" i="0">
                    <a:latin typeface="Cambria Math" panose="02040503050406030204" pitchFamily="18" charset="0"/>
                  </a:rPr>
                  <a:t>𝑘:𝑔(𝜉_𝑘 )=𝑐_𝑚)▒〖𝑔(𝜉_𝑘)𝑃(𝜉=𝜉_𝑘)〗</a:t>
                </a:r>
                <a:r>
                  <a:rPr lang="ru-RU" sz="1200" b="0" i="0"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Двойное суммирование эквивалентно суммированию по всем возможным значениям </a:t>
                </a:r>
                <a:r>
                  <a:rPr lang="en-US" sz="1200" b="0" i="0" kern="1200" dirty="0">
                    <a:solidFill>
                      <a:schemeClr val="tx1"/>
                    </a:solidFill>
                    <a:effectLst/>
                    <a:latin typeface="Cambria Math" panose="02040503050406030204" pitchFamily="18" charset="0"/>
                    <a:ea typeface="+mn-ea"/>
                    <a:cs typeface="+mn-cs"/>
                  </a:rPr>
                  <a:t>𝑘</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так как каждое </a:t>
                </a:r>
                <a:r>
                  <a:rPr lang="el-GR"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𝑘</a:t>
                </a:r>
                <a:r>
                  <a:rPr lang="ru-RU"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попадает ровно в одну группу </a:t>
                </a:r>
                <a:r>
                  <a:rPr lang="en-US" sz="1200" b="0" i="0" kern="1200" dirty="0">
                    <a:solidFill>
                      <a:schemeClr val="tx1"/>
                    </a:solidFill>
                    <a:effectLst/>
                    <a:latin typeface="Cambria Math" panose="02040503050406030204" pitchFamily="18" charset="0"/>
                    <a:ea typeface="+mn-ea"/>
                    <a:cs typeface="+mn-cs"/>
                  </a:rPr>
                  <a:t>𝑐</a:t>
                </a:r>
                <a:r>
                  <a:rPr lang="ru-RU" sz="1200" b="0" i="0" kern="1200" dirty="0">
                    <a:solidFill>
                      <a:schemeClr val="tx1"/>
                    </a:solidFill>
                    <a:effectLst/>
                    <a:latin typeface="Cambria Math" panose="02040503050406030204" pitchFamily="18" charset="0"/>
                    <a:ea typeface="+mn-ea"/>
                    <a:cs typeface="+mn-cs"/>
                  </a:rPr>
                  <a:t>_</a:t>
                </a:r>
                <a:r>
                  <a:rPr lang="en-US" sz="1200" b="0" i="0" kern="1200" dirty="0">
                    <a:solidFill>
                      <a:schemeClr val="tx1"/>
                    </a:solidFill>
                    <a:effectLst/>
                    <a:latin typeface="Cambria Math" panose="02040503050406030204" pitchFamily="18" charset="0"/>
                    <a:ea typeface="+mn-ea"/>
                    <a:cs typeface="+mn-cs"/>
                  </a:rPr>
                  <a:t>𝑚</a:t>
                </a:r>
                <a:r>
                  <a:rPr lang="en-US" sz="1200" b="0" i="0" kern="1200" dirty="0">
                    <a:solidFill>
                      <a:schemeClr val="tx1"/>
                    </a:solidFill>
                    <a:effectLst/>
                    <a:latin typeface="+mn-lt"/>
                    <a:ea typeface="+mn-ea"/>
                    <a:cs typeface="+mn-cs"/>
                  </a:rPr>
                  <a:t>​. </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Таким образом, получаем: </a:t>
                </a:r>
                <a:r>
                  <a:rPr lang="ru-RU" b="0" i="0">
                    <a:latin typeface="Cambria Math" panose="02040503050406030204" pitchFamily="18" charset="0"/>
                  </a:rPr>
                  <a:t>∑</a:t>
                </a:r>
                <a:r>
                  <a:rPr lang="en-US" b="0" i="0">
                    <a:latin typeface="Cambria Math" panose="02040503050406030204" pitchFamily="18" charset="0"/>
                  </a:rPr>
                  <a:t>_𝑘▒</a:t>
                </a:r>
                <a:r>
                  <a:rPr lang="ru-RU" b="0" i="0">
                    <a:latin typeface="Cambria Math" panose="02040503050406030204" pitchFamily="18" charset="0"/>
                  </a:rPr>
                  <a:t>〖</a:t>
                </a:r>
                <a:r>
                  <a:rPr lang="en-US" b="0" i="0">
                    <a:latin typeface="Cambria Math" panose="02040503050406030204" pitchFamily="18" charset="0"/>
                  </a:rPr>
                  <a:t>𝑔(𝜉_𝑘 )⋅𝑃(𝜉=𝜉_𝑘)</a:t>
                </a:r>
                <a:r>
                  <a:rPr lang="ru-RU" b="0" i="0">
                    <a:latin typeface="Cambria Math" panose="02040503050406030204" pitchFamily="18" charset="0"/>
                  </a:rPr>
                  <a:t>〗</a:t>
                </a:r>
                <a:r>
                  <a:rPr lang="ru-RU" dirty="0"/>
                  <a:t>. </a:t>
                </a:r>
                <a:r>
                  <a:rPr lang="ru-RU" sz="1200" b="0" i="0" kern="1200" dirty="0">
                    <a:solidFill>
                      <a:schemeClr val="tx1"/>
                    </a:solidFill>
                    <a:effectLst/>
                    <a:latin typeface="+mn-lt"/>
                    <a:ea typeface="+mn-ea"/>
                    <a:cs typeface="+mn-cs"/>
                  </a:rPr>
                  <a:t>Доказательство показывает, что математическое ожидание функции </a:t>
                </a:r>
                <a:r>
                  <a:rPr lang="ru-RU" sz="1200" b="0" i="0" kern="1200" dirty="0">
                    <a:solidFill>
                      <a:schemeClr val="tx1"/>
                    </a:solidFill>
                    <a:effectLst/>
                    <a:latin typeface="Cambria Math" panose="02040503050406030204" pitchFamily="18" charset="0"/>
                    <a:ea typeface="+mn-ea"/>
                    <a:cs typeface="+mn-cs"/>
                  </a:rPr>
                  <a:t>𝑔(𝜉)</a:t>
                </a:r>
                <a:r>
                  <a:rPr lang="ru-RU" sz="1200" b="0" i="0" kern="1200" dirty="0">
                    <a:solidFill>
                      <a:schemeClr val="tx1"/>
                    </a:solidFill>
                    <a:effectLst/>
                    <a:latin typeface="+mn-lt"/>
                    <a:ea typeface="+mn-ea"/>
                    <a:cs typeface="+mn-cs"/>
                  </a:rPr>
                  <a:t> можно вычислить либо через её собственные значения и вероятности, либо непосредственно через исходные значения случайной величины </a:t>
                </a:r>
                <a:r>
                  <a:rPr lang="ru-RU"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mn-lt"/>
                    <a:ea typeface="+mn-ea"/>
                    <a:cs typeface="+mn-cs"/>
                  </a:rPr>
                  <a:t> и их вероятности. </a:t>
                </a:r>
                <a:endParaRPr lang="ru-RU" dirty="0"/>
              </a:p>
            </p:txBody>
          </p:sp>
        </mc:Fallback>
      </mc:AlternateContent>
      <p:sp>
        <p:nvSpPr>
          <p:cNvPr id="4" name="Номер слайда 3"/>
          <p:cNvSpPr>
            <a:spLocks noGrp="1"/>
          </p:cNvSpPr>
          <p:nvPr>
            <p:ph type="sldNum" sz="quarter" idx="5"/>
          </p:nvPr>
        </p:nvSpPr>
        <p:spPr/>
        <p:txBody>
          <a:bodyPr/>
          <a:lstStyle/>
          <a:p>
            <a:fld id="{0D315D47-7E78-4758-B888-FA06178A4D3C}" type="slidenum">
              <a:rPr lang="ru-RU" smtClean="0"/>
              <a:t>10</a:t>
            </a:fld>
            <a:endParaRPr lang="ru-RU"/>
          </a:p>
        </p:txBody>
      </p:sp>
    </p:spTree>
    <p:extLst>
      <p:ext uri="{BB962C8B-B14F-4D97-AF65-F5344CB8AC3E}">
        <p14:creationId xmlns:p14="http://schemas.microsoft.com/office/powerpoint/2010/main" val="1001508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D315D47-7E78-4758-B888-FA06178A4D3C}" type="slidenum">
              <a:rPr lang="ru-RU" smtClean="0"/>
              <a:t>13</a:t>
            </a:fld>
            <a:endParaRPr lang="ru-RU"/>
          </a:p>
        </p:txBody>
      </p:sp>
    </p:spTree>
    <p:extLst>
      <p:ext uri="{BB962C8B-B14F-4D97-AF65-F5344CB8AC3E}">
        <p14:creationId xmlns:p14="http://schemas.microsoft.com/office/powerpoint/2010/main" val="3075352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D315D47-7E78-4758-B888-FA06178A4D3C}" type="slidenum">
              <a:rPr lang="ru-RU" smtClean="0"/>
              <a:t>14</a:t>
            </a:fld>
            <a:endParaRPr lang="ru-RU"/>
          </a:p>
        </p:txBody>
      </p:sp>
    </p:spTree>
    <p:extLst>
      <p:ext uri="{BB962C8B-B14F-4D97-AF65-F5344CB8AC3E}">
        <p14:creationId xmlns:p14="http://schemas.microsoft.com/office/powerpoint/2010/main" val="422108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D315D47-7E78-4758-B888-FA06178A4D3C}" type="slidenum">
              <a:rPr lang="ru-RU" smtClean="0"/>
              <a:t>15</a:t>
            </a:fld>
            <a:endParaRPr lang="ru-RU"/>
          </a:p>
        </p:txBody>
      </p:sp>
    </p:spTree>
    <p:extLst>
      <p:ext uri="{BB962C8B-B14F-4D97-AF65-F5344CB8AC3E}">
        <p14:creationId xmlns:p14="http://schemas.microsoft.com/office/powerpoint/2010/main" val="17666587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endParaRPr lang="ru-RU" dirty="0"/>
              </a:p>
            </p:txBody>
          </p:sp>
        </mc:Choice>
        <mc:Fallback xmlns="">
          <p:sp>
            <p:nvSpPr>
              <p:cNvPr id="3" name="Заметки 2"/>
              <p:cNvSpPr>
                <a:spLocks noGrp="1"/>
              </p:cNvSpPr>
              <p:nvPr>
                <p:ph type="body" idx="1"/>
              </p:nvPr>
            </p:nvSpPr>
            <p:spPr/>
            <p:txBody>
              <a:bodyPr/>
              <a:lstStyle/>
              <a:p>
                <a:r>
                  <a:rPr lang="ru-RU" sz="1200" b="0" kern="1200" dirty="0">
                    <a:solidFill>
                      <a:schemeClr val="tx1"/>
                    </a:solidFill>
                    <a:effectLst/>
                    <a:ea typeface="+mn-ea"/>
                    <a:cs typeface="+mn-cs"/>
                  </a:rPr>
                  <a:t>Член с </a:t>
                </a:r>
                <a:r>
                  <a:rPr lang="en-US" sz="1200" b="0" i="0" kern="1200" dirty="0">
                    <a:solidFill>
                      <a:schemeClr val="tx1"/>
                    </a:solidFill>
                    <a:effectLst/>
                    <a:latin typeface="Cambria Math" panose="02040503050406030204" pitchFamily="18" charset="0"/>
                    <a:ea typeface="+mn-ea"/>
                    <a:cs typeface="+mn-cs"/>
                  </a:rPr>
                  <a:t>𝑘=0</a:t>
                </a:r>
                <a:r>
                  <a:rPr lang="en-US" sz="1200" b="0" kern="1200" dirty="0">
                    <a:solidFill>
                      <a:schemeClr val="tx1"/>
                    </a:solidFill>
                    <a:effectLst/>
                    <a:ea typeface="+mn-ea"/>
                    <a:cs typeface="+mn-cs"/>
                  </a:rPr>
                  <a:t> </a:t>
                </a:r>
                <a:r>
                  <a:rPr lang="ru-RU" sz="1200" b="0" kern="1200" dirty="0">
                    <a:solidFill>
                      <a:schemeClr val="tx1"/>
                    </a:solidFill>
                    <a:effectLst/>
                    <a:ea typeface="+mn-ea"/>
                    <a:cs typeface="+mn-cs"/>
                  </a:rPr>
                  <a:t>равен </a:t>
                </a:r>
                <a:r>
                  <a:rPr lang="ru-RU" sz="1200" b="0" i="0" kern="1200" dirty="0">
                    <a:solidFill>
                      <a:schemeClr val="tx1"/>
                    </a:solidFill>
                    <a:effectLst/>
                    <a:latin typeface="Cambria Math" panose="02040503050406030204" pitchFamily="18" charset="0"/>
                    <a:ea typeface="+mn-ea"/>
                    <a:cs typeface="+mn-cs"/>
                  </a:rPr>
                  <a:t>0</a:t>
                </a:r>
                <a:r>
                  <a:rPr lang="ru-RU" sz="1200" b="0" kern="1200" dirty="0">
                    <a:solidFill>
                      <a:schemeClr val="tx1"/>
                    </a:solidFill>
                    <a:effectLst/>
                    <a:ea typeface="+mn-ea"/>
                    <a:cs typeface="+mn-cs"/>
                  </a:rPr>
                  <a:t>, поэтому</a:t>
                </a:r>
                <a:r>
                  <a:rPr lang="ru-RU" sz="1200" b="0" kern="1200" baseline="0" dirty="0">
                    <a:solidFill>
                      <a:schemeClr val="tx1"/>
                    </a:solidFill>
                    <a:effectLst/>
                    <a:ea typeface="+mn-ea"/>
                    <a:cs typeface="+mn-cs"/>
                  </a:rPr>
                  <a:t> в начале сумма начинается с</a:t>
                </a:r>
                <a:r>
                  <a:rPr lang="en-US" sz="1200" b="0" kern="1200" baseline="0" dirty="0">
                    <a:solidFill>
                      <a:schemeClr val="tx1"/>
                    </a:solidFill>
                    <a:effectLst/>
                    <a:ea typeface="+mn-ea"/>
                    <a:cs typeface="+mn-cs"/>
                  </a:rPr>
                  <a:t> </a:t>
                </a:r>
                <a:r>
                  <a:rPr lang="en-US" sz="1200" b="0" i="0" kern="1200" baseline="0" dirty="0">
                    <a:solidFill>
                      <a:schemeClr val="tx1"/>
                    </a:solidFill>
                    <a:effectLst/>
                    <a:latin typeface="Cambria Math" panose="02040503050406030204" pitchFamily="18" charset="0"/>
                    <a:ea typeface="+mn-ea"/>
                    <a:cs typeface="+mn-cs"/>
                  </a:rPr>
                  <a:t>𝑘=1</a:t>
                </a:r>
                <a:r>
                  <a:rPr lang="en-US" sz="1200" b="0" kern="1200" baseline="0" dirty="0">
                    <a:solidFill>
                      <a:schemeClr val="tx1"/>
                    </a:solidFill>
                    <a:effectLst/>
                    <a:ea typeface="+mn-ea"/>
                    <a:cs typeface="+mn-cs"/>
                  </a:rPr>
                  <a:t>, </a:t>
                </a:r>
                <a:r>
                  <a:rPr lang="ru-RU" sz="1200" b="0" kern="1200" baseline="0" dirty="0">
                    <a:solidFill>
                      <a:schemeClr val="tx1"/>
                    </a:solidFill>
                    <a:effectLst/>
                    <a:ea typeface="+mn-ea"/>
                    <a:cs typeface="+mn-cs"/>
                  </a:rPr>
                  <a:t>также  </a:t>
                </a:r>
                <a:r>
                  <a:rPr lang="nn-NO" sz="1200" b="0" i="0" kern="1200" dirty="0">
                    <a:solidFill>
                      <a:schemeClr val="tx1"/>
                    </a:solidFill>
                    <a:effectLst/>
                    <a:latin typeface="Cambria Math" panose="02040503050406030204" pitchFamily="18" charset="0"/>
                    <a:ea typeface="+mn-ea"/>
                    <a:cs typeface="+mn-cs"/>
                  </a:rPr>
                  <a:t>𝑘</a:t>
                </a:r>
                <a:r>
                  <a:rPr lang="en-US" sz="1200" b="0" i="0" kern="1200" dirty="0">
                    <a:solidFill>
                      <a:schemeClr val="tx1"/>
                    </a:solidFill>
                    <a:effectLst/>
                    <a:latin typeface="Cambria Math" panose="02040503050406030204" pitchFamily="18" charset="0"/>
                    <a:ea typeface="+mn-ea"/>
                    <a:cs typeface="+mn-cs"/>
                  </a:rPr>
                  <a:t>/𝑘!</a:t>
                </a:r>
                <a:r>
                  <a:rPr lang="nn-NO" sz="1200" b="0" i="0" kern="1200" dirty="0">
                    <a:solidFill>
                      <a:schemeClr val="tx1"/>
                    </a:solidFill>
                    <a:effectLst/>
                    <a:latin typeface="Cambria Math" panose="02040503050406030204" pitchFamily="18" charset="0"/>
                    <a:ea typeface="+mn-ea"/>
                    <a:cs typeface="+mn-cs"/>
                  </a:rPr>
                  <a:t> ​=</a:t>
                </a:r>
                <a:r>
                  <a:rPr lang="en-US" sz="1200" b="0" i="0" kern="1200" dirty="0">
                    <a:solidFill>
                      <a:schemeClr val="tx1"/>
                    </a:solidFill>
                    <a:effectLst/>
                    <a:latin typeface="Cambria Math" panose="02040503050406030204" pitchFamily="18" charset="0"/>
                    <a:ea typeface="+mn-ea"/>
                    <a:cs typeface="+mn-cs"/>
                  </a:rPr>
                  <a:t>1/((𝑘−1)!)</a:t>
                </a:r>
                <a:r>
                  <a:rPr lang="nn-NO" sz="1200" b="0" i="0" kern="1200" dirty="0">
                    <a:solidFill>
                      <a:schemeClr val="tx1"/>
                    </a:solidFill>
                    <a:effectLst/>
                    <a:latin typeface="Cambria Math" panose="02040503050406030204" pitchFamily="18" charset="0"/>
                    <a:ea typeface="+mn-ea"/>
                    <a:cs typeface="+mn-cs"/>
                  </a:rPr>
                  <a:t> ​.</a:t>
                </a:r>
                <a:r>
                  <a:rPr lang="en-US" dirty="0"/>
                  <a:t> C</a:t>
                </a:r>
                <a:r>
                  <a:rPr lang="ru-RU" dirty="0"/>
                  <a:t>умма </a:t>
                </a:r>
                <a:r>
                  <a:rPr lang="en-US" i="0">
                    <a:latin typeface="Cambria Math" panose="02040503050406030204" pitchFamily="18" charset="0"/>
                  </a:rPr>
                  <a:t>∑</a:t>
                </a:r>
                <a:r>
                  <a:rPr lang="ru-RU" b="0" i="0">
                    <a:latin typeface="Cambria Math" panose="02040503050406030204" pitchFamily="18" charset="0"/>
                  </a:rPr>
                  <a:t>_</a:t>
                </a:r>
                <a:r>
                  <a:rPr lang="en-US" b="0" i="0">
                    <a:latin typeface="Cambria Math" panose="02040503050406030204" pitchFamily="18" charset="0"/>
                  </a:rPr>
                  <a:t>(</a:t>
                </a:r>
                <a:r>
                  <a:rPr lang="en-US" i="0">
                    <a:latin typeface="Cambria Math" panose="02040503050406030204" pitchFamily="18" charset="0"/>
                  </a:rPr>
                  <a:t>𝑘=</a:t>
                </a:r>
                <a:r>
                  <a:rPr lang="ru-RU" b="0" i="0">
                    <a:latin typeface="Cambria Math" panose="02040503050406030204" pitchFamily="18" charset="0"/>
                  </a:rPr>
                  <a:t>1</a:t>
                </a:r>
                <a:r>
                  <a:rPr lang="en-US" b="0" i="0">
                    <a:latin typeface="Cambria Math" panose="02040503050406030204" pitchFamily="18" charset="0"/>
                  </a:rPr>
                  <a:t>)^</a:t>
                </a:r>
                <a:r>
                  <a:rPr lang="en-US" i="0">
                    <a:latin typeface="Cambria Math" panose="02040503050406030204" pitchFamily="18" charset="0"/>
                  </a:rPr>
                  <a:t>∞▒〖(</a:t>
                </a:r>
                <a:r>
                  <a:rPr lang="en-US" b="0" i="0">
                    <a:latin typeface="Cambria Math" panose="02040503050406030204" pitchFamily="18" charset="0"/>
                  </a:rPr>
                  <a:t>(𝑘−1)</a:t>
                </a:r>
                <a:r>
                  <a:rPr lang="en-US" i="0">
                    <a:latin typeface="Cambria Math" panose="02040503050406030204" pitchFamily="18" charset="0"/>
                  </a:rPr>
                  <a:t>𝜆^𝑘)/(𝑘−1)!  〗</a:t>
                </a:r>
                <a:r>
                  <a:rPr lang="ru-RU" dirty="0"/>
                  <a:t> при </a:t>
                </a:r>
                <a:r>
                  <a:rPr lang="en-US" sz="1200" b="0" i="0" kern="1200" dirty="0">
                    <a:solidFill>
                      <a:schemeClr val="tx1"/>
                    </a:solidFill>
                    <a:effectLst/>
                    <a:latin typeface="Cambria Math" panose="02040503050406030204" pitchFamily="18" charset="0"/>
                    <a:ea typeface="+mn-ea"/>
                    <a:cs typeface="+mn-cs"/>
                  </a:rPr>
                  <a:t>𝑘=</a:t>
                </a:r>
                <a:r>
                  <a:rPr lang="ru-RU" sz="1200" b="0" i="0" kern="1200" dirty="0">
                    <a:solidFill>
                      <a:schemeClr val="tx1"/>
                    </a:solidFill>
                    <a:effectLst/>
                    <a:latin typeface="Cambria Math" panose="02040503050406030204" pitchFamily="18" charset="0"/>
                    <a:ea typeface="+mn-ea"/>
                    <a:cs typeface="+mn-cs"/>
                  </a:rPr>
                  <a:t>1</a:t>
                </a:r>
                <a:r>
                  <a:rPr lang="en-US" sz="1200" b="0" kern="1200" dirty="0">
                    <a:solidFill>
                      <a:schemeClr val="tx1"/>
                    </a:solidFill>
                    <a:effectLst/>
                    <a:ea typeface="+mn-ea"/>
                    <a:cs typeface="+mn-cs"/>
                  </a:rPr>
                  <a:t> </a:t>
                </a:r>
                <a:r>
                  <a:rPr lang="ru-RU" sz="1200" b="0" kern="1200" dirty="0">
                    <a:solidFill>
                      <a:schemeClr val="tx1"/>
                    </a:solidFill>
                    <a:effectLst/>
                    <a:ea typeface="+mn-ea"/>
                    <a:cs typeface="+mn-cs"/>
                  </a:rPr>
                  <a:t>равна </a:t>
                </a:r>
                <a:r>
                  <a:rPr lang="ru-RU" sz="1200" b="0" i="0" kern="1200" dirty="0">
                    <a:solidFill>
                      <a:schemeClr val="tx1"/>
                    </a:solidFill>
                    <a:effectLst/>
                    <a:latin typeface="Cambria Math" panose="02040503050406030204" pitchFamily="18" charset="0"/>
                    <a:ea typeface="+mn-ea"/>
                    <a:cs typeface="+mn-cs"/>
                  </a:rPr>
                  <a:t>0</a:t>
                </a:r>
                <a:r>
                  <a:rPr lang="ru-RU" dirty="0"/>
                  <a:t>, поэтому начинаем с </a:t>
                </a:r>
                <a:r>
                  <a:rPr lang="en-US" sz="1200" b="0" i="0" kern="1200" dirty="0">
                    <a:solidFill>
                      <a:schemeClr val="tx1"/>
                    </a:solidFill>
                    <a:effectLst/>
                    <a:latin typeface="Cambria Math" panose="02040503050406030204" pitchFamily="18" charset="0"/>
                    <a:ea typeface="+mn-ea"/>
                    <a:cs typeface="+mn-cs"/>
                  </a:rPr>
                  <a:t>𝑘=2</a:t>
                </a:r>
                <a:r>
                  <a:rPr lang="en-US" sz="1200" b="0" kern="1200" dirty="0">
                    <a:solidFill>
                      <a:schemeClr val="tx1"/>
                    </a:solidFill>
                    <a:effectLst/>
                    <a:ea typeface="+mn-ea"/>
                    <a:cs typeface="+mn-cs"/>
                  </a:rPr>
                  <a:t> </a:t>
                </a:r>
                <a:r>
                  <a:rPr lang="ru-RU" sz="1200" b="0" kern="1200" dirty="0">
                    <a:solidFill>
                      <a:schemeClr val="tx1"/>
                    </a:solidFill>
                    <a:effectLst/>
                    <a:ea typeface="+mn-ea"/>
                    <a:cs typeface="+mn-cs"/>
                  </a:rPr>
                  <a:t>и</a:t>
                </a:r>
                <a:r>
                  <a:rPr lang="ru-RU" sz="1200" b="0" kern="1200" baseline="0" dirty="0">
                    <a:solidFill>
                      <a:schemeClr val="tx1"/>
                    </a:solidFill>
                    <a:effectLst/>
                    <a:ea typeface="+mn-ea"/>
                    <a:cs typeface="+mn-cs"/>
                  </a:rPr>
                  <a:t> выносим </a:t>
                </a:r>
                <a:r>
                  <a:rPr lang="en-US" sz="1200" b="0" kern="1200" dirty="0">
                    <a:solidFill>
                      <a:schemeClr val="tx1"/>
                    </a:solidFill>
                    <a:effectLst/>
                    <a:ea typeface="+mn-ea"/>
                    <a:cs typeface="+mn-cs"/>
                  </a:rPr>
                  <a:t> </a:t>
                </a:r>
                <a:r>
                  <a:rPr lang="en-US" i="0">
                    <a:latin typeface="Cambria Math" panose="02040503050406030204" pitchFamily="18" charset="0"/>
                  </a:rPr>
                  <a:t>𝜆^2</a:t>
                </a:r>
                <a:r>
                  <a:rPr lang="ru-RU" dirty="0"/>
                  <a:t> за знак</a:t>
                </a:r>
                <a:r>
                  <a:rPr lang="ru-RU" baseline="0" dirty="0"/>
                  <a:t> суммы. Во второй сумме просто выносим </a:t>
                </a:r>
                <a:r>
                  <a:rPr lang="en-US" i="0">
                    <a:latin typeface="Cambria Math" panose="02040503050406030204" pitchFamily="18" charset="0"/>
                  </a:rPr>
                  <a:t>𝜆</a:t>
                </a:r>
                <a:r>
                  <a:rPr lang="ru-RU" dirty="0"/>
                  <a:t>. Далее для каждой суммы вводим замены </a:t>
                </a:r>
                <a:r>
                  <a:rPr lang="en-US" b="0" i="0">
                    <a:latin typeface="Cambria Math" panose="02040503050406030204" pitchFamily="18" charset="0"/>
                  </a:rPr>
                  <a:t>𝑚=𝑘−</a:t>
                </a:r>
                <a:r>
                  <a:rPr lang="ru-RU" b="0" i="0">
                    <a:latin typeface="Cambria Math" panose="02040503050406030204" pitchFamily="18" charset="0"/>
                  </a:rPr>
                  <a:t>2</a:t>
                </a:r>
                <a:r>
                  <a:rPr lang="en-US" dirty="0"/>
                  <a:t> </a:t>
                </a:r>
                <a:r>
                  <a:rPr lang="ru-RU" dirty="0"/>
                  <a:t>и</a:t>
                </a:r>
                <a:r>
                  <a:rPr lang="ru-RU" baseline="0" dirty="0"/>
                  <a:t> </a:t>
                </a:r>
                <a:r>
                  <a:rPr lang="en-US" b="0" i="0">
                    <a:latin typeface="Cambria Math" panose="02040503050406030204" pitchFamily="18" charset="0"/>
                  </a:rPr>
                  <a:t>𝑚=𝑘−1</a:t>
                </a:r>
                <a:r>
                  <a:rPr lang="en-US" dirty="0"/>
                  <a:t> </a:t>
                </a:r>
                <a:endParaRPr lang="ru-RU" dirty="0"/>
              </a:p>
            </p:txBody>
          </p:sp>
        </mc:Fallback>
      </mc:AlternateContent>
      <p:sp>
        <p:nvSpPr>
          <p:cNvPr id="4" name="Номер слайда 3"/>
          <p:cNvSpPr>
            <a:spLocks noGrp="1"/>
          </p:cNvSpPr>
          <p:nvPr>
            <p:ph type="sldNum" sz="quarter" idx="5"/>
          </p:nvPr>
        </p:nvSpPr>
        <p:spPr/>
        <p:txBody>
          <a:bodyPr/>
          <a:lstStyle/>
          <a:p>
            <a:fld id="{0D315D47-7E78-4758-B888-FA06178A4D3C}" type="slidenum">
              <a:rPr lang="ru-RU" smtClean="0"/>
              <a:t>16</a:t>
            </a:fld>
            <a:endParaRPr lang="ru-RU"/>
          </a:p>
        </p:txBody>
      </p:sp>
    </p:spTree>
    <p:extLst>
      <p:ext uri="{BB962C8B-B14F-4D97-AF65-F5344CB8AC3E}">
        <p14:creationId xmlns:p14="http://schemas.microsoft.com/office/powerpoint/2010/main" val="3527775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a:p>
                <a:br>
                  <a:rPr lang="en-US" dirty="0"/>
                </a:br>
                <a:endParaRPr lang="ru-RU" dirty="0"/>
              </a:p>
            </p:txBody>
          </p:sp>
        </mc:Choice>
        <mc:Fallback xmlns="">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Формула условной вероятности для событий </a:t>
                </a:r>
                <a:r>
                  <a:rPr lang="en-US" sz="1200" b="0" i="0" kern="1200" dirty="0">
                    <a:solidFill>
                      <a:schemeClr val="tx1"/>
                    </a:solidFill>
                    <a:effectLst/>
                    <a:latin typeface="Cambria Math" panose="02040503050406030204" pitchFamily="18" charset="0"/>
                    <a:ea typeface="+mn-ea"/>
                    <a:cs typeface="+mn-cs"/>
                  </a:rPr>
                  <a:t>𝐴</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и </a:t>
                </a:r>
                <a:r>
                  <a:rPr lang="en-US" sz="1200" b="0" i="0" kern="1200" dirty="0">
                    <a:solidFill>
                      <a:schemeClr val="tx1"/>
                    </a:solidFill>
                    <a:effectLst/>
                    <a:latin typeface="Cambria Math" panose="02040503050406030204" pitchFamily="18" charset="0"/>
                    <a:ea typeface="+mn-ea"/>
                    <a:cs typeface="+mn-cs"/>
                  </a:rPr>
                  <a:t>𝐵</a:t>
                </a:r>
                <a:r>
                  <a:rPr lang="en-US" sz="1200" b="0" i="0" kern="1200" dirty="0">
                    <a:solidFill>
                      <a:schemeClr val="tx1"/>
                    </a:solidFill>
                    <a:effectLst/>
                    <a:latin typeface="+mn-lt"/>
                    <a:ea typeface="+mn-ea"/>
                    <a:cs typeface="+mn-cs"/>
                  </a:rPr>
                  <a:t> , </a:t>
                </a:r>
                <a:r>
                  <a:rPr lang="ru-RU" sz="1200" b="0" i="0" kern="1200" dirty="0">
                    <a:solidFill>
                      <a:schemeClr val="tx1"/>
                    </a:solidFill>
                    <a:effectLst/>
                    <a:latin typeface="+mn-lt"/>
                    <a:ea typeface="+mn-ea"/>
                    <a:cs typeface="+mn-cs"/>
                  </a:rPr>
                  <a:t>где </a:t>
                </a:r>
                <a:r>
                  <a:rPr lang="en-US" sz="1200" b="0" i="0" kern="1200" dirty="0">
                    <a:solidFill>
                      <a:schemeClr val="tx1"/>
                    </a:solidFill>
                    <a:effectLst/>
                    <a:latin typeface="Cambria Math" panose="02040503050406030204" pitchFamily="18" charset="0"/>
                    <a:ea typeface="+mn-ea"/>
                    <a:cs typeface="+mn-cs"/>
                  </a:rPr>
                  <a:t>𝑃(𝐵)&gt;0 </a:t>
                </a:r>
                <a:r>
                  <a:rPr lang="ru-RU" sz="1200" b="0" i="0" kern="1200" dirty="0">
                    <a:solidFill>
                      <a:schemeClr val="tx1"/>
                    </a:solidFill>
                    <a:effectLst/>
                    <a:latin typeface="+mn-lt"/>
                    <a:ea typeface="+mn-ea"/>
                    <a:cs typeface="+mn-cs"/>
                  </a:rPr>
                  <a:t> равна</a:t>
                </a:r>
                <a:r>
                  <a:rPr lang="ru-RU" sz="1200" b="0" i="0" kern="1200" baseline="0" dirty="0">
                    <a:solidFill>
                      <a:schemeClr val="tx1"/>
                    </a:solidFill>
                    <a:effectLst/>
                    <a:latin typeface="+mn-lt"/>
                    <a:ea typeface="+mn-ea"/>
                    <a:cs typeface="+mn-cs"/>
                  </a:rPr>
                  <a:t> </a:t>
                </a:r>
                <a:r>
                  <a:rPr lang="en-US" sz="1200" b="0" i="0" kern="1200" dirty="0">
                    <a:solidFill>
                      <a:schemeClr val="tx1"/>
                    </a:solidFill>
                    <a:effectLst/>
                    <a:latin typeface="Cambria Math" panose="02040503050406030204" pitchFamily="18" charset="0"/>
                    <a:ea typeface="+mn-ea"/>
                    <a:cs typeface="+mn-cs"/>
                  </a:rPr>
                  <a:t>𝑃(𝐴∣𝐵)=𝑃(𝐴∩𝐵)/(𝑃(𝐵))</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В нашем случае: </a:t>
                </a:r>
                <a:r>
                  <a:rPr lang="en-US" sz="1200" b="0" i="0" kern="1200" dirty="0">
                    <a:solidFill>
                      <a:schemeClr val="tx1"/>
                    </a:solidFill>
                    <a:effectLst/>
                    <a:latin typeface="Cambria Math" panose="02040503050406030204" pitchFamily="18" charset="0"/>
                    <a:ea typeface="+mn-ea"/>
                    <a:cs typeface="+mn-cs"/>
                  </a:rPr>
                  <a:t>𝐴={</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err="1">
                    <a:solidFill>
                      <a:schemeClr val="tx1"/>
                    </a:solidFill>
                    <a:effectLst/>
                    <a:latin typeface="Cambria Math" panose="02040503050406030204" pitchFamily="18" charset="0"/>
                    <a:ea typeface="+mn-ea"/>
                    <a:cs typeface="+mn-cs"/>
                  </a:rPr>
                  <a:t>𝑥+𝑡</a:t>
                </a:r>
                <a:r>
                  <a:rPr lang="en-US" sz="1200" b="0" i="0" kern="1200" dirty="0">
                    <a:solidFill>
                      <a:schemeClr val="tx1"/>
                    </a:solidFill>
                    <a:effectLst/>
                    <a:latin typeface="Cambria Math" panose="02040503050406030204" pitchFamily="18" charset="0"/>
                    <a:ea typeface="+mn-ea"/>
                    <a:cs typeface="+mn-cs"/>
                  </a:rPr>
                  <a:t>}</a:t>
                </a:r>
                <a:r>
                  <a:rPr lang="ru-RU" sz="1200" b="0" i="0" kern="1200" dirty="0">
                    <a:solidFill>
                      <a:schemeClr val="tx1"/>
                    </a:solidFill>
                    <a:effectLst/>
                    <a:latin typeface="Cambria Math" panose="02040503050406030204" pitchFamily="18" charset="0"/>
                    <a:ea typeface="+mn-ea"/>
                    <a:cs typeface="+mn-cs"/>
                  </a:rPr>
                  <a:t>, </a:t>
                </a:r>
                <a:r>
                  <a:rPr lang="en-US" sz="1200" b="0" i="0" kern="1200" dirty="0">
                    <a:solidFill>
                      <a:schemeClr val="tx1"/>
                    </a:solidFill>
                    <a:effectLst/>
                    <a:latin typeface="Cambria Math" panose="02040503050406030204" pitchFamily="18" charset="0"/>
                    <a:ea typeface="+mn-ea"/>
                    <a:cs typeface="+mn-cs"/>
                  </a:rPr>
                  <a:t>𝐵={</a:t>
                </a:r>
                <a:r>
                  <a:rPr lang="el-GR" sz="1200" b="0" i="0" kern="1200" dirty="0">
                    <a:solidFill>
                      <a:schemeClr val="tx1"/>
                    </a:solidFill>
                    <a:effectLst/>
                    <a:latin typeface="Cambria Math" panose="02040503050406030204" pitchFamily="18" charset="0"/>
                    <a:ea typeface="+mn-ea"/>
                    <a:cs typeface="+mn-cs"/>
                  </a:rPr>
                  <a:t>𝜉≥</a:t>
                </a:r>
                <a:r>
                  <a:rPr lang="en-US" sz="1200" b="0" i="0" kern="1200" dirty="0">
                    <a:solidFill>
                      <a:schemeClr val="tx1"/>
                    </a:solidFill>
                    <a:effectLst/>
                    <a:latin typeface="Cambria Math" panose="02040503050406030204" pitchFamily="18" charset="0"/>
                    <a:ea typeface="+mn-ea"/>
                    <a:cs typeface="+mn-cs"/>
                  </a:rPr>
                  <a:t>𝑡}</a:t>
                </a:r>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Но мы хотим найти</a:t>
                </a:r>
                <a:r>
                  <a:rPr lang="ru-RU" sz="1200" b="0" i="0" kern="1200" dirty="0">
                    <a:solidFill>
                      <a:schemeClr val="tx1"/>
                    </a:solidFill>
                    <a:effectLst/>
                    <a:latin typeface="Cambria Math" panose="02040503050406030204" pitchFamily="18" charset="0"/>
                    <a:ea typeface="+mn-ea"/>
                    <a:cs typeface="+mn-cs"/>
                  </a:rPr>
                  <a:t>: </a:t>
                </a:r>
                <a:r>
                  <a:rPr lang="en-US" sz="1200" b="0" i="0" kern="1200" dirty="0">
                    <a:solidFill>
                      <a:schemeClr val="tx1"/>
                    </a:solidFill>
                    <a:effectLst/>
                    <a:latin typeface="Cambria Math" panose="02040503050406030204" pitchFamily="18" charset="0"/>
                    <a:ea typeface="+mn-ea"/>
                    <a:cs typeface="+mn-cs"/>
                  </a:rPr>
                  <a:t>𝑃(𝑡≤</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err="1">
                    <a:solidFill>
                      <a:schemeClr val="tx1"/>
                    </a:solidFill>
                    <a:effectLst/>
                    <a:latin typeface="Cambria Math" panose="02040503050406030204" pitchFamily="18" charset="0"/>
                    <a:ea typeface="+mn-ea"/>
                    <a:cs typeface="+mn-cs"/>
                  </a:rPr>
                  <a:t>𝑥+𝑡</a:t>
                </a:r>
                <a:r>
                  <a:rPr lang="en-US" sz="1200" b="0" i="0" kern="1200" dirty="0">
                    <a:solidFill>
                      <a:schemeClr val="tx1"/>
                    </a:solidFill>
                    <a:effectLst/>
                    <a:latin typeface="Cambria Math" panose="02040503050406030204" pitchFamily="18" charset="0"/>
                    <a:ea typeface="+mn-ea"/>
                    <a:cs typeface="+mn-cs"/>
                  </a:rPr>
                  <a:t>∣</a:t>
                </a:r>
                <a:r>
                  <a:rPr lang="el-GR" sz="1200" b="0" i="0" kern="1200" dirty="0">
                    <a:solidFill>
                      <a:schemeClr val="tx1"/>
                    </a:solidFill>
                    <a:effectLst/>
                    <a:latin typeface="Cambria Math" panose="02040503050406030204" pitchFamily="18" charset="0"/>
                    <a:ea typeface="+mn-ea"/>
                    <a:cs typeface="+mn-cs"/>
                  </a:rPr>
                  <a:t>𝜉≥</a:t>
                </a:r>
                <a:r>
                  <a:rPr lang="en-US" sz="1200" b="0" i="0" kern="1200" dirty="0">
                    <a:solidFill>
                      <a:schemeClr val="tx1"/>
                    </a:solidFill>
                    <a:effectLst/>
                    <a:latin typeface="Cambria Math" panose="02040503050406030204" pitchFamily="18" charset="0"/>
                    <a:ea typeface="+mn-ea"/>
                    <a:cs typeface="+mn-cs"/>
                  </a:rPr>
                  <a:t>𝑡)</a:t>
                </a:r>
                <a:r>
                  <a:rPr lang="ru-RU"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t>
                </a:r>
                <a:r>
                  <a:rPr lang="ru-RU" sz="1200" b="0" i="0" kern="1200" dirty="0" err="1">
                    <a:solidFill>
                      <a:schemeClr val="tx1"/>
                    </a:solidFill>
                    <a:effectLst/>
                    <a:latin typeface="+mn-lt"/>
                    <a:ea typeface="+mn-ea"/>
                    <a:cs typeface="+mn-cs"/>
                  </a:rPr>
                  <a:t>обытие</a:t>
                </a:r>
                <a:r>
                  <a:rPr lang="ru-RU" sz="1200" b="0" i="0" kern="1200" dirty="0">
                    <a:solidFill>
                      <a:schemeClr val="tx1"/>
                    </a:solidFill>
                    <a:effectLst/>
                    <a:latin typeface="+mn-lt"/>
                    <a:ea typeface="+mn-ea"/>
                    <a:cs typeface="+mn-cs"/>
                  </a:rPr>
                  <a:t> </a:t>
                </a:r>
                <a:r>
                  <a:rPr lang="ru-RU" sz="1200" b="0" i="0" kern="1200" dirty="0">
                    <a:solidFill>
                      <a:schemeClr val="tx1"/>
                    </a:solidFill>
                    <a:effectLst/>
                    <a:latin typeface="Cambria Math" panose="02040503050406030204" pitchFamily="18" charset="0"/>
                    <a:ea typeface="+mn-ea"/>
                    <a:cs typeface="+mn-cs"/>
                  </a:rPr>
                  <a:t>{</a:t>
                </a:r>
                <a:r>
                  <a:rPr lang="en-US" sz="1200" b="0" i="0" kern="1200" dirty="0">
                    <a:solidFill>
                      <a:schemeClr val="tx1"/>
                    </a:solidFill>
                    <a:effectLst/>
                    <a:latin typeface="Cambria Math" panose="02040503050406030204" pitchFamily="18" charset="0"/>
                    <a:ea typeface="+mn-ea"/>
                    <a:cs typeface="+mn-cs"/>
                  </a:rPr>
                  <a:t>𝑡≤</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err="1">
                    <a:solidFill>
                      <a:schemeClr val="tx1"/>
                    </a:solidFill>
                    <a:effectLst/>
                    <a:latin typeface="Cambria Math" panose="02040503050406030204" pitchFamily="18" charset="0"/>
                    <a:ea typeface="+mn-ea"/>
                    <a:cs typeface="+mn-cs"/>
                  </a:rPr>
                  <a:t>𝑥+𝑡</a:t>
                </a:r>
                <a:r>
                  <a:rPr lang="en-US" sz="1200" b="0" i="0" kern="1200" dirty="0">
                    <a:solidFill>
                      <a:schemeClr val="tx1"/>
                    </a:solidFill>
                    <a:effectLst/>
                    <a:latin typeface="Cambria Math" panose="02040503050406030204" pitchFamily="18" charset="0"/>
                    <a:ea typeface="+mn-ea"/>
                    <a:cs typeface="+mn-cs"/>
                  </a:rPr>
                  <a:t>}</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уже включено в событие </a:t>
                </a:r>
                <a:r>
                  <a:rPr lang="ru-RU" sz="1200" b="0" i="0" kern="1200" dirty="0">
                    <a:solidFill>
                      <a:schemeClr val="tx1"/>
                    </a:solidFill>
                    <a:effectLst/>
                    <a:latin typeface="Cambria Math" panose="02040503050406030204" pitchFamily="18" charset="0"/>
                    <a:ea typeface="+mn-ea"/>
                    <a:cs typeface="+mn-cs"/>
                  </a:rPr>
                  <a:t>{</a:t>
                </a:r>
                <a:r>
                  <a:rPr lang="el-GR" sz="1200" b="0" i="0" kern="1200" dirty="0">
                    <a:solidFill>
                      <a:schemeClr val="tx1"/>
                    </a:solidFill>
                    <a:effectLst/>
                    <a:latin typeface="Cambria Math" panose="02040503050406030204" pitchFamily="18" charset="0"/>
                    <a:ea typeface="+mn-ea"/>
                    <a:cs typeface="+mn-cs"/>
                  </a:rPr>
                  <a:t>𝜉≥</a:t>
                </a:r>
                <a:r>
                  <a:rPr lang="en-US" sz="1200" b="0" i="0" kern="1200" dirty="0">
                    <a:solidFill>
                      <a:schemeClr val="tx1"/>
                    </a:solidFill>
                    <a:effectLst/>
                    <a:latin typeface="Cambria Math" panose="02040503050406030204" pitchFamily="18" charset="0"/>
                    <a:ea typeface="+mn-ea"/>
                    <a:cs typeface="+mn-cs"/>
                  </a:rPr>
                  <a:t>𝑡}</a:t>
                </a:r>
                <a:r>
                  <a:rPr lang="en-US" sz="1200" b="0" i="0" kern="1200" dirty="0">
                    <a:solidFill>
                      <a:schemeClr val="tx1"/>
                    </a:solidFill>
                    <a:effectLst/>
                    <a:latin typeface="+mn-lt"/>
                    <a:ea typeface="+mn-ea"/>
                    <a:cs typeface="+mn-cs"/>
                  </a:rPr>
                  <a:t> , </a:t>
                </a:r>
                <a:r>
                  <a:rPr lang="ru-RU" sz="1200" b="0" i="0" kern="1200" dirty="0">
                    <a:solidFill>
                      <a:schemeClr val="tx1"/>
                    </a:solidFill>
                    <a:effectLst/>
                    <a:latin typeface="+mn-lt"/>
                    <a:ea typeface="+mn-ea"/>
                    <a:cs typeface="+mn-cs"/>
                  </a:rPr>
                  <a:t>то есть пересечение: </a:t>
                </a:r>
                <a:r>
                  <a:rPr lang="ru-RU" sz="1200" b="0" i="0" kern="1200" dirty="0">
                    <a:solidFill>
                      <a:schemeClr val="tx1"/>
                    </a:solidFill>
                    <a:effectLst/>
                    <a:latin typeface="Cambria Math" panose="02040503050406030204" pitchFamily="18" charset="0"/>
                    <a:ea typeface="+mn-ea"/>
                    <a:cs typeface="+mn-cs"/>
                  </a:rPr>
                  <a:t>{</a:t>
                </a:r>
                <a:r>
                  <a:rPr lang="en-US" sz="1200" b="0" i="0" kern="1200" dirty="0">
                    <a:solidFill>
                      <a:schemeClr val="tx1"/>
                    </a:solidFill>
                    <a:effectLst/>
                    <a:latin typeface="Cambria Math" panose="02040503050406030204" pitchFamily="18" charset="0"/>
                    <a:ea typeface="+mn-ea"/>
                    <a:cs typeface="+mn-cs"/>
                  </a:rPr>
                  <a:t>𝑡≤</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err="1">
                    <a:solidFill>
                      <a:schemeClr val="tx1"/>
                    </a:solidFill>
                    <a:effectLst/>
                    <a:latin typeface="Cambria Math" panose="02040503050406030204" pitchFamily="18" charset="0"/>
                    <a:ea typeface="+mn-ea"/>
                    <a:cs typeface="+mn-cs"/>
                  </a:rPr>
                  <a:t>𝑥+𝑡</a:t>
                </a:r>
                <a:r>
                  <a:rPr lang="en-US" sz="1200" b="0" i="0" kern="1200" dirty="0">
                    <a:solidFill>
                      <a:schemeClr val="tx1"/>
                    </a:solidFill>
                    <a:effectLst/>
                    <a:latin typeface="Cambria Math" panose="02040503050406030204" pitchFamily="18" charset="0"/>
                    <a:ea typeface="+mn-ea"/>
                    <a:cs typeface="+mn-cs"/>
                  </a:rPr>
                  <a:t>}∩{</a:t>
                </a:r>
                <a:r>
                  <a:rPr lang="el-GR" sz="1200" b="0" i="0" kern="1200" dirty="0">
                    <a:solidFill>
                      <a:schemeClr val="tx1"/>
                    </a:solidFill>
                    <a:effectLst/>
                    <a:latin typeface="Cambria Math" panose="02040503050406030204" pitchFamily="18" charset="0"/>
                    <a:ea typeface="+mn-ea"/>
                    <a:cs typeface="+mn-cs"/>
                  </a:rPr>
                  <a:t>𝜉≥</a:t>
                </a:r>
                <a:r>
                  <a:rPr lang="en-US" sz="1200" b="0" i="0" kern="1200" dirty="0">
                    <a:solidFill>
                      <a:schemeClr val="tx1"/>
                    </a:solidFill>
                    <a:effectLst/>
                    <a:latin typeface="Cambria Math" panose="02040503050406030204" pitchFamily="18" charset="0"/>
                    <a:ea typeface="+mn-ea"/>
                    <a:cs typeface="+mn-cs"/>
                  </a:rPr>
                  <a:t>𝑡}={𝑡≤</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err="1">
                    <a:solidFill>
                      <a:schemeClr val="tx1"/>
                    </a:solidFill>
                    <a:effectLst/>
                    <a:latin typeface="Cambria Math" panose="02040503050406030204" pitchFamily="18" charset="0"/>
                    <a:ea typeface="+mn-ea"/>
                    <a:cs typeface="+mn-cs"/>
                  </a:rPr>
                  <a:t>𝑥+𝑡</a:t>
                </a:r>
                <a:r>
                  <a:rPr lang="en-US" sz="1200" b="0" i="0" kern="1200" dirty="0">
                    <a:solidFill>
                      <a:schemeClr val="tx1"/>
                    </a:solidFill>
                    <a:effectLst/>
                    <a:latin typeface="Cambria Math" panose="02040503050406030204" pitchFamily="18" charset="0"/>
                    <a:ea typeface="+mn-ea"/>
                    <a:cs typeface="+mn-cs"/>
                  </a:rPr>
                  <a:t>}</a:t>
                </a:r>
                <a:r>
                  <a:rPr lang="ru-RU"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Поэтому можно написать: </a:t>
                </a:r>
                <a:r>
                  <a:rPr lang="en-US" sz="1200" b="0" i="0" kern="1200" dirty="0">
                    <a:solidFill>
                      <a:schemeClr val="tx1"/>
                    </a:solidFill>
                    <a:effectLst/>
                    <a:latin typeface="Cambria Math" panose="02040503050406030204" pitchFamily="18" charset="0"/>
                    <a:ea typeface="+mn-ea"/>
                    <a:cs typeface="+mn-cs"/>
                  </a:rPr>
                  <a:t>𝑃(𝑡≤</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err="1">
                    <a:solidFill>
                      <a:schemeClr val="tx1"/>
                    </a:solidFill>
                    <a:effectLst/>
                    <a:latin typeface="Cambria Math" panose="02040503050406030204" pitchFamily="18" charset="0"/>
                    <a:ea typeface="+mn-ea"/>
                    <a:cs typeface="+mn-cs"/>
                  </a:rPr>
                  <a:t>𝑥+𝑡</a:t>
                </a:r>
                <a:r>
                  <a:rPr lang="en-US" sz="1200" b="0" i="0" kern="1200" dirty="0">
                    <a:solidFill>
                      <a:schemeClr val="tx1"/>
                    </a:solidFill>
                    <a:effectLst/>
                    <a:latin typeface="Cambria Math" panose="02040503050406030204" pitchFamily="18" charset="0"/>
                    <a:ea typeface="+mn-ea"/>
                    <a:cs typeface="+mn-cs"/>
                  </a:rPr>
                  <a:t>∣</a:t>
                </a:r>
                <a:r>
                  <a:rPr lang="el-GR" sz="1200" b="0" i="0" kern="1200" dirty="0">
                    <a:solidFill>
                      <a:schemeClr val="tx1"/>
                    </a:solidFill>
                    <a:effectLst/>
                    <a:latin typeface="Cambria Math" panose="02040503050406030204" pitchFamily="18" charset="0"/>
                    <a:ea typeface="+mn-ea"/>
                    <a:cs typeface="+mn-cs"/>
                  </a:rPr>
                  <a:t>𝜉≥</a:t>
                </a:r>
                <a:r>
                  <a:rPr lang="en-US" sz="1200" b="0" i="0" kern="1200" dirty="0">
                    <a:solidFill>
                      <a:schemeClr val="tx1"/>
                    </a:solidFill>
                    <a:effectLst/>
                    <a:latin typeface="Cambria Math" panose="02040503050406030204" pitchFamily="18" charset="0"/>
                    <a:ea typeface="+mn-ea"/>
                    <a:cs typeface="+mn-cs"/>
                  </a:rPr>
                  <a:t>𝑡)=𝑃(</a:t>
                </a:r>
                <a:r>
                  <a:rPr lang="el-GR" sz="1200" b="0" i="0" kern="1200" dirty="0">
                    <a:solidFill>
                      <a:schemeClr val="tx1"/>
                    </a:solidFill>
                    <a:effectLst/>
                    <a:latin typeface="Cambria Math" panose="02040503050406030204" pitchFamily="18" charset="0"/>
                    <a:ea typeface="+mn-ea"/>
                    <a:cs typeface="+mn-cs"/>
                  </a:rPr>
                  <a:t>𝜉≥</a:t>
                </a:r>
                <a:r>
                  <a:rPr lang="en-US" sz="1200" b="0" i="0" kern="1200" dirty="0">
                    <a:solidFill>
                      <a:schemeClr val="tx1"/>
                    </a:solidFill>
                    <a:effectLst/>
                    <a:latin typeface="Cambria Math" panose="02040503050406030204" pitchFamily="18" charset="0"/>
                    <a:ea typeface="+mn-ea"/>
                    <a:cs typeface="+mn-cs"/>
                  </a:rPr>
                  <a:t>𝑡)𝑃(𝑡≤</a:t>
                </a:r>
                <a:r>
                  <a:rPr lang="el-GR" sz="1200" b="0" i="0" kern="1200" dirty="0">
                    <a:solidFill>
                      <a:schemeClr val="tx1"/>
                    </a:solidFill>
                    <a:effectLst/>
                    <a:latin typeface="Cambria Math" panose="02040503050406030204" pitchFamily="18" charset="0"/>
                    <a:ea typeface="+mn-ea"/>
                    <a:cs typeface="+mn-cs"/>
                  </a:rPr>
                  <a:t>𝜉&lt;</a:t>
                </a:r>
                <a:r>
                  <a:rPr lang="en-US" sz="1200" b="0" i="0" kern="1200" dirty="0" err="1">
                    <a:solidFill>
                      <a:schemeClr val="tx1"/>
                    </a:solidFill>
                    <a:effectLst/>
                    <a:latin typeface="Cambria Math" panose="02040503050406030204" pitchFamily="18" charset="0"/>
                    <a:ea typeface="+mn-ea"/>
                    <a:cs typeface="+mn-cs"/>
                  </a:rPr>
                  <a:t>𝑥+𝑡</a:t>
                </a:r>
                <a:r>
                  <a:rPr lang="en-US" sz="1200" b="0" i="0" kern="1200" dirty="0">
                    <a:solidFill>
                      <a:schemeClr val="tx1"/>
                    </a:solidFill>
                    <a:effectLst/>
                    <a:latin typeface="Cambria Math" panose="02040503050406030204" pitchFamily="18" charset="0"/>
                    <a:ea typeface="+mn-ea"/>
                    <a:cs typeface="+mn-cs"/>
                  </a:rPr>
                  <a:t>)​</a:t>
                </a:r>
                <a:r>
                  <a:rPr lang="ru-RU" sz="1200" b="0" i="0" kern="1200" dirty="0">
                    <a:solidFill>
                      <a:schemeClr val="tx1"/>
                    </a:solidFill>
                    <a:effectLst/>
                    <a:latin typeface="+mn-lt"/>
                    <a:ea typeface="+mn-ea"/>
                    <a:cs typeface="+mn-cs"/>
                  </a:rPr>
                  <a:t>.</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Функция распределения определяется как: </a:t>
                </a:r>
                <a:r>
                  <a:rPr lang="ru-RU" sz="1200" b="0" i="0" kern="1200" dirty="0">
                    <a:solidFill>
                      <a:schemeClr val="tx1"/>
                    </a:solidFill>
                    <a:effectLst/>
                    <a:latin typeface="Cambria Math" panose="02040503050406030204" pitchFamily="18" charset="0"/>
                    <a:ea typeface="+mn-ea"/>
                    <a:cs typeface="+mn-cs"/>
                  </a:rPr>
                  <a:t>𝐹(𝑥)=𝑃(𝜉&lt;𝑥)</a:t>
                </a:r>
                <a:r>
                  <a:rPr lang="ru-RU" sz="1200" b="0" i="0" kern="1200" dirty="0">
                    <a:solidFill>
                      <a:schemeClr val="tx1"/>
                    </a:solidFill>
                    <a:effectLst/>
                    <a:latin typeface="+mn-lt"/>
                    <a:ea typeface="+mn-ea"/>
                    <a:cs typeface="+mn-cs"/>
                  </a:rPr>
                  <a:t>. Тогда: </a:t>
                </a:r>
                <a:r>
                  <a:rPr lang="ru-RU" sz="1200" b="0" i="0" kern="1200" dirty="0">
                    <a:solidFill>
                      <a:schemeClr val="tx1"/>
                    </a:solidFill>
                    <a:effectLst/>
                    <a:latin typeface="Cambria Math" panose="02040503050406030204" pitchFamily="18" charset="0"/>
                    <a:ea typeface="+mn-ea"/>
                    <a:cs typeface="+mn-cs"/>
                  </a:rPr>
                  <a:t>𝐹(</a:t>
                </a:r>
                <a:r>
                  <a:rPr lang="ru-RU" sz="1200" b="0" i="0" kern="1200" dirty="0" err="1">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Cambria Math" panose="02040503050406030204" pitchFamily="18" charset="0"/>
                    <a:ea typeface="+mn-ea"/>
                    <a:cs typeface="+mn-cs"/>
                  </a:rPr>
                  <a:t>)=𝑃(𝜉&lt;</a:t>
                </a:r>
                <a:r>
                  <a:rPr lang="ru-RU" sz="1200" b="0" i="0" kern="1200" dirty="0" err="1">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Cambria Math" panose="02040503050406030204" pitchFamily="18" charset="0"/>
                    <a:ea typeface="+mn-ea"/>
                    <a:cs typeface="+mn-cs"/>
                  </a:rPr>
                  <a:t>)</a:t>
                </a:r>
                <a:r>
                  <a:rPr lang="ru-RU" sz="1200" b="0" i="0" kern="1200" dirty="0">
                    <a:solidFill>
                      <a:schemeClr val="tx1"/>
                    </a:solidFill>
                    <a:effectLst/>
                    <a:latin typeface="+mn-lt"/>
                    <a:ea typeface="+mn-ea"/>
                    <a:cs typeface="+mn-cs"/>
                  </a:rPr>
                  <a:t> и </a:t>
                </a:r>
                <a:r>
                  <a:rPr lang="ru-RU" sz="1200" b="0" i="0" kern="1200" dirty="0">
                    <a:solidFill>
                      <a:schemeClr val="tx1"/>
                    </a:solidFill>
                    <a:effectLst/>
                    <a:latin typeface="Cambria Math" panose="02040503050406030204" pitchFamily="18" charset="0"/>
                    <a:ea typeface="+mn-ea"/>
                    <a:cs typeface="+mn-cs"/>
                  </a:rPr>
                  <a:t>𝐹(𝑡)=𝑃(𝜉&lt;𝑡)</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Разность: </a:t>
                </a:r>
                <a:r>
                  <a:rPr lang="ru-RU" sz="1200" b="0" i="0" kern="1200" dirty="0">
                    <a:solidFill>
                      <a:schemeClr val="tx1"/>
                    </a:solidFill>
                    <a:effectLst/>
                    <a:latin typeface="Cambria Math" panose="02040503050406030204" pitchFamily="18" charset="0"/>
                    <a:ea typeface="+mn-ea"/>
                    <a:cs typeface="+mn-cs"/>
                  </a:rPr>
                  <a:t>𝐹(</a:t>
                </a:r>
                <a:r>
                  <a:rPr lang="ru-RU" sz="1200" b="0" i="0" kern="1200" dirty="0" err="1">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Cambria Math" panose="02040503050406030204" pitchFamily="18" charset="0"/>
                    <a:ea typeface="+mn-ea"/>
                    <a:cs typeface="+mn-cs"/>
                  </a:rPr>
                  <a:t>)−𝐹(𝑡)=𝑃(𝜉&lt;</a:t>
                </a:r>
                <a:r>
                  <a:rPr lang="ru-RU" sz="1200" b="0" i="0" kern="1200" dirty="0" err="1">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Cambria Math" panose="02040503050406030204" pitchFamily="18" charset="0"/>
                    <a:ea typeface="+mn-ea"/>
                    <a:cs typeface="+mn-cs"/>
                  </a:rPr>
                  <a:t>)−𝑃(𝜉&lt;𝑡)</a:t>
                </a:r>
                <a:r>
                  <a:rPr lang="ru-RU" sz="1200" b="0" i="0" kern="1200" dirty="0">
                    <a:solidFill>
                      <a:schemeClr val="tx1"/>
                    </a:solidFill>
                    <a:effectLst/>
                    <a:latin typeface="+mn-lt"/>
                    <a:ea typeface="+mn-ea"/>
                    <a:cs typeface="+mn-cs"/>
                  </a:rPr>
                  <a:t>. Это разность вероятностей: "меньше </a:t>
                </a:r>
                <a:r>
                  <a:rPr lang="ru-RU" sz="1200" b="0" i="0" kern="1200" dirty="0">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mn-lt"/>
                    <a:ea typeface="+mn-ea"/>
                    <a:cs typeface="+mn-cs"/>
                  </a:rPr>
                  <a:t> " минус "меньше </a:t>
                </a:r>
                <a:r>
                  <a:rPr lang="ru-RU" sz="1200" b="0" i="0" kern="1200" dirty="0">
                    <a:solidFill>
                      <a:schemeClr val="tx1"/>
                    </a:solidFill>
                    <a:effectLst/>
                    <a:latin typeface="Cambria Math" panose="02040503050406030204" pitchFamily="18" charset="0"/>
                    <a:ea typeface="+mn-ea"/>
                    <a:cs typeface="+mn-cs"/>
                  </a:rPr>
                  <a:t>𝑡</a:t>
                </a:r>
                <a:r>
                  <a:rPr lang="ru-RU" sz="1200" b="0" i="0" kern="1200" dirty="0">
                    <a:solidFill>
                      <a:schemeClr val="tx1"/>
                    </a:solidFill>
                    <a:effectLst/>
                    <a:latin typeface="+mn-lt"/>
                    <a:ea typeface="+mn-ea"/>
                    <a:cs typeface="+mn-cs"/>
                  </a:rPr>
                  <a:t> " ⇒ остаётся вероятность того, что </a:t>
                </a:r>
                <a:r>
                  <a:rPr lang="ru-RU"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mn-lt"/>
                    <a:ea typeface="+mn-ea"/>
                    <a:cs typeface="+mn-cs"/>
                  </a:rPr>
                  <a:t> лежит между </a:t>
                </a:r>
                <a:r>
                  <a:rPr lang="ru-RU" sz="1200" b="0" i="0" kern="1200" dirty="0">
                    <a:solidFill>
                      <a:schemeClr val="tx1"/>
                    </a:solidFill>
                    <a:effectLst/>
                    <a:latin typeface="Cambria Math" panose="02040503050406030204" pitchFamily="18" charset="0"/>
                    <a:ea typeface="+mn-ea"/>
                    <a:cs typeface="+mn-cs"/>
                  </a:rPr>
                  <a:t>𝑡</a:t>
                </a:r>
                <a:r>
                  <a:rPr lang="ru-RU" sz="1200" b="0" i="0" kern="1200" dirty="0">
                    <a:solidFill>
                      <a:schemeClr val="tx1"/>
                    </a:solidFill>
                    <a:effectLst/>
                    <a:latin typeface="+mn-lt"/>
                    <a:ea typeface="+mn-ea"/>
                    <a:cs typeface="+mn-cs"/>
                  </a:rPr>
                  <a:t> и </a:t>
                </a:r>
                <a:r>
                  <a:rPr lang="ru-RU" sz="1200" b="0" i="0" kern="1200" dirty="0">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mn-lt"/>
                    <a:ea typeface="+mn-ea"/>
                    <a:cs typeface="+mn-cs"/>
                  </a:rPr>
                  <a:t> то есть: </a:t>
                </a:r>
                <a:r>
                  <a:rPr lang="ru-RU" sz="1200" b="0" i="0" kern="1200" dirty="0">
                    <a:solidFill>
                      <a:schemeClr val="tx1"/>
                    </a:solidFill>
                    <a:effectLst/>
                    <a:latin typeface="Cambria Math" panose="02040503050406030204" pitchFamily="18" charset="0"/>
                    <a:ea typeface="+mn-ea"/>
                    <a:cs typeface="+mn-cs"/>
                  </a:rPr>
                  <a:t>𝐹(</a:t>
                </a:r>
                <a:r>
                  <a:rPr lang="ru-RU" sz="1200" b="0" i="0" kern="1200" dirty="0" err="1">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Cambria Math" panose="02040503050406030204" pitchFamily="18" charset="0"/>
                    <a:ea typeface="+mn-ea"/>
                    <a:cs typeface="+mn-cs"/>
                  </a:rPr>
                  <a:t>)−𝐹(𝑡)=𝑃(</a:t>
                </a:r>
                <a:r>
                  <a:rPr lang="ru-RU" sz="1200" b="0" i="0" kern="1200" dirty="0" err="1">
                    <a:solidFill>
                      <a:schemeClr val="tx1"/>
                    </a:solidFill>
                    <a:effectLst/>
                    <a:latin typeface="Cambria Math" panose="02040503050406030204" pitchFamily="18" charset="0"/>
                    <a:ea typeface="+mn-ea"/>
                    <a:cs typeface="+mn-cs"/>
                  </a:rPr>
                  <a:t>𝑡≤𝜉</a:t>
                </a:r>
                <a:r>
                  <a:rPr lang="ru-RU" sz="1200" b="0" i="0" kern="1200" dirty="0">
                    <a:solidFill>
                      <a:schemeClr val="tx1"/>
                    </a:solidFill>
                    <a:effectLst/>
                    <a:latin typeface="Cambria Math" panose="02040503050406030204" pitchFamily="18" charset="0"/>
                    <a:ea typeface="+mn-ea"/>
                    <a:cs typeface="+mn-cs"/>
                  </a:rPr>
                  <a:t>&lt;</a:t>
                </a:r>
                <a:r>
                  <a:rPr lang="ru-RU" sz="1200" b="0" i="0" kern="1200" dirty="0" err="1">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Cambria Math" panose="02040503050406030204" pitchFamily="18" charset="0"/>
                    <a:ea typeface="+mn-ea"/>
                    <a:cs typeface="+mn-cs"/>
                  </a:rPr>
                  <a:t>)</a:t>
                </a:r>
                <a:r>
                  <a:rPr lang="ru-RU" sz="1200" b="0" i="0" kern="1200" dirty="0">
                    <a:solidFill>
                      <a:schemeClr val="tx1"/>
                    </a:solidFill>
                    <a:effectLst/>
                    <a:latin typeface="+mn-lt"/>
                    <a:ea typeface="+mn-ea"/>
                    <a:cs typeface="+mn-cs"/>
                  </a:rPr>
                  <a:t>.</a:t>
                </a:r>
              </a:p>
              <a:p>
                <a:r>
                  <a:rPr lang="ru-RU" sz="1200" b="0" i="0" kern="1200" dirty="0" err="1">
                    <a:solidFill>
                      <a:schemeClr val="tx1"/>
                    </a:solidFill>
                    <a:effectLst/>
                    <a:latin typeface="+mn-lt"/>
                    <a:ea typeface="+mn-ea"/>
                    <a:cs typeface="+mn-cs"/>
                  </a:rPr>
                  <a:t>Обратитн</a:t>
                </a:r>
                <a:r>
                  <a:rPr lang="ru-RU" sz="1200" b="0" i="0" kern="1200" dirty="0">
                    <a:solidFill>
                      <a:schemeClr val="tx1"/>
                    </a:solidFill>
                    <a:effectLst/>
                    <a:latin typeface="+mn-lt"/>
                    <a:ea typeface="+mn-ea"/>
                    <a:cs typeface="+mn-cs"/>
                  </a:rPr>
                  <a:t> внимание на то, что тут в знании о том, что </a:t>
                </a:r>
                <a:r>
                  <a:rPr lang="ru-RU"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mn-lt"/>
                    <a:ea typeface="+mn-ea"/>
                    <a:cs typeface="+mn-cs"/>
                  </a:rPr>
                  <a:t> не меньше </a:t>
                </a:r>
                <a:r>
                  <a:rPr lang="ru-RU" sz="1200" b="0" i="0" kern="1200" dirty="0">
                    <a:solidFill>
                      <a:schemeClr val="tx1"/>
                    </a:solidFill>
                    <a:effectLst/>
                    <a:latin typeface="Cambria Math" panose="02040503050406030204" pitchFamily="18" charset="0"/>
                    <a:ea typeface="+mn-ea"/>
                    <a:cs typeface="+mn-cs"/>
                  </a:rPr>
                  <a:t>𝑡</a:t>
                </a:r>
                <a:r>
                  <a:rPr lang="ru-RU" sz="1200" b="0" i="0" kern="1200" dirty="0">
                    <a:solidFill>
                      <a:schemeClr val="tx1"/>
                    </a:solidFill>
                    <a:effectLst/>
                    <a:latin typeface="+mn-lt"/>
                    <a:ea typeface="+mn-ea"/>
                    <a:cs typeface="+mn-cs"/>
                  </a:rPr>
                  <a:t> , участвует вероятность равенства нулю для непрерывных величин (например, </a:t>
                </a:r>
                <a:r>
                  <a:rPr lang="ru-RU" sz="1200" b="0" i="0" kern="1200" dirty="0">
                    <a:solidFill>
                      <a:schemeClr val="tx1"/>
                    </a:solidFill>
                    <a:effectLst/>
                    <a:latin typeface="Cambria Math" panose="02040503050406030204" pitchFamily="18" charset="0"/>
                    <a:ea typeface="+mn-ea"/>
                    <a:cs typeface="+mn-cs"/>
                  </a:rPr>
                  <a:t>𝑃(𝜉=𝑡)=0 </a:t>
                </a:r>
                <a:r>
                  <a:rPr lang="ru-RU" sz="1200" b="0" i="0" kern="1200" dirty="0">
                    <a:solidFill>
                      <a:schemeClr val="tx1"/>
                    </a:solidFill>
                    <a:effectLst/>
                    <a:latin typeface="+mn-lt"/>
                    <a:ea typeface="+mn-ea"/>
                    <a:cs typeface="+mn-cs"/>
                  </a:rPr>
                  <a:t>).</a:t>
                </a:r>
              </a:p>
              <a:p>
                <a:r>
                  <a:rPr lang="ru-RU" sz="1200" b="0" i="0" kern="1200" dirty="0">
                    <a:solidFill>
                      <a:schemeClr val="tx1"/>
                    </a:solidFill>
                    <a:effectLst/>
                    <a:latin typeface="Cambria Math" panose="02040503050406030204" pitchFamily="18" charset="0"/>
                    <a:ea typeface="+mn-ea"/>
                    <a:cs typeface="+mn-cs"/>
                  </a:rPr>
                  <a:t>𝑃(𝜉&lt;</a:t>
                </a:r>
                <a:r>
                  <a:rPr lang="ru-RU" sz="1200" b="0" i="0" kern="1200" dirty="0" err="1">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Cambria Math" panose="02040503050406030204" pitchFamily="18" charset="0"/>
                    <a:ea typeface="+mn-ea"/>
                    <a:cs typeface="+mn-cs"/>
                  </a:rPr>
                  <a:t>)</a:t>
                </a:r>
                <a:r>
                  <a:rPr lang="ru-RU" sz="1200" b="0" i="0" kern="1200" dirty="0">
                    <a:solidFill>
                      <a:schemeClr val="tx1"/>
                    </a:solidFill>
                    <a:effectLst/>
                    <a:latin typeface="+mn-lt"/>
                    <a:ea typeface="+mn-ea"/>
                    <a:cs typeface="+mn-cs"/>
                  </a:rPr>
                  <a:t> — это вероятность, что </a:t>
                </a:r>
                <a:r>
                  <a:rPr lang="ru-RU"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mn-lt"/>
                    <a:ea typeface="+mn-ea"/>
                    <a:cs typeface="+mn-cs"/>
                  </a:rPr>
                  <a:t> меньше </a:t>
                </a:r>
                <a:r>
                  <a:rPr lang="ru-RU" sz="1200" b="0" i="0" kern="1200" dirty="0">
                    <a:solidFill>
                      <a:schemeClr val="tx1"/>
                    </a:solidFill>
                    <a:effectLst/>
                    <a:latin typeface="Cambria Math" panose="02040503050406030204" pitchFamily="18" charset="0"/>
                    <a:ea typeface="+mn-ea"/>
                    <a:cs typeface="+mn-cs"/>
                  </a:rPr>
                  <a:t>𝑥+𝑡</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Cambria Math" panose="02040503050406030204" pitchFamily="18" charset="0"/>
                    <a:ea typeface="+mn-ea"/>
                    <a:cs typeface="+mn-cs"/>
                  </a:rPr>
                  <a:t>𝑃(𝜉&lt;𝑡)</a:t>
                </a:r>
                <a:r>
                  <a:rPr lang="ru-RU" sz="1200" b="0" i="0" kern="1200" dirty="0">
                    <a:solidFill>
                      <a:schemeClr val="tx1"/>
                    </a:solidFill>
                    <a:effectLst/>
                    <a:latin typeface="+mn-lt"/>
                    <a:ea typeface="+mn-ea"/>
                    <a:cs typeface="+mn-cs"/>
                  </a:rPr>
                  <a:t> — это вероятность, что </a:t>
                </a:r>
                <a:r>
                  <a:rPr lang="ru-RU"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mn-lt"/>
                    <a:ea typeface="+mn-ea"/>
                    <a:cs typeface="+mn-cs"/>
                  </a:rPr>
                  <a:t> меньше </a:t>
                </a:r>
                <a:r>
                  <a:rPr lang="ru-RU" sz="1200" b="0" i="0" kern="1200" dirty="0">
                    <a:solidFill>
                      <a:schemeClr val="tx1"/>
                    </a:solidFill>
                    <a:effectLst/>
                    <a:latin typeface="Cambria Math" panose="02040503050406030204" pitchFamily="18" charset="0"/>
                    <a:ea typeface="+mn-ea"/>
                    <a:cs typeface="+mn-cs"/>
                  </a:rPr>
                  <a:t>𝑡</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Разность — это вероятность, что </a:t>
                </a:r>
                <a:r>
                  <a:rPr lang="ru-RU" sz="1200" b="0" i="0" kern="1200" dirty="0">
                    <a:solidFill>
                      <a:schemeClr val="tx1"/>
                    </a:solidFill>
                    <a:effectLst/>
                    <a:latin typeface="Cambria Math" panose="02040503050406030204" pitchFamily="18" charset="0"/>
                    <a:ea typeface="+mn-ea"/>
                    <a:cs typeface="+mn-cs"/>
                  </a:rPr>
                  <a:t>𝜉 </a:t>
                </a:r>
                <a:r>
                  <a:rPr lang="ru-RU" sz="1200" b="0" i="0" kern="1200" dirty="0">
                    <a:solidFill>
                      <a:schemeClr val="tx1"/>
                    </a:solidFill>
                    <a:effectLst/>
                    <a:latin typeface="+mn-lt"/>
                    <a:ea typeface="+mn-ea"/>
                    <a:cs typeface="+mn-cs"/>
                  </a:rPr>
                  <a:t>находится между </a:t>
                </a:r>
                <a:r>
                  <a:rPr lang="ru-RU" sz="1200" b="0" i="0" kern="1200" dirty="0">
                    <a:solidFill>
                      <a:schemeClr val="tx1"/>
                    </a:solidFill>
                    <a:effectLst/>
                    <a:latin typeface="Cambria Math" panose="02040503050406030204" pitchFamily="18" charset="0"/>
                    <a:ea typeface="+mn-ea"/>
                    <a:cs typeface="+mn-cs"/>
                  </a:rPr>
                  <a:t>𝑡</a:t>
                </a:r>
                <a:r>
                  <a:rPr lang="ru-RU" sz="1200" b="0" i="0" kern="1200" dirty="0">
                    <a:solidFill>
                      <a:schemeClr val="tx1"/>
                    </a:solidFill>
                    <a:effectLst/>
                    <a:latin typeface="+mn-lt"/>
                    <a:ea typeface="+mn-ea"/>
                    <a:cs typeface="+mn-cs"/>
                  </a:rPr>
                  <a:t> и </a:t>
                </a:r>
                <a:r>
                  <a:rPr lang="ru-RU" sz="1200" b="0" i="0" kern="1200" dirty="0">
                    <a:solidFill>
                      <a:schemeClr val="tx1"/>
                    </a:solidFill>
                    <a:effectLst/>
                    <a:latin typeface="Cambria Math" panose="02040503050406030204" pitchFamily="18" charset="0"/>
                    <a:ea typeface="+mn-ea"/>
                    <a:cs typeface="+mn-cs"/>
                  </a:rPr>
                  <a:t>𝑥+𝑡</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А так как </a:t>
                </a:r>
                <a:r>
                  <a:rPr lang="ru-RU" sz="1200" b="0" i="0" kern="1200" dirty="0">
                    <a:solidFill>
                      <a:schemeClr val="tx1"/>
                    </a:solidFill>
                    <a:effectLst/>
                    <a:latin typeface="Cambria Math" panose="02040503050406030204" pitchFamily="18" charset="0"/>
                    <a:ea typeface="+mn-ea"/>
                    <a:cs typeface="+mn-cs"/>
                  </a:rPr>
                  <a:t>𝑃(𝜉=𝑡)=0 </a:t>
                </a:r>
                <a:r>
                  <a:rPr lang="ru-RU" sz="1200" b="0" i="0" kern="1200" dirty="0">
                    <a:solidFill>
                      <a:schemeClr val="tx1"/>
                    </a:solidFill>
                    <a:effectLst/>
                    <a:latin typeface="+mn-lt"/>
                    <a:ea typeface="+mn-ea"/>
                    <a:cs typeface="+mn-cs"/>
                  </a:rPr>
                  <a:t>(для непрерывного распределения), то: </a:t>
                </a:r>
                <a:r>
                  <a:rPr lang="ru-RU" sz="1200" b="0" i="0" kern="1200" dirty="0">
                    <a:solidFill>
                      <a:schemeClr val="tx1"/>
                    </a:solidFill>
                    <a:effectLst/>
                    <a:latin typeface="Cambria Math" panose="02040503050406030204" pitchFamily="18" charset="0"/>
                    <a:ea typeface="+mn-ea"/>
                    <a:cs typeface="+mn-cs"/>
                  </a:rPr>
                  <a:t>𝑃(</a:t>
                </a:r>
                <a:r>
                  <a:rPr lang="ru-RU" sz="1200" b="0" i="0" kern="1200" dirty="0" err="1">
                    <a:solidFill>
                      <a:schemeClr val="tx1"/>
                    </a:solidFill>
                    <a:effectLst/>
                    <a:latin typeface="Cambria Math" panose="02040503050406030204" pitchFamily="18" charset="0"/>
                    <a:ea typeface="+mn-ea"/>
                    <a:cs typeface="+mn-cs"/>
                  </a:rPr>
                  <a:t>𝑡≤𝜉</a:t>
                </a:r>
                <a:r>
                  <a:rPr lang="ru-RU" sz="1200" b="0" i="0" kern="1200" dirty="0">
                    <a:solidFill>
                      <a:schemeClr val="tx1"/>
                    </a:solidFill>
                    <a:effectLst/>
                    <a:latin typeface="Cambria Math" panose="02040503050406030204" pitchFamily="18" charset="0"/>
                    <a:ea typeface="+mn-ea"/>
                    <a:cs typeface="+mn-cs"/>
                  </a:rPr>
                  <a:t>&lt;</a:t>
                </a:r>
                <a:r>
                  <a:rPr lang="ru-RU" sz="1200" b="0" i="0" kern="1200" dirty="0" err="1">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Cambria Math" panose="02040503050406030204" pitchFamily="18" charset="0"/>
                    <a:ea typeface="+mn-ea"/>
                    <a:cs typeface="+mn-cs"/>
                  </a:rPr>
                  <a:t>)=𝑃(𝑡&lt;𝜉&lt;</a:t>
                </a:r>
                <a:r>
                  <a:rPr lang="ru-RU" sz="1200" b="0" i="0" kern="1200" dirty="0" err="1">
                    <a:solidFill>
                      <a:schemeClr val="tx1"/>
                    </a:solidFill>
                    <a:effectLst/>
                    <a:latin typeface="Cambria Math" panose="02040503050406030204" pitchFamily="18" charset="0"/>
                    <a:ea typeface="+mn-ea"/>
                    <a:cs typeface="+mn-cs"/>
                  </a:rPr>
                  <a:t>𝑥+𝑡</a:t>
                </a:r>
                <a:r>
                  <a:rPr lang="ru-RU" sz="1200" b="0" i="0" kern="1200" dirty="0">
                    <a:solidFill>
                      <a:schemeClr val="tx1"/>
                    </a:solidFill>
                    <a:effectLst/>
                    <a:latin typeface="Cambria Math" panose="02040503050406030204" pitchFamily="18" charset="0"/>
                    <a:ea typeface="+mn-ea"/>
                    <a:cs typeface="+mn-cs"/>
                  </a:rPr>
                  <a:t>)</a:t>
                </a:r>
                <a:endParaRPr lang="ru-RU"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br>
                  <a:rPr lang="en-US" dirty="0"/>
                </a:br>
                <a:endParaRPr lang="ru-RU" dirty="0"/>
              </a:p>
            </p:txBody>
          </p:sp>
        </mc:Fallback>
      </mc:AlternateContent>
      <p:sp>
        <p:nvSpPr>
          <p:cNvPr id="4" name="Номер слайда 3"/>
          <p:cNvSpPr>
            <a:spLocks noGrp="1"/>
          </p:cNvSpPr>
          <p:nvPr>
            <p:ph type="sldNum" sz="quarter" idx="5"/>
          </p:nvPr>
        </p:nvSpPr>
        <p:spPr/>
        <p:txBody>
          <a:bodyPr/>
          <a:lstStyle/>
          <a:p>
            <a:fld id="{0D315D47-7E78-4758-B888-FA06178A4D3C}" type="slidenum">
              <a:rPr lang="ru-RU" smtClean="0"/>
              <a:t>19</a:t>
            </a:fld>
            <a:endParaRPr lang="ru-RU"/>
          </a:p>
        </p:txBody>
      </p:sp>
    </p:spTree>
    <p:extLst>
      <p:ext uri="{BB962C8B-B14F-4D97-AF65-F5344CB8AC3E}">
        <p14:creationId xmlns:p14="http://schemas.microsoft.com/office/powerpoint/2010/main" val="3063047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endParaRPr lang="ru-RU" dirty="0"/>
              </a:p>
            </p:txBody>
          </p:sp>
        </mc:Choice>
        <mc:Fallback xmlns="">
          <p:sp>
            <p:nvSpPr>
              <p:cNvPr id="3" name="Заметки 2"/>
              <p:cNvSpPr>
                <a:spLocks noGrp="1"/>
              </p:cNvSpPr>
              <p:nvPr>
                <p:ph type="body" idx="1"/>
              </p:nvPr>
            </p:nvSpPr>
            <p:spPr/>
            <p:txBody>
              <a:bodyPr/>
              <a:lstStyle/>
              <a:p>
                <a:r>
                  <a:rPr lang="ru-RU" dirty="0"/>
                  <a:t>Функция Лапласа это плотность</a:t>
                </a:r>
                <a:r>
                  <a:rPr lang="en-US" dirty="0"/>
                  <a:t> </a:t>
                </a:r>
                <a:r>
                  <a:rPr lang="ru-RU" dirty="0"/>
                  <a:t>нормально распределенной случайной величины, сдвинутой на </a:t>
                </a:r>
                <a:r>
                  <a:rPr lang="en-US" dirty="0"/>
                  <a:t>1/2</a:t>
                </a:r>
                <a:r>
                  <a:rPr lang="ru-RU" dirty="0"/>
                  <a:t>. </a:t>
                </a:r>
                <a:endParaRPr lang="en-US" dirty="0"/>
              </a:p>
              <a:p>
                <a:r>
                  <a:rPr lang="en-US" sz="1200" b="0" i="0" kern="1200" dirty="0">
                    <a:solidFill>
                      <a:schemeClr val="tx1"/>
                    </a:solidFill>
                    <a:effectLst/>
                    <a:latin typeface="Cambria Math" panose="02040503050406030204" pitchFamily="18" charset="0"/>
                    <a:ea typeface="+mn-ea"/>
                    <a:cs typeface="+mn-cs"/>
                  </a:rPr>
                  <a:t>𝑑𝑡=</a:t>
                </a:r>
                <a:r>
                  <a:rPr lang="en-US" sz="1200" b="0" i="0" kern="1200" dirty="0" err="1">
                    <a:solidFill>
                      <a:schemeClr val="tx1"/>
                    </a:solidFill>
                    <a:effectLst/>
                    <a:latin typeface="Cambria Math" panose="02040503050406030204" pitchFamily="18" charset="0"/>
                    <a:ea typeface="+mn-ea"/>
                    <a:cs typeface="+mn-cs"/>
                  </a:rPr>
                  <a:t>𝑑</a:t>
                </a:r>
                <a:r>
                  <a:rPr lang="en-US" sz="1200" b="0" i="0" kern="1200" dirty="0">
                    <a:solidFill>
                      <a:schemeClr val="tx1"/>
                    </a:solidFill>
                    <a:effectLst/>
                    <a:latin typeface="Cambria Math" panose="02040503050406030204" pitchFamily="18" charset="0"/>
                    <a:ea typeface="+mn-ea"/>
                    <a:cs typeface="+mn-cs"/>
                  </a:rPr>
                  <a:t>/𝑑𝑥 ​(</a:t>
                </a:r>
                <a:r>
                  <a:rPr lang="el-GR" sz="1200" b="0" i="0" kern="1200" dirty="0">
                    <a:solidFill>
                      <a:schemeClr val="tx1"/>
                    </a:solidFill>
                    <a:effectLst/>
                    <a:latin typeface="Cambria Math" panose="02040503050406030204" pitchFamily="18" charset="0"/>
                    <a:ea typeface="+mn-ea"/>
                    <a:cs typeface="+mn-cs"/>
                  </a:rPr>
                  <a:t>𝜎</a:t>
                </a:r>
                <a:r>
                  <a:rPr lang="en-US" sz="1200" b="0" i="0" kern="1200" dirty="0">
                    <a:solidFill>
                      <a:schemeClr val="tx1"/>
                    </a:solidFill>
                    <a:effectLst/>
                    <a:latin typeface="Cambria Math" panose="02040503050406030204" pitchFamily="18" charset="0"/>
                    <a:ea typeface="+mn-ea"/>
                    <a:cs typeface="+mn-cs"/>
                  </a:rPr>
                  <a:t>𝑥+</a:t>
                </a:r>
                <a:r>
                  <a:rPr lang="el-GR" sz="1200" b="0" i="0" kern="1200" dirty="0">
                    <a:solidFill>
                      <a:schemeClr val="tx1"/>
                    </a:solidFill>
                    <a:effectLst/>
                    <a:latin typeface="Cambria Math" panose="02040503050406030204" pitchFamily="18" charset="0"/>
                    <a:ea typeface="+mn-ea"/>
                    <a:cs typeface="+mn-cs"/>
                  </a:rPr>
                  <a:t>𝜇)</a:t>
                </a:r>
                <a:r>
                  <a:rPr lang="en-US" sz="1200" b="0" i="0" kern="1200" dirty="0">
                    <a:solidFill>
                      <a:schemeClr val="tx1"/>
                    </a:solidFill>
                    <a:effectLst/>
                    <a:latin typeface="Cambria Math" panose="02040503050406030204" pitchFamily="18" charset="0"/>
                    <a:ea typeface="+mn-ea"/>
                    <a:cs typeface="+mn-cs"/>
                  </a:rPr>
                  <a:t>𝑑𝑥=</a:t>
                </a:r>
                <a:r>
                  <a:rPr lang="el-GR" sz="1200" b="0" i="0" kern="1200" dirty="0">
                    <a:solidFill>
                      <a:schemeClr val="tx1"/>
                    </a:solidFill>
                    <a:effectLst/>
                    <a:latin typeface="Cambria Math" panose="02040503050406030204" pitchFamily="18" charset="0"/>
                    <a:ea typeface="+mn-ea"/>
                    <a:cs typeface="+mn-cs"/>
                  </a:rPr>
                  <a:t>𝜎</a:t>
                </a:r>
                <a:r>
                  <a:rPr lang="en-US" sz="1200" b="0" i="0" kern="1200" dirty="0">
                    <a:solidFill>
                      <a:schemeClr val="tx1"/>
                    </a:solidFill>
                    <a:effectLst/>
                    <a:latin typeface="Cambria Math" panose="02040503050406030204" pitchFamily="18" charset="0"/>
                    <a:ea typeface="+mn-ea"/>
                    <a:cs typeface="+mn-cs"/>
                  </a:rPr>
                  <a:t>𝑑𝑥</a:t>
                </a:r>
                <a:r>
                  <a:rPr lang="en-US" dirty="0"/>
                  <a:t>, </a:t>
                </a:r>
                <a:r>
                  <a:rPr lang="en-US" sz="1200" i="0" kern="1200" dirty="0">
                    <a:solidFill>
                      <a:schemeClr val="tx1"/>
                    </a:solidFill>
                    <a:effectLst/>
                    <a:latin typeface="Cambria Math" panose="02040503050406030204" pitchFamily="18" charset="0"/>
                    <a:ea typeface="+mn-ea"/>
                    <a:cs typeface="+mn-cs"/>
                  </a:rPr>
                  <a:t>𝑥</a:t>
                </a:r>
                <a:r>
                  <a:rPr lang="en-US" i="0" dirty="0">
                    <a:effectLst/>
                    <a:latin typeface="Cambria Math" panose="02040503050406030204" pitchFamily="18" charset="0"/>
                  </a:rPr>
                  <a:t>=</a:t>
                </a:r>
                <a:r>
                  <a:rPr lang="en-US" sz="1200" b="0" i="0" kern="1200" dirty="0">
                    <a:solidFill>
                      <a:schemeClr val="tx1"/>
                    </a:solidFill>
                    <a:effectLst/>
                    <a:latin typeface="Cambria Math" panose="02040503050406030204" pitchFamily="18" charset="0"/>
                    <a:ea typeface="+mn-ea"/>
                    <a:cs typeface="+mn-cs"/>
                  </a:rPr>
                  <a:t>(𝑎−</a:t>
                </a:r>
                <a:r>
                  <a:rPr lang="el-GR" sz="1200" b="0" i="0" kern="1200" dirty="0">
                    <a:solidFill>
                      <a:schemeClr val="tx1"/>
                    </a:solidFill>
                    <a:effectLst/>
                    <a:latin typeface="Cambria Math" panose="02040503050406030204" pitchFamily="18" charset="0"/>
                    <a:ea typeface="+mn-ea"/>
                    <a:cs typeface="+mn-cs"/>
                  </a:rPr>
                  <a:t>𝜇</a:t>
                </a:r>
                <a:r>
                  <a:rPr lang="en-US" sz="1200" b="0" i="0" kern="1200" dirty="0">
                    <a:solidFill>
                      <a:schemeClr val="tx1"/>
                    </a:solidFill>
                    <a:effectLst/>
                    <a:latin typeface="Cambria Math" panose="02040503050406030204" pitchFamily="18" charset="0"/>
                    <a:ea typeface="+mn-ea"/>
                    <a:cs typeface="+mn-cs"/>
                  </a:rPr>
                  <a:t>)/𝜎,</a:t>
                </a:r>
                <a:r>
                  <a:rPr lang="en-US" sz="1200" b="0" i="0" kern="1200" baseline="0" dirty="0">
                    <a:solidFill>
                      <a:schemeClr val="tx1"/>
                    </a:solidFill>
                    <a:effectLst/>
                    <a:latin typeface="Cambria Math" panose="02040503050406030204" pitchFamily="18" charset="0"/>
                    <a:ea typeface="+mn-ea"/>
                    <a:cs typeface="+mn-cs"/>
                  </a:rPr>
                  <a:t> </a:t>
                </a:r>
                <a:r>
                  <a:rPr lang="el-GR" sz="1200" b="0" i="0" kern="1200" dirty="0">
                    <a:solidFill>
                      <a:schemeClr val="tx1"/>
                    </a:solidFill>
                    <a:effectLst/>
                    <a:latin typeface="Cambria Math" panose="02040503050406030204" pitchFamily="18" charset="0"/>
                    <a:ea typeface="+mn-ea"/>
                    <a:cs typeface="+mn-cs"/>
                  </a:rPr>
                  <a:t>​</a:t>
                </a:r>
                <a:r>
                  <a:rPr lang="ru-RU" sz="1200" b="0" i="0" kern="1200" dirty="0">
                    <a:solidFill>
                      <a:schemeClr val="tx1"/>
                    </a:solidFill>
                    <a:effectLst/>
                    <a:latin typeface="Cambria Math" panose="02040503050406030204" pitchFamily="18" charset="0"/>
                    <a:ea typeface="+mn-ea"/>
                    <a:cs typeface="+mn-cs"/>
                  </a:rPr>
                  <a:t>если </a:t>
                </a:r>
                <a:r>
                  <a:rPr lang="en-US" sz="1200" b="0" i="0" kern="1200" dirty="0">
                    <a:solidFill>
                      <a:schemeClr val="tx1"/>
                    </a:solidFill>
                    <a:effectLst/>
                    <a:latin typeface="Cambria Math" panose="02040503050406030204" pitchFamily="18" charset="0"/>
                    <a:ea typeface="+mn-ea"/>
                    <a:cs typeface="+mn-cs"/>
                  </a:rPr>
                  <a:t>𝑡 = 𝑎</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Аналогично для </a:t>
                </a:r>
                <a:r>
                  <a:rPr lang="en-US" sz="1200" b="0" i="0" kern="1200" dirty="0">
                    <a:solidFill>
                      <a:schemeClr val="tx1"/>
                    </a:solidFill>
                    <a:effectLst/>
                    <a:latin typeface="Cambria Math" panose="02040503050406030204" pitchFamily="18" charset="0"/>
                    <a:ea typeface="+mn-ea"/>
                    <a:cs typeface="+mn-cs"/>
                  </a:rPr>
                  <a:t>𝑡=𝑏</a:t>
                </a:r>
                <a:br>
                  <a:rPr lang="el-GR" sz="1200" b="0" i="0" kern="1200" dirty="0">
                    <a:solidFill>
                      <a:schemeClr val="tx1"/>
                    </a:solidFill>
                    <a:effectLst/>
                    <a:latin typeface="+mn-lt"/>
                    <a:ea typeface="+mn-ea"/>
                    <a:cs typeface="+mn-cs"/>
                  </a:rPr>
                </a:br>
                <a:endParaRPr lang="ru-RU" dirty="0"/>
              </a:p>
            </p:txBody>
          </p:sp>
        </mc:Fallback>
      </mc:AlternateContent>
      <p:sp>
        <p:nvSpPr>
          <p:cNvPr id="4" name="Номер слайда 3"/>
          <p:cNvSpPr>
            <a:spLocks noGrp="1"/>
          </p:cNvSpPr>
          <p:nvPr>
            <p:ph type="sldNum" sz="quarter" idx="5"/>
          </p:nvPr>
        </p:nvSpPr>
        <p:spPr/>
        <p:txBody>
          <a:bodyPr/>
          <a:lstStyle/>
          <a:p>
            <a:fld id="{0D315D47-7E78-4758-B888-FA06178A4D3C}" type="slidenum">
              <a:rPr lang="ru-RU" smtClean="0"/>
              <a:t>21</a:t>
            </a:fld>
            <a:endParaRPr lang="ru-RU"/>
          </a:p>
        </p:txBody>
      </p:sp>
    </p:spTree>
    <p:extLst>
      <p:ext uri="{BB962C8B-B14F-4D97-AF65-F5344CB8AC3E}">
        <p14:creationId xmlns:p14="http://schemas.microsoft.com/office/powerpoint/2010/main" val="19286145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endParaRPr lang="ru-RU" dirty="0"/>
              </a:p>
            </p:txBody>
          </p:sp>
        </mc:Choice>
        <mc:Fallback xmlns="">
          <p:sp>
            <p:nvSpPr>
              <p:cNvPr id="3" name="Заметки 2"/>
              <p:cNvSpPr>
                <a:spLocks noGrp="1"/>
              </p:cNvSpPr>
              <p:nvPr>
                <p:ph type="body" idx="1"/>
              </p:nvPr>
            </p:nvSpPr>
            <p:spPr/>
            <p:txBody>
              <a:bodyPr/>
              <a:lstStyle/>
              <a:p>
                <a:r>
                  <a:rPr lang="en-US" b="0" i="0">
                    <a:latin typeface="Cambria Math" panose="02040503050406030204" pitchFamily="18" charset="0"/>
                  </a:rPr>
                  <a:t>𝑃(|𝜉_𝑛−𝜉|&gt;𝜖)</a:t>
                </a:r>
                <a:r>
                  <a:rPr lang="ru-RU" sz="1200" b="0" i="0" kern="1200" dirty="0">
                    <a:solidFill>
                      <a:schemeClr val="tx1"/>
                    </a:solidFill>
                    <a:effectLst/>
                    <a:latin typeface="+mn-lt"/>
                    <a:ea typeface="+mn-ea"/>
                    <a:cs typeface="+mn-cs"/>
                  </a:rPr>
                  <a:t> - это вероятность того, что абсолютная разница между случайной величиной </a:t>
                </a:r>
                <a:r>
                  <a:rPr lang="ru-RU" sz="1200" b="0" i="0" kern="1200" dirty="0">
                    <a:solidFill>
                      <a:schemeClr val="tx1"/>
                    </a:solidFill>
                    <a:effectLst/>
                    <a:latin typeface="Cambria Math" panose="02040503050406030204" pitchFamily="18" charset="0"/>
                    <a:ea typeface="+mn-ea"/>
                    <a:cs typeface="+mn-cs"/>
                  </a:rPr>
                  <a:t>𝜉_𝑛</a:t>
                </a:r>
                <a:r>
                  <a:rPr lang="ru-RU" sz="1200" b="0" i="0" kern="1200" dirty="0">
                    <a:solidFill>
                      <a:schemeClr val="tx1"/>
                    </a:solidFill>
                    <a:effectLst/>
                    <a:latin typeface="+mn-lt"/>
                    <a:ea typeface="+mn-ea"/>
                    <a:cs typeface="+mn-cs"/>
                  </a:rPr>
                  <a:t>​ и другой случайной величиной </a:t>
                </a:r>
                <a:r>
                  <a:rPr lang="ru-RU"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mn-lt"/>
                    <a:ea typeface="+mn-ea"/>
                    <a:cs typeface="+mn-cs"/>
                  </a:rPr>
                  <a:t> превышает некоторую положительную константу </a:t>
                </a:r>
                <a:r>
                  <a:rPr lang="ru-RU" sz="1200" b="0" i="0" kern="1200" dirty="0">
                    <a:solidFill>
                      <a:schemeClr val="tx1"/>
                    </a:solidFill>
                    <a:effectLst/>
                    <a:latin typeface="Cambria Math" panose="02040503050406030204" pitchFamily="18" charset="0"/>
                    <a:ea typeface="+mn-ea"/>
                    <a:cs typeface="+mn-cs"/>
                  </a:rPr>
                  <a:t>𝜖&gt;0 </a:t>
                </a:r>
                <a:r>
                  <a:rPr lang="ru-RU" sz="1200" b="0" i="0" kern="1200" dirty="0">
                    <a:solidFill>
                      <a:schemeClr val="tx1"/>
                    </a:solidFill>
                    <a:effectLst/>
                    <a:latin typeface="+mn-lt"/>
                    <a:ea typeface="+mn-ea"/>
                    <a:cs typeface="+mn-cs"/>
                  </a:rPr>
                  <a:t>. </a:t>
                </a:r>
                <a:r>
                  <a:rPr lang="ru-RU" sz="1200" b="0" i="0" kern="1200" dirty="0">
                    <a:solidFill>
                      <a:schemeClr val="tx1"/>
                    </a:solidFill>
                    <a:effectLst/>
                    <a:latin typeface="Cambria Math" panose="02040503050406030204" pitchFamily="18" charset="0"/>
                    <a:ea typeface="+mn-ea"/>
                    <a:cs typeface="+mn-cs"/>
                  </a:rPr>
                  <a:t>𝜉_𝑛</a:t>
                </a:r>
                <a:r>
                  <a:rPr lang="ru-RU" sz="1200" b="0" i="0" kern="1200" dirty="0">
                    <a:solidFill>
                      <a:schemeClr val="tx1"/>
                    </a:solidFill>
                    <a:effectLst/>
                    <a:latin typeface="+mn-lt"/>
                    <a:ea typeface="+mn-ea"/>
                    <a:cs typeface="+mn-cs"/>
                  </a:rPr>
                  <a:t>​ - это последовательность случайных величин (например, выборочное среднее или другая статистика).</a:t>
                </a:r>
              </a:p>
              <a:p>
                <a:r>
                  <a:rPr lang="ru-RU"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mn-lt"/>
                    <a:ea typeface="+mn-ea"/>
                    <a:cs typeface="+mn-cs"/>
                  </a:rPr>
                  <a:t> - это предельная случайная величина (например, математическое ожидание или истинное значение параметра).</a:t>
                </a:r>
              </a:p>
              <a:p>
                <a:r>
                  <a:rPr lang="ru-RU" sz="1200" b="0" i="0" kern="1200" dirty="0">
                    <a:solidFill>
                      <a:schemeClr val="tx1"/>
                    </a:solidFill>
                    <a:effectLst/>
                    <a:latin typeface="+mn-lt"/>
                    <a:ea typeface="+mn-ea"/>
                    <a:cs typeface="+mn-cs"/>
                  </a:rPr>
                  <a:t>Абсолютная разница </a:t>
                </a:r>
                <a:r>
                  <a:rPr lang="ru-RU" sz="1200" b="0" i="0" kern="1200" dirty="0">
                    <a:solidFill>
                      <a:schemeClr val="tx1"/>
                    </a:solidFill>
                    <a:effectLst/>
                    <a:latin typeface="Cambria Math" panose="02040503050406030204" pitchFamily="18" charset="0"/>
                    <a:ea typeface="+mn-ea"/>
                    <a:cs typeface="+mn-cs"/>
                  </a:rPr>
                  <a:t>∣</a:t>
                </a:r>
                <a:r>
                  <a:rPr lang="ru-RU" sz="1200" b="0" i="0" kern="1200" dirty="0" err="1">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Cambria Math" panose="02040503050406030204" pitchFamily="18" charset="0"/>
                    <a:ea typeface="+mn-ea"/>
                    <a:cs typeface="+mn-cs"/>
                  </a:rPr>
                  <a:t>_</a:t>
                </a:r>
                <a:r>
                  <a:rPr lang="ru-RU" sz="1200" b="0" i="0" kern="1200" dirty="0" err="1">
                    <a:solidFill>
                      <a:schemeClr val="tx1"/>
                    </a:solidFill>
                    <a:effectLst/>
                    <a:latin typeface="Cambria Math" panose="02040503050406030204" pitchFamily="18" charset="0"/>
                    <a:ea typeface="+mn-ea"/>
                    <a:cs typeface="+mn-cs"/>
                  </a:rPr>
                  <a:t>𝑛</a:t>
                </a:r>
                <a:r>
                  <a:rPr lang="ru-RU" sz="1200" b="0" i="0" kern="1200" dirty="0">
                    <a:solidFill>
                      <a:schemeClr val="tx1"/>
                    </a:solidFill>
                    <a:effectLst/>
                    <a:latin typeface="Cambria Math" panose="02040503050406030204" pitchFamily="18" charset="0"/>
                    <a:ea typeface="+mn-ea"/>
                    <a:cs typeface="+mn-cs"/>
                  </a:rPr>
                  <a:t> ​−𝜉∣ </a:t>
                </a:r>
                <a:r>
                  <a:rPr lang="ru-RU" sz="1200" b="0" i="0" kern="1200" dirty="0">
                    <a:solidFill>
                      <a:schemeClr val="tx1"/>
                    </a:solidFill>
                    <a:effectLst/>
                    <a:latin typeface="+mn-lt"/>
                    <a:ea typeface="+mn-ea"/>
                    <a:cs typeface="+mn-cs"/>
                  </a:rPr>
                  <a:t>— это расстояние между </a:t>
                </a:r>
                <a:r>
                  <a:rPr lang="ru-RU" sz="1200" b="0" i="0" kern="1200" dirty="0">
                    <a:solidFill>
                      <a:schemeClr val="tx1"/>
                    </a:solidFill>
                    <a:effectLst/>
                    <a:latin typeface="Cambria Math" panose="02040503050406030204" pitchFamily="18" charset="0"/>
                    <a:ea typeface="+mn-ea"/>
                    <a:cs typeface="+mn-cs"/>
                  </a:rPr>
                  <a:t>𝜉_𝑛 ​</a:t>
                </a:r>
                <a:r>
                  <a:rPr lang="ru-RU" sz="1200" b="0" i="0" kern="1200" dirty="0">
                    <a:solidFill>
                      <a:schemeClr val="tx1"/>
                    </a:solidFill>
                    <a:effectLst/>
                    <a:latin typeface="+mn-lt"/>
                    <a:ea typeface="+mn-ea"/>
                    <a:cs typeface="+mn-cs"/>
                  </a:rPr>
                  <a:t> и </a:t>
                </a:r>
                <a:r>
                  <a:rPr lang="ru-RU"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mn-lt"/>
                    <a:ea typeface="+mn-ea"/>
                    <a:cs typeface="+mn-cs"/>
                  </a:rPr>
                  <a:t> . Мы интересуемся случаями, когда это расстояние больше некоторого малого значения </a:t>
                </a:r>
                <a:r>
                  <a:rPr lang="ru-RU" sz="1200" b="0" i="0" kern="1200" dirty="0">
                    <a:solidFill>
                      <a:schemeClr val="tx1"/>
                    </a:solidFill>
                    <a:effectLst/>
                    <a:latin typeface="Cambria Math" panose="02040503050406030204" pitchFamily="18" charset="0"/>
                    <a:ea typeface="+mn-ea"/>
                    <a:cs typeface="+mn-cs"/>
                  </a:rPr>
                  <a:t>𝜖&gt;0</a:t>
                </a:r>
                <a:r>
                  <a:rPr lang="ru-RU" sz="1200" b="0" i="0" kern="1200" dirty="0">
                    <a:solidFill>
                      <a:schemeClr val="tx1"/>
                    </a:solidFill>
                    <a:effectLst/>
                    <a:latin typeface="+mn-lt"/>
                    <a:ea typeface="+mn-ea"/>
                    <a:cs typeface="+mn-cs"/>
                  </a:rPr>
                  <a:t>. Вероятность </a:t>
                </a:r>
                <a:r>
                  <a:rPr lang="ru-RU" sz="1200" b="0" i="0" kern="1200" dirty="0">
                    <a:solidFill>
                      <a:schemeClr val="tx1"/>
                    </a:solidFill>
                    <a:effectLst/>
                    <a:latin typeface="Cambria Math" panose="02040503050406030204" pitchFamily="18" charset="0"/>
                    <a:ea typeface="+mn-ea"/>
                    <a:cs typeface="+mn-cs"/>
                  </a:rPr>
                  <a:t>𝑃(∣</a:t>
                </a:r>
                <a:r>
                  <a:rPr lang="ru-RU" sz="1200" b="0" i="0" kern="1200" dirty="0" err="1">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Cambria Math" panose="02040503050406030204" pitchFamily="18" charset="0"/>
                    <a:ea typeface="+mn-ea"/>
                    <a:cs typeface="+mn-cs"/>
                  </a:rPr>
                  <a:t>_</a:t>
                </a:r>
                <a:r>
                  <a:rPr lang="ru-RU" sz="1200" b="0" i="0" kern="1200" dirty="0" err="1">
                    <a:solidFill>
                      <a:schemeClr val="tx1"/>
                    </a:solidFill>
                    <a:effectLst/>
                    <a:latin typeface="Cambria Math" panose="02040503050406030204" pitchFamily="18" charset="0"/>
                    <a:ea typeface="+mn-ea"/>
                    <a:cs typeface="+mn-cs"/>
                  </a:rPr>
                  <a:t>𝑛</a:t>
                </a:r>
                <a:r>
                  <a:rPr lang="ru-RU" sz="1200" b="0" i="0" kern="1200" dirty="0">
                    <a:solidFill>
                      <a:schemeClr val="tx1"/>
                    </a:solidFill>
                    <a:effectLst/>
                    <a:latin typeface="Cambria Math" panose="02040503050406030204" pitchFamily="18" charset="0"/>
                    <a:ea typeface="+mn-ea"/>
                    <a:cs typeface="+mn-cs"/>
                  </a:rPr>
                  <a:t> ​−𝜉∣&gt;𝜖)</a:t>
                </a:r>
                <a:r>
                  <a:rPr lang="ru-RU" sz="1200" b="1"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показывает, насколько часто случается, что </a:t>
                </a:r>
                <a:r>
                  <a:rPr lang="ru-RU" sz="1200" b="0" i="0" kern="1200" dirty="0">
                    <a:solidFill>
                      <a:schemeClr val="tx1"/>
                    </a:solidFill>
                    <a:effectLst/>
                    <a:latin typeface="Cambria Math" panose="02040503050406030204" pitchFamily="18" charset="0"/>
                    <a:ea typeface="+mn-ea"/>
                    <a:cs typeface="+mn-cs"/>
                  </a:rPr>
                  <a:t>𝜉_𝑛</a:t>
                </a:r>
                <a:r>
                  <a:rPr lang="ru-RU" sz="1200" b="0" i="0" kern="1200" dirty="0">
                    <a:solidFill>
                      <a:schemeClr val="tx1"/>
                    </a:solidFill>
                    <a:effectLst/>
                    <a:latin typeface="+mn-lt"/>
                    <a:ea typeface="+mn-ea"/>
                    <a:cs typeface="+mn-cs"/>
                  </a:rPr>
                  <a:t>​ отклоняется от </a:t>
                </a:r>
                <a:r>
                  <a:rPr lang="ru-RU" sz="1200" b="0" i="0" kern="1200" dirty="0">
                    <a:solidFill>
                      <a:schemeClr val="tx1"/>
                    </a:solidFill>
                    <a:effectLst/>
                    <a:latin typeface="Cambria Math" panose="02040503050406030204" pitchFamily="18" charset="0"/>
                    <a:ea typeface="+mn-ea"/>
                    <a:cs typeface="+mn-cs"/>
                  </a:rPr>
                  <a:t>𝜉</a:t>
                </a:r>
                <a:r>
                  <a:rPr lang="ru-RU" sz="1200" b="0" i="0" kern="1200" dirty="0">
                    <a:solidFill>
                      <a:schemeClr val="tx1"/>
                    </a:solidFill>
                    <a:effectLst/>
                    <a:latin typeface="+mn-lt"/>
                    <a:ea typeface="+mn-ea"/>
                    <a:cs typeface="+mn-cs"/>
                  </a:rPr>
                  <a:t> на более чем </a:t>
                </a:r>
                <a:r>
                  <a:rPr lang="ru-RU" sz="1200" b="0" i="0" kern="1200" dirty="0">
                    <a:solidFill>
                      <a:schemeClr val="tx1"/>
                    </a:solidFill>
                    <a:effectLst/>
                    <a:latin typeface="Cambria Math" panose="02040503050406030204" pitchFamily="18" charset="0"/>
                    <a:ea typeface="+mn-ea"/>
                    <a:cs typeface="+mn-cs"/>
                  </a:rPr>
                  <a:t>𝜖</a:t>
                </a:r>
                <a:r>
                  <a:rPr lang="ru-RU" sz="1200" b="0" i="0" kern="1200" dirty="0">
                    <a:solidFill>
                      <a:schemeClr val="tx1"/>
                    </a:solidFill>
                    <a:effectLst/>
                    <a:latin typeface="+mn-lt"/>
                    <a:ea typeface="+mn-ea"/>
                    <a:cs typeface="+mn-cs"/>
                  </a:rPr>
                  <a:t>.</a:t>
                </a:r>
              </a:p>
              <a:p>
                <a:endParaRPr lang="ru-RU" dirty="0"/>
              </a:p>
            </p:txBody>
          </p:sp>
        </mc:Fallback>
      </mc:AlternateContent>
      <p:sp>
        <p:nvSpPr>
          <p:cNvPr id="4" name="Номер слайда 3"/>
          <p:cNvSpPr>
            <a:spLocks noGrp="1"/>
          </p:cNvSpPr>
          <p:nvPr>
            <p:ph type="sldNum" sz="quarter" idx="5"/>
          </p:nvPr>
        </p:nvSpPr>
        <p:spPr/>
        <p:txBody>
          <a:bodyPr/>
          <a:lstStyle/>
          <a:p>
            <a:fld id="{0D315D47-7E78-4758-B888-FA06178A4D3C}" type="slidenum">
              <a:rPr lang="ru-RU" smtClean="0"/>
              <a:t>25</a:t>
            </a:fld>
            <a:endParaRPr lang="ru-RU"/>
          </a:p>
        </p:txBody>
      </p:sp>
    </p:spTree>
    <p:extLst>
      <p:ext uri="{BB962C8B-B14F-4D97-AF65-F5344CB8AC3E}">
        <p14:creationId xmlns:p14="http://schemas.microsoft.com/office/powerpoint/2010/main" val="38483253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5A5E9-0099-DC05-892C-F9D81F99C211}"/>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259741BB-9A95-4167-2212-16D6D1A6A3C2}"/>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B73BBA03-33DF-95EB-3E0A-C06DE9987479}"/>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D5479887-31CF-C9B5-8392-5532E20B643B}"/>
              </a:ext>
            </a:extLst>
          </p:cNvPr>
          <p:cNvSpPr>
            <a:spLocks noGrp="1"/>
          </p:cNvSpPr>
          <p:nvPr>
            <p:ph type="sldNum" sz="quarter" idx="5"/>
          </p:nvPr>
        </p:nvSpPr>
        <p:spPr/>
        <p:txBody>
          <a:bodyPr/>
          <a:lstStyle/>
          <a:p>
            <a:fld id="{0D315D47-7E78-4758-B888-FA06178A4D3C}" type="slidenum">
              <a:rPr lang="ru-RU" smtClean="0"/>
              <a:t>26</a:t>
            </a:fld>
            <a:endParaRPr lang="ru-RU"/>
          </a:p>
        </p:txBody>
      </p:sp>
    </p:spTree>
    <p:extLst>
      <p:ext uri="{BB962C8B-B14F-4D97-AF65-F5344CB8AC3E}">
        <p14:creationId xmlns:p14="http://schemas.microsoft.com/office/powerpoint/2010/main" val="1362396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D315D47-7E78-4758-B888-FA06178A4D3C}" type="slidenum">
              <a:rPr lang="ru-RU" smtClean="0"/>
              <a:t>28</a:t>
            </a:fld>
            <a:endParaRPr lang="ru-RU"/>
          </a:p>
        </p:txBody>
      </p:sp>
    </p:spTree>
    <p:extLst>
      <p:ext uri="{BB962C8B-B14F-4D97-AF65-F5344CB8AC3E}">
        <p14:creationId xmlns:p14="http://schemas.microsoft.com/office/powerpoint/2010/main" val="42501229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FF5B1-01D6-5B84-FF7E-6FAE856541A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1BA8A9CC-0FF1-0473-EE24-A6ABA84E13C2}"/>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FAB63547-36A4-08BD-1626-B05342EB8579}"/>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53E06F27-BDFA-BC41-C87A-71E95216DA6D}"/>
              </a:ext>
            </a:extLst>
          </p:cNvPr>
          <p:cNvSpPr>
            <a:spLocks noGrp="1"/>
          </p:cNvSpPr>
          <p:nvPr>
            <p:ph type="sldNum" sz="quarter" idx="5"/>
          </p:nvPr>
        </p:nvSpPr>
        <p:spPr/>
        <p:txBody>
          <a:bodyPr/>
          <a:lstStyle/>
          <a:p>
            <a:fld id="{0D315D47-7E78-4758-B888-FA06178A4D3C}" type="slidenum">
              <a:rPr lang="ru-RU" smtClean="0"/>
              <a:t>30</a:t>
            </a:fld>
            <a:endParaRPr lang="ru-RU"/>
          </a:p>
        </p:txBody>
      </p:sp>
    </p:spTree>
    <p:extLst>
      <p:ext uri="{BB962C8B-B14F-4D97-AF65-F5344CB8AC3E}">
        <p14:creationId xmlns:p14="http://schemas.microsoft.com/office/powerpoint/2010/main" val="2470119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143000" y="1122363"/>
            <a:ext cx="6858000" cy="2387600"/>
          </a:xfrm>
        </p:spPr>
        <p:txBody>
          <a:bodyPr anchor="b"/>
          <a:lstStyle>
            <a:lvl1pPr algn="ctr">
              <a:defRPr sz="4500"/>
            </a:lvl1pPr>
          </a:lstStyle>
          <a:p>
            <a:r>
              <a:rPr lang="ru-RU"/>
              <a:t>Образец заголовка</a:t>
            </a:r>
          </a:p>
        </p:txBody>
      </p:sp>
      <p:sp>
        <p:nvSpPr>
          <p:cNvPr id="3" name="Подзаголовок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ru-RU"/>
              <a:t>Образец подзаголовка</a:t>
            </a:r>
          </a:p>
        </p:txBody>
      </p:sp>
      <p:sp>
        <p:nvSpPr>
          <p:cNvPr id="4" name="Дата 3"/>
          <p:cNvSpPr>
            <a:spLocks noGrp="1"/>
          </p:cNvSpPr>
          <p:nvPr>
            <p:ph type="dt" sz="half" idx="10"/>
          </p:nvPr>
        </p:nvSpPr>
        <p:spPr/>
        <p:txBody>
          <a:bodyPr/>
          <a:lstStyle/>
          <a:p>
            <a:fld id="{F8A7A507-93E1-40C9-ADA4-F5B161D6F337}" type="datetime1">
              <a:rPr lang="ru-RU" smtClean="0"/>
              <a:t>27.10.2025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a:xfrm>
            <a:off x="7086600" y="6492875"/>
            <a:ext cx="2057400" cy="365125"/>
          </a:xfrm>
        </p:spPr>
        <p:txBody>
          <a:bodyPr/>
          <a:lstStyle>
            <a:lvl1pPr>
              <a:defRPr sz="1100">
                <a:solidFill>
                  <a:srgbClr val="0070C0"/>
                </a:solidFill>
              </a:defRPr>
            </a:lvl1pPr>
          </a:lstStyle>
          <a:p>
            <a:fld id="{CC173F88-3387-453B-9303-AC0210B95CB8}" type="slidenum">
              <a:rPr lang="ru-RU" smtClean="0"/>
              <a:pPr/>
              <a:t>‹#›</a:t>
            </a:fld>
            <a:endParaRPr lang="ru-RU" dirty="0"/>
          </a:p>
        </p:txBody>
      </p:sp>
    </p:spTree>
    <p:extLst>
      <p:ext uri="{BB962C8B-B14F-4D97-AF65-F5344CB8AC3E}">
        <p14:creationId xmlns:p14="http://schemas.microsoft.com/office/powerpoint/2010/main" val="26087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F01A954-5889-4488-BCF3-1B7F871E7D4D}" type="datetime1">
              <a:rPr lang="ru-RU" smtClean="0"/>
              <a:t>27.10.2025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a:xfrm>
            <a:off x="7086600" y="6467474"/>
            <a:ext cx="2057400" cy="365125"/>
          </a:xfrm>
        </p:spPr>
        <p:txBody>
          <a:bodyPr/>
          <a:lstStyle>
            <a:lvl1pPr>
              <a:defRPr sz="1100">
                <a:solidFill>
                  <a:srgbClr val="0070C0"/>
                </a:solidFill>
                <a:latin typeface="Arial" panose="020B0604020202020204" pitchFamily="34" charset="0"/>
                <a:cs typeface="Arial" panose="020B0604020202020204" pitchFamily="34" charset="0"/>
              </a:defRPr>
            </a:lvl1pPr>
          </a:lstStyle>
          <a:p>
            <a:fld id="{CC173F88-3387-453B-9303-AC0210B95CB8}" type="slidenum">
              <a:rPr lang="ru-RU" smtClean="0"/>
              <a:pPr/>
              <a:t>‹#›</a:t>
            </a:fld>
            <a:endParaRPr lang="ru-RU" dirty="0"/>
          </a:p>
        </p:txBody>
      </p:sp>
    </p:spTree>
    <p:extLst>
      <p:ext uri="{BB962C8B-B14F-4D97-AF65-F5344CB8AC3E}">
        <p14:creationId xmlns:p14="http://schemas.microsoft.com/office/powerpoint/2010/main" val="3844265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3888" y="1709739"/>
            <a:ext cx="7886700" cy="2852737"/>
          </a:xfrm>
        </p:spPr>
        <p:txBody>
          <a:bodyPr anchor="b"/>
          <a:lstStyle>
            <a:lvl1pPr>
              <a:defRPr sz="4500"/>
            </a:lvl1pPr>
          </a:lstStyle>
          <a:p>
            <a:r>
              <a:rPr lang="ru-RU"/>
              <a:t>Образец заголовка</a:t>
            </a:r>
          </a:p>
        </p:txBody>
      </p:sp>
      <p:sp>
        <p:nvSpPr>
          <p:cNvPr id="3" name="Текст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F8164225-81CD-47DA-8A1A-F09F96499ACF}" type="datetime1">
              <a:rPr lang="ru-RU" smtClean="0"/>
              <a:t>27.10.2025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C173F88-3387-453B-9303-AC0210B95CB8}" type="slidenum">
              <a:rPr lang="ru-RU" smtClean="0"/>
              <a:t>‹#›</a:t>
            </a:fld>
            <a:endParaRPr lang="ru-RU"/>
          </a:p>
        </p:txBody>
      </p:sp>
    </p:spTree>
    <p:extLst>
      <p:ext uri="{BB962C8B-B14F-4D97-AF65-F5344CB8AC3E}">
        <p14:creationId xmlns:p14="http://schemas.microsoft.com/office/powerpoint/2010/main" val="2159550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71487" y="1825625"/>
            <a:ext cx="2900363"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3486150" y="1825625"/>
            <a:ext cx="2900363"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C9FC0DC9-8147-4698-9A84-F09EB352936B}" type="datetime1">
              <a:rPr lang="ru-RU" smtClean="0"/>
              <a:t>27.10.2025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C173F88-3387-453B-9303-AC0210B95CB8}" type="slidenum">
              <a:rPr lang="ru-RU" smtClean="0"/>
              <a:t>‹#›</a:t>
            </a:fld>
            <a:endParaRPr lang="ru-RU"/>
          </a:p>
        </p:txBody>
      </p:sp>
    </p:spTree>
    <p:extLst>
      <p:ext uri="{BB962C8B-B14F-4D97-AF65-F5344CB8AC3E}">
        <p14:creationId xmlns:p14="http://schemas.microsoft.com/office/powerpoint/2010/main" val="2349083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9841" y="365126"/>
            <a:ext cx="7886700" cy="1325563"/>
          </a:xfrm>
        </p:spPr>
        <p:txBody>
          <a:bodyPr/>
          <a:lstStyle/>
          <a:p>
            <a:r>
              <a:rPr lang="ru-RU"/>
              <a:t>Образец заголовка</a:t>
            </a:r>
          </a:p>
        </p:txBody>
      </p:sp>
      <p:sp>
        <p:nvSpPr>
          <p:cNvPr id="3" name="Текст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4" name="Объект 3"/>
          <p:cNvSpPr>
            <a:spLocks noGrp="1"/>
          </p:cNvSpPr>
          <p:nvPr>
            <p:ph sz="half" idx="2"/>
          </p:nvPr>
        </p:nvSpPr>
        <p:spPr>
          <a:xfrm>
            <a:off x="629842" y="2505075"/>
            <a:ext cx="3868340"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6" name="Объект 5"/>
          <p:cNvSpPr>
            <a:spLocks noGrp="1"/>
          </p:cNvSpPr>
          <p:nvPr>
            <p:ph sz="quarter" idx="4"/>
          </p:nvPr>
        </p:nvSpPr>
        <p:spPr>
          <a:xfrm>
            <a:off x="4629150" y="2505075"/>
            <a:ext cx="3887391"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DD575D6A-AB91-4CFC-A333-041F04CB5271}" type="datetime1">
              <a:rPr lang="ru-RU" smtClean="0"/>
              <a:t>27.10.2025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CC173F88-3387-453B-9303-AC0210B95CB8}" type="slidenum">
              <a:rPr lang="ru-RU" smtClean="0"/>
              <a:t>‹#›</a:t>
            </a:fld>
            <a:endParaRPr lang="ru-RU"/>
          </a:p>
        </p:txBody>
      </p:sp>
    </p:spTree>
    <p:extLst>
      <p:ext uri="{BB962C8B-B14F-4D97-AF65-F5344CB8AC3E}">
        <p14:creationId xmlns:p14="http://schemas.microsoft.com/office/powerpoint/2010/main" val="2286000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9765BEB9-804F-4CF1-863E-32C8EA5BB236}" type="datetime1">
              <a:rPr lang="ru-RU" smtClean="0"/>
              <a:t>27.10.2025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CC173F88-3387-453B-9303-AC0210B95CB8}" type="slidenum">
              <a:rPr lang="ru-RU" smtClean="0"/>
              <a:t>‹#›</a:t>
            </a:fld>
            <a:endParaRPr lang="ru-RU"/>
          </a:p>
        </p:txBody>
      </p:sp>
    </p:spTree>
    <p:extLst>
      <p:ext uri="{BB962C8B-B14F-4D97-AF65-F5344CB8AC3E}">
        <p14:creationId xmlns:p14="http://schemas.microsoft.com/office/powerpoint/2010/main" val="1304350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3A1BE86-6624-406B-BDE7-5ED7CE43D9FD}" type="datetime1">
              <a:rPr lang="ru-RU" smtClean="0"/>
              <a:t>27.10.2025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CC173F88-3387-453B-9303-AC0210B95CB8}" type="slidenum">
              <a:rPr lang="ru-RU" smtClean="0"/>
              <a:t>‹#›</a:t>
            </a:fld>
            <a:endParaRPr lang="ru-RU"/>
          </a:p>
        </p:txBody>
      </p:sp>
    </p:spTree>
    <p:extLst>
      <p:ext uri="{BB962C8B-B14F-4D97-AF65-F5344CB8AC3E}">
        <p14:creationId xmlns:p14="http://schemas.microsoft.com/office/powerpoint/2010/main" val="2374920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9841" y="457200"/>
            <a:ext cx="2949178" cy="1600200"/>
          </a:xfrm>
        </p:spPr>
        <p:txBody>
          <a:bodyPr anchor="b"/>
          <a:lstStyle>
            <a:lvl1pPr>
              <a:defRPr sz="2400"/>
            </a:lvl1pPr>
          </a:lstStyle>
          <a:p>
            <a:r>
              <a:rPr lang="ru-RU"/>
              <a:t>Образец заголовка</a:t>
            </a:r>
          </a:p>
        </p:txBody>
      </p:sp>
      <p:sp>
        <p:nvSpPr>
          <p:cNvPr id="3" name="Объект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p:cNvSpPr>
            <a:spLocks noGrp="1"/>
          </p:cNvSpPr>
          <p:nvPr>
            <p:ph type="dt" sz="half" idx="10"/>
          </p:nvPr>
        </p:nvSpPr>
        <p:spPr/>
        <p:txBody>
          <a:bodyPr/>
          <a:lstStyle/>
          <a:p>
            <a:fld id="{6D8399EF-E5C7-411A-B296-A803C7CDAADC}" type="datetime1">
              <a:rPr lang="ru-RU" smtClean="0"/>
              <a:t>27.10.2025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C173F88-3387-453B-9303-AC0210B95CB8}" type="slidenum">
              <a:rPr lang="ru-RU" smtClean="0"/>
              <a:t>‹#›</a:t>
            </a:fld>
            <a:endParaRPr lang="ru-RU"/>
          </a:p>
        </p:txBody>
      </p:sp>
    </p:spTree>
    <p:extLst>
      <p:ext uri="{BB962C8B-B14F-4D97-AF65-F5344CB8AC3E}">
        <p14:creationId xmlns:p14="http://schemas.microsoft.com/office/powerpoint/2010/main" val="2691012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9841" y="457200"/>
            <a:ext cx="2949178" cy="1600200"/>
          </a:xfrm>
        </p:spPr>
        <p:txBody>
          <a:bodyPr anchor="b"/>
          <a:lstStyle>
            <a:lvl1pPr>
              <a:defRPr sz="2400"/>
            </a:lvl1pPr>
          </a:lstStyle>
          <a:p>
            <a:r>
              <a:rPr lang="ru-RU"/>
              <a:t>Образец заголовка</a:t>
            </a:r>
          </a:p>
        </p:txBody>
      </p:sp>
      <p:sp>
        <p:nvSpPr>
          <p:cNvPr id="3" name="Рисунок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ru-RU"/>
          </a:p>
        </p:txBody>
      </p:sp>
      <p:sp>
        <p:nvSpPr>
          <p:cNvPr id="4" name="Текст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p:cNvSpPr>
            <a:spLocks noGrp="1"/>
          </p:cNvSpPr>
          <p:nvPr>
            <p:ph type="dt" sz="half" idx="10"/>
          </p:nvPr>
        </p:nvSpPr>
        <p:spPr/>
        <p:txBody>
          <a:bodyPr/>
          <a:lstStyle/>
          <a:p>
            <a:fld id="{9AC20913-C371-4B2D-AAED-6A797AE16B88}" type="datetime1">
              <a:rPr lang="ru-RU" smtClean="0"/>
              <a:t>27.10.2025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C173F88-3387-453B-9303-AC0210B95CB8}" type="slidenum">
              <a:rPr lang="ru-RU" smtClean="0"/>
              <a:t>‹#›</a:t>
            </a:fld>
            <a:endParaRPr lang="ru-RU"/>
          </a:p>
        </p:txBody>
      </p:sp>
    </p:spTree>
    <p:extLst>
      <p:ext uri="{BB962C8B-B14F-4D97-AF65-F5344CB8AC3E}">
        <p14:creationId xmlns:p14="http://schemas.microsoft.com/office/powerpoint/2010/main" val="934140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8578496-8AE7-4B5E-8807-A99D508CA027}" type="datetime1">
              <a:rPr lang="ru-RU" smtClean="0"/>
              <a:t>27.10.2025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C173F88-3387-453B-9303-AC0210B95CB8}" type="slidenum">
              <a:rPr lang="ru-RU" smtClean="0"/>
              <a:t>‹#›</a:t>
            </a:fld>
            <a:endParaRPr lang="ru-RU"/>
          </a:p>
        </p:txBody>
      </p:sp>
    </p:spTree>
    <p:extLst>
      <p:ext uri="{BB962C8B-B14F-4D97-AF65-F5344CB8AC3E}">
        <p14:creationId xmlns:p14="http://schemas.microsoft.com/office/powerpoint/2010/main" val="358004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4907757" y="365125"/>
            <a:ext cx="1478756"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71488" y="365125"/>
            <a:ext cx="4321969"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4FBDD31D-7D36-4FAD-9BBC-3A3131AB89E9}" type="datetime1">
              <a:rPr lang="ru-RU" smtClean="0"/>
              <a:t>27.10.2025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C173F88-3387-453B-9303-AC0210B95CB8}" type="slidenum">
              <a:rPr lang="ru-RU" smtClean="0"/>
              <a:t>‹#›</a:t>
            </a:fld>
            <a:endParaRPr lang="ru-RU"/>
          </a:p>
        </p:txBody>
      </p:sp>
    </p:spTree>
    <p:extLst>
      <p:ext uri="{BB962C8B-B14F-4D97-AF65-F5344CB8AC3E}">
        <p14:creationId xmlns:p14="http://schemas.microsoft.com/office/powerpoint/2010/main" val="1227074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6858000"/>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0" i="0">
                <a:solidFill>
                  <a:schemeClr val="tx1"/>
                </a:solidFill>
                <a:latin typeface="Cambria Math"/>
                <a:cs typeface="Cambria Math"/>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6CFB0373-42FD-427C-890F-8A785E9C3575}" type="datetime1">
              <a:rPr lang="en-US" smtClean="0"/>
              <a:t>10/27/2025</a:t>
            </a:fld>
            <a:endParaRPr lang="en-US"/>
          </a:p>
        </p:txBody>
      </p:sp>
      <p:sp>
        <p:nvSpPr>
          <p:cNvPr id="6" name="Номер слайда 5">
            <a:extLst>
              <a:ext uri="{FF2B5EF4-FFF2-40B4-BE49-F238E27FC236}">
                <a16:creationId xmlns:a16="http://schemas.microsoft.com/office/drawing/2014/main" id="{ACEA1771-73EE-18C6-E0DC-8DC84DF1FA59}"/>
              </a:ext>
            </a:extLst>
          </p:cNvPr>
          <p:cNvSpPr>
            <a:spLocks noGrp="1"/>
          </p:cNvSpPr>
          <p:nvPr>
            <p:ph type="sldNum" sz="quarter" idx="12"/>
          </p:nvPr>
        </p:nvSpPr>
        <p:spPr>
          <a:xfrm>
            <a:off x="7086600" y="6492875"/>
            <a:ext cx="2057400" cy="365125"/>
          </a:xfrm>
        </p:spPr>
        <p:txBody>
          <a:bodyPr/>
          <a:lstStyle>
            <a:lvl1pPr>
              <a:defRPr sz="1100">
                <a:solidFill>
                  <a:srgbClr val="0070C0"/>
                </a:solidFill>
              </a:defRPr>
            </a:lvl1pPr>
          </a:lstStyle>
          <a:p>
            <a:fld id="{CC173F88-3387-453B-9303-AC0210B95CB8}" type="slidenum">
              <a:rPr lang="ru-RU" smtClean="0"/>
              <a:pPr/>
              <a:t>‹#›</a:t>
            </a:fld>
            <a:endParaRPr lang="ru-RU" dirty="0"/>
          </a:p>
        </p:txBody>
      </p:sp>
    </p:spTree>
    <p:extLst>
      <p:ext uri="{BB962C8B-B14F-4D97-AF65-F5344CB8AC3E}">
        <p14:creationId xmlns:p14="http://schemas.microsoft.com/office/powerpoint/2010/main" val="1482436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0B628B-C2EA-2A3F-A5C4-91815146B953}"/>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CE6AE1D4-2ABA-F467-658B-16D02B7F74CC}"/>
              </a:ext>
            </a:extLst>
          </p:cNvPr>
          <p:cNvSpPr>
            <a:spLocks noGrp="1"/>
          </p:cNvSpPr>
          <p:nvPr>
            <p:ph type="dt" sz="half" idx="10"/>
          </p:nvPr>
        </p:nvSpPr>
        <p:spPr/>
        <p:txBody>
          <a:bodyPr/>
          <a:lstStyle/>
          <a:p>
            <a:fld id="{CC3DF811-B8BC-4195-8896-B8390D341C47}" type="datetime1">
              <a:rPr lang="ru-RU" smtClean="0"/>
              <a:t>27.10.2025</a:t>
            </a:fld>
            <a:endParaRPr lang="ru-RU"/>
          </a:p>
        </p:txBody>
      </p:sp>
      <p:sp>
        <p:nvSpPr>
          <p:cNvPr id="4" name="Нижний колонтитул 3">
            <a:extLst>
              <a:ext uri="{FF2B5EF4-FFF2-40B4-BE49-F238E27FC236}">
                <a16:creationId xmlns:a16="http://schemas.microsoft.com/office/drawing/2014/main" id="{61C98430-D455-A8DB-64E0-EC280EED092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7E7C63F1-AF5C-5ECB-8AC4-E2EA18295205}"/>
              </a:ext>
            </a:extLst>
          </p:cNvPr>
          <p:cNvSpPr>
            <a:spLocks noGrp="1"/>
          </p:cNvSpPr>
          <p:nvPr>
            <p:ph type="sldNum" sz="quarter" idx="12"/>
          </p:nvPr>
        </p:nvSpPr>
        <p:spPr/>
        <p:txBody>
          <a:bodyPr/>
          <a:lstStyle/>
          <a:p>
            <a:fld id="{CC173F88-3387-453B-9303-AC0210B95CB8}" type="slidenum">
              <a:rPr lang="ru-RU" smtClean="0"/>
              <a:t>‹#›</a:t>
            </a:fld>
            <a:endParaRPr lang="ru-RU"/>
          </a:p>
        </p:txBody>
      </p:sp>
    </p:spTree>
    <p:extLst>
      <p:ext uri="{BB962C8B-B14F-4D97-AF65-F5344CB8AC3E}">
        <p14:creationId xmlns:p14="http://schemas.microsoft.com/office/powerpoint/2010/main" val="369061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C3DF811-B8BC-4195-8896-B8390D341C47}" type="datetime1">
              <a:rPr lang="ru-RU" smtClean="0"/>
              <a:t>27.10.2025</a:t>
            </a:fld>
            <a:endParaRPr lang="ru-RU"/>
          </a:p>
        </p:txBody>
      </p:sp>
      <p:sp>
        <p:nvSpPr>
          <p:cNvPr id="5" name="Нижний колонтитул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C173F88-3387-453B-9303-AC0210B95CB8}" type="slidenum">
              <a:rPr lang="ru-RU" smtClean="0"/>
              <a:t>‹#›</a:t>
            </a:fld>
            <a:endParaRPr lang="ru-RU"/>
          </a:p>
        </p:txBody>
      </p:sp>
      <p:pic>
        <p:nvPicPr>
          <p:cNvPr id="7" name="Рисунок 6"/>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9971805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4.xml"/><Relationship Id="rId18" Type="http://schemas.openxmlformats.org/officeDocument/2006/relationships/image" Target="../media/image12.png"/><Relationship Id="rId26" Type="http://schemas.openxmlformats.org/officeDocument/2006/relationships/image" Target="../media/image16.png"/><Relationship Id="rId3" Type="http://schemas.openxmlformats.org/officeDocument/2006/relationships/image" Target="../media/image3.png"/><Relationship Id="rId21" Type="http://schemas.openxmlformats.org/officeDocument/2006/relationships/customXml" Target="../ink/ink8.xml"/><Relationship Id="rId7" Type="http://schemas.openxmlformats.org/officeDocument/2006/relationships/customXml" Target="../ink/ink1.xml"/><Relationship Id="rId12" Type="http://schemas.openxmlformats.org/officeDocument/2006/relationships/image" Target="../media/image9.png"/><Relationship Id="rId17" Type="http://schemas.openxmlformats.org/officeDocument/2006/relationships/customXml" Target="../ink/ink6.xml"/><Relationship Id="rId25" Type="http://schemas.openxmlformats.org/officeDocument/2006/relationships/customXml" Target="../ink/ink10.xml"/><Relationship Id="rId2" Type="http://schemas.openxmlformats.org/officeDocument/2006/relationships/notesSlide" Target="../notesSlides/notesSlide2.xml"/><Relationship Id="rId16" Type="http://schemas.openxmlformats.org/officeDocument/2006/relationships/image" Target="../media/image11.png"/><Relationship Id="rId20" Type="http://schemas.openxmlformats.org/officeDocument/2006/relationships/image" Target="../media/image13.png"/><Relationship Id="rId29" Type="http://schemas.openxmlformats.org/officeDocument/2006/relationships/customXml" Target="../ink/ink1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customXml" Target="../ink/ink3.xml"/><Relationship Id="rId24" Type="http://schemas.openxmlformats.org/officeDocument/2006/relationships/image" Target="../media/image15.png"/><Relationship Id="rId5" Type="http://schemas.openxmlformats.org/officeDocument/2006/relationships/image" Target="../media/image5.png"/><Relationship Id="rId15" Type="http://schemas.openxmlformats.org/officeDocument/2006/relationships/customXml" Target="../ink/ink5.xml"/><Relationship Id="rId23" Type="http://schemas.openxmlformats.org/officeDocument/2006/relationships/customXml" Target="../ink/ink9.xml"/><Relationship Id="rId28" Type="http://schemas.openxmlformats.org/officeDocument/2006/relationships/image" Target="../media/image17.png"/><Relationship Id="rId10" Type="http://schemas.openxmlformats.org/officeDocument/2006/relationships/image" Target="../media/image8.png"/><Relationship Id="rId19" Type="http://schemas.openxmlformats.org/officeDocument/2006/relationships/customXml" Target="../ink/ink7.xml"/><Relationship Id="rId4" Type="http://schemas.openxmlformats.org/officeDocument/2006/relationships/image" Target="../media/image4.png"/><Relationship Id="rId9" Type="http://schemas.openxmlformats.org/officeDocument/2006/relationships/customXml" Target="../ink/ink2.xml"/><Relationship Id="rId14" Type="http://schemas.openxmlformats.org/officeDocument/2006/relationships/image" Target="../media/image10.png"/><Relationship Id="rId22" Type="http://schemas.openxmlformats.org/officeDocument/2006/relationships/image" Target="../media/image14.png"/><Relationship Id="rId27" Type="http://schemas.openxmlformats.org/officeDocument/2006/relationships/customXml" Target="../ink/ink11.xml"/><Relationship Id="rId30"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10.png"/><Relationship Id="rId4" Type="http://schemas.openxmlformats.org/officeDocument/2006/relationships/image" Target="../media/image810.png"/></Relationships>
</file>

<file path=ppt/slides/_rels/slide5.xml.rels><?xml version="1.0" encoding="UTF-8" standalone="yes"?>
<Relationships xmlns="http://schemas.openxmlformats.org/package/2006/relationships"><Relationship Id="rId3" Type="http://schemas.openxmlformats.org/officeDocument/2006/relationships/image" Target="../media/image10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10.png"/><Relationship Id="rId5" Type="http://schemas.openxmlformats.org/officeDocument/2006/relationships/image" Target="../media/image1210.png"/><Relationship Id="rId4" Type="http://schemas.openxmlformats.org/officeDocument/2006/relationships/image" Target="../media/image1110.png"/></Relationships>
</file>

<file path=ppt/slides/_rels/slide6.xml.rels><?xml version="1.0" encoding="UTF-8" standalone="yes"?>
<Relationships xmlns="http://schemas.openxmlformats.org/package/2006/relationships"><Relationship Id="rId13" Type="http://schemas.openxmlformats.org/officeDocument/2006/relationships/customXml" Target="../ink/ink16.xml"/><Relationship Id="rId18" Type="http://schemas.openxmlformats.org/officeDocument/2006/relationships/image" Target="../media/image26.png"/><Relationship Id="rId26" Type="http://schemas.openxmlformats.org/officeDocument/2006/relationships/image" Target="../media/image30.png"/><Relationship Id="rId39" Type="http://schemas.openxmlformats.org/officeDocument/2006/relationships/customXml" Target="../ink/ink29.xml"/><Relationship Id="rId21" Type="http://schemas.openxmlformats.org/officeDocument/2006/relationships/customXml" Target="../ink/ink20.xml"/><Relationship Id="rId34" Type="http://schemas.openxmlformats.org/officeDocument/2006/relationships/image" Target="../media/image34.png"/><Relationship Id="rId7" Type="http://schemas.openxmlformats.org/officeDocument/2006/relationships/customXml" Target="../ink/ink13.xml"/><Relationship Id="rId12" Type="http://schemas.openxmlformats.org/officeDocument/2006/relationships/image" Target="../media/image23.png"/><Relationship Id="rId17" Type="http://schemas.openxmlformats.org/officeDocument/2006/relationships/customXml" Target="../ink/ink18.xml"/><Relationship Id="rId25" Type="http://schemas.openxmlformats.org/officeDocument/2006/relationships/customXml" Target="../ink/ink22.xml"/><Relationship Id="rId33" Type="http://schemas.openxmlformats.org/officeDocument/2006/relationships/customXml" Target="../ink/ink26.xml"/><Relationship Id="rId38" Type="http://schemas.openxmlformats.org/officeDocument/2006/relationships/image" Target="../media/image36.png"/><Relationship Id="rId2" Type="http://schemas.openxmlformats.org/officeDocument/2006/relationships/notesSlide" Target="../notesSlides/notesSlide5.xml"/><Relationship Id="rId16" Type="http://schemas.openxmlformats.org/officeDocument/2006/relationships/image" Target="../media/image25.png"/><Relationship Id="rId20" Type="http://schemas.openxmlformats.org/officeDocument/2006/relationships/image" Target="../media/image27.png"/><Relationship Id="rId29" Type="http://schemas.openxmlformats.org/officeDocument/2006/relationships/customXml" Target="../ink/ink24.xml"/><Relationship Id="rId1" Type="http://schemas.openxmlformats.org/officeDocument/2006/relationships/slideLayout" Target="../slideLayouts/slideLayout2.xml"/><Relationship Id="rId6" Type="http://schemas.openxmlformats.org/officeDocument/2006/relationships/image" Target="../media/image1710.png"/><Relationship Id="rId11" Type="http://schemas.openxmlformats.org/officeDocument/2006/relationships/customXml" Target="../ink/ink15.xml"/><Relationship Id="rId24" Type="http://schemas.openxmlformats.org/officeDocument/2006/relationships/image" Target="../media/image29.png"/><Relationship Id="rId32" Type="http://schemas.openxmlformats.org/officeDocument/2006/relationships/image" Target="../media/image33.png"/><Relationship Id="rId37" Type="http://schemas.openxmlformats.org/officeDocument/2006/relationships/customXml" Target="../ink/ink28.xml"/><Relationship Id="rId40" Type="http://schemas.openxmlformats.org/officeDocument/2006/relationships/image" Target="../media/image37.png"/><Relationship Id="rId5" Type="http://schemas.openxmlformats.org/officeDocument/2006/relationships/image" Target="../media/image20.png"/><Relationship Id="rId15" Type="http://schemas.openxmlformats.org/officeDocument/2006/relationships/customXml" Target="../ink/ink17.xml"/><Relationship Id="rId23" Type="http://schemas.openxmlformats.org/officeDocument/2006/relationships/customXml" Target="../ink/ink21.xml"/><Relationship Id="rId28" Type="http://schemas.openxmlformats.org/officeDocument/2006/relationships/image" Target="../media/image31.png"/><Relationship Id="rId36" Type="http://schemas.openxmlformats.org/officeDocument/2006/relationships/image" Target="../media/image35.png"/><Relationship Id="rId10" Type="http://schemas.openxmlformats.org/officeDocument/2006/relationships/image" Target="../media/image22.png"/><Relationship Id="rId19" Type="http://schemas.openxmlformats.org/officeDocument/2006/relationships/customXml" Target="../ink/ink19.xml"/><Relationship Id="rId31" Type="http://schemas.openxmlformats.org/officeDocument/2006/relationships/customXml" Target="../ink/ink25.xml"/><Relationship Id="rId4" Type="http://schemas.openxmlformats.org/officeDocument/2006/relationships/image" Target="../media/image19.png"/><Relationship Id="rId9" Type="http://schemas.openxmlformats.org/officeDocument/2006/relationships/customXml" Target="../ink/ink14.xml"/><Relationship Id="rId14" Type="http://schemas.openxmlformats.org/officeDocument/2006/relationships/image" Target="../media/image24.png"/><Relationship Id="rId22" Type="http://schemas.openxmlformats.org/officeDocument/2006/relationships/image" Target="../media/image28.png"/><Relationship Id="rId27" Type="http://schemas.openxmlformats.org/officeDocument/2006/relationships/customXml" Target="../ink/ink23.xml"/><Relationship Id="rId30" Type="http://schemas.openxmlformats.org/officeDocument/2006/relationships/image" Target="../media/image32.png"/><Relationship Id="rId35" Type="http://schemas.openxmlformats.org/officeDocument/2006/relationships/customXml" Target="../ink/ink27.xml"/><Relationship Id="rId8" Type="http://schemas.openxmlformats.org/officeDocument/2006/relationships/image" Target="../media/image21.png"/><Relationship Id="rId3" Type="http://schemas.openxmlformats.org/officeDocument/2006/relationships/image" Target="../media/image1410.png"/></Relationships>
</file>

<file path=ppt/slides/_rels/slide7.xml.rels><?xml version="1.0" encoding="UTF-8" standalone="yes"?>
<Relationships xmlns="http://schemas.openxmlformats.org/package/2006/relationships"><Relationship Id="rId13" Type="http://schemas.openxmlformats.org/officeDocument/2006/relationships/image" Target="../media/image42.png"/><Relationship Id="rId18" Type="http://schemas.openxmlformats.org/officeDocument/2006/relationships/customXml" Target="../ink/ink37.xml"/><Relationship Id="rId26" Type="http://schemas.openxmlformats.org/officeDocument/2006/relationships/customXml" Target="../ink/ink41.xml"/><Relationship Id="rId21" Type="http://schemas.openxmlformats.org/officeDocument/2006/relationships/image" Target="../media/image46.png"/><Relationship Id="rId34" Type="http://schemas.openxmlformats.org/officeDocument/2006/relationships/customXml" Target="../ink/ink45.xml"/><Relationship Id="rId7" Type="http://schemas.openxmlformats.org/officeDocument/2006/relationships/image" Target="../media/image39.png"/><Relationship Id="rId12" Type="http://schemas.openxmlformats.org/officeDocument/2006/relationships/customXml" Target="../ink/ink34.xml"/><Relationship Id="rId17" Type="http://schemas.openxmlformats.org/officeDocument/2006/relationships/image" Target="../media/image44.png"/><Relationship Id="rId25" Type="http://schemas.openxmlformats.org/officeDocument/2006/relationships/image" Target="../media/image48.png"/><Relationship Id="rId33" Type="http://schemas.openxmlformats.org/officeDocument/2006/relationships/image" Target="../media/image52.png"/><Relationship Id="rId2" Type="http://schemas.openxmlformats.org/officeDocument/2006/relationships/notesSlide" Target="../notesSlides/notesSlide6.xml"/><Relationship Id="rId16" Type="http://schemas.openxmlformats.org/officeDocument/2006/relationships/customXml" Target="../ink/ink36.xml"/><Relationship Id="rId20" Type="http://schemas.openxmlformats.org/officeDocument/2006/relationships/customXml" Target="../ink/ink38.xml"/><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customXml" Target="../ink/ink31.xml"/><Relationship Id="rId11" Type="http://schemas.openxmlformats.org/officeDocument/2006/relationships/image" Target="../media/image41.png"/><Relationship Id="rId24" Type="http://schemas.openxmlformats.org/officeDocument/2006/relationships/customXml" Target="../ink/ink40.xml"/><Relationship Id="rId32" Type="http://schemas.openxmlformats.org/officeDocument/2006/relationships/customXml" Target="../ink/ink44.xml"/><Relationship Id="rId37" Type="http://schemas.openxmlformats.org/officeDocument/2006/relationships/image" Target="../media/image54.png"/><Relationship Id="rId5" Type="http://schemas.openxmlformats.org/officeDocument/2006/relationships/image" Target="../media/image38.png"/><Relationship Id="rId15" Type="http://schemas.openxmlformats.org/officeDocument/2006/relationships/image" Target="../media/image43.png"/><Relationship Id="rId23" Type="http://schemas.openxmlformats.org/officeDocument/2006/relationships/image" Target="../media/image47.png"/><Relationship Id="rId28" Type="http://schemas.openxmlformats.org/officeDocument/2006/relationships/customXml" Target="../ink/ink42.xml"/><Relationship Id="rId36" Type="http://schemas.openxmlformats.org/officeDocument/2006/relationships/customXml" Target="../ink/ink46.xml"/><Relationship Id="rId10" Type="http://schemas.openxmlformats.org/officeDocument/2006/relationships/customXml" Target="../ink/ink33.xml"/><Relationship Id="rId19" Type="http://schemas.openxmlformats.org/officeDocument/2006/relationships/image" Target="../media/image45.png"/><Relationship Id="rId31" Type="http://schemas.openxmlformats.org/officeDocument/2006/relationships/image" Target="../media/image51.png"/><Relationship Id="rId4" Type="http://schemas.openxmlformats.org/officeDocument/2006/relationships/customXml" Target="../ink/ink30.xml"/><Relationship Id="rId9" Type="http://schemas.openxmlformats.org/officeDocument/2006/relationships/image" Target="../media/image40.png"/><Relationship Id="rId14" Type="http://schemas.openxmlformats.org/officeDocument/2006/relationships/customXml" Target="../ink/ink35.xml"/><Relationship Id="rId22" Type="http://schemas.openxmlformats.org/officeDocument/2006/relationships/customXml" Target="../ink/ink39.xml"/><Relationship Id="rId27" Type="http://schemas.openxmlformats.org/officeDocument/2006/relationships/image" Target="../media/image49.png"/><Relationship Id="rId30" Type="http://schemas.openxmlformats.org/officeDocument/2006/relationships/customXml" Target="../ink/ink43.xml"/><Relationship Id="rId35" Type="http://schemas.openxmlformats.org/officeDocument/2006/relationships/image" Target="../media/image53.png"/><Relationship Id="rId8" Type="http://schemas.openxmlformats.org/officeDocument/2006/relationships/customXml" Target="../ink/ink32.xml"/><Relationship Id="rId3" Type="http://schemas.openxmlformats.org/officeDocument/2006/relationships/image" Target="../media/image1810.png"/></Relationships>
</file>

<file path=ppt/slides/_rels/slide8.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customXml" Target="../ink/ink54.xml"/><Relationship Id="rId26" Type="http://schemas.openxmlformats.org/officeDocument/2006/relationships/customXml" Target="../ink/ink58.xml"/><Relationship Id="rId39" Type="http://schemas.openxmlformats.org/officeDocument/2006/relationships/image" Target="../media/image72.png"/><Relationship Id="rId21" Type="http://schemas.openxmlformats.org/officeDocument/2006/relationships/image" Target="../media/image63.png"/><Relationship Id="rId34" Type="http://schemas.openxmlformats.org/officeDocument/2006/relationships/customXml" Target="../ink/ink62.xml"/><Relationship Id="rId42" Type="http://schemas.openxmlformats.org/officeDocument/2006/relationships/customXml" Target="../ink/ink66.xml"/><Relationship Id="rId47" Type="http://schemas.openxmlformats.org/officeDocument/2006/relationships/image" Target="../media/image76.png"/><Relationship Id="rId50" Type="http://schemas.openxmlformats.org/officeDocument/2006/relationships/customXml" Target="../ink/ink70.xml"/><Relationship Id="rId7" Type="http://schemas.openxmlformats.org/officeDocument/2006/relationships/image" Target="../media/image56.png"/><Relationship Id="rId2" Type="http://schemas.openxmlformats.org/officeDocument/2006/relationships/image" Target="../media/image1910.png"/><Relationship Id="rId16" Type="http://schemas.openxmlformats.org/officeDocument/2006/relationships/customXml" Target="../ink/ink53.xml"/><Relationship Id="rId29" Type="http://schemas.openxmlformats.org/officeDocument/2006/relationships/image" Target="../media/image67.png"/><Relationship Id="rId11" Type="http://schemas.openxmlformats.org/officeDocument/2006/relationships/image" Target="../media/image58.png"/><Relationship Id="rId24" Type="http://schemas.openxmlformats.org/officeDocument/2006/relationships/customXml" Target="../ink/ink57.xml"/><Relationship Id="rId32" Type="http://schemas.openxmlformats.org/officeDocument/2006/relationships/customXml" Target="../ink/ink61.xml"/><Relationship Id="rId37" Type="http://schemas.openxmlformats.org/officeDocument/2006/relationships/image" Target="../media/image71.png"/><Relationship Id="rId40" Type="http://schemas.openxmlformats.org/officeDocument/2006/relationships/customXml" Target="../ink/ink65.xml"/><Relationship Id="rId45" Type="http://schemas.openxmlformats.org/officeDocument/2006/relationships/image" Target="../media/image75.png"/><Relationship Id="rId5" Type="http://schemas.openxmlformats.org/officeDocument/2006/relationships/image" Target="../media/image55.png"/><Relationship Id="rId15" Type="http://schemas.openxmlformats.org/officeDocument/2006/relationships/image" Target="../media/image60.png"/><Relationship Id="rId23" Type="http://schemas.openxmlformats.org/officeDocument/2006/relationships/image" Target="../media/image64.png"/><Relationship Id="rId28" Type="http://schemas.openxmlformats.org/officeDocument/2006/relationships/customXml" Target="../ink/ink59.xml"/><Relationship Id="rId36" Type="http://schemas.openxmlformats.org/officeDocument/2006/relationships/customXml" Target="../ink/ink63.xml"/><Relationship Id="rId49" Type="http://schemas.openxmlformats.org/officeDocument/2006/relationships/image" Target="../media/image77.png"/><Relationship Id="rId10" Type="http://schemas.openxmlformats.org/officeDocument/2006/relationships/customXml" Target="../ink/ink50.xml"/><Relationship Id="rId19" Type="http://schemas.openxmlformats.org/officeDocument/2006/relationships/image" Target="../media/image62.png"/><Relationship Id="rId31" Type="http://schemas.openxmlformats.org/officeDocument/2006/relationships/image" Target="../media/image68.png"/><Relationship Id="rId44" Type="http://schemas.openxmlformats.org/officeDocument/2006/relationships/customXml" Target="../ink/ink67.xml"/><Relationship Id="rId4" Type="http://schemas.openxmlformats.org/officeDocument/2006/relationships/customXml" Target="../ink/ink47.xml"/><Relationship Id="rId9" Type="http://schemas.openxmlformats.org/officeDocument/2006/relationships/image" Target="../media/image57.png"/><Relationship Id="rId14" Type="http://schemas.openxmlformats.org/officeDocument/2006/relationships/customXml" Target="../ink/ink52.xml"/><Relationship Id="rId22" Type="http://schemas.openxmlformats.org/officeDocument/2006/relationships/customXml" Target="../ink/ink56.xml"/><Relationship Id="rId27" Type="http://schemas.openxmlformats.org/officeDocument/2006/relationships/image" Target="../media/image66.png"/><Relationship Id="rId30" Type="http://schemas.openxmlformats.org/officeDocument/2006/relationships/customXml" Target="../ink/ink60.xml"/><Relationship Id="rId35" Type="http://schemas.openxmlformats.org/officeDocument/2006/relationships/image" Target="../media/image70.png"/><Relationship Id="rId43" Type="http://schemas.openxmlformats.org/officeDocument/2006/relationships/image" Target="../media/image74.png"/><Relationship Id="rId48" Type="http://schemas.openxmlformats.org/officeDocument/2006/relationships/customXml" Target="../ink/ink69.xml"/><Relationship Id="rId8" Type="http://schemas.openxmlformats.org/officeDocument/2006/relationships/customXml" Target="../ink/ink49.xml"/><Relationship Id="rId51" Type="http://schemas.openxmlformats.org/officeDocument/2006/relationships/image" Target="../media/image78.png"/><Relationship Id="rId3" Type="http://schemas.openxmlformats.org/officeDocument/2006/relationships/image" Target="../media/image2010.png"/><Relationship Id="rId12" Type="http://schemas.openxmlformats.org/officeDocument/2006/relationships/customXml" Target="../ink/ink51.xml"/><Relationship Id="rId17" Type="http://schemas.openxmlformats.org/officeDocument/2006/relationships/image" Target="../media/image61.png"/><Relationship Id="rId25" Type="http://schemas.openxmlformats.org/officeDocument/2006/relationships/image" Target="../media/image65.png"/><Relationship Id="rId33" Type="http://schemas.openxmlformats.org/officeDocument/2006/relationships/image" Target="../media/image69.png"/><Relationship Id="rId38" Type="http://schemas.openxmlformats.org/officeDocument/2006/relationships/customXml" Target="../ink/ink64.xml"/><Relationship Id="rId46" Type="http://schemas.openxmlformats.org/officeDocument/2006/relationships/customXml" Target="../ink/ink68.xml"/><Relationship Id="rId20" Type="http://schemas.openxmlformats.org/officeDocument/2006/relationships/customXml" Target="../ink/ink55.xml"/><Relationship Id="rId41"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customXml" Target="../ink/ink48.xml"/></Relationships>
</file>

<file path=ppt/slides/_rels/slide9.xml.rels><?xml version="1.0" encoding="UTF-8" standalone="yes"?>
<Relationships xmlns="http://schemas.openxmlformats.org/package/2006/relationships"><Relationship Id="rId3" Type="http://schemas.openxmlformats.org/officeDocument/2006/relationships/image" Target="../media/image21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customXml" Target="../ink/ink71.xml"/></Relationships>
</file>

<file path=ppt/slides/_rels/slide1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10.png"/><Relationship Id="rId5" Type="http://schemas.openxmlformats.org/officeDocument/2006/relationships/image" Target="../media/image2410.png"/><Relationship Id="rId4" Type="http://schemas.openxmlformats.org/officeDocument/2006/relationships/image" Target="../media/image2310.png"/></Relationships>
</file>

<file path=ppt/slides/_rels/slide11.xml.rels><?xml version="1.0" encoding="UTF-8" standalone="yes"?>
<Relationships xmlns="http://schemas.openxmlformats.org/package/2006/relationships"><Relationship Id="rId117" Type="http://schemas.openxmlformats.org/officeDocument/2006/relationships/customXml" Target="../ink/ink127.xml"/><Relationship Id="rId21" Type="http://schemas.openxmlformats.org/officeDocument/2006/relationships/customXml" Target="../ink/ink79.xml"/><Relationship Id="rId63" Type="http://schemas.openxmlformats.org/officeDocument/2006/relationships/customXml" Target="../ink/ink100.xml"/><Relationship Id="rId159" Type="http://schemas.openxmlformats.org/officeDocument/2006/relationships/customXml" Target="../ink/ink148.xml"/><Relationship Id="rId170" Type="http://schemas.openxmlformats.org/officeDocument/2006/relationships/image" Target="../media/image162.png"/><Relationship Id="rId226" Type="http://schemas.openxmlformats.org/officeDocument/2006/relationships/image" Target="../media/image190.png"/><Relationship Id="rId268" Type="http://schemas.openxmlformats.org/officeDocument/2006/relationships/image" Target="../media/image211.png"/><Relationship Id="rId32" Type="http://schemas.openxmlformats.org/officeDocument/2006/relationships/image" Target="../media/image93.png"/><Relationship Id="rId74" Type="http://schemas.openxmlformats.org/officeDocument/2006/relationships/image" Target="../media/image114.png"/><Relationship Id="rId128" Type="http://schemas.openxmlformats.org/officeDocument/2006/relationships/image" Target="../media/image141.png"/><Relationship Id="rId5" Type="http://schemas.openxmlformats.org/officeDocument/2006/relationships/image" Target="../media/image2910.png"/><Relationship Id="rId181" Type="http://schemas.openxmlformats.org/officeDocument/2006/relationships/customXml" Target="../ink/ink159.xml"/><Relationship Id="rId237" Type="http://schemas.openxmlformats.org/officeDocument/2006/relationships/customXml" Target="../ink/ink187.xml"/><Relationship Id="rId279" Type="http://schemas.openxmlformats.org/officeDocument/2006/relationships/customXml" Target="../ink/ink208.xml"/><Relationship Id="rId22" Type="http://schemas.openxmlformats.org/officeDocument/2006/relationships/image" Target="../media/image88.png"/><Relationship Id="rId43" Type="http://schemas.openxmlformats.org/officeDocument/2006/relationships/customXml" Target="../ink/ink90.xml"/><Relationship Id="rId64" Type="http://schemas.openxmlformats.org/officeDocument/2006/relationships/image" Target="../media/image109.png"/><Relationship Id="rId118" Type="http://schemas.openxmlformats.org/officeDocument/2006/relationships/image" Target="../media/image136.png"/><Relationship Id="rId139" Type="http://schemas.openxmlformats.org/officeDocument/2006/relationships/customXml" Target="../ink/ink138.xml"/><Relationship Id="rId85" Type="http://schemas.openxmlformats.org/officeDocument/2006/relationships/customXml" Target="../ink/ink111.xml"/><Relationship Id="rId150" Type="http://schemas.openxmlformats.org/officeDocument/2006/relationships/image" Target="../media/image152.png"/><Relationship Id="rId171" Type="http://schemas.openxmlformats.org/officeDocument/2006/relationships/customXml" Target="../ink/ink154.xml"/><Relationship Id="rId192" Type="http://schemas.openxmlformats.org/officeDocument/2006/relationships/image" Target="../media/image173.png"/><Relationship Id="rId206" Type="http://schemas.openxmlformats.org/officeDocument/2006/relationships/image" Target="../media/image180.png"/><Relationship Id="rId227" Type="http://schemas.openxmlformats.org/officeDocument/2006/relationships/customXml" Target="../ink/ink182.xml"/><Relationship Id="rId248" Type="http://schemas.openxmlformats.org/officeDocument/2006/relationships/image" Target="../media/image201.png"/><Relationship Id="rId269" Type="http://schemas.openxmlformats.org/officeDocument/2006/relationships/customXml" Target="../ink/ink203.xml"/><Relationship Id="rId12" Type="http://schemas.openxmlformats.org/officeDocument/2006/relationships/image" Target="../media/image83.png"/><Relationship Id="rId33" Type="http://schemas.openxmlformats.org/officeDocument/2006/relationships/customXml" Target="../ink/ink85.xml"/><Relationship Id="rId108" Type="http://schemas.openxmlformats.org/officeDocument/2006/relationships/image" Target="../media/image131.png"/><Relationship Id="rId129" Type="http://schemas.openxmlformats.org/officeDocument/2006/relationships/customXml" Target="../ink/ink133.xml"/><Relationship Id="rId280" Type="http://schemas.openxmlformats.org/officeDocument/2006/relationships/image" Target="../media/image217.png"/><Relationship Id="rId54" Type="http://schemas.openxmlformats.org/officeDocument/2006/relationships/image" Target="../media/image104.png"/><Relationship Id="rId75" Type="http://schemas.openxmlformats.org/officeDocument/2006/relationships/customXml" Target="../ink/ink106.xml"/><Relationship Id="rId96" Type="http://schemas.openxmlformats.org/officeDocument/2006/relationships/image" Target="../media/image125.png"/><Relationship Id="rId140" Type="http://schemas.openxmlformats.org/officeDocument/2006/relationships/image" Target="../media/image147.png"/><Relationship Id="rId161" Type="http://schemas.openxmlformats.org/officeDocument/2006/relationships/customXml" Target="../ink/ink149.xml"/><Relationship Id="rId182" Type="http://schemas.openxmlformats.org/officeDocument/2006/relationships/image" Target="../media/image168.png"/><Relationship Id="rId217" Type="http://schemas.openxmlformats.org/officeDocument/2006/relationships/customXml" Target="../ink/ink177.xml"/><Relationship Id="rId6" Type="http://schemas.openxmlformats.org/officeDocument/2006/relationships/image" Target="../media/image3010.png"/><Relationship Id="rId238" Type="http://schemas.openxmlformats.org/officeDocument/2006/relationships/image" Target="../media/image196.png"/><Relationship Id="rId259" Type="http://schemas.openxmlformats.org/officeDocument/2006/relationships/customXml" Target="../ink/ink198.xml"/><Relationship Id="rId23" Type="http://schemas.openxmlformats.org/officeDocument/2006/relationships/customXml" Target="../ink/ink80.xml"/><Relationship Id="rId119" Type="http://schemas.openxmlformats.org/officeDocument/2006/relationships/customXml" Target="../ink/ink128.xml"/><Relationship Id="rId270" Type="http://schemas.openxmlformats.org/officeDocument/2006/relationships/image" Target="../media/image212.png"/><Relationship Id="rId44" Type="http://schemas.openxmlformats.org/officeDocument/2006/relationships/image" Target="../media/image99.png"/><Relationship Id="rId65" Type="http://schemas.openxmlformats.org/officeDocument/2006/relationships/customXml" Target="../ink/ink101.xml"/><Relationship Id="rId86" Type="http://schemas.openxmlformats.org/officeDocument/2006/relationships/image" Target="../media/image120.png"/><Relationship Id="rId130" Type="http://schemas.openxmlformats.org/officeDocument/2006/relationships/image" Target="../media/image142.png"/><Relationship Id="rId151" Type="http://schemas.openxmlformats.org/officeDocument/2006/relationships/customXml" Target="../ink/ink144.xml"/><Relationship Id="rId172" Type="http://schemas.openxmlformats.org/officeDocument/2006/relationships/image" Target="../media/image163.png"/><Relationship Id="rId193" Type="http://schemas.openxmlformats.org/officeDocument/2006/relationships/customXml" Target="../ink/ink165.xml"/><Relationship Id="rId207" Type="http://schemas.openxmlformats.org/officeDocument/2006/relationships/customXml" Target="../ink/ink172.xml"/><Relationship Id="rId228" Type="http://schemas.openxmlformats.org/officeDocument/2006/relationships/image" Target="../media/image191.png"/><Relationship Id="rId249" Type="http://schemas.openxmlformats.org/officeDocument/2006/relationships/customXml" Target="../ink/ink193.xml"/><Relationship Id="rId13" Type="http://schemas.openxmlformats.org/officeDocument/2006/relationships/customXml" Target="../ink/ink75.xml"/><Relationship Id="rId109" Type="http://schemas.openxmlformats.org/officeDocument/2006/relationships/customXml" Target="../ink/ink123.xml"/><Relationship Id="rId260" Type="http://schemas.openxmlformats.org/officeDocument/2006/relationships/image" Target="../media/image207.png"/><Relationship Id="rId281" Type="http://schemas.openxmlformats.org/officeDocument/2006/relationships/customXml" Target="../ink/ink209.xml"/><Relationship Id="rId34" Type="http://schemas.openxmlformats.org/officeDocument/2006/relationships/image" Target="../media/image94.png"/><Relationship Id="rId55" Type="http://schemas.openxmlformats.org/officeDocument/2006/relationships/customXml" Target="../ink/ink96.xml"/><Relationship Id="rId76" Type="http://schemas.openxmlformats.org/officeDocument/2006/relationships/image" Target="../media/image115.png"/><Relationship Id="rId97" Type="http://schemas.openxmlformats.org/officeDocument/2006/relationships/customXml" Target="../ink/ink117.xml"/><Relationship Id="rId120" Type="http://schemas.openxmlformats.org/officeDocument/2006/relationships/image" Target="../media/image137.png"/><Relationship Id="rId141" Type="http://schemas.openxmlformats.org/officeDocument/2006/relationships/customXml" Target="../ink/ink139.xml"/><Relationship Id="rId7" Type="http://schemas.openxmlformats.org/officeDocument/2006/relationships/customXml" Target="../ink/ink72.xml"/><Relationship Id="rId162" Type="http://schemas.openxmlformats.org/officeDocument/2006/relationships/image" Target="../media/image158.png"/><Relationship Id="rId183" Type="http://schemas.openxmlformats.org/officeDocument/2006/relationships/customXml" Target="../ink/ink160.xml"/><Relationship Id="rId218" Type="http://schemas.openxmlformats.org/officeDocument/2006/relationships/image" Target="../media/image186.png"/><Relationship Id="rId239" Type="http://schemas.openxmlformats.org/officeDocument/2006/relationships/customXml" Target="../ink/ink188.xml"/><Relationship Id="rId250" Type="http://schemas.openxmlformats.org/officeDocument/2006/relationships/image" Target="../media/image202.png"/><Relationship Id="rId271" Type="http://schemas.openxmlformats.org/officeDocument/2006/relationships/customXml" Target="../ink/ink204.xml"/><Relationship Id="rId24" Type="http://schemas.openxmlformats.org/officeDocument/2006/relationships/image" Target="../media/image89.png"/><Relationship Id="rId45" Type="http://schemas.openxmlformats.org/officeDocument/2006/relationships/customXml" Target="../ink/ink91.xml"/><Relationship Id="rId66" Type="http://schemas.openxmlformats.org/officeDocument/2006/relationships/image" Target="../media/image110.png"/><Relationship Id="rId87" Type="http://schemas.openxmlformats.org/officeDocument/2006/relationships/customXml" Target="../ink/ink112.xml"/><Relationship Id="rId110" Type="http://schemas.openxmlformats.org/officeDocument/2006/relationships/image" Target="../media/image132.png"/><Relationship Id="rId131" Type="http://schemas.openxmlformats.org/officeDocument/2006/relationships/customXml" Target="../ink/ink134.xml"/><Relationship Id="rId152" Type="http://schemas.openxmlformats.org/officeDocument/2006/relationships/image" Target="../media/image153.png"/><Relationship Id="rId173" Type="http://schemas.openxmlformats.org/officeDocument/2006/relationships/customXml" Target="../ink/ink155.xml"/><Relationship Id="rId194" Type="http://schemas.openxmlformats.org/officeDocument/2006/relationships/image" Target="../media/image174.png"/><Relationship Id="rId208" Type="http://schemas.openxmlformats.org/officeDocument/2006/relationships/image" Target="../media/image181.png"/><Relationship Id="rId229" Type="http://schemas.openxmlformats.org/officeDocument/2006/relationships/customXml" Target="../ink/ink183.xml"/><Relationship Id="rId240" Type="http://schemas.openxmlformats.org/officeDocument/2006/relationships/image" Target="../media/image197.png"/><Relationship Id="rId261" Type="http://schemas.openxmlformats.org/officeDocument/2006/relationships/customXml" Target="../ink/ink199.xml"/><Relationship Id="rId14" Type="http://schemas.openxmlformats.org/officeDocument/2006/relationships/image" Target="../media/image84.png"/><Relationship Id="rId35" Type="http://schemas.openxmlformats.org/officeDocument/2006/relationships/customXml" Target="../ink/ink86.xml"/><Relationship Id="rId56" Type="http://schemas.openxmlformats.org/officeDocument/2006/relationships/image" Target="../media/image105.png"/><Relationship Id="rId77" Type="http://schemas.openxmlformats.org/officeDocument/2006/relationships/customXml" Target="../ink/ink107.xml"/><Relationship Id="rId100" Type="http://schemas.openxmlformats.org/officeDocument/2006/relationships/image" Target="../media/image127.png"/><Relationship Id="rId282" Type="http://schemas.openxmlformats.org/officeDocument/2006/relationships/image" Target="../media/image218.png"/><Relationship Id="rId8" Type="http://schemas.openxmlformats.org/officeDocument/2006/relationships/image" Target="../media/image81.png"/><Relationship Id="rId98" Type="http://schemas.openxmlformats.org/officeDocument/2006/relationships/image" Target="../media/image126.png"/><Relationship Id="rId121" Type="http://schemas.openxmlformats.org/officeDocument/2006/relationships/customXml" Target="../ink/ink129.xml"/><Relationship Id="rId142" Type="http://schemas.openxmlformats.org/officeDocument/2006/relationships/image" Target="../media/image148.png"/><Relationship Id="rId163" Type="http://schemas.openxmlformats.org/officeDocument/2006/relationships/customXml" Target="../ink/ink150.xml"/><Relationship Id="rId184" Type="http://schemas.openxmlformats.org/officeDocument/2006/relationships/image" Target="../media/image169.png"/><Relationship Id="rId219" Type="http://schemas.openxmlformats.org/officeDocument/2006/relationships/customXml" Target="../ink/ink178.xml"/><Relationship Id="rId230" Type="http://schemas.openxmlformats.org/officeDocument/2006/relationships/image" Target="../media/image192.png"/><Relationship Id="rId251" Type="http://schemas.openxmlformats.org/officeDocument/2006/relationships/customXml" Target="../ink/ink194.xml"/><Relationship Id="rId25" Type="http://schemas.openxmlformats.org/officeDocument/2006/relationships/customXml" Target="../ink/ink81.xml"/><Relationship Id="rId46" Type="http://schemas.openxmlformats.org/officeDocument/2006/relationships/image" Target="../media/image100.png"/><Relationship Id="rId67" Type="http://schemas.openxmlformats.org/officeDocument/2006/relationships/customXml" Target="../ink/ink102.xml"/><Relationship Id="rId272" Type="http://schemas.openxmlformats.org/officeDocument/2006/relationships/image" Target="../media/image213.png"/><Relationship Id="rId88" Type="http://schemas.openxmlformats.org/officeDocument/2006/relationships/image" Target="../media/image121.png"/><Relationship Id="rId111" Type="http://schemas.openxmlformats.org/officeDocument/2006/relationships/customXml" Target="../ink/ink124.xml"/><Relationship Id="rId132" Type="http://schemas.openxmlformats.org/officeDocument/2006/relationships/image" Target="../media/image143.png"/><Relationship Id="rId153" Type="http://schemas.openxmlformats.org/officeDocument/2006/relationships/customXml" Target="../ink/ink145.xml"/><Relationship Id="rId174" Type="http://schemas.openxmlformats.org/officeDocument/2006/relationships/image" Target="../media/image164.png"/><Relationship Id="rId195" Type="http://schemas.openxmlformats.org/officeDocument/2006/relationships/customXml" Target="../ink/ink166.xml"/><Relationship Id="rId209" Type="http://schemas.openxmlformats.org/officeDocument/2006/relationships/customXml" Target="../ink/ink173.xml"/><Relationship Id="rId220" Type="http://schemas.openxmlformats.org/officeDocument/2006/relationships/image" Target="../media/image187.png"/><Relationship Id="rId241" Type="http://schemas.openxmlformats.org/officeDocument/2006/relationships/customXml" Target="../ink/ink189.xml"/><Relationship Id="rId15" Type="http://schemas.openxmlformats.org/officeDocument/2006/relationships/customXml" Target="../ink/ink76.xml"/><Relationship Id="rId36" Type="http://schemas.openxmlformats.org/officeDocument/2006/relationships/image" Target="../media/image95.png"/><Relationship Id="rId57" Type="http://schemas.openxmlformats.org/officeDocument/2006/relationships/customXml" Target="../ink/ink97.xml"/><Relationship Id="rId262" Type="http://schemas.openxmlformats.org/officeDocument/2006/relationships/image" Target="../media/image208.png"/><Relationship Id="rId78" Type="http://schemas.openxmlformats.org/officeDocument/2006/relationships/image" Target="../media/image116.png"/><Relationship Id="rId99" Type="http://schemas.openxmlformats.org/officeDocument/2006/relationships/customXml" Target="../ink/ink118.xml"/><Relationship Id="rId101" Type="http://schemas.openxmlformats.org/officeDocument/2006/relationships/customXml" Target="../ink/ink119.xml"/><Relationship Id="rId122" Type="http://schemas.openxmlformats.org/officeDocument/2006/relationships/image" Target="../media/image138.png"/><Relationship Id="rId143" Type="http://schemas.openxmlformats.org/officeDocument/2006/relationships/customXml" Target="../ink/ink140.xml"/><Relationship Id="rId164" Type="http://schemas.openxmlformats.org/officeDocument/2006/relationships/image" Target="../media/image159.png"/><Relationship Id="rId185" Type="http://schemas.openxmlformats.org/officeDocument/2006/relationships/customXml" Target="../ink/ink161.xml"/><Relationship Id="rId9" Type="http://schemas.openxmlformats.org/officeDocument/2006/relationships/customXml" Target="../ink/ink73.xml"/><Relationship Id="rId210" Type="http://schemas.openxmlformats.org/officeDocument/2006/relationships/image" Target="../media/image182.png"/><Relationship Id="rId26" Type="http://schemas.openxmlformats.org/officeDocument/2006/relationships/image" Target="../media/image90.png"/><Relationship Id="rId231" Type="http://schemas.openxmlformats.org/officeDocument/2006/relationships/customXml" Target="../ink/ink184.xml"/><Relationship Id="rId252" Type="http://schemas.openxmlformats.org/officeDocument/2006/relationships/image" Target="../media/image203.png"/><Relationship Id="rId273" Type="http://schemas.openxmlformats.org/officeDocument/2006/relationships/customXml" Target="../ink/ink205.xml"/><Relationship Id="rId47" Type="http://schemas.openxmlformats.org/officeDocument/2006/relationships/customXml" Target="../ink/ink92.xml"/><Relationship Id="rId68" Type="http://schemas.openxmlformats.org/officeDocument/2006/relationships/image" Target="../media/image111.png"/><Relationship Id="rId89" Type="http://schemas.openxmlformats.org/officeDocument/2006/relationships/customXml" Target="../ink/ink113.xml"/><Relationship Id="rId112" Type="http://schemas.openxmlformats.org/officeDocument/2006/relationships/image" Target="../media/image133.png"/><Relationship Id="rId133" Type="http://schemas.openxmlformats.org/officeDocument/2006/relationships/customXml" Target="../ink/ink135.xml"/><Relationship Id="rId154" Type="http://schemas.openxmlformats.org/officeDocument/2006/relationships/image" Target="../media/image154.png"/><Relationship Id="rId175" Type="http://schemas.openxmlformats.org/officeDocument/2006/relationships/customXml" Target="../ink/ink156.xml"/><Relationship Id="rId196" Type="http://schemas.openxmlformats.org/officeDocument/2006/relationships/image" Target="../media/image175.png"/><Relationship Id="rId200" Type="http://schemas.openxmlformats.org/officeDocument/2006/relationships/image" Target="../media/image177.png"/><Relationship Id="rId16" Type="http://schemas.openxmlformats.org/officeDocument/2006/relationships/image" Target="../media/image85.png"/><Relationship Id="rId221" Type="http://schemas.openxmlformats.org/officeDocument/2006/relationships/customXml" Target="../ink/ink179.xml"/><Relationship Id="rId242" Type="http://schemas.openxmlformats.org/officeDocument/2006/relationships/image" Target="../media/image198.png"/><Relationship Id="rId263" Type="http://schemas.openxmlformats.org/officeDocument/2006/relationships/customXml" Target="../ink/ink200.xml"/><Relationship Id="rId37" Type="http://schemas.openxmlformats.org/officeDocument/2006/relationships/customXml" Target="../ink/ink87.xml"/><Relationship Id="rId58" Type="http://schemas.openxmlformats.org/officeDocument/2006/relationships/image" Target="../media/image106.png"/><Relationship Id="rId79" Type="http://schemas.openxmlformats.org/officeDocument/2006/relationships/customXml" Target="../ink/ink108.xml"/><Relationship Id="rId102" Type="http://schemas.openxmlformats.org/officeDocument/2006/relationships/image" Target="../media/image128.png"/><Relationship Id="rId123" Type="http://schemas.openxmlformats.org/officeDocument/2006/relationships/customXml" Target="../ink/ink130.xml"/><Relationship Id="rId144" Type="http://schemas.openxmlformats.org/officeDocument/2006/relationships/image" Target="../media/image149.png"/><Relationship Id="rId90" Type="http://schemas.openxmlformats.org/officeDocument/2006/relationships/image" Target="../media/image122.png"/><Relationship Id="rId165" Type="http://schemas.openxmlformats.org/officeDocument/2006/relationships/customXml" Target="../ink/ink151.xml"/><Relationship Id="rId186" Type="http://schemas.openxmlformats.org/officeDocument/2006/relationships/image" Target="../media/image170.png"/><Relationship Id="rId211" Type="http://schemas.openxmlformats.org/officeDocument/2006/relationships/customXml" Target="../ink/ink174.xml"/><Relationship Id="rId232" Type="http://schemas.openxmlformats.org/officeDocument/2006/relationships/image" Target="../media/image193.png"/><Relationship Id="rId253" Type="http://schemas.openxmlformats.org/officeDocument/2006/relationships/customXml" Target="../ink/ink195.xml"/><Relationship Id="rId274" Type="http://schemas.openxmlformats.org/officeDocument/2006/relationships/image" Target="../media/image214.png"/><Relationship Id="rId27" Type="http://schemas.openxmlformats.org/officeDocument/2006/relationships/customXml" Target="../ink/ink82.xml"/><Relationship Id="rId48" Type="http://schemas.openxmlformats.org/officeDocument/2006/relationships/image" Target="../media/image101.png"/><Relationship Id="rId69" Type="http://schemas.openxmlformats.org/officeDocument/2006/relationships/customXml" Target="../ink/ink103.xml"/><Relationship Id="rId113" Type="http://schemas.openxmlformats.org/officeDocument/2006/relationships/customXml" Target="../ink/ink125.xml"/><Relationship Id="rId134" Type="http://schemas.openxmlformats.org/officeDocument/2006/relationships/image" Target="../media/image144.png"/><Relationship Id="rId80" Type="http://schemas.openxmlformats.org/officeDocument/2006/relationships/image" Target="../media/image117.png"/><Relationship Id="rId155" Type="http://schemas.openxmlformats.org/officeDocument/2006/relationships/customXml" Target="../ink/ink146.xml"/><Relationship Id="rId176" Type="http://schemas.openxmlformats.org/officeDocument/2006/relationships/image" Target="../media/image165.png"/><Relationship Id="rId197" Type="http://schemas.openxmlformats.org/officeDocument/2006/relationships/customXml" Target="../ink/ink167.xml"/><Relationship Id="rId201" Type="http://schemas.openxmlformats.org/officeDocument/2006/relationships/customXml" Target="../ink/ink169.xml"/><Relationship Id="rId222" Type="http://schemas.openxmlformats.org/officeDocument/2006/relationships/image" Target="../media/image188.png"/><Relationship Id="rId243" Type="http://schemas.openxmlformats.org/officeDocument/2006/relationships/customXml" Target="../ink/ink190.xml"/><Relationship Id="rId264" Type="http://schemas.openxmlformats.org/officeDocument/2006/relationships/image" Target="../media/image209.png"/><Relationship Id="rId17" Type="http://schemas.openxmlformats.org/officeDocument/2006/relationships/customXml" Target="../ink/ink77.xml"/><Relationship Id="rId38" Type="http://schemas.openxmlformats.org/officeDocument/2006/relationships/image" Target="../media/image96.png"/><Relationship Id="rId59" Type="http://schemas.openxmlformats.org/officeDocument/2006/relationships/customXml" Target="../ink/ink98.xml"/><Relationship Id="rId103" Type="http://schemas.openxmlformats.org/officeDocument/2006/relationships/customXml" Target="../ink/ink120.xml"/><Relationship Id="rId124" Type="http://schemas.openxmlformats.org/officeDocument/2006/relationships/image" Target="../media/image139.png"/><Relationship Id="rId70" Type="http://schemas.openxmlformats.org/officeDocument/2006/relationships/image" Target="../media/image112.png"/><Relationship Id="rId91" Type="http://schemas.openxmlformats.org/officeDocument/2006/relationships/customXml" Target="../ink/ink114.xml"/><Relationship Id="rId145" Type="http://schemas.openxmlformats.org/officeDocument/2006/relationships/customXml" Target="../ink/ink141.xml"/><Relationship Id="rId166" Type="http://schemas.openxmlformats.org/officeDocument/2006/relationships/image" Target="../media/image160.png"/><Relationship Id="rId187" Type="http://schemas.openxmlformats.org/officeDocument/2006/relationships/customXml" Target="../ink/ink162.xml"/><Relationship Id="rId1" Type="http://schemas.openxmlformats.org/officeDocument/2006/relationships/slideLayout" Target="../slideLayouts/slideLayout2.xml"/><Relationship Id="rId212" Type="http://schemas.openxmlformats.org/officeDocument/2006/relationships/image" Target="../media/image183.png"/><Relationship Id="rId233" Type="http://schemas.openxmlformats.org/officeDocument/2006/relationships/customXml" Target="../ink/ink185.xml"/><Relationship Id="rId254" Type="http://schemas.openxmlformats.org/officeDocument/2006/relationships/image" Target="../media/image204.png"/><Relationship Id="rId28" Type="http://schemas.openxmlformats.org/officeDocument/2006/relationships/image" Target="../media/image91.png"/><Relationship Id="rId49" Type="http://schemas.openxmlformats.org/officeDocument/2006/relationships/customXml" Target="../ink/ink93.xml"/><Relationship Id="rId114" Type="http://schemas.openxmlformats.org/officeDocument/2006/relationships/image" Target="../media/image134.png"/><Relationship Id="rId275" Type="http://schemas.openxmlformats.org/officeDocument/2006/relationships/customXml" Target="../ink/ink206.xml"/><Relationship Id="rId60" Type="http://schemas.openxmlformats.org/officeDocument/2006/relationships/image" Target="../media/image107.png"/><Relationship Id="rId81" Type="http://schemas.openxmlformats.org/officeDocument/2006/relationships/customXml" Target="../ink/ink109.xml"/><Relationship Id="rId135" Type="http://schemas.openxmlformats.org/officeDocument/2006/relationships/customXml" Target="../ink/ink136.xml"/><Relationship Id="rId156" Type="http://schemas.openxmlformats.org/officeDocument/2006/relationships/image" Target="../media/image155.png"/><Relationship Id="rId177" Type="http://schemas.openxmlformats.org/officeDocument/2006/relationships/customXml" Target="../ink/ink157.xml"/><Relationship Id="rId198" Type="http://schemas.openxmlformats.org/officeDocument/2006/relationships/image" Target="../media/image176.png"/><Relationship Id="rId202" Type="http://schemas.openxmlformats.org/officeDocument/2006/relationships/image" Target="../media/image178.png"/><Relationship Id="rId223" Type="http://schemas.openxmlformats.org/officeDocument/2006/relationships/customXml" Target="../ink/ink180.xml"/><Relationship Id="rId244" Type="http://schemas.openxmlformats.org/officeDocument/2006/relationships/image" Target="../media/image199.png"/><Relationship Id="rId18" Type="http://schemas.openxmlformats.org/officeDocument/2006/relationships/image" Target="../media/image86.png"/><Relationship Id="rId39" Type="http://schemas.openxmlformats.org/officeDocument/2006/relationships/customXml" Target="../ink/ink88.xml"/><Relationship Id="rId265" Type="http://schemas.openxmlformats.org/officeDocument/2006/relationships/customXml" Target="../ink/ink201.xml"/><Relationship Id="rId50" Type="http://schemas.openxmlformats.org/officeDocument/2006/relationships/image" Target="../media/image102.png"/><Relationship Id="rId104" Type="http://schemas.openxmlformats.org/officeDocument/2006/relationships/image" Target="../media/image129.png"/><Relationship Id="rId125" Type="http://schemas.openxmlformats.org/officeDocument/2006/relationships/customXml" Target="../ink/ink131.xml"/><Relationship Id="rId146" Type="http://schemas.openxmlformats.org/officeDocument/2006/relationships/image" Target="../media/image150.png"/><Relationship Id="rId167" Type="http://schemas.openxmlformats.org/officeDocument/2006/relationships/customXml" Target="../ink/ink152.xml"/><Relationship Id="rId188" Type="http://schemas.openxmlformats.org/officeDocument/2006/relationships/image" Target="../media/image171.png"/><Relationship Id="rId71" Type="http://schemas.openxmlformats.org/officeDocument/2006/relationships/customXml" Target="../ink/ink104.xml"/><Relationship Id="rId92" Type="http://schemas.openxmlformats.org/officeDocument/2006/relationships/image" Target="../media/image123.png"/><Relationship Id="rId213" Type="http://schemas.openxmlformats.org/officeDocument/2006/relationships/customXml" Target="../ink/ink175.xml"/><Relationship Id="rId234" Type="http://schemas.openxmlformats.org/officeDocument/2006/relationships/image" Target="../media/image194.png"/><Relationship Id="rId2" Type="http://schemas.openxmlformats.org/officeDocument/2006/relationships/image" Target="../media/image2610.png"/><Relationship Id="rId29" Type="http://schemas.openxmlformats.org/officeDocument/2006/relationships/customXml" Target="../ink/ink83.xml"/><Relationship Id="rId255" Type="http://schemas.openxmlformats.org/officeDocument/2006/relationships/customXml" Target="../ink/ink196.xml"/><Relationship Id="rId276" Type="http://schemas.openxmlformats.org/officeDocument/2006/relationships/image" Target="../media/image215.png"/><Relationship Id="rId40" Type="http://schemas.openxmlformats.org/officeDocument/2006/relationships/image" Target="../media/image97.png"/><Relationship Id="rId115" Type="http://schemas.openxmlformats.org/officeDocument/2006/relationships/customXml" Target="../ink/ink126.xml"/><Relationship Id="rId136" Type="http://schemas.openxmlformats.org/officeDocument/2006/relationships/image" Target="../media/image145.png"/><Relationship Id="rId157" Type="http://schemas.openxmlformats.org/officeDocument/2006/relationships/customXml" Target="../ink/ink147.xml"/><Relationship Id="rId178" Type="http://schemas.openxmlformats.org/officeDocument/2006/relationships/image" Target="../media/image166.png"/><Relationship Id="rId61" Type="http://schemas.openxmlformats.org/officeDocument/2006/relationships/customXml" Target="../ink/ink99.xml"/><Relationship Id="rId82" Type="http://schemas.openxmlformats.org/officeDocument/2006/relationships/image" Target="../media/image118.png"/><Relationship Id="rId199" Type="http://schemas.openxmlformats.org/officeDocument/2006/relationships/customXml" Target="../ink/ink168.xml"/><Relationship Id="rId203" Type="http://schemas.openxmlformats.org/officeDocument/2006/relationships/customXml" Target="../ink/ink170.xml"/><Relationship Id="rId19" Type="http://schemas.openxmlformats.org/officeDocument/2006/relationships/customXml" Target="../ink/ink78.xml"/><Relationship Id="rId224" Type="http://schemas.openxmlformats.org/officeDocument/2006/relationships/image" Target="../media/image189.png"/><Relationship Id="rId245" Type="http://schemas.openxmlformats.org/officeDocument/2006/relationships/customXml" Target="../ink/ink191.xml"/><Relationship Id="rId266" Type="http://schemas.openxmlformats.org/officeDocument/2006/relationships/image" Target="../media/image210.png"/><Relationship Id="rId30" Type="http://schemas.openxmlformats.org/officeDocument/2006/relationships/image" Target="../media/image92.png"/><Relationship Id="rId105" Type="http://schemas.openxmlformats.org/officeDocument/2006/relationships/customXml" Target="../ink/ink121.xml"/><Relationship Id="rId126" Type="http://schemas.openxmlformats.org/officeDocument/2006/relationships/image" Target="../media/image140.png"/><Relationship Id="rId147" Type="http://schemas.openxmlformats.org/officeDocument/2006/relationships/customXml" Target="../ink/ink142.xml"/><Relationship Id="rId168" Type="http://schemas.openxmlformats.org/officeDocument/2006/relationships/image" Target="../media/image161.png"/><Relationship Id="rId51" Type="http://schemas.openxmlformats.org/officeDocument/2006/relationships/customXml" Target="../ink/ink94.xml"/><Relationship Id="rId72" Type="http://schemas.openxmlformats.org/officeDocument/2006/relationships/image" Target="../media/image113.png"/><Relationship Id="rId93" Type="http://schemas.openxmlformats.org/officeDocument/2006/relationships/customXml" Target="../ink/ink115.xml"/><Relationship Id="rId189" Type="http://schemas.openxmlformats.org/officeDocument/2006/relationships/customXml" Target="../ink/ink163.xml"/><Relationship Id="rId3" Type="http://schemas.openxmlformats.org/officeDocument/2006/relationships/image" Target="../media/image2710.png"/><Relationship Id="rId214" Type="http://schemas.openxmlformats.org/officeDocument/2006/relationships/image" Target="../media/image184.png"/><Relationship Id="rId235" Type="http://schemas.openxmlformats.org/officeDocument/2006/relationships/customXml" Target="../ink/ink186.xml"/><Relationship Id="rId256" Type="http://schemas.openxmlformats.org/officeDocument/2006/relationships/image" Target="../media/image205.png"/><Relationship Id="rId277" Type="http://schemas.openxmlformats.org/officeDocument/2006/relationships/customXml" Target="../ink/ink207.xml"/><Relationship Id="rId116" Type="http://schemas.openxmlformats.org/officeDocument/2006/relationships/image" Target="../media/image135.png"/><Relationship Id="rId137" Type="http://schemas.openxmlformats.org/officeDocument/2006/relationships/customXml" Target="../ink/ink137.xml"/><Relationship Id="rId158" Type="http://schemas.openxmlformats.org/officeDocument/2006/relationships/image" Target="../media/image156.png"/><Relationship Id="rId20" Type="http://schemas.openxmlformats.org/officeDocument/2006/relationships/image" Target="../media/image87.png"/><Relationship Id="rId41" Type="http://schemas.openxmlformats.org/officeDocument/2006/relationships/customXml" Target="../ink/ink89.xml"/><Relationship Id="rId62" Type="http://schemas.openxmlformats.org/officeDocument/2006/relationships/image" Target="../media/image108.png"/><Relationship Id="rId83" Type="http://schemas.openxmlformats.org/officeDocument/2006/relationships/customXml" Target="../ink/ink110.xml"/><Relationship Id="rId179" Type="http://schemas.openxmlformats.org/officeDocument/2006/relationships/customXml" Target="../ink/ink158.xml"/><Relationship Id="rId190" Type="http://schemas.openxmlformats.org/officeDocument/2006/relationships/image" Target="../media/image172.png"/><Relationship Id="rId204" Type="http://schemas.openxmlformats.org/officeDocument/2006/relationships/image" Target="../media/image179.png"/><Relationship Id="rId225" Type="http://schemas.openxmlformats.org/officeDocument/2006/relationships/customXml" Target="../ink/ink181.xml"/><Relationship Id="rId246" Type="http://schemas.openxmlformats.org/officeDocument/2006/relationships/image" Target="../media/image200.png"/><Relationship Id="rId267" Type="http://schemas.openxmlformats.org/officeDocument/2006/relationships/customXml" Target="../ink/ink202.xml"/><Relationship Id="rId106" Type="http://schemas.openxmlformats.org/officeDocument/2006/relationships/image" Target="../media/image130.png"/><Relationship Id="rId127" Type="http://schemas.openxmlformats.org/officeDocument/2006/relationships/customXml" Target="../ink/ink132.xml"/><Relationship Id="rId10" Type="http://schemas.openxmlformats.org/officeDocument/2006/relationships/image" Target="../media/image82.png"/><Relationship Id="rId31" Type="http://schemas.openxmlformats.org/officeDocument/2006/relationships/customXml" Target="../ink/ink84.xml"/><Relationship Id="rId52" Type="http://schemas.openxmlformats.org/officeDocument/2006/relationships/image" Target="../media/image103.png"/><Relationship Id="rId73" Type="http://schemas.openxmlformats.org/officeDocument/2006/relationships/customXml" Target="../ink/ink105.xml"/><Relationship Id="rId94" Type="http://schemas.openxmlformats.org/officeDocument/2006/relationships/image" Target="../media/image124.png"/><Relationship Id="rId148" Type="http://schemas.openxmlformats.org/officeDocument/2006/relationships/image" Target="../media/image151.png"/><Relationship Id="rId169" Type="http://schemas.openxmlformats.org/officeDocument/2006/relationships/customXml" Target="../ink/ink153.xml"/><Relationship Id="rId4" Type="http://schemas.openxmlformats.org/officeDocument/2006/relationships/image" Target="../media/image2810.png"/><Relationship Id="rId180" Type="http://schemas.openxmlformats.org/officeDocument/2006/relationships/image" Target="../media/image167.png"/><Relationship Id="rId215" Type="http://schemas.openxmlformats.org/officeDocument/2006/relationships/customXml" Target="../ink/ink176.xml"/><Relationship Id="rId236" Type="http://schemas.openxmlformats.org/officeDocument/2006/relationships/image" Target="../media/image195.png"/><Relationship Id="rId257" Type="http://schemas.openxmlformats.org/officeDocument/2006/relationships/customXml" Target="../ink/ink197.xml"/><Relationship Id="rId278" Type="http://schemas.openxmlformats.org/officeDocument/2006/relationships/image" Target="../media/image216.png"/><Relationship Id="rId42" Type="http://schemas.openxmlformats.org/officeDocument/2006/relationships/image" Target="../media/image98.png"/><Relationship Id="rId84" Type="http://schemas.openxmlformats.org/officeDocument/2006/relationships/image" Target="../media/image119.png"/><Relationship Id="rId138" Type="http://schemas.openxmlformats.org/officeDocument/2006/relationships/image" Target="../media/image146.png"/><Relationship Id="rId191" Type="http://schemas.openxmlformats.org/officeDocument/2006/relationships/customXml" Target="../ink/ink164.xml"/><Relationship Id="rId205" Type="http://schemas.openxmlformats.org/officeDocument/2006/relationships/customXml" Target="../ink/ink171.xml"/><Relationship Id="rId247" Type="http://schemas.openxmlformats.org/officeDocument/2006/relationships/customXml" Target="../ink/ink192.xml"/><Relationship Id="rId107" Type="http://schemas.openxmlformats.org/officeDocument/2006/relationships/customXml" Target="../ink/ink122.xml"/><Relationship Id="rId11" Type="http://schemas.openxmlformats.org/officeDocument/2006/relationships/customXml" Target="../ink/ink74.xml"/><Relationship Id="rId53" Type="http://schemas.openxmlformats.org/officeDocument/2006/relationships/customXml" Target="../ink/ink95.xml"/><Relationship Id="rId149" Type="http://schemas.openxmlformats.org/officeDocument/2006/relationships/customXml" Target="../ink/ink143.xml"/><Relationship Id="rId95" Type="http://schemas.openxmlformats.org/officeDocument/2006/relationships/customXml" Target="../ink/ink116.xml"/><Relationship Id="rId160" Type="http://schemas.openxmlformats.org/officeDocument/2006/relationships/image" Target="../media/image157.png"/><Relationship Id="rId216" Type="http://schemas.openxmlformats.org/officeDocument/2006/relationships/image" Target="../media/image185.png"/><Relationship Id="rId258" Type="http://schemas.openxmlformats.org/officeDocument/2006/relationships/image" Target="../media/image206.png"/></Relationships>
</file>

<file path=ppt/slides/_rels/slide12.xml.rels><?xml version="1.0" encoding="UTF-8" standalone="yes"?>
<Relationships xmlns="http://schemas.openxmlformats.org/package/2006/relationships"><Relationship Id="rId26" Type="http://schemas.openxmlformats.org/officeDocument/2006/relationships/image" Target="../media/image230.png"/><Relationship Id="rId21" Type="http://schemas.openxmlformats.org/officeDocument/2006/relationships/customXml" Target="../ink/ink219.xml"/><Relationship Id="rId42" Type="http://schemas.openxmlformats.org/officeDocument/2006/relationships/image" Target="../media/image238.png"/><Relationship Id="rId47" Type="http://schemas.openxmlformats.org/officeDocument/2006/relationships/customXml" Target="../ink/ink232.xml"/><Relationship Id="rId63" Type="http://schemas.openxmlformats.org/officeDocument/2006/relationships/customXml" Target="../ink/ink240.xml"/><Relationship Id="rId68" Type="http://schemas.openxmlformats.org/officeDocument/2006/relationships/image" Target="../media/image251.png"/><Relationship Id="rId84" Type="http://schemas.openxmlformats.org/officeDocument/2006/relationships/image" Target="../media/image259.png"/><Relationship Id="rId89" Type="http://schemas.openxmlformats.org/officeDocument/2006/relationships/customXml" Target="../ink/ink253.xml"/><Relationship Id="rId16" Type="http://schemas.openxmlformats.org/officeDocument/2006/relationships/image" Target="../media/image225.png"/><Relationship Id="rId11" Type="http://schemas.openxmlformats.org/officeDocument/2006/relationships/customXml" Target="../ink/ink214.xml"/><Relationship Id="rId32" Type="http://schemas.openxmlformats.org/officeDocument/2006/relationships/image" Target="../media/image233.png"/><Relationship Id="rId37" Type="http://schemas.openxmlformats.org/officeDocument/2006/relationships/customXml" Target="../ink/ink227.xml"/><Relationship Id="rId53" Type="http://schemas.openxmlformats.org/officeDocument/2006/relationships/customXml" Target="../ink/ink235.xml"/><Relationship Id="rId58" Type="http://schemas.openxmlformats.org/officeDocument/2006/relationships/image" Target="../media/image246.png"/><Relationship Id="rId74" Type="http://schemas.openxmlformats.org/officeDocument/2006/relationships/image" Target="../media/image254.png"/><Relationship Id="rId79" Type="http://schemas.openxmlformats.org/officeDocument/2006/relationships/customXml" Target="../ink/ink248.xml"/><Relationship Id="rId5" Type="http://schemas.openxmlformats.org/officeDocument/2006/relationships/customXml" Target="../ink/ink211.xml"/><Relationship Id="rId90" Type="http://schemas.openxmlformats.org/officeDocument/2006/relationships/image" Target="../media/image262.png"/><Relationship Id="rId22" Type="http://schemas.openxmlformats.org/officeDocument/2006/relationships/image" Target="../media/image228.png"/><Relationship Id="rId27" Type="http://schemas.openxmlformats.org/officeDocument/2006/relationships/customXml" Target="../ink/ink222.xml"/><Relationship Id="rId43" Type="http://schemas.openxmlformats.org/officeDocument/2006/relationships/customXml" Target="../ink/ink230.xml"/><Relationship Id="rId48" Type="http://schemas.openxmlformats.org/officeDocument/2006/relationships/image" Target="../media/image241.png"/><Relationship Id="rId64" Type="http://schemas.openxmlformats.org/officeDocument/2006/relationships/image" Target="../media/image249.png"/><Relationship Id="rId69" Type="http://schemas.openxmlformats.org/officeDocument/2006/relationships/customXml" Target="../ink/ink243.xml"/><Relationship Id="rId8" Type="http://schemas.openxmlformats.org/officeDocument/2006/relationships/image" Target="../media/image221.png"/><Relationship Id="rId51" Type="http://schemas.openxmlformats.org/officeDocument/2006/relationships/customXml" Target="../ink/ink234.xml"/><Relationship Id="rId72" Type="http://schemas.openxmlformats.org/officeDocument/2006/relationships/image" Target="../media/image253.png"/><Relationship Id="rId80" Type="http://schemas.openxmlformats.org/officeDocument/2006/relationships/image" Target="../media/image257.png"/><Relationship Id="rId85" Type="http://schemas.openxmlformats.org/officeDocument/2006/relationships/customXml" Target="../ink/ink251.xml"/><Relationship Id="rId93" Type="http://schemas.openxmlformats.org/officeDocument/2006/relationships/customXml" Target="../ink/ink255.xml"/><Relationship Id="rId3" Type="http://schemas.openxmlformats.org/officeDocument/2006/relationships/customXml" Target="../ink/ink210.xml"/><Relationship Id="rId12" Type="http://schemas.openxmlformats.org/officeDocument/2006/relationships/image" Target="../media/image223.png"/><Relationship Id="rId17" Type="http://schemas.openxmlformats.org/officeDocument/2006/relationships/customXml" Target="../ink/ink217.xml"/><Relationship Id="rId25" Type="http://schemas.openxmlformats.org/officeDocument/2006/relationships/customXml" Target="../ink/ink221.xml"/><Relationship Id="rId33" Type="http://schemas.openxmlformats.org/officeDocument/2006/relationships/customXml" Target="../ink/ink225.xml"/><Relationship Id="rId38" Type="http://schemas.openxmlformats.org/officeDocument/2006/relationships/image" Target="../media/image236.png"/><Relationship Id="rId46" Type="http://schemas.openxmlformats.org/officeDocument/2006/relationships/image" Target="../media/image240.png"/><Relationship Id="rId59" Type="http://schemas.openxmlformats.org/officeDocument/2006/relationships/customXml" Target="../ink/ink238.xml"/><Relationship Id="rId67" Type="http://schemas.openxmlformats.org/officeDocument/2006/relationships/customXml" Target="../ink/ink242.xml"/><Relationship Id="rId20" Type="http://schemas.openxmlformats.org/officeDocument/2006/relationships/image" Target="../media/image227.png"/><Relationship Id="rId41" Type="http://schemas.openxmlformats.org/officeDocument/2006/relationships/customXml" Target="../ink/ink229.xml"/><Relationship Id="rId54" Type="http://schemas.openxmlformats.org/officeDocument/2006/relationships/image" Target="../media/image244.png"/><Relationship Id="rId62" Type="http://schemas.openxmlformats.org/officeDocument/2006/relationships/image" Target="../media/image248.png"/><Relationship Id="rId70" Type="http://schemas.openxmlformats.org/officeDocument/2006/relationships/image" Target="../media/image252.png"/><Relationship Id="rId75" Type="http://schemas.openxmlformats.org/officeDocument/2006/relationships/customXml" Target="../ink/ink246.xml"/><Relationship Id="rId83" Type="http://schemas.openxmlformats.org/officeDocument/2006/relationships/customXml" Target="../ink/ink250.xml"/><Relationship Id="rId88" Type="http://schemas.openxmlformats.org/officeDocument/2006/relationships/image" Target="../media/image261.png"/><Relationship Id="rId91" Type="http://schemas.openxmlformats.org/officeDocument/2006/relationships/customXml" Target="../ink/ink254.xml"/><Relationship Id="rId1" Type="http://schemas.openxmlformats.org/officeDocument/2006/relationships/slideLayout" Target="../slideLayouts/slideLayout2.xml"/><Relationship Id="rId6" Type="http://schemas.openxmlformats.org/officeDocument/2006/relationships/image" Target="../media/image220.png"/><Relationship Id="rId15" Type="http://schemas.openxmlformats.org/officeDocument/2006/relationships/customXml" Target="../ink/ink216.xml"/><Relationship Id="rId23" Type="http://schemas.openxmlformats.org/officeDocument/2006/relationships/customXml" Target="../ink/ink220.xml"/><Relationship Id="rId28" Type="http://schemas.openxmlformats.org/officeDocument/2006/relationships/image" Target="../media/image231.png"/><Relationship Id="rId36" Type="http://schemas.openxmlformats.org/officeDocument/2006/relationships/image" Target="../media/image235.png"/><Relationship Id="rId49" Type="http://schemas.openxmlformats.org/officeDocument/2006/relationships/customXml" Target="../ink/ink233.xml"/><Relationship Id="rId57" Type="http://schemas.openxmlformats.org/officeDocument/2006/relationships/customXml" Target="../ink/ink237.xml"/><Relationship Id="rId10" Type="http://schemas.openxmlformats.org/officeDocument/2006/relationships/image" Target="../media/image222.png"/><Relationship Id="rId31" Type="http://schemas.openxmlformats.org/officeDocument/2006/relationships/customXml" Target="../ink/ink224.xml"/><Relationship Id="rId44" Type="http://schemas.openxmlformats.org/officeDocument/2006/relationships/image" Target="../media/image239.png"/><Relationship Id="rId52" Type="http://schemas.openxmlformats.org/officeDocument/2006/relationships/image" Target="../media/image243.png"/><Relationship Id="rId60" Type="http://schemas.openxmlformats.org/officeDocument/2006/relationships/image" Target="../media/image247.png"/><Relationship Id="rId65" Type="http://schemas.openxmlformats.org/officeDocument/2006/relationships/customXml" Target="../ink/ink241.xml"/><Relationship Id="rId73" Type="http://schemas.openxmlformats.org/officeDocument/2006/relationships/customXml" Target="../ink/ink245.xml"/><Relationship Id="rId78" Type="http://schemas.openxmlformats.org/officeDocument/2006/relationships/image" Target="../media/image256.png"/><Relationship Id="rId81" Type="http://schemas.openxmlformats.org/officeDocument/2006/relationships/customXml" Target="../ink/ink249.xml"/><Relationship Id="rId86" Type="http://schemas.openxmlformats.org/officeDocument/2006/relationships/image" Target="../media/image260.png"/><Relationship Id="rId94" Type="http://schemas.openxmlformats.org/officeDocument/2006/relationships/image" Target="../media/image264.png"/><Relationship Id="rId4" Type="http://schemas.openxmlformats.org/officeDocument/2006/relationships/image" Target="../media/image219.png"/><Relationship Id="rId9" Type="http://schemas.openxmlformats.org/officeDocument/2006/relationships/customXml" Target="../ink/ink213.xml"/><Relationship Id="rId13" Type="http://schemas.openxmlformats.org/officeDocument/2006/relationships/customXml" Target="../ink/ink215.xml"/><Relationship Id="rId18" Type="http://schemas.openxmlformats.org/officeDocument/2006/relationships/image" Target="../media/image226.png"/><Relationship Id="rId39" Type="http://schemas.openxmlformats.org/officeDocument/2006/relationships/customXml" Target="../ink/ink228.xml"/><Relationship Id="rId34" Type="http://schemas.openxmlformats.org/officeDocument/2006/relationships/image" Target="../media/image234.png"/><Relationship Id="rId50" Type="http://schemas.openxmlformats.org/officeDocument/2006/relationships/image" Target="../media/image242.png"/><Relationship Id="rId55" Type="http://schemas.openxmlformats.org/officeDocument/2006/relationships/customXml" Target="../ink/ink236.xml"/><Relationship Id="rId76" Type="http://schemas.openxmlformats.org/officeDocument/2006/relationships/image" Target="../media/image255.png"/><Relationship Id="rId7" Type="http://schemas.openxmlformats.org/officeDocument/2006/relationships/customXml" Target="../ink/ink212.xml"/><Relationship Id="rId71" Type="http://schemas.openxmlformats.org/officeDocument/2006/relationships/customXml" Target="../ink/ink244.xml"/><Relationship Id="rId92" Type="http://schemas.openxmlformats.org/officeDocument/2006/relationships/image" Target="../media/image263.png"/><Relationship Id="rId2" Type="http://schemas.openxmlformats.org/officeDocument/2006/relationships/image" Target="../media/image3110.png"/><Relationship Id="rId29" Type="http://schemas.openxmlformats.org/officeDocument/2006/relationships/customXml" Target="../ink/ink223.xml"/><Relationship Id="rId24" Type="http://schemas.openxmlformats.org/officeDocument/2006/relationships/image" Target="../media/image229.png"/><Relationship Id="rId40" Type="http://schemas.openxmlformats.org/officeDocument/2006/relationships/image" Target="../media/image237.png"/><Relationship Id="rId45" Type="http://schemas.openxmlformats.org/officeDocument/2006/relationships/customXml" Target="../ink/ink231.xml"/><Relationship Id="rId66" Type="http://schemas.openxmlformats.org/officeDocument/2006/relationships/image" Target="../media/image250.png"/><Relationship Id="rId87" Type="http://schemas.openxmlformats.org/officeDocument/2006/relationships/customXml" Target="../ink/ink252.xml"/><Relationship Id="rId61" Type="http://schemas.openxmlformats.org/officeDocument/2006/relationships/customXml" Target="../ink/ink239.xml"/><Relationship Id="rId82" Type="http://schemas.openxmlformats.org/officeDocument/2006/relationships/image" Target="../media/image258.png"/><Relationship Id="rId19" Type="http://schemas.openxmlformats.org/officeDocument/2006/relationships/customXml" Target="../ink/ink218.xml"/><Relationship Id="rId14" Type="http://schemas.openxmlformats.org/officeDocument/2006/relationships/image" Target="../media/image224.png"/><Relationship Id="rId30" Type="http://schemas.openxmlformats.org/officeDocument/2006/relationships/image" Target="../media/image232.png"/><Relationship Id="rId35" Type="http://schemas.openxmlformats.org/officeDocument/2006/relationships/customXml" Target="../ink/ink226.xml"/><Relationship Id="rId56" Type="http://schemas.openxmlformats.org/officeDocument/2006/relationships/image" Target="../media/image245.png"/><Relationship Id="rId77" Type="http://schemas.openxmlformats.org/officeDocument/2006/relationships/customXml" Target="../ink/ink247.xml"/></Relationships>
</file>

<file path=ppt/slides/_rels/slide13.xml.rels><?xml version="1.0" encoding="UTF-8" standalone="yes"?>
<Relationships xmlns="http://schemas.openxmlformats.org/package/2006/relationships"><Relationship Id="rId3" Type="http://schemas.openxmlformats.org/officeDocument/2006/relationships/image" Target="../media/image26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510.png"/><Relationship Id="rId5" Type="http://schemas.openxmlformats.org/officeDocument/2006/relationships/image" Target="../media/image3410.png"/><Relationship Id="rId4" Type="http://schemas.openxmlformats.org/officeDocument/2006/relationships/image" Target="../media/image3310.png"/></Relationships>
</file>

<file path=ppt/slides/_rels/slide14.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710.png"/></Relationships>
</file>

<file path=ppt/slides/_rels/slide15.xml.rels><?xml version="1.0" encoding="UTF-8" standalone="yes"?>
<Relationships xmlns="http://schemas.openxmlformats.org/package/2006/relationships"><Relationship Id="rId3" Type="http://schemas.openxmlformats.org/officeDocument/2006/relationships/image" Target="../media/image38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910.png"/></Relationships>
</file>

<file path=ppt/slides/_rels/slide16.xml.rels><?xml version="1.0" encoding="UTF-8" standalone="yes"?>
<Relationships xmlns="http://schemas.openxmlformats.org/package/2006/relationships"><Relationship Id="rId3" Type="http://schemas.openxmlformats.org/officeDocument/2006/relationships/image" Target="../media/image40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67.png"/></Relationships>
</file>

<file path=ppt/slides/_rels/slide17.xml.rels><?xml version="1.0" encoding="UTF-8" standalone="yes"?>
<Relationships xmlns="http://schemas.openxmlformats.org/package/2006/relationships"><Relationship Id="rId3" Type="http://schemas.openxmlformats.org/officeDocument/2006/relationships/image" Target="../media/image4310.png"/><Relationship Id="rId2" Type="http://schemas.openxmlformats.org/officeDocument/2006/relationships/image" Target="../media/image26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4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6" Type="http://schemas.openxmlformats.org/officeDocument/2006/relationships/image" Target="../media/image280.png"/><Relationship Id="rId117" Type="http://schemas.openxmlformats.org/officeDocument/2006/relationships/customXml" Target="../ink/ink312.xml"/><Relationship Id="rId21" Type="http://schemas.openxmlformats.org/officeDocument/2006/relationships/customXml" Target="../ink/ink264.xml"/><Relationship Id="rId42" Type="http://schemas.openxmlformats.org/officeDocument/2006/relationships/image" Target="../media/image288.png"/><Relationship Id="rId47" Type="http://schemas.openxmlformats.org/officeDocument/2006/relationships/customXml" Target="../ink/ink277.xml"/><Relationship Id="rId63" Type="http://schemas.openxmlformats.org/officeDocument/2006/relationships/customXml" Target="../ink/ink285.xml"/><Relationship Id="rId68" Type="http://schemas.openxmlformats.org/officeDocument/2006/relationships/image" Target="../media/image301.png"/><Relationship Id="rId84" Type="http://schemas.openxmlformats.org/officeDocument/2006/relationships/image" Target="../media/image309.png"/><Relationship Id="rId89" Type="http://schemas.openxmlformats.org/officeDocument/2006/relationships/customXml" Target="../ink/ink298.xml"/><Relationship Id="rId112" Type="http://schemas.openxmlformats.org/officeDocument/2006/relationships/image" Target="../media/image323.png"/><Relationship Id="rId16" Type="http://schemas.openxmlformats.org/officeDocument/2006/relationships/image" Target="../media/image275.png"/><Relationship Id="rId107" Type="http://schemas.openxmlformats.org/officeDocument/2006/relationships/customXml" Target="../ink/ink307.xml"/><Relationship Id="rId11" Type="http://schemas.openxmlformats.org/officeDocument/2006/relationships/customXml" Target="../ink/ink259.xml"/><Relationship Id="rId32" Type="http://schemas.openxmlformats.org/officeDocument/2006/relationships/image" Target="../media/image283.png"/><Relationship Id="rId37" Type="http://schemas.openxmlformats.org/officeDocument/2006/relationships/customXml" Target="../ink/ink272.xml"/><Relationship Id="rId53" Type="http://schemas.openxmlformats.org/officeDocument/2006/relationships/customXml" Target="../ink/ink280.xml"/><Relationship Id="rId58" Type="http://schemas.openxmlformats.org/officeDocument/2006/relationships/image" Target="../media/image296.png"/><Relationship Id="rId74" Type="http://schemas.openxmlformats.org/officeDocument/2006/relationships/image" Target="../media/image304.png"/><Relationship Id="rId79" Type="http://schemas.openxmlformats.org/officeDocument/2006/relationships/customXml" Target="../ink/ink293.xml"/><Relationship Id="rId102" Type="http://schemas.openxmlformats.org/officeDocument/2006/relationships/image" Target="../media/image318.png"/><Relationship Id="rId5" Type="http://schemas.openxmlformats.org/officeDocument/2006/relationships/customXml" Target="../ink/ink256.xml"/><Relationship Id="rId90" Type="http://schemas.openxmlformats.org/officeDocument/2006/relationships/image" Target="../media/image312.png"/><Relationship Id="rId95" Type="http://schemas.openxmlformats.org/officeDocument/2006/relationships/customXml" Target="../ink/ink301.xml"/><Relationship Id="rId22" Type="http://schemas.openxmlformats.org/officeDocument/2006/relationships/image" Target="../media/image278.png"/><Relationship Id="rId27" Type="http://schemas.openxmlformats.org/officeDocument/2006/relationships/customXml" Target="../ink/ink267.xml"/><Relationship Id="rId43" Type="http://schemas.openxmlformats.org/officeDocument/2006/relationships/customXml" Target="../ink/ink275.xml"/><Relationship Id="rId48" Type="http://schemas.openxmlformats.org/officeDocument/2006/relationships/image" Target="../media/image291.png"/><Relationship Id="rId64" Type="http://schemas.openxmlformats.org/officeDocument/2006/relationships/image" Target="../media/image299.png"/><Relationship Id="rId69" Type="http://schemas.openxmlformats.org/officeDocument/2006/relationships/customXml" Target="../ink/ink288.xml"/><Relationship Id="rId113" Type="http://schemas.openxmlformats.org/officeDocument/2006/relationships/customXml" Target="../ink/ink310.xml"/><Relationship Id="rId118" Type="http://schemas.openxmlformats.org/officeDocument/2006/relationships/image" Target="../media/image326.png"/><Relationship Id="rId80" Type="http://schemas.openxmlformats.org/officeDocument/2006/relationships/image" Target="../media/image307.png"/><Relationship Id="rId85" Type="http://schemas.openxmlformats.org/officeDocument/2006/relationships/customXml" Target="../ink/ink296.xml"/><Relationship Id="rId12" Type="http://schemas.openxmlformats.org/officeDocument/2006/relationships/image" Target="../media/image273.png"/><Relationship Id="rId17" Type="http://schemas.openxmlformats.org/officeDocument/2006/relationships/customXml" Target="../ink/ink262.xml"/><Relationship Id="rId33" Type="http://schemas.openxmlformats.org/officeDocument/2006/relationships/customXml" Target="../ink/ink270.xml"/><Relationship Id="rId38" Type="http://schemas.openxmlformats.org/officeDocument/2006/relationships/image" Target="../media/image286.png"/><Relationship Id="rId59" Type="http://schemas.openxmlformats.org/officeDocument/2006/relationships/customXml" Target="../ink/ink283.xml"/><Relationship Id="rId103" Type="http://schemas.openxmlformats.org/officeDocument/2006/relationships/customXml" Target="../ink/ink305.xml"/><Relationship Id="rId108" Type="http://schemas.openxmlformats.org/officeDocument/2006/relationships/image" Target="../media/image321.png"/><Relationship Id="rId54" Type="http://schemas.openxmlformats.org/officeDocument/2006/relationships/image" Target="../media/image294.png"/><Relationship Id="rId70" Type="http://schemas.openxmlformats.org/officeDocument/2006/relationships/image" Target="../media/image302.png"/><Relationship Id="rId75" Type="http://schemas.openxmlformats.org/officeDocument/2006/relationships/customXml" Target="../ink/ink291.xml"/><Relationship Id="rId91" Type="http://schemas.openxmlformats.org/officeDocument/2006/relationships/customXml" Target="../ink/ink299.xml"/><Relationship Id="rId96" Type="http://schemas.openxmlformats.org/officeDocument/2006/relationships/image" Target="../media/image315.png"/><Relationship Id="rId1" Type="http://schemas.openxmlformats.org/officeDocument/2006/relationships/slideLayout" Target="../slideLayouts/slideLayout2.xml"/><Relationship Id="rId6" Type="http://schemas.openxmlformats.org/officeDocument/2006/relationships/image" Target="../media/image270.png"/><Relationship Id="rId23" Type="http://schemas.openxmlformats.org/officeDocument/2006/relationships/customXml" Target="../ink/ink265.xml"/><Relationship Id="rId28" Type="http://schemas.openxmlformats.org/officeDocument/2006/relationships/image" Target="../media/image281.png"/><Relationship Id="rId49" Type="http://schemas.openxmlformats.org/officeDocument/2006/relationships/customXml" Target="../ink/ink278.xml"/><Relationship Id="rId114" Type="http://schemas.openxmlformats.org/officeDocument/2006/relationships/image" Target="../media/image324.png"/><Relationship Id="rId119" Type="http://schemas.openxmlformats.org/officeDocument/2006/relationships/customXml" Target="../ink/ink313.xml"/><Relationship Id="rId10" Type="http://schemas.openxmlformats.org/officeDocument/2006/relationships/image" Target="../media/image272.png"/><Relationship Id="rId31" Type="http://schemas.openxmlformats.org/officeDocument/2006/relationships/customXml" Target="../ink/ink269.xml"/><Relationship Id="rId44" Type="http://schemas.openxmlformats.org/officeDocument/2006/relationships/image" Target="../media/image289.png"/><Relationship Id="rId52" Type="http://schemas.openxmlformats.org/officeDocument/2006/relationships/image" Target="../media/image293.png"/><Relationship Id="rId60" Type="http://schemas.openxmlformats.org/officeDocument/2006/relationships/image" Target="../media/image297.png"/><Relationship Id="rId65" Type="http://schemas.openxmlformats.org/officeDocument/2006/relationships/customXml" Target="../ink/ink286.xml"/><Relationship Id="rId73" Type="http://schemas.openxmlformats.org/officeDocument/2006/relationships/customXml" Target="../ink/ink290.xml"/><Relationship Id="rId78" Type="http://schemas.openxmlformats.org/officeDocument/2006/relationships/image" Target="../media/image306.png"/><Relationship Id="rId81" Type="http://schemas.openxmlformats.org/officeDocument/2006/relationships/customXml" Target="../ink/ink294.xml"/><Relationship Id="rId86" Type="http://schemas.openxmlformats.org/officeDocument/2006/relationships/image" Target="../media/image310.png"/><Relationship Id="rId94" Type="http://schemas.openxmlformats.org/officeDocument/2006/relationships/image" Target="../media/image314.png"/><Relationship Id="rId99" Type="http://schemas.openxmlformats.org/officeDocument/2006/relationships/customXml" Target="../ink/ink303.xml"/><Relationship Id="rId101" Type="http://schemas.openxmlformats.org/officeDocument/2006/relationships/customXml" Target="../ink/ink304.xml"/><Relationship Id="rId4" Type="http://schemas.openxmlformats.org/officeDocument/2006/relationships/image" Target="../media/image4610.png"/><Relationship Id="rId9" Type="http://schemas.openxmlformats.org/officeDocument/2006/relationships/customXml" Target="../ink/ink258.xml"/><Relationship Id="rId13" Type="http://schemas.openxmlformats.org/officeDocument/2006/relationships/customXml" Target="../ink/ink260.xml"/><Relationship Id="rId18" Type="http://schemas.openxmlformats.org/officeDocument/2006/relationships/image" Target="../media/image276.png"/><Relationship Id="rId39" Type="http://schemas.openxmlformats.org/officeDocument/2006/relationships/customXml" Target="../ink/ink273.xml"/><Relationship Id="rId109" Type="http://schemas.openxmlformats.org/officeDocument/2006/relationships/customXml" Target="../ink/ink308.xml"/><Relationship Id="rId34" Type="http://schemas.openxmlformats.org/officeDocument/2006/relationships/image" Target="../media/image284.png"/><Relationship Id="rId50" Type="http://schemas.openxmlformats.org/officeDocument/2006/relationships/image" Target="../media/image292.png"/><Relationship Id="rId55" Type="http://schemas.openxmlformats.org/officeDocument/2006/relationships/customXml" Target="../ink/ink281.xml"/><Relationship Id="rId76" Type="http://schemas.openxmlformats.org/officeDocument/2006/relationships/image" Target="../media/image305.png"/><Relationship Id="rId97" Type="http://schemas.openxmlformats.org/officeDocument/2006/relationships/customXml" Target="../ink/ink302.xml"/><Relationship Id="rId104" Type="http://schemas.openxmlformats.org/officeDocument/2006/relationships/image" Target="../media/image319.png"/><Relationship Id="rId120" Type="http://schemas.openxmlformats.org/officeDocument/2006/relationships/image" Target="../media/image327.png"/><Relationship Id="rId7" Type="http://schemas.openxmlformats.org/officeDocument/2006/relationships/customXml" Target="../ink/ink257.xml"/><Relationship Id="rId71" Type="http://schemas.openxmlformats.org/officeDocument/2006/relationships/customXml" Target="../ink/ink289.xml"/><Relationship Id="rId92" Type="http://schemas.openxmlformats.org/officeDocument/2006/relationships/image" Target="../media/image313.png"/><Relationship Id="rId2" Type="http://schemas.openxmlformats.org/officeDocument/2006/relationships/notesSlide" Target="../notesSlides/notesSlide13.xml"/><Relationship Id="rId29" Type="http://schemas.openxmlformats.org/officeDocument/2006/relationships/customXml" Target="../ink/ink268.xml"/><Relationship Id="rId24" Type="http://schemas.openxmlformats.org/officeDocument/2006/relationships/image" Target="../media/image279.png"/><Relationship Id="rId40" Type="http://schemas.openxmlformats.org/officeDocument/2006/relationships/image" Target="../media/image287.png"/><Relationship Id="rId45" Type="http://schemas.openxmlformats.org/officeDocument/2006/relationships/customXml" Target="../ink/ink276.xml"/><Relationship Id="rId66" Type="http://schemas.openxmlformats.org/officeDocument/2006/relationships/image" Target="../media/image300.png"/><Relationship Id="rId87" Type="http://schemas.openxmlformats.org/officeDocument/2006/relationships/customXml" Target="../ink/ink297.xml"/><Relationship Id="rId110" Type="http://schemas.openxmlformats.org/officeDocument/2006/relationships/image" Target="../media/image322.png"/><Relationship Id="rId115" Type="http://schemas.openxmlformats.org/officeDocument/2006/relationships/customXml" Target="../ink/ink311.xml"/><Relationship Id="rId61" Type="http://schemas.openxmlformats.org/officeDocument/2006/relationships/customXml" Target="../ink/ink284.xml"/><Relationship Id="rId82" Type="http://schemas.openxmlformats.org/officeDocument/2006/relationships/image" Target="../media/image308.png"/><Relationship Id="rId19" Type="http://schemas.openxmlformats.org/officeDocument/2006/relationships/customXml" Target="../ink/ink263.xml"/><Relationship Id="rId14" Type="http://schemas.openxmlformats.org/officeDocument/2006/relationships/image" Target="../media/image274.png"/><Relationship Id="rId30" Type="http://schemas.openxmlformats.org/officeDocument/2006/relationships/image" Target="../media/image282.png"/><Relationship Id="rId35" Type="http://schemas.openxmlformats.org/officeDocument/2006/relationships/customXml" Target="../ink/ink271.xml"/><Relationship Id="rId56" Type="http://schemas.openxmlformats.org/officeDocument/2006/relationships/image" Target="../media/image295.png"/><Relationship Id="rId77" Type="http://schemas.openxmlformats.org/officeDocument/2006/relationships/customXml" Target="../ink/ink292.xml"/><Relationship Id="rId100" Type="http://schemas.openxmlformats.org/officeDocument/2006/relationships/image" Target="../media/image317.png"/><Relationship Id="rId105" Type="http://schemas.openxmlformats.org/officeDocument/2006/relationships/customXml" Target="../ink/ink306.xml"/><Relationship Id="rId8" Type="http://schemas.openxmlformats.org/officeDocument/2006/relationships/image" Target="../media/image271.png"/><Relationship Id="rId51" Type="http://schemas.openxmlformats.org/officeDocument/2006/relationships/customXml" Target="../ink/ink279.xml"/><Relationship Id="rId72" Type="http://schemas.openxmlformats.org/officeDocument/2006/relationships/image" Target="../media/image303.png"/><Relationship Id="rId93" Type="http://schemas.openxmlformats.org/officeDocument/2006/relationships/customXml" Target="../ink/ink300.xml"/><Relationship Id="rId98" Type="http://schemas.openxmlformats.org/officeDocument/2006/relationships/image" Target="../media/image316.png"/><Relationship Id="rId3" Type="http://schemas.openxmlformats.org/officeDocument/2006/relationships/image" Target="../media/image269.png"/><Relationship Id="rId25" Type="http://schemas.openxmlformats.org/officeDocument/2006/relationships/customXml" Target="../ink/ink266.xml"/><Relationship Id="rId46" Type="http://schemas.openxmlformats.org/officeDocument/2006/relationships/image" Target="../media/image290.png"/><Relationship Id="rId67" Type="http://schemas.openxmlformats.org/officeDocument/2006/relationships/customXml" Target="../ink/ink287.xml"/><Relationship Id="rId116" Type="http://schemas.openxmlformats.org/officeDocument/2006/relationships/image" Target="../media/image325.png"/><Relationship Id="rId20" Type="http://schemas.openxmlformats.org/officeDocument/2006/relationships/image" Target="../media/image277.png"/><Relationship Id="rId41" Type="http://schemas.openxmlformats.org/officeDocument/2006/relationships/customXml" Target="../ink/ink274.xml"/><Relationship Id="rId62" Type="http://schemas.openxmlformats.org/officeDocument/2006/relationships/image" Target="../media/image298.png"/><Relationship Id="rId83" Type="http://schemas.openxmlformats.org/officeDocument/2006/relationships/customXml" Target="../ink/ink295.xml"/><Relationship Id="rId88" Type="http://schemas.openxmlformats.org/officeDocument/2006/relationships/image" Target="../media/image311.png"/><Relationship Id="rId111" Type="http://schemas.openxmlformats.org/officeDocument/2006/relationships/customXml" Target="../ink/ink309.xml"/><Relationship Id="rId15" Type="http://schemas.openxmlformats.org/officeDocument/2006/relationships/customXml" Target="../ink/ink261.xml"/><Relationship Id="rId36" Type="http://schemas.openxmlformats.org/officeDocument/2006/relationships/image" Target="../media/image285.png"/><Relationship Id="rId57" Type="http://schemas.openxmlformats.org/officeDocument/2006/relationships/customXml" Target="../ink/ink282.xml"/><Relationship Id="rId106" Type="http://schemas.openxmlformats.org/officeDocument/2006/relationships/image" Target="../media/image320.png"/></Relationships>
</file>

<file path=ppt/slides/_rels/slide20.xml.rels><?xml version="1.0" encoding="UTF-8" standalone="yes"?>
<Relationships xmlns="http://schemas.openxmlformats.org/package/2006/relationships"><Relationship Id="rId117" Type="http://schemas.openxmlformats.org/officeDocument/2006/relationships/image" Target="../media/image384.png"/><Relationship Id="rId21" Type="http://schemas.openxmlformats.org/officeDocument/2006/relationships/image" Target="../media/image336.png"/><Relationship Id="rId42" Type="http://schemas.openxmlformats.org/officeDocument/2006/relationships/customXml" Target="../ink/ink333.xml"/><Relationship Id="rId63" Type="http://schemas.openxmlformats.org/officeDocument/2006/relationships/image" Target="../media/image357.png"/><Relationship Id="rId84" Type="http://schemas.openxmlformats.org/officeDocument/2006/relationships/customXml" Target="../ink/ink354.xml"/><Relationship Id="rId138" Type="http://schemas.openxmlformats.org/officeDocument/2006/relationships/customXml" Target="../ink/ink381.xml"/><Relationship Id="rId107" Type="http://schemas.openxmlformats.org/officeDocument/2006/relationships/image" Target="../media/image379.png"/><Relationship Id="rId11" Type="http://schemas.openxmlformats.org/officeDocument/2006/relationships/image" Target="../media/image331.png"/><Relationship Id="rId32" Type="http://schemas.openxmlformats.org/officeDocument/2006/relationships/customXml" Target="../ink/ink328.xml"/><Relationship Id="rId53" Type="http://schemas.openxmlformats.org/officeDocument/2006/relationships/image" Target="../media/image352.png"/><Relationship Id="rId74" Type="http://schemas.openxmlformats.org/officeDocument/2006/relationships/customXml" Target="../ink/ink349.xml"/><Relationship Id="rId128" Type="http://schemas.openxmlformats.org/officeDocument/2006/relationships/customXml" Target="../ink/ink376.xml"/><Relationship Id="rId5" Type="http://schemas.openxmlformats.org/officeDocument/2006/relationships/image" Target="../media/image328.png"/><Relationship Id="rId90" Type="http://schemas.openxmlformats.org/officeDocument/2006/relationships/customXml" Target="../ink/ink357.xml"/><Relationship Id="rId95" Type="http://schemas.openxmlformats.org/officeDocument/2006/relationships/image" Target="../media/image373.png"/><Relationship Id="rId22" Type="http://schemas.openxmlformats.org/officeDocument/2006/relationships/customXml" Target="../ink/ink323.xml"/><Relationship Id="rId27" Type="http://schemas.openxmlformats.org/officeDocument/2006/relationships/image" Target="../media/image339.png"/><Relationship Id="rId43" Type="http://schemas.openxmlformats.org/officeDocument/2006/relationships/image" Target="../media/image347.png"/><Relationship Id="rId48" Type="http://schemas.openxmlformats.org/officeDocument/2006/relationships/customXml" Target="../ink/ink336.xml"/><Relationship Id="rId64" Type="http://schemas.openxmlformats.org/officeDocument/2006/relationships/customXml" Target="../ink/ink344.xml"/><Relationship Id="rId69" Type="http://schemas.openxmlformats.org/officeDocument/2006/relationships/image" Target="../media/image360.png"/><Relationship Id="rId113" Type="http://schemas.openxmlformats.org/officeDocument/2006/relationships/image" Target="../media/image382.png"/><Relationship Id="rId118" Type="http://schemas.openxmlformats.org/officeDocument/2006/relationships/customXml" Target="../ink/ink371.xml"/><Relationship Id="rId134" Type="http://schemas.openxmlformats.org/officeDocument/2006/relationships/customXml" Target="../ink/ink379.xml"/><Relationship Id="rId139" Type="http://schemas.openxmlformats.org/officeDocument/2006/relationships/image" Target="../media/image395.png"/><Relationship Id="rId80" Type="http://schemas.openxmlformats.org/officeDocument/2006/relationships/customXml" Target="../ink/ink352.xml"/><Relationship Id="rId85" Type="http://schemas.openxmlformats.org/officeDocument/2006/relationships/image" Target="../media/image368.png"/><Relationship Id="rId12" Type="http://schemas.openxmlformats.org/officeDocument/2006/relationships/customXml" Target="../ink/ink318.xml"/><Relationship Id="rId17" Type="http://schemas.openxmlformats.org/officeDocument/2006/relationships/image" Target="../media/image334.png"/><Relationship Id="rId33" Type="http://schemas.openxmlformats.org/officeDocument/2006/relationships/image" Target="../media/image342.png"/><Relationship Id="rId38" Type="http://schemas.openxmlformats.org/officeDocument/2006/relationships/customXml" Target="../ink/ink331.xml"/><Relationship Id="rId59" Type="http://schemas.openxmlformats.org/officeDocument/2006/relationships/image" Target="../media/image355.png"/><Relationship Id="rId103" Type="http://schemas.openxmlformats.org/officeDocument/2006/relationships/image" Target="../media/image377.png"/><Relationship Id="rId108" Type="http://schemas.openxmlformats.org/officeDocument/2006/relationships/customXml" Target="../ink/ink366.xml"/><Relationship Id="rId124" Type="http://schemas.openxmlformats.org/officeDocument/2006/relationships/customXml" Target="../ink/ink374.xml"/><Relationship Id="rId129" Type="http://schemas.openxmlformats.org/officeDocument/2006/relationships/image" Target="../media/image390.png"/><Relationship Id="rId54" Type="http://schemas.openxmlformats.org/officeDocument/2006/relationships/customXml" Target="../ink/ink339.xml"/><Relationship Id="rId70" Type="http://schemas.openxmlformats.org/officeDocument/2006/relationships/customXml" Target="../ink/ink347.xml"/><Relationship Id="rId75" Type="http://schemas.openxmlformats.org/officeDocument/2006/relationships/image" Target="../media/image363.png"/><Relationship Id="rId91" Type="http://schemas.openxmlformats.org/officeDocument/2006/relationships/image" Target="../media/image371.png"/><Relationship Id="rId96" Type="http://schemas.openxmlformats.org/officeDocument/2006/relationships/customXml" Target="../ink/ink360.xml"/><Relationship Id="rId140" Type="http://schemas.openxmlformats.org/officeDocument/2006/relationships/customXml" Target="../ink/ink382.xml"/><Relationship Id="rId145" Type="http://schemas.openxmlformats.org/officeDocument/2006/relationships/image" Target="../media/image398.png"/><Relationship Id="rId1" Type="http://schemas.openxmlformats.org/officeDocument/2006/relationships/slideLayout" Target="../slideLayouts/slideLayout2.xml"/><Relationship Id="rId6" Type="http://schemas.openxmlformats.org/officeDocument/2006/relationships/customXml" Target="../ink/ink315.xml"/><Relationship Id="rId23" Type="http://schemas.openxmlformats.org/officeDocument/2006/relationships/image" Target="../media/image337.png"/><Relationship Id="rId28" Type="http://schemas.openxmlformats.org/officeDocument/2006/relationships/customXml" Target="../ink/ink326.xml"/><Relationship Id="rId49" Type="http://schemas.openxmlformats.org/officeDocument/2006/relationships/image" Target="../media/image350.png"/><Relationship Id="rId114" Type="http://schemas.openxmlformats.org/officeDocument/2006/relationships/customXml" Target="../ink/ink369.xml"/><Relationship Id="rId119" Type="http://schemas.openxmlformats.org/officeDocument/2006/relationships/image" Target="../media/image385.png"/><Relationship Id="rId44" Type="http://schemas.openxmlformats.org/officeDocument/2006/relationships/customXml" Target="../ink/ink334.xml"/><Relationship Id="rId60" Type="http://schemas.openxmlformats.org/officeDocument/2006/relationships/customXml" Target="../ink/ink342.xml"/><Relationship Id="rId65" Type="http://schemas.openxmlformats.org/officeDocument/2006/relationships/image" Target="../media/image358.png"/><Relationship Id="rId81" Type="http://schemas.openxmlformats.org/officeDocument/2006/relationships/image" Target="../media/image366.png"/><Relationship Id="rId86" Type="http://schemas.openxmlformats.org/officeDocument/2006/relationships/customXml" Target="../ink/ink355.xml"/><Relationship Id="rId130" Type="http://schemas.openxmlformats.org/officeDocument/2006/relationships/customXml" Target="../ink/ink377.xml"/><Relationship Id="rId135" Type="http://schemas.openxmlformats.org/officeDocument/2006/relationships/image" Target="../media/image393.png"/><Relationship Id="rId13" Type="http://schemas.openxmlformats.org/officeDocument/2006/relationships/image" Target="../media/image332.png"/><Relationship Id="rId18" Type="http://schemas.openxmlformats.org/officeDocument/2006/relationships/customXml" Target="../ink/ink321.xml"/><Relationship Id="rId39" Type="http://schemas.openxmlformats.org/officeDocument/2006/relationships/image" Target="../media/image345.png"/><Relationship Id="rId109" Type="http://schemas.openxmlformats.org/officeDocument/2006/relationships/image" Target="../media/image380.png"/><Relationship Id="rId34" Type="http://schemas.openxmlformats.org/officeDocument/2006/relationships/customXml" Target="../ink/ink329.xml"/><Relationship Id="rId50" Type="http://schemas.openxmlformats.org/officeDocument/2006/relationships/customXml" Target="../ink/ink337.xml"/><Relationship Id="rId55" Type="http://schemas.openxmlformats.org/officeDocument/2006/relationships/image" Target="../media/image353.png"/><Relationship Id="rId76" Type="http://schemas.openxmlformats.org/officeDocument/2006/relationships/customXml" Target="../ink/ink350.xml"/><Relationship Id="rId97" Type="http://schemas.openxmlformats.org/officeDocument/2006/relationships/image" Target="../media/image374.png"/><Relationship Id="rId104" Type="http://schemas.openxmlformats.org/officeDocument/2006/relationships/customXml" Target="../ink/ink364.xml"/><Relationship Id="rId120" Type="http://schemas.openxmlformats.org/officeDocument/2006/relationships/customXml" Target="../ink/ink372.xml"/><Relationship Id="rId125" Type="http://schemas.openxmlformats.org/officeDocument/2006/relationships/image" Target="../media/image388.png"/><Relationship Id="rId141" Type="http://schemas.openxmlformats.org/officeDocument/2006/relationships/image" Target="../media/image396.png"/><Relationship Id="rId146" Type="http://schemas.openxmlformats.org/officeDocument/2006/relationships/customXml" Target="../ink/ink385.xml"/><Relationship Id="rId7" Type="http://schemas.openxmlformats.org/officeDocument/2006/relationships/image" Target="../media/image329.png"/><Relationship Id="rId71" Type="http://schemas.openxmlformats.org/officeDocument/2006/relationships/image" Target="../media/image361.png"/><Relationship Id="rId92" Type="http://schemas.openxmlformats.org/officeDocument/2006/relationships/customXml" Target="../ink/ink358.xml"/><Relationship Id="rId2" Type="http://schemas.openxmlformats.org/officeDocument/2006/relationships/image" Target="NULL"/><Relationship Id="rId29" Type="http://schemas.openxmlformats.org/officeDocument/2006/relationships/image" Target="../media/image340.png"/><Relationship Id="rId24" Type="http://schemas.openxmlformats.org/officeDocument/2006/relationships/customXml" Target="../ink/ink324.xml"/><Relationship Id="rId40" Type="http://schemas.openxmlformats.org/officeDocument/2006/relationships/customXml" Target="../ink/ink332.xml"/><Relationship Id="rId45" Type="http://schemas.openxmlformats.org/officeDocument/2006/relationships/image" Target="../media/image348.png"/><Relationship Id="rId66" Type="http://schemas.openxmlformats.org/officeDocument/2006/relationships/customXml" Target="../ink/ink345.xml"/><Relationship Id="rId87" Type="http://schemas.openxmlformats.org/officeDocument/2006/relationships/image" Target="../media/image369.png"/><Relationship Id="rId110" Type="http://schemas.openxmlformats.org/officeDocument/2006/relationships/customXml" Target="../ink/ink367.xml"/><Relationship Id="rId115" Type="http://schemas.openxmlformats.org/officeDocument/2006/relationships/image" Target="../media/image383.png"/><Relationship Id="rId131" Type="http://schemas.openxmlformats.org/officeDocument/2006/relationships/image" Target="../media/image391.png"/><Relationship Id="rId136" Type="http://schemas.openxmlformats.org/officeDocument/2006/relationships/customXml" Target="../ink/ink380.xml"/><Relationship Id="rId61" Type="http://schemas.openxmlformats.org/officeDocument/2006/relationships/image" Target="../media/image356.png"/><Relationship Id="rId82" Type="http://schemas.openxmlformats.org/officeDocument/2006/relationships/customXml" Target="../ink/ink353.xml"/><Relationship Id="rId19" Type="http://schemas.openxmlformats.org/officeDocument/2006/relationships/image" Target="../media/image335.png"/><Relationship Id="rId14" Type="http://schemas.openxmlformats.org/officeDocument/2006/relationships/customXml" Target="../ink/ink319.xml"/><Relationship Id="rId30" Type="http://schemas.openxmlformats.org/officeDocument/2006/relationships/customXml" Target="../ink/ink327.xml"/><Relationship Id="rId35" Type="http://schemas.openxmlformats.org/officeDocument/2006/relationships/image" Target="../media/image343.png"/><Relationship Id="rId56" Type="http://schemas.openxmlformats.org/officeDocument/2006/relationships/customXml" Target="../ink/ink340.xml"/><Relationship Id="rId77" Type="http://schemas.openxmlformats.org/officeDocument/2006/relationships/image" Target="../media/image364.png"/><Relationship Id="rId100" Type="http://schemas.openxmlformats.org/officeDocument/2006/relationships/customXml" Target="../ink/ink362.xml"/><Relationship Id="rId105" Type="http://schemas.openxmlformats.org/officeDocument/2006/relationships/image" Target="../media/image378.png"/><Relationship Id="rId126" Type="http://schemas.openxmlformats.org/officeDocument/2006/relationships/customXml" Target="../ink/ink375.xml"/><Relationship Id="rId147" Type="http://schemas.openxmlformats.org/officeDocument/2006/relationships/image" Target="../media/image399.png"/><Relationship Id="rId8" Type="http://schemas.openxmlformats.org/officeDocument/2006/relationships/customXml" Target="../ink/ink316.xml"/><Relationship Id="rId51" Type="http://schemas.openxmlformats.org/officeDocument/2006/relationships/image" Target="../media/image351.png"/><Relationship Id="rId72" Type="http://schemas.openxmlformats.org/officeDocument/2006/relationships/customXml" Target="../ink/ink348.xml"/><Relationship Id="rId93" Type="http://schemas.openxmlformats.org/officeDocument/2006/relationships/image" Target="../media/image372.png"/><Relationship Id="rId98" Type="http://schemas.openxmlformats.org/officeDocument/2006/relationships/customXml" Target="../ink/ink361.xml"/><Relationship Id="rId121" Type="http://schemas.openxmlformats.org/officeDocument/2006/relationships/image" Target="../media/image386.png"/><Relationship Id="rId142" Type="http://schemas.openxmlformats.org/officeDocument/2006/relationships/customXml" Target="../ink/ink383.xml"/><Relationship Id="rId3" Type="http://schemas.openxmlformats.org/officeDocument/2006/relationships/image" Target="NULL"/><Relationship Id="rId25" Type="http://schemas.openxmlformats.org/officeDocument/2006/relationships/image" Target="../media/image338.png"/><Relationship Id="rId46" Type="http://schemas.openxmlformats.org/officeDocument/2006/relationships/customXml" Target="../ink/ink335.xml"/><Relationship Id="rId67" Type="http://schemas.openxmlformats.org/officeDocument/2006/relationships/image" Target="../media/image359.png"/><Relationship Id="rId116" Type="http://schemas.openxmlformats.org/officeDocument/2006/relationships/customXml" Target="../ink/ink370.xml"/><Relationship Id="rId137" Type="http://schemas.openxmlformats.org/officeDocument/2006/relationships/image" Target="../media/image394.png"/><Relationship Id="rId20" Type="http://schemas.openxmlformats.org/officeDocument/2006/relationships/customXml" Target="../ink/ink322.xml"/><Relationship Id="rId41" Type="http://schemas.openxmlformats.org/officeDocument/2006/relationships/image" Target="../media/image346.png"/><Relationship Id="rId62" Type="http://schemas.openxmlformats.org/officeDocument/2006/relationships/customXml" Target="../ink/ink343.xml"/><Relationship Id="rId83" Type="http://schemas.openxmlformats.org/officeDocument/2006/relationships/image" Target="../media/image367.png"/><Relationship Id="rId88" Type="http://schemas.openxmlformats.org/officeDocument/2006/relationships/customXml" Target="../ink/ink356.xml"/><Relationship Id="rId111" Type="http://schemas.openxmlformats.org/officeDocument/2006/relationships/image" Target="../media/image381.png"/><Relationship Id="rId132" Type="http://schemas.openxmlformats.org/officeDocument/2006/relationships/customXml" Target="../ink/ink378.xml"/><Relationship Id="rId15" Type="http://schemas.openxmlformats.org/officeDocument/2006/relationships/image" Target="../media/image333.png"/><Relationship Id="rId36" Type="http://schemas.openxmlformats.org/officeDocument/2006/relationships/customXml" Target="../ink/ink330.xml"/><Relationship Id="rId57" Type="http://schemas.openxmlformats.org/officeDocument/2006/relationships/image" Target="../media/image354.png"/><Relationship Id="rId106" Type="http://schemas.openxmlformats.org/officeDocument/2006/relationships/customXml" Target="../ink/ink365.xml"/><Relationship Id="rId127" Type="http://schemas.openxmlformats.org/officeDocument/2006/relationships/image" Target="../media/image389.png"/><Relationship Id="rId10" Type="http://schemas.openxmlformats.org/officeDocument/2006/relationships/customXml" Target="../ink/ink317.xml"/><Relationship Id="rId31" Type="http://schemas.openxmlformats.org/officeDocument/2006/relationships/image" Target="../media/image341.png"/><Relationship Id="rId52" Type="http://schemas.openxmlformats.org/officeDocument/2006/relationships/customXml" Target="../ink/ink338.xml"/><Relationship Id="rId73" Type="http://schemas.openxmlformats.org/officeDocument/2006/relationships/image" Target="../media/image362.png"/><Relationship Id="rId78" Type="http://schemas.openxmlformats.org/officeDocument/2006/relationships/customXml" Target="../ink/ink351.xml"/><Relationship Id="rId94" Type="http://schemas.openxmlformats.org/officeDocument/2006/relationships/customXml" Target="../ink/ink359.xml"/><Relationship Id="rId99" Type="http://schemas.openxmlformats.org/officeDocument/2006/relationships/image" Target="../media/image375.png"/><Relationship Id="rId101" Type="http://schemas.openxmlformats.org/officeDocument/2006/relationships/image" Target="../media/image376.png"/><Relationship Id="rId122" Type="http://schemas.openxmlformats.org/officeDocument/2006/relationships/customXml" Target="../ink/ink373.xml"/><Relationship Id="rId143" Type="http://schemas.openxmlformats.org/officeDocument/2006/relationships/image" Target="../media/image397.png"/><Relationship Id="rId4" Type="http://schemas.openxmlformats.org/officeDocument/2006/relationships/customXml" Target="../ink/ink314.xml"/><Relationship Id="rId9" Type="http://schemas.openxmlformats.org/officeDocument/2006/relationships/image" Target="../media/image330.png"/><Relationship Id="rId26" Type="http://schemas.openxmlformats.org/officeDocument/2006/relationships/customXml" Target="../ink/ink325.xml"/><Relationship Id="rId47" Type="http://schemas.openxmlformats.org/officeDocument/2006/relationships/image" Target="../media/image349.png"/><Relationship Id="rId68" Type="http://schemas.openxmlformats.org/officeDocument/2006/relationships/customXml" Target="../ink/ink346.xml"/><Relationship Id="rId89" Type="http://schemas.openxmlformats.org/officeDocument/2006/relationships/image" Target="../media/image370.png"/><Relationship Id="rId112" Type="http://schemas.openxmlformats.org/officeDocument/2006/relationships/customXml" Target="../ink/ink368.xml"/><Relationship Id="rId133" Type="http://schemas.openxmlformats.org/officeDocument/2006/relationships/image" Target="../media/image392.png"/><Relationship Id="rId16" Type="http://schemas.openxmlformats.org/officeDocument/2006/relationships/customXml" Target="../ink/ink320.xml"/><Relationship Id="rId37" Type="http://schemas.openxmlformats.org/officeDocument/2006/relationships/image" Target="../media/image344.png"/><Relationship Id="rId58" Type="http://schemas.openxmlformats.org/officeDocument/2006/relationships/customXml" Target="../ink/ink341.xml"/><Relationship Id="rId79" Type="http://schemas.openxmlformats.org/officeDocument/2006/relationships/image" Target="../media/image365.png"/><Relationship Id="rId102" Type="http://schemas.openxmlformats.org/officeDocument/2006/relationships/customXml" Target="../ink/ink363.xml"/><Relationship Id="rId123" Type="http://schemas.openxmlformats.org/officeDocument/2006/relationships/image" Target="../media/image387.png"/><Relationship Id="rId144" Type="http://schemas.openxmlformats.org/officeDocument/2006/relationships/customXml" Target="../ink/ink384.xml"/></Relationships>
</file>

<file path=ppt/slides/_rels/slide21.xml.rels><?xml version="1.0" encoding="UTF-8" standalone="yes"?>
<Relationships xmlns="http://schemas.openxmlformats.org/package/2006/relationships"><Relationship Id="rId3" Type="http://schemas.openxmlformats.org/officeDocument/2006/relationships/image" Target="../media/image47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910.png"/><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810.png"/><Relationship Id="rId3" Type="http://schemas.openxmlformats.org/officeDocument/2006/relationships/image" Target="../media/image5010.png"/><Relationship Id="rId7" Type="http://schemas.openxmlformats.org/officeDocument/2006/relationships/image" Target="../media/image5710.png"/><Relationship Id="rId2" Type="http://schemas.openxmlformats.org/officeDocument/2006/relationships/image" Target="../media/image5210.png"/><Relationship Id="rId1" Type="http://schemas.openxmlformats.org/officeDocument/2006/relationships/slideLayout" Target="../slideLayouts/slideLayout2.xml"/><Relationship Id="rId6" Type="http://schemas.openxmlformats.org/officeDocument/2006/relationships/image" Target="../media/image5610.png"/><Relationship Id="rId5" Type="http://schemas.openxmlformats.org/officeDocument/2006/relationships/image" Target="../media/image5510.png"/><Relationship Id="rId4" Type="http://schemas.openxmlformats.org/officeDocument/2006/relationships/image" Target="../media/image401.png"/><Relationship Id="rId9" Type="http://schemas.openxmlformats.org/officeDocument/2006/relationships/image" Target="../media/image5310.png"/></Relationships>
</file>

<file path=ppt/slides/_rels/slide24.xml.rels><?xml version="1.0" encoding="UTF-8" standalone="yes"?>
<Relationships xmlns="http://schemas.openxmlformats.org/package/2006/relationships"><Relationship Id="rId3" Type="http://schemas.openxmlformats.org/officeDocument/2006/relationships/image" Target="../media/image5410.png"/><Relationship Id="rId2" Type="http://schemas.openxmlformats.org/officeDocument/2006/relationships/image" Target="../media/image5910.png"/><Relationship Id="rId1" Type="http://schemas.openxmlformats.org/officeDocument/2006/relationships/slideLayout" Target="../slideLayouts/slideLayout2.xml"/><Relationship Id="rId6" Type="http://schemas.openxmlformats.org/officeDocument/2006/relationships/image" Target="../media/image630.png"/><Relationship Id="rId5" Type="http://schemas.openxmlformats.org/officeDocument/2006/relationships/image" Target="../media/image621.png"/><Relationship Id="rId4" Type="http://schemas.openxmlformats.org/officeDocument/2006/relationships/image" Target="../media/image6110.png"/></Relationships>
</file>

<file path=ppt/slides/_rels/slide25.xml.rels><?xml version="1.0" encoding="UTF-8" standalone="yes"?>
<Relationships xmlns="http://schemas.openxmlformats.org/package/2006/relationships"><Relationship Id="rId117" Type="http://schemas.openxmlformats.org/officeDocument/2006/relationships/customXml" Target="../ink/ink442.xml"/><Relationship Id="rId21" Type="http://schemas.openxmlformats.org/officeDocument/2006/relationships/customXml" Target="../ink/ink394.xml"/><Relationship Id="rId42" Type="http://schemas.openxmlformats.org/officeDocument/2006/relationships/image" Target="../media/image420.png"/><Relationship Id="rId63" Type="http://schemas.openxmlformats.org/officeDocument/2006/relationships/customXml" Target="../ink/ink415.xml"/><Relationship Id="rId84" Type="http://schemas.openxmlformats.org/officeDocument/2006/relationships/image" Target="../media/image441.png"/><Relationship Id="rId138" Type="http://schemas.openxmlformats.org/officeDocument/2006/relationships/image" Target="../media/image468.png"/><Relationship Id="rId159" Type="http://schemas.openxmlformats.org/officeDocument/2006/relationships/customXml" Target="../ink/ink463.xml"/><Relationship Id="rId107" Type="http://schemas.openxmlformats.org/officeDocument/2006/relationships/customXml" Target="../ink/ink437.xml"/><Relationship Id="rId11" Type="http://schemas.openxmlformats.org/officeDocument/2006/relationships/customXml" Target="../ink/ink389.xml"/><Relationship Id="rId32" Type="http://schemas.openxmlformats.org/officeDocument/2006/relationships/image" Target="../media/image415.png"/><Relationship Id="rId53" Type="http://schemas.openxmlformats.org/officeDocument/2006/relationships/customXml" Target="../ink/ink410.xml"/><Relationship Id="rId74" Type="http://schemas.openxmlformats.org/officeDocument/2006/relationships/image" Target="../media/image436.png"/><Relationship Id="rId128" Type="http://schemas.openxmlformats.org/officeDocument/2006/relationships/image" Target="../media/image463.png"/><Relationship Id="rId149" Type="http://schemas.openxmlformats.org/officeDocument/2006/relationships/customXml" Target="../ink/ink458.xml"/><Relationship Id="rId5" Type="http://schemas.openxmlformats.org/officeDocument/2006/relationships/customXml" Target="../ink/ink386.xml"/><Relationship Id="rId95" Type="http://schemas.openxmlformats.org/officeDocument/2006/relationships/customXml" Target="../ink/ink431.xml"/><Relationship Id="rId160" Type="http://schemas.openxmlformats.org/officeDocument/2006/relationships/image" Target="../media/image479.png"/><Relationship Id="rId22" Type="http://schemas.openxmlformats.org/officeDocument/2006/relationships/image" Target="../media/image410.png"/><Relationship Id="rId43" Type="http://schemas.openxmlformats.org/officeDocument/2006/relationships/customXml" Target="../ink/ink405.xml"/><Relationship Id="rId64" Type="http://schemas.openxmlformats.org/officeDocument/2006/relationships/image" Target="../media/image431.png"/><Relationship Id="rId118" Type="http://schemas.openxmlformats.org/officeDocument/2006/relationships/image" Target="../media/image458.png"/><Relationship Id="rId139" Type="http://schemas.openxmlformats.org/officeDocument/2006/relationships/customXml" Target="../ink/ink453.xml"/><Relationship Id="rId85" Type="http://schemas.openxmlformats.org/officeDocument/2006/relationships/customXml" Target="../ink/ink426.xml"/><Relationship Id="rId150" Type="http://schemas.openxmlformats.org/officeDocument/2006/relationships/image" Target="../media/image474.png"/><Relationship Id="rId12" Type="http://schemas.openxmlformats.org/officeDocument/2006/relationships/image" Target="../media/image405.png"/><Relationship Id="rId17" Type="http://schemas.openxmlformats.org/officeDocument/2006/relationships/customXml" Target="../ink/ink392.xml"/><Relationship Id="rId33" Type="http://schemas.openxmlformats.org/officeDocument/2006/relationships/customXml" Target="../ink/ink400.xml"/><Relationship Id="rId38" Type="http://schemas.openxmlformats.org/officeDocument/2006/relationships/image" Target="../media/image418.png"/><Relationship Id="rId59" Type="http://schemas.openxmlformats.org/officeDocument/2006/relationships/customXml" Target="../ink/ink413.xml"/><Relationship Id="rId103" Type="http://schemas.openxmlformats.org/officeDocument/2006/relationships/customXml" Target="../ink/ink435.xml"/><Relationship Id="rId108" Type="http://schemas.openxmlformats.org/officeDocument/2006/relationships/image" Target="../media/image453.png"/><Relationship Id="rId124" Type="http://schemas.openxmlformats.org/officeDocument/2006/relationships/image" Target="../media/image461.png"/><Relationship Id="rId129" Type="http://schemas.openxmlformats.org/officeDocument/2006/relationships/customXml" Target="../ink/ink448.xml"/><Relationship Id="rId54" Type="http://schemas.openxmlformats.org/officeDocument/2006/relationships/image" Target="../media/image426.png"/><Relationship Id="rId70" Type="http://schemas.openxmlformats.org/officeDocument/2006/relationships/image" Target="../media/image434.png"/><Relationship Id="rId75" Type="http://schemas.openxmlformats.org/officeDocument/2006/relationships/customXml" Target="../ink/ink421.xml"/><Relationship Id="rId91" Type="http://schemas.openxmlformats.org/officeDocument/2006/relationships/customXml" Target="../ink/ink429.xml"/><Relationship Id="rId96" Type="http://schemas.openxmlformats.org/officeDocument/2006/relationships/image" Target="../media/image447.png"/><Relationship Id="rId140" Type="http://schemas.openxmlformats.org/officeDocument/2006/relationships/image" Target="../media/image469.png"/><Relationship Id="rId145" Type="http://schemas.openxmlformats.org/officeDocument/2006/relationships/customXml" Target="../ink/ink456.xml"/><Relationship Id="rId161" Type="http://schemas.openxmlformats.org/officeDocument/2006/relationships/customXml" Target="../ink/ink464.xml"/><Relationship Id="rId1" Type="http://schemas.openxmlformats.org/officeDocument/2006/relationships/slideLayout" Target="../slideLayouts/slideLayout2.xml"/><Relationship Id="rId6" Type="http://schemas.openxmlformats.org/officeDocument/2006/relationships/image" Target="../media/image402.png"/><Relationship Id="rId23" Type="http://schemas.openxmlformats.org/officeDocument/2006/relationships/customXml" Target="../ink/ink395.xml"/><Relationship Id="rId28" Type="http://schemas.openxmlformats.org/officeDocument/2006/relationships/image" Target="../media/image413.png"/><Relationship Id="rId49" Type="http://schemas.openxmlformats.org/officeDocument/2006/relationships/customXml" Target="../ink/ink408.xml"/><Relationship Id="rId114" Type="http://schemas.openxmlformats.org/officeDocument/2006/relationships/image" Target="../media/image456.png"/><Relationship Id="rId119" Type="http://schemas.openxmlformats.org/officeDocument/2006/relationships/customXml" Target="../ink/ink443.xml"/><Relationship Id="rId44" Type="http://schemas.openxmlformats.org/officeDocument/2006/relationships/image" Target="../media/image421.png"/><Relationship Id="rId60" Type="http://schemas.openxmlformats.org/officeDocument/2006/relationships/image" Target="../media/image429.png"/><Relationship Id="rId65" Type="http://schemas.openxmlformats.org/officeDocument/2006/relationships/customXml" Target="../ink/ink416.xml"/><Relationship Id="rId81" Type="http://schemas.openxmlformats.org/officeDocument/2006/relationships/customXml" Target="../ink/ink424.xml"/><Relationship Id="rId86" Type="http://schemas.openxmlformats.org/officeDocument/2006/relationships/image" Target="../media/image442.png"/><Relationship Id="rId130" Type="http://schemas.openxmlformats.org/officeDocument/2006/relationships/image" Target="../media/image464.png"/><Relationship Id="rId135" Type="http://schemas.openxmlformats.org/officeDocument/2006/relationships/customXml" Target="../ink/ink451.xml"/><Relationship Id="rId151" Type="http://schemas.openxmlformats.org/officeDocument/2006/relationships/customXml" Target="../ink/ink459.xml"/><Relationship Id="rId156" Type="http://schemas.openxmlformats.org/officeDocument/2006/relationships/image" Target="../media/image477.png"/><Relationship Id="rId13" Type="http://schemas.openxmlformats.org/officeDocument/2006/relationships/customXml" Target="../ink/ink390.xml"/><Relationship Id="rId18" Type="http://schemas.openxmlformats.org/officeDocument/2006/relationships/image" Target="../media/image408.png"/><Relationship Id="rId39" Type="http://schemas.openxmlformats.org/officeDocument/2006/relationships/customXml" Target="../ink/ink403.xml"/><Relationship Id="rId109" Type="http://schemas.openxmlformats.org/officeDocument/2006/relationships/customXml" Target="../ink/ink438.xml"/><Relationship Id="rId34" Type="http://schemas.openxmlformats.org/officeDocument/2006/relationships/image" Target="../media/image416.png"/><Relationship Id="rId50" Type="http://schemas.openxmlformats.org/officeDocument/2006/relationships/image" Target="../media/image424.png"/><Relationship Id="rId55" Type="http://schemas.openxmlformats.org/officeDocument/2006/relationships/customXml" Target="../ink/ink411.xml"/><Relationship Id="rId76" Type="http://schemas.openxmlformats.org/officeDocument/2006/relationships/image" Target="../media/image437.png"/><Relationship Id="rId97" Type="http://schemas.openxmlformats.org/officeDocument/2006/relationships/customXml" Target="../ink/ink432.xml"/><Relationship Id="rId104" Type="http://schemas.openxmlformats.org/officeDocument/2006/relationships/image" Target="../media/image451.png"/><Relationship Id="rId120" Type="http://schemas.openxmlformats.org/officeDocument/2006/relationships/image" Target="../media/image459.png"/><Relationship Id="rId125" Type="http://schemas.openxmlformats.org/officeDocument/2006/relationships/customXml" Target="../ink/ink446.xml"/><Relationship Id="rId141" Type="http://schemas.openxmlformats.org/officeDocument/2006/relationships/customXml" Target="../ink/ink454.xml"/><Relationship Id="rId146" Type="http://schemas.openxmlformats.org/officeDocument/2006/relationships/image" Target="../media/image472.png"/><Relationship Id="rId7" Type="http://schemas.openxmlformats.org/officeDocument/2006/relationships/customXml" Target="../ink/ink387.xml"/><Relationship Id="rId71" Type="http://schemas.openxmlformats.org/officeDocument/2006/relationships/customXml" Target="../ink/ink419.xml"/><Relationship Id="rId92" Type="http://schemas.openxmlformats.org/officeDocument/2006/relationships/image" Target="../media/image445.png"/><Relationship Id="rId162" Type="http://schemas.openxmlformats.org/officeDocument/2006/relationships/image" Target="../media/image480.png"/><Relationship Id="rId2" Type="http://schemas.openxmlformats.org/officeDocument/2006/relationships/notesSlide" Target="../notesSlides/notesSlide15.xml"/><Relationship Id="rId29" Type="http://schemas.openxmlformats.org/officeDocument/2006/relationships/customXml" Target="../ink/ink398.xml"/><Relationship Id="rId24" Type="http://schemas.openxmlformats.org/officeDocument/2006/relationships/image" Target="../media/image411.png"/><Relationship Id="rId40" Type="http://schemas.openxmlformats.org/officeDocument/2006/relationships/image" Target="../media/image419.png"/><Relationship Id="rId45" Type="http://schemas.openxmlformats.org/officeDocument/2006/relationships/customXml" Target="../ink/ink406.xml"/><Relationship Id="rId66" Type="http://schemas.openxmlformats.org/officeDocument/2006/relationships/image" Target="../media/image432.png"/><Relationship Id="rId87" Type="http://schemas.openxmlformats.org/officeDocument/2006/relationships/customXml" Target="../ink/ink427.xml"/><Relationship Id="rId110" Type="http://schemas.openxmlformats.org/officeDocument/2006/relationships/image" Target="../media/image454.png"/><Relationship Id="rId115" Type="http://schemas.openxmlformats.org/officeDocument/2006/relationships/customXml" Target="../ink/ink441.xml"/><Relationship Id="rId131" Type="http://schemas.openxmlformats.org/officeDocument/2006/relationships/customXml" Target="../ink/ink449.xml"/><Relationship Id="rId136" Type="http://schemas.openxmlformats.org/officeDocument/2006/relationships/image" Target="../media/image467.png"/><Relationship Id="rId157" Type="http://schemas.openxmlformats.org/officeDocument/2006/relationships/customXml" Target="../ink/ink462.xml"/><Relationship Id="rId61" Type="http://schemas.openxmlformats.org/officeDocument/2006/relationships/customXml" Target="../ink/ink414.xml"/><Relationship Id="rId82" Type="http://schemas.openxmlformats.org/officeDocument/2006/relationships/image" Target="../media/image440.png"/><Relationship Id="rId152" Type="http://schemas.openxmlformats.org/officeDocument/2006/relationships/image" Target="../media/image475.png"/><Relationship Id="rId19" Type="http://schemas.openxmlformats.org/officeDocument/2006/relationships/customXml" Target="../ink/ink393.xml"/><Relationship Id="rId14" Type="http://schemas.openxmlformats.org/officeDocument/2006/relationships/image" Target="../media/image406.png"/><Relationship Id="rId30" Type="http://schemas.openxmlformats.org/officeDocument/2006/relationships/image" Target="../media/image414.png"/><Relationship Id="rId35" Type="http://schemas.openxmlformats.org/officeDocument/2006/relationships/customXml" Target="../ink/ink401.xml"/><Relationship Id="rId56" Type="http://schemas.openxmlformats.org/officeDocument/2006/relationships/image" Target="../media/image427.png"/><Relationship Id="rId77" Type="http://schemas.openxmlformats.org/officeDocument/2006/relationships/customXml" Target="../ink/ink422.xml"/><Relationship Id="rId100" Type="http://schemas.openxmlformats.org/officeDocument/2006/relationships/image" Target="../media/image449.png"/><Relationship Id="rId105" Type="http://schemas.openxmlformats.org/officeDocument/2006/relationships/customXml" Target="../ink/ink436.xml"/><Relationship Id="rId126" Type="http://schemas.openxmlformats.org/officeDocument/2006/relationships/image" Target="../media/image462.png"/><Relationship Id="rId147" Type="http://schemas.openxmlformats.org/officeDocument/2006/relationships/customXml" Target="../ink/ink457.xml"/><Relationship Id="rId8" Type="http://schemas.openxmlformats.org/officeDocument/2006/relationships/image" Target="../media/image403.png"/><Relationship Id="rId51" Type="http://schemas.openxmlformats.org/officeDocument/2006/relationships/customXml" Target="../ink/ink409.xml"/><Relationship Id="rId72" Type="http://schemas.openxmlformats.org/officeDocument/2006/relationships/image" Target="../media/image435.png"/><Relationship Id="rId93" Type="http://schemas.openxmlformats.org/officeDocument/2006/relationships/customXml" Target="../ink/ink430.xml"/><Relationship Id="rId98" Type="http://schemas.openxmlformats.org/officeDocument/2006/relationships/image" Target="../media/image448.png"/><Relationship Id="rId121" Type="http://schemas.openxmlformats.org/officeDocument/2006/relationships/customXml" Target="../ink/ink444.xml"/><Relationship Id="rId142" Type="http://schemas.openxmlformats.org/officeDocument/2006/relationships/image" Target="../media/image470.png"/><Relationship Id="rId163" Type="http://schemas.openxmlformats.org/officeDocument/2006/relationships/customXml" Target="../ink/ink465.xml"/><Relationship Id="rId3" Type="http://schemas.openxmlformats.org/officeDocument/2006/relationships/image" Target="../media/image6010.png"/><Relationship Id="rId25" Type="http://schemas.openxmlformats.org/officeDocument/2006/relationships/customXml" Target="../ink/ink396.xml"/><Relationship Id="rId46" Type="http://schemas.openxmlformats.org/officeDocument/2006/relationships/image" Target="../media/image422.png"/><Relationship Id="rId67" Type="http://schemas.openxmlformats.org/officeDocument/2006/relationships/customXml" Target="../ink/ink417.xml"/><Relationship Id="rId116" Type="http://schemas.openxmlformats.org/officeDocument/2006/relationships/image" Target="../media/image457.png"/><Relationship Id="rId137" Type="http://schemas.openxmlformats.org/officeDocument/2006/relationships/customXml" Target="../ink/ink452.xml"/><Relationship Id="rId158" Type="http://schemas.openxmlformats.org/officeDocument/2006/relationships/image" Target="../media/image478.png"/><Relationship Id="rId20" Type="http://schemas.openxmlformats.org/officeDocument/2006/relationships/image" Target="../media/image409.png"/><Relationship Id="rId41" Type="http://schemas.openxmlformats.org/officeDocument/2006/relationships/customXml" Target="../ink/ink404.xml"/><Relationship Id="rId62" Type="http://schemas.openxmlformats.org/officeDocument/2006/relationships/image" Target="../media/image430.png"/><Relationship Id="rId83" Type="http://schemas.openxmlformats.org/officeDocument/2006/relationships/customXml" Target="../ink/ink425.xml"/><Relationship Id="rId88" Type="http://schemas.openxmlformats.org/officeDocument/2006/relationships/image" Target="../media/image443.png"/><Relationship Id="rId111" Type="http://schemas.openxmlformats.org/officeDocument/2006/relationships/customXml" Target="../ink/ink439.xml"/><Relationship Id="rId132" Type="http://schemas.openxmlformats.org/officeDocument/2006/relationships/image" Target="../media/image465.png"/><Relationship Id="rId153" Type="http://schemas.openxmlformats.org/officeDocument/2006/relationships/customXml" Target="../ink/ink460.xml"/><Relationship Id="rId15" Type="http://schemas.openxmlformats.org/officeDocument/2006/relationships/customXml" Target="../ink/ink391.xml"/><Relationship Id="rId36" Type="http://schemas.openxmlformats.org/officeDocument/2006/relationships/image" Target="../media/image417.png"/><Relationship Id="rId57" Type="http://schemas.openxmlformats.org/officeDocument/2006/relationships/customXml" Target="../ink/ink412.xml"/><Relationship Id="rId106" Type="http://schemas.openxmlformats.org/officeDocument/2006/relationships/image" Target="../media/image452.png"/><Relationship Id="rId127" Type="http://schemas.openxmlformats.org/officeDocument/2006/relationships/customXml" Target="../ink/ink447.xml"/><Relationship Id="rId10" Type="http://schemas.openxmlformats.org/officeDocument/2006/relationships/image" Target="../media/image404.png"/><Relationship Id="rId31" Type="http://schemas.openxmlformats.org/officeDocument/2006/relationships/customXml" Target="../ink/ink399.xml"/><Relationship Id="rId52" Type="http://schemas.openxmlformats.org/officeDocument/2006/relationships/image" Target="../media/image425.png"/><Relationship Id="rId73" Type="http://schemas.openxmlformats.org/officeDocument/2006/relationships/customXml" Target="../ink/ink420.xml"/><Relationship Id="rId78" Type="http://schemas.openxmlformats.org/officeDocument/2006/relationships/image" Target="../media/image438.png"/><Relationship Id="rId94" Type="http://schemas.openxmlformats.org/officeDocument/2006/relationships/image" Target="../media/image446.png"/><Relationship Id="rId99" Type="http://schemas.openxmlformats.org/officeDocument/2006/relationships/customXml" Target="../ink/ink433.xml"/><Relationship Id="rId101" Type="http://schemas.openxmlformats.org/officeDocument/2006/relationships/customXml" Target="../ink/ink434.xml"/><Relationship Id="rId122" Type="http://schemas.openxmlformats.org/officeDocument/2006/relationships/image" Target="../media/image460.png"/><Relationship Id="rId143" Type="http://schemas.openxmlformats.org/officeDocument/2006/relationships/customXml" Target="../ink/ink455.xml"/><Relationship Id="rId148" Type="http://schemas.openxmlformats.org/officeDocument/2006/relationships/image" Target="../media/image473.png"/><Relationship Id="rId164" Type="http://schemas.openxmlformats.org/officeDocument/2006/relationships/image" Target="../media/image481.png"/><Relationship Id="rId4" Type="http://schemas.openxmlformats.org/officeDocument/2006/relationships/image" Target="../media/image640.png"/><Relationship Id="rId9" Type="http://schemas.openxmlformats.org/officeDocument/2006/relationships/customXml" Target="../ink/ink388.xml"/><Relationship Id="rId26" Type="http://schemas.openxmlformats.org/officeDocument/2006/relationships/image" Target="../media/image412.png"/><Relationship Id="rId47" Type="http://schemas.openxmlformats.org/officeDocument/2006/relationships/customXml" Target="../ink/ink407.xml"/><Relationship Id="rId68" Type="http://schemas.openxmlformats.org/officeDocument/2006/relationships/image" Target="../media/image433.png"/><Relationship Id="rId89" Type="http://schemas.openxmlformats.org/officeDocument/2006/relationships/customXml" Target="../ink/ink428.xml"/><Relationship Id="rId112" Type="http://schemas.openxmlformats.org/officeDocument/2006/relationships/image" Target="../media/image455.png"/><Relationship Id="rId133" Type="http://schemas.openxmlformats.org/officeDocument/2006/relationships/customXml" Target="../ink/ink450.xml"/><Relationship Id="rId154" Type="http://schemas.openxmlformats.org/officeDocument/2006/relationships/image" Target="../media/image476.png"/><Relationship Id="rId16" Type="http://schemas.openxmlformats.org/officeDocument/2006/relationships/image" Target="../media/image407.png"/><Relationship Id="rId37" Type="http://schemas.openxmlformats.org/officeDocument/2006/relationships/customXml" Target="../ink/ink402.xml"/><Relationship Id="rId58" Type="http://schemas.openxmlformats.org/officeDocument/2006/relationships/image" Target="../media/image428.png"/><Relationship Id="rId79" Type="http://schemas.openxmlformats.org/officeDocument/2006/relationships/customXml" Target="../ink/ink423.xml"/><Relationship Id="rId102" Type="http://schemas.openxmlformats.org/officeDocument/2006/relationships/image" Target="../media/image450.png"/><Relationship Id="rId123" Type="http://schemas.openxmlformats.org/officeDocument/2006/relationships/customXml" Target="../ink/ink445.xml"/><Relationship Id="rId144" Type="http://schemas.openxmlformats.org/officeDocument/2006/relationships/image" Target="../media/image471.png"/><Relationship Id="rId90" Type="http://schemas.openxmlformats.org/officeDocument/2006/relationships/image" Target="../media/image444.png"/><Relationship Id="rId27" Type="http://schemas.openxmlformats.org/officeDocument/2006/relationships/customXml" Target="../ink/ink397.xml"/><Relationship Id="rId48" Type="http://schemas.openxmlformats.org/officeDocument/2006/relationships/image" Target="../media/image423.png"/><Relationship Id="rId69" Type="http://schemas.openxmlformats.org/officeDocument/2006/relationships/customXml" Target="../ink/ink418.xml"/><Relationship Id="rId113" Type="http://schemas.openxmlformats.org/officeDocument/2006/relationships/customXml" Target="../ink/ink440.xml"/><Relationship Id="rId134" Type="http://schemas.openxmlformats.org/officeDocument/2006/relationships/image" Target="../media/image466.png"/><Relationship Id="rId80" Type="http://schemas.openxmlformats.org/officeDocument/2006/relationships/image" Target="../media/image439.png"/><Relationship Id="rId155" Type="http://schemas.openxmlformats.org/officeDocument/2006/relationships/customXml" Target="../ink/ink461.xml"/></Relationships>
</file>

<file path=ppt/slides/_rels/slide26.xml.rels><?xml version="1.0" encoding="UTF-8" standalone="yes"?>
<Relationships xmlns="http://schemas.openxmlformats.org/package/2006/relationships"><Relationship Id="rId13" Type="http://schemas.openxmlformats.org/officeDocument/2006/relationships/image" Target="../media/image486.png"/><Relationship Id="rId18" Type="http://schemas.openxmlformats.org/officeDocument/2006/relationships/customXml" Target="../ink/ink473.xml"/><Relationship Id="rId26" Type="http://schemas.openxmlformats.org/officeDocument/2006/relationships/customXml" Target="../ink/ink477.xml"/><Relationship Id="rId39" Type="http://schemas.openxmlformats.org/officeDocument/2006/relationships/image" Target="../media/image499.png"/><Relationship Id="rId21" Type="http://schemas.openxmlformats.org/officeDocument/2006/relationships/image" Target="../media/image490.png"/><Relationship Id="rId34" Type="http://schemas.openxmlformats.org/officeDocument/2006/relationships/customXml" Target="../ink/ink481.xml"/><Relationship Id="rId7" Type="http://schemas.openxmlformats.org/officeDocument/2006/relationships/image" Target="../media/image483.png"/><Relationship Id="rId2" Type="http://schemas.openxmlformats.org/officeDocument/2006/relationships/notesSlide" Target="../notesSlides/notesSlide16.xml"/><Relationship Id="rId16" Type="http://schemas.openxmlformats.org/officeDocument/2006/relationships/customXml" Target="../ink/ink472.xml"/><Relationship Id="rId20" Type="http://schemas.openxmlformats.org/officeDocument/2006/relationships/customXml" Target="../ink/ink474.xml"/><Relationship Id="rId29" Type="http://schemas.openxmlformats.org/officeDocument/2006/relationships/image" Target="../media/image494.png"/><Relationship Id="rId41" Type="http://schemas.openxmlformats.org/officeDocument/2006/relationships/image" Target="../media/image500.png"/><Relationship Id="rId1" Type="http://schemas.openxmlformats.org/officeDocument/2006/relationships/slideLayout" Target="../slideLayouts/slideLayout2.xml"/><Relationship Id="rId6" Type="http://schemas.openxmlformats.org/officeDocument/2006/relationships/customXml" Target="../ink/ink467.xml"/><Relationship Id="rId11" Type="http://schemas.openxmlformats.org/officeDocument/2006/relationships/image" Target="../media/image485.png"/><Relationship Id="rId24" Type="http://schemas.openxmlformats.org/officeDocument/2006/relationships/customXml" Target="../ink/ink476.xml"/><Relationship Id="rId32" Type="http://schemas.openxmlformats.org/officeDocument/2006/relationships/customXml" Target="../ink/ink480.xml"/><Relationship Id="rId37" Type="http://schemas.openxmlformats.org/officeDocument/2006/relationships/image" Target="../media/image498.png"/><Relationship Id="rId40" Type="http://schemas.openxmlformats.org/officeDocument/2006/relationships/customXml" Target="../ink/ink484.xml"/><Relationship Id="rId5" Type="http://schemas.openxmlformats.org/officeDocument/2006/relationships/image" Target="../media/image482.png"/><Relationship Id="rId15" Type="http://schemas.openxmlformats.org/officeDocument/2006/relationships/image" Target="../media/image487.png"/><Relationship Id="rId23" Type="http://schemas.openxmlformats.org/officeDocument/2006/relationships/image" Target="../media/image491.png"/><Relationship Id="rId28" Type="http://schemas.openxmlformats.org/officeDocument/2006/relationships/customXml" Target="../ink/ink478.xml"/><Relationship Id="rId36" Type="http://schemas.openxmlformats.org/officeDocument/2006/relationships/customXml" Target="../ink/ink482.xml"/><Relationship Id="rId10" Type="http://schemas.openxmlformats.org/officeDocument/2006/relationships/customXml" Target="../ink/ink469.xml"/><Relationship Id="rId19" Type="http://schemas.openxmlformats.org/officeDocument/2006/relationships/image" Target="../media/image489.png"/><Relationship Id="rId31" Type="http://schemas.openxmlformats.org/officeDocument/2006/relationships/image" Target="../media/image495.png"/><Relationship Id="rId4" Type="http://schemas.openxmlformats.org/officeDocument/2006/relationships/customXml" Target="../ink/ink466.xml"/><Relationship Id="rId9" Type="http://schemas.openxmlformats.org/officeDocument/2006/relationships/image" Target="../media/image484.png"/><Relationship Id="rId14" Type="http://schemas.openxmlformats.org/officeDocument/2006/relationships/customXml" Target="../ink/ink471.xml"/><Relationship Id="rId22" Type="http://schemas.openxmlformats.org/officeDocument/2006/relationships/customXml" Target="../ink/ink475.xml"/><Relationship Id="rId27" Type="http://schemas.openxmlformats.org/officeDocument/2006/relationships/image" Target="../media/image493.png"/><Relationship Id="rId30" Type="http://schemas.openxmlformats.org/officeDocument/2006/relationships/customXml" Target="../ink/ink479.xml"/><Relationship Id="rId35" Type="http://schemas.openxmlformats.org/officeDocument/2006/relationships/image" Target="../media/image497.png"/><Relationship Id="rId8" Type="http://schemas.openxmlformats.org/officeDocument/2006/relationships/customXml" Target="../ink/ink468.xml"/><Relationship Id="rId3" Type="http://schemas.openxmlformats.org/officeDocument/2006/relationships/image" Target="../media/image711.png"/><Relationship Id="rId12" Type="http://schemas.openxmlformats.org/officeDocument/2006/relationships/customXml" Target="../ink/ink470.xml"/><Relationship Id="rId17" Type="http://schemas.openxmlformats.org/officeDocument/2006/relationships/image" Target="../media/image488.png"/><Relationship Id="rId25" Type="http://schemas.openxmlformats.org/officeDocument/2006/relationships/image" Target="../media/image492.png"/><Relationship Id="rId33" Type="http://schemas.openxmlformats.org/officeDocument/2006/relationships/image" Target="../media/image496.png"/><Relationship Id="rId38" Type="http://schemas.openxmlformats.org/officeDocument/2006/relationships/customXml" Target="../ink/ink483.xml"/></Relationships>
</file>

<file path=ppt/slides/_rels/slide27.xml.rels><?xml version="1.0" encoding="UTF-8" standalone="yes"?>
<Relationships xmlns="http://schemas.openxmlformats.org/package/2006/relationships"><Relationship Id="rId3" Type="http://schemas.openxmlformats.org/officeDocument/2006/relationships/image" Target="../media/image501.png"/><Relationship Id="rId2" Type="http://schemas.openxmlformats.org/officeDocument/2006/relationships/image" Target="../media/image720.png"/><Relationship Id="rId1" Type="http://schemas.openxmlformats.org/officeDocument/2006/relationships/slideLayout" Target="../slideLayouts/slideLayout2.xml"/><Relationship Id="rId4" Type="http://schemas.openxmlformats.org/officeDocument/2006/relationships/image" Target="../media/image502.png"/></Relationships>
</file>

<file path=ppt/slides/_rels/slide28.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03.png"/><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17" Type="http://schemas.openxmlformats.org/officeDocument/2006/relationships/image" Target="../media/image560.png"/><Relationship Id="rId21" Type="http://schemas.openxmlformats.org/officeDocument/2006/relationships/image" Target="../media/image512.png"/><Relationship Id="rId42" Type="http://schemas.openxmlformats.org/officeDocument/2006/relationships/customXml" Target="../ink/ink504.xml"/><Relationship Id="rId47" Type="http://schemas.openxmlformats.org/officeDocument/2006/relationships/image" Target="../media/image525.png"/><Relationship Id="rId63" Type="http://schemas.openxmlformats.org/officeDocument/2006/relationships/image" Target="../media/image533.png"/><Relationship Id="rId68" Type="http://schemas.openxmlformats.org/officeDocument/2006/relationships/customXml" Target="../ink/ink517.xml"/><Relationship Id="rId84" Type="http://schemas.openxmlformats.org/officeDocument/2006/relationships/customXml" Target="../ink/ink525.xml"/><Relationship Id="rId89" Type="http://schemas.openxmlformats.org/officeDocument/2006/relationships/image" Target="../media/image546.png"/><Relationship Id="rId112" Type="http://schemas.openxmlformats.org/officeDocument/2006/relationships/customXml" Target="../ink/ink539.xml"/><Relationship Id="rId16" Type="http://schemas.openxmlformats.org/officeDocument/2006/relationships/customXml" Target="../ink/ink491.xml"/><Relationship Id="rId107" Type="http://schemas.openxmlformats.org/officeDocument/2006/relationships/image" Target="../media/image555.png"/><Relationship Id="rId11" Type="http://schemas.openxmlformats.org/officeDocument/2006/relationships/image" Target="../media/image507.png"/><Relationship Id="rId32" Type="http://schemas.openxmlformats.org/officeDocument/2006/relationships/customXml" Target="../ink/ink499.xml"/><Relationship Id="rId37" Type="http://schemas.openxmlformats.org/officeDocument/2006/relationships/image" Target="../media/image520.png"/><Relationship Id="rId53" Type="http://schemas.openxmlformats.org/officeDocument/2006/relationships/image" Target="../media/image528.png"/><Relationship Id="rId58" Type="http://schemas.openxmlformats.org/officeDocument/2006/relationships/customXml" Target="../ink/ink512.xml"/><Relationship Id="rId74" Type="http://schemas.openxmlformats.org/officeDocument/2006/relationships/customXml" Target="../ink/ink520.xml"/><Relationship Id="rId79" Type="http://schemas.openxmlformats.org/officeDocument/2006/relationships/image" Target="../media/image541.png"/><Relationship Id="rId102" Type="http://schemas.openxmlformats.org/officeDocument/2006/relationships/customXml" Target="../ink/ink534.xml"/><Relationship Id="rId123" Type="http://schemas.openxmlformats.org/officeDocument/2006/relationships/image" Target="../media/image563.png"/><Relationship Id="rId128" Type="http://schemas.openxmlformats.org/officeDocument/2006/relationships/customXml" Target="../ink/ink547.xml"/><Relationship Id="rId5" Type="http://schemas.openxmlformats.org/officeDocument/2006/relationships/image" Target="../media/image504.png"/><Relationship Id="rId90" Type="http://schemas.openxmlformats.org/officeDocument/2006/relationships/customXml" Target="../ink/ink528.xml"/><Relationship Id="rId95" Type="http://schemas.openxmlformats.org/officeDocument/2006/relationships/image" Target="../media/image549.png"/><Relationship Id="rId22" Type="http://schemas.openxmlformats.org/officeDocument/2006/relationships/customXml" Target="../ink/ink494.xml"/><Relationship Id="rId27" Type="http://schemas.openxmlformats.org/officeDocument/2006/relationships/image" Target="../media/image515.png"/><Relationship Id="rId43" Type="http://schemas.openxmlformats.org/officeDocument/2006/relationships/image" Target="../media/image523.png"/><Relationship Id="rId48" Type="http://schemas.openxmlformats.org/officeDocument/2006/relationships/customXml" Target="../ink/ink507.xml"/><Relationship Id="rId64" Type="http://schemas.openxmlformats.org/officeDocument/2006/relationships/customXml" Target="../ink/ink515.xml"/><Relationship Id="rId69" Type="http://schemas.openxmlformats.org/officeDocument/2006/relationships/image" Target="../media/image536.png"/><Relationship Id="rId113" Type="http://schemas.openxmlformats.org/officeDocument/2006/relationships/image" Target="../media/image558.png"/><Relationship Id="rId118" Type="http://schemas.openxmlformats.org/officeDocument/2006/relationships/customXml" Target="../ink/ink542.xml"/><Relationship Id="rId80" Type="http://schemas.openxmlformats.org/officeDocument/2006/relationships/customXml" Target="../ink/ink523.xml"/><Relationship Id="rId85" Type="http://schemas.openxmlformats.org/officeDocument/2006/relationships/image" Target="../media/image544.png"/><Relationship Id="rId12" Type="http://schemas.openxmlformats.org/officeDocument/2006/relationships/customXml" Target="../ink/ink489.xml"/><Relationship Id="rId17" Type="http://schemas.openxmlformats.org/officeDocument/2006/relationships/image" Target="../media/image510.png"/><Relationship Id="rId33" Type="http://schemas.openxmlformats.org/officeDocument/2006/relationships/image" Target="../media/image518.png"/><Relationship Id="rId38" Type="http://schemas.openxmlformats.org/officeDocument/2006/relationships/customXml" Target="../ink/ink502.xml"/><Relationship Id="rId59" Type="http://schemas.openxmlformats.org/officeDocument/2006/relationships/image" Target="../media/image531.png"/><Relationship Id="rId103" Type="http://schemas.openxmlformats.org/officeDocument/2006/relationships/image" Target="../media/image553.png"/><Relationship Id="rId108" Type="http://schemas.openxmlformats.org/officeDocument/2006/relationships/customXml" Target="../ink/ink537.xml"/><Relationship Id="rId124" Type="http://schemas.openxmlformats.org/officeDocument/2006/relationships/customXml" Target="../ink/ink545.xml"/><Relationship Id="rId129" Type="http://schemas.openxmlformats.org/officeDocument/2006/relationships/image" Target="../media/image566.png"/><Relationship Id="rId54" Type="http://schemas.openxmlformats.org/officeDocument/2006/relationships/customXml" Target="../ink/ink510.xml"/><Relationship Id="rId70" Type="http://schemas.openxmlformats.org/officeDocument/2006/relationships/customXml" Target="../ink/ink518.xml"/><Relationship Id="rId75" Type="http://schemas.openxmlformats.org/officeDocument/2006/relationships/image" Target="../media/image539.png"/><Relationship Id="rId91" Type="http://schemas.openxmlformats.org/officeDocument/2006/relationships/image" Target="../media/image547.png"/><Relationship Id="rId96" Type="http://schemas.openxmlformats.org/officeDocument/2006/relationships/customXml" Target="../ink/ink531.xml"/><Relationship Id="rId1" Type="http://schemas.openxmlformats.org/officeDocument/2006/relationships/slideLayout" Target="../slideLayouts/slideLayout2.xml"/><Relationship Id="rId6" Type="http://schemas.openxmlformats.org/officeDocument/2006/relationships/customXml" Target="../ink/ink486.xml"/><Relationship Id="rId23" Type="http://schemas.openxmlformats.org/officeDocument/2006/relationships/image" Target="../media/image513.png"/><Relationship Id="rId28" Type="http://schemas.openxmlformats.org/officeDocument/2006/relationships/customXml" Target="../ink/ink497.xml"/><Relationship Id="rId49" Type="http://schemas.openxmlformats.org/officeDocument/2006/relationships/image" Target="../media/image526.png"/><Relationship Id="rId114" Type="http://schemas.openxmlformats.org/officeDocument/2006/relationships/customXml" Target="../ink/ink540.xml"/><Relationship Id="rId119" Type="http://schemas.openxmlformats.org/officeDocument/2006/relationships/image" Target="../media/image561.png"/><Relationship Id="rId44" Type="http://schemas.openxmlformats.org/officeDocument/2006/relationships/customXml" Target="../ink/ink505.xml"/><Relationship Id="rId60" Type="http://schemas.openxmlformats.org/officeDocument/2006/relationships/customXml" Target="../ink/ink513.xml"/><Relationship Id="rId65" Type="http://schemas.openxmlformats.org/officeDocument/2006/relationships/image" Target="../media/image534.png"/><Relationship Id="rId81" Type="http://schemas.openxmlformats.org/officeDocument/2006/relationships/image" Target="../media/image542.png"/><Relationship Id="rId86" Type="http://schemas.openxmlformats.org/officeDocument/2006/relationships/customXml" Target="../ink/ink526.xml"/><Relationship Id="rId13" Type="http://schemas.openxmlformats.org/officeDocument/2006/relationships/image" Target="../media/image508.png"/><Relationship Id="rId18" Type="http://schemas.openxmlformats.org/officeDocument/2006/relationships/customXml" Target="../ink/ink492.xml"/><Relationship Id="rId39" Type="http://schemas.openxmlformats.org/officeDocument/2006/relationships/image" Target="../media/image521.png"/><Relationship Id="rId109" Type="http://schemas.openxmlformats.org/officeDocument/2006/relationships/image" Target="../media/image556.png"/><Relationship Id="rId34" Type="http://schemas.openxmlformats.org/officeDocument/2006/relationships/customXml" Target="../ink/ink500.xml"/><Relationship Id="rId50" Type="http://schemas.openxmlformats.org/officeDocument/2006/relationships/customXml" Target="../ink/ink508.xml"/><Relationship Id="rId55" Type="http://schemas.openxmlformats.org/officeDocument/2006/relationships/image" Target="../media/image529.png"/><Relationship Id="rId76" Type="http://schemas.openxmlformats.org/officeDocument/2006/relationships/customXml" Target="../ink/ink521.xml"/><Relationship Id="rId97" Type="http://schemas.openxmlformats.org/officeDocument/2006/relationships/image" Target="../media/image550.png"/><Relationship Id="rId104" Type="http://schemas.openxmlformats.org/officeDocument/2006/relationships/customXml" Target="../ink/ink535.xml"/><Relationship Id="rId120" Type="http://schemas.openxmlformats.org/officeDocument/2006/relationships/customXml" Target="../ink/ink543.xml"/><Relationship Id="rId125" Type="http://schemas.openxmlformats.org/officeDocument/2006/relationships/image" Target="../media/image564.png"/><Relationship Id="rId7" Type="http://schemas.openxmlformats.org/officeDocument/2006/relationships/image" Target="../media/image505.png"/><Relationship Id="rId71" Type="http://schemas.openxmlformats.org/officeDocument/2006/relationships/image" Target="../media/image537.png"/><Relationship Id="rId92" Type="http://schemas.openxmlformats.org/officeDocument/2006/relationships/customXml" Target="../ink/ink529.xml"/><Relationship Id="rId2" Type="http://schemas.openxmlformats.org/officeDocument/2006/relationships/notesSlide" Target="../notesSlides/notesSlide18.xml"/><Relationship Id="rId29" Type="http://schemas.openxmlformats.org/officeDocument/2006/relationships/image" Target="../media/image516.png"/><Relationship Id="rId24" Type="http://schemas.openxmlformats.org/officeDocument/2006/relationships/customXml" Target="../ink/ink495.xml"/><Relationship Id="rId40" Type="http://schemas.openxmlformats.org/officeDocument/2006/relationships/customXml" Target="../ink/ink503.xml"/><Relationship Id="rId45" Type="http://schemas.openxmlformats.org/officeDocument/2006/relationships/image" Target="../media/image524.png"/><Relationship Id="rId66" Type="http://schemas.openxmlformats.org/officeDocument/2006/relationships/customXml" Target="../ink/ink516.xml"/><Relationship Id="rId87" Type="http://schemas.openxmlformats.org/officeDocument/2006/relationships/image" Target="../media/image545.png"/><Relationship Id="rId110" Type="http://schemas.openxmlformats.org/officeDocument/2006/relationships/customXml" Target="../ink/ink538.xml"/><Relationship Id="rId115" Type="http://schemas.openxmlformats.org/officeDocument/2006/relationships/image" Target="../media/image559.png"/><Relationship Id="rId61" Type="http://schemas.openxmlformats.org/officeDocument/2006/relationships/image" Target="../media/image532.png"/><Relationship Id="rId82" Type="http://schemas.openxmlformats.org/officeDocument/2006/relationships/customXml" Target="../ink/ink524.xml"/><Relationship Id="rId19" Type="http://schemas.openxmlformats.org/officeDocument/2006/relationships/image" Target="../media/image511.png"/><Relationship Id="rId14" Type="http://schemas.openxmlformats.org/officeDocument/2006/relationships/customXml" Target="../ink/ink490.xml"/><Relationship Id="rId30" Type="http://schemas.openxmlformats.org/officeDocument/2006/relationships/customXml" Target="../ink/ink498.xml"/><Relationship Id="rId35" Type="http://schemas.openxmlformats.org/officeDocument/2006/relationships/image" Target="../media/image519.png"/><Relationship Id="rId56" Type="http://schemas.openxmlformats.org/officeDocument/2006/relationships/customXml" Target="../ink/ink511.xml"/><Relationship Id="rId77" Type="http://schemas.openxmlformats.org/officeDocument/2006/relationships/image" Target="../media/image540.png"/><Relationship Id="rId100" Type="http://schemas.openxmlformats.org/officeDocument/2006/relationships/customXml" Target="../ink/ink533.xml"/><Relationship Id="rId105" Type="http://schemas.openxmlformats.org/officeDocument/2006/relationships/image" Target="../media/image554.png"/><Relationship Id="rId126" Type="http://schemas.openxmlformats.org/officeDocument/2006/relationships/customXml" Target="../ink/ink546.xml"/><Relationship Id="rId8" Type="http://schemas.openxmlformats.org/officeDocument/2006/relationships/customXml" Target="../ink/ink487.xml"/><Relationship Id="rId51" Type="http://schemas.openxmlformats.org/officeDocument/2006/relationships/image" Target="../media/image527.png"/><Relationship Id="rId72" Type="http://schemas.openxmlformats.org/officeDocument/2006/relationships/customXml" Target="../ink/ink519.xml"/><Relationship Id="rId93" Type="http://schemas.openxmlformats.org/officeDocument/2006/relationships/image" Target="../media/image548.png"/><Relationship Id="rId98" Type="http://schemas.openxmlformats.org/officeDocument/2006/relationships/customXml" Target="../ink/ink532.xml"/><Relationship Id="rId121" Type="http://schemas.openxmlformats.org/officeDocument/2006/relationships/image" Target="../media/image562.png"/><Relationship Id="rId3" Type="http://schemas.openxmlformats.org/officeDocument/2006/relationships/image" Target="../media/image700.png"/><Relationship Id="rId25" Type="http://schemas.openxmlformats.org/officeDocument/2006/relationships/image" Target="../media/image514.png"/><Relationship Id="rId46" Type="http://schemas.openxmlformats.org/officeDocument/2006/relationships/customXml" Target="../ink/ink506.xml"/><Relationship Id="rId67" Type="http://schemas.openxmlformats.org/officeDocument/2006/relationships/image" Target="../media/image535.png"/><Relationship Id="rId116" Type="http://schemas.openxmlformats.org/officeDocument/2006/relationships/customXml" Target="../ink/ink541.xml"/><Relationship Id="rId20" Type="http://schemas.openxmlformats.org/officeDocument/2006/relationships/customXml" Target="../ink/ink493.xml"/><Relationship Id="rId41" Type="http://schemas.openxmlformats.org/officeDocument/2006/relationships/image" Target="../media/image522.png"/><Relationship Id="rId62" Type="http://schemas.openxmlformats.org/officeDocument/2006/relationships/customXml" Target="../ink/ink514.xml"/><Relationship Id="rId83" Type="http://schemas.openxmlformats.org/officeDocument/2006/relationships/image" Target="../media/image543.png"/><Relationship Id="rId88" Type="http://schemas.openxmlformats.org/officeDocument/2006/relationships/customXml" Target="../ink/ink527.xml"/><Relationship Id="rId111" Type="http://schemas.openxmlformats.org/officeDocument/2006/relationships/image" Target="../media/image557.png"/><Relationship Id="rId15" Type="http://schemas.openxmlformats.org/officeDocument/2006/relationships/image" Target="../media/image509.png"/><Relationship Id="rId36" Type="http://schemas.openxmlformats.org/officeDocument/2006/relationships/customXml" Target="../ink/ink501.xml"/><Relationship Id="rId57" Type="http://schemas.openxmlformats.org/officeDocument/2006/relationships/image" Target="../media/image530.png"/><Relationship Id="rId106" Type="http://schemas.openxmlformats.org/officeDocument/2006/relationships/customXml" Target="../ink/ink536.xml"/><Relationship Id="rId127" Type="http://schemas.openxmlformats.org/officeDocument/2006/relationships/image" Target="../media/image565.png"/><Relationship Id="rId10" Type="http://schemas.openxmlformats.org/officeDocument/2006/relationships/customXml" Target="../ink/ink488.xml"/><Relationship Id="rId31" Type="http://schemas.openxmlformats.org/officeDocument/2006/relationships/image" Target="../media/image517.png"/><Relationship Id="rId52" Type="http://schemas.openxmlformats.org/officeDocument/2006/relationships/customXml" Target="../ink/ink509.xml"/><Relationship Id="rId73" Type="http://schemas.openxmlformats.org/officeDocument/2006/relationships/image" Target="../media/image538.png"/><Relationship Id="rId78" Type="http://schemas.openxmlformats.org/officeDocument/2006/relationships/customXml" Target="../ink/ink522.xml"/><Relationship Id="rId94" Type="http://schemas.openxmlformats.org/officeDocument/2006/relationships/customXml" Target="../ink/ink530.xml"/><Relationship Id="rId99" Type="http://schemas.openxmlformats.org/officeDocument/2006/relationships/image" Target="../media/image551.png"/><Relationship Id="rId101" Type="http://schemas.openxmlformats.org/officeDocument/2006/relationships/image" Target="../media/image552.png"/><Relationship Id="rId122" Type="http://schemas.openxmlformats.org/officeDocument/2006/relationships/customXml" Target="../ink/ink544.xml"/><Relationship Id="rId4" Type="http://schemas.openxmlformats.org/officeDocument/2006/relationships/customXml" Target="../ink/ink485.xml"/><Relationship Id="rId9" Type="http://schemas.openxmlformats.org/officeDocument/2006/relationships/image" Target="../media/image506.png"/><Relationship Id="rId26" Type="http://schemas.openxmlformats.org/officeDocument/2006/relationships/customXml" Target="../ink/ink496.xml"/></Relationships>
</file>

<file path=ppt/slides/_rels/slide31.xml.rels><?xml version="1.0" encoding="UTF-8" standalone="yes"?>
<Relationships xmlns="http://schemas.openxmlformats.org/package/2006/relationships"><Relationship Id="rId117" Type="http://schemas.openxmlformats.org/officeDocument/2006/relationships/customXml" Target="../ink/ink605.xml"/><Relationship Id="rId21" Type="http://schemas.openxmlformats.org/officeDocument/2006/relationships/customXml" Target="../ink/ink557.xml"/><Relationship Id="rId42" Type="http://schemas.openxmlformats.org/officeDocument/2006/relationships/image" Target="../media/image586.png"/><Relationship Id="rId63" Type="http://schemas.openxmlformats.org/officeDocument/2006/relationships/customXml" Target="../ink/ink578.xml"/><Relationship Id="rId84" Type="http://schemas.openxmlformats.org/officeDocument/2006/relationships/image" Target="../media/image607.png"/><Relationship Id="rId138" Type="http://schemas.openxmlformats.org/officeDocument/2006/relationships/image" Target="../media/image636.png"/><Relationship Id="rId16" Type="http://schemas.openxmlformats.org/officeDocument/2006/relationships/image" Target="../media/image573.png"/><Relationship Id="rId107" Type="http://schemas.openxmlformats.org/officeDocument/2006/relationships/customXml" Target="../ink/ink600.xml"/><Relationship Id="rId11" Type="http://schemas.openxmlformats.org/officeDocument/2006/relationships/customXml" Target="../ink/ink552.xml"/><Relationship Id="rId32" Type="http://schemas.openxmlformats.org/officeDocument/2006/relationships/image" Target="../media/image581.png"/><Relationship Id="rId37" Type="http://schemas.openxmlformats.org/officeDocument/2006/relationships/customXml" Target="../ink/ink565.xml"/><Relationship Id="rId53" Type="http://schemas.openxmlformats.org/officeDocument/2006/relationships/customXml" Target="../ink/ink573.xml"/><Relationship Id="rId58" Type="http://schemas.openxmlformats.org/officeDocument/2006/relationships/image" Target="../media/image594.png"/><Relationship Id="rId74" Type="http://schemas.openxmlformats.org/officeDocument/2006/relationships/image" Target="../media/image602.png"/><Relationship Id="rId79" Type="http://schemas.openxmlformats.org/officeDocument/2006/relationships/customXml" Target="../ink/ink586.xml"/><Relationship Id="rId102" Type="http://schemas.openxmlformats.org/officeDocument/2006/relationships/image" Target="../media/image616.png"/><Relationship Id="rId123" Type="http://schemas.openxmlformats.org/officeDocument/2006/relationships/customXml" Target="../ink/ink608.xml"/><Relationship Id="rId128" Type="http://schemas.openxmlformats.org/officeDocument/2006/relationships/image" Target="../media/image631.png"/><Relationship Id="rId5" Type="http://schemas.openxmlformats.org/officeDocument/2006/relationships/customXml" Target="../ink/ink549.xml"/><Relationship Id="rId90" Type="http://schemas.openxmlformats.org/officeDocument/2006/relationships/image" Target="../media/image610.png"/><Relationship Id="rId95" Type="http://schemas.openxmlformats.org/officeDocument/2006/relationships/customXml" Target="../ink/ink594.xml"/><Relationship Id="rId22" Type="http://schemas.openxmlformats.org/officeDocument/2006/relationships/image" Target="../media/image576.png"/><Relationship Id="rId27" Type="http://schemas.openxmlformats.org/officeDocument/2006/relationships/customXml" Target="../ink/ink560.xml"/><Relationship Id="rId43" Type="http://schemas.openxmlformats.org/officeDocument/2006/relationships/customXml" Target="../ink/ink568.xml"/><Relationship Id="rId48" Type="http://schemas.openxmlformats.org/officeDocument/2006/relationships/image" Target="../media/image589.png"/><Relationship Id="rId64" Type="http://schemas.openxmlformats.org/officeDocument/2006/relationships/image" Target="../media/image597.png"/><Relationship Id="rId69" Type="http://schemas.openxmlformats.org/officeDocument/2006/relationships/customXml" Target="../ink/ink581.xml"/><Relationship Id="rId113" Type="http://schemas.openxmlformats.org/officeDocument/2006/relationships/customXml" Target="../ink/ink603.xml"/><Relationship Id="rId118" Type="http://schemas.openxmlformats.org/officeDocument/2006/relationships/image" Target="../media/image625.png"/><Relationship Id="rId134" Type="http://schemas.openxmlformats.org/officeDocument/2006/relationships/image" Target="../media/image634.png"/><Relationship Id="rId80" Type="http://schemas.openxmlformats.org/officeDocument/2006/relationships/image" Target="../media/image605.png"/><Relationship Id="rId85" Type="http://schemas.openxmlformats.org/officeDocument/2006/relationships/customXml" Target="../ink/ink589.xml"/><Relationship Id="rId12" Type="http://schemas.openxmlformats.org/officeDocument/2006/relationships/image" Target="../media/image571.png"/><Relationship Id="rId17" Type="http://schemas.openxmlformats.org/officeDocument/2006/relationships/customXml" Target="../ink/ink555.xml"/><Relationship Id="rId33" Type="http://schemas.openxmlformats.org/officeDocument/2006/relationships/customXml" Target="../ink/ink563.xml"/><Relationship Id="rId38" Type="http://schemas.openxmlformats.org/officeDocument/2006/relationships/image" Target="../media/image584.png"/><Relationship Id="rId59" Type="http://schemas.openxmlformats.org/officeDocument/2006/relationships/customXml" Target="../ink/ink576.xml"/><Relationship Id="rId103" Type="http://schemas.openxmlformats.org/officeDocument/2006/relationships/customXml" Target="../ink/ink598.xml"/><Relationship Id="rId108" Type="http://schemas.openxmlformats.org/officeDocument/2006/relationships/image" Target="../media/image619.png"/><Relationship Id="rId124" Type="http://schemas.openxmlformats.org/officeDocument/2006/relationships/image" Target="../media/image628.png"/><Relationship Id="rId129" Type="http://schemas.openxmlformats.org/officeDocument/2006/relationships/customXml" Target="../ink/ink611.xml"/><Relationship Id="rId54" Type="http://schemas.openxmlformats.org/officeDocument/2006/relationships/image" Target="../media/image592.png"/><Relationship Id="rId70" Type="http://schemas.openxmlformats.org/officeDocument/2006/relationships/image" Target="../media/image600.png"/><Relationship Id="rId75" Type="http://schemas.openxmlformats.org/officeDocument/2006/relationships/customXml" Target="../ink/ink584.xml"/><Relationship Id="rId91" Type="http://schemas.openxmlformats.org/officeDocument/2006/relationships/customXml" Target="../ink/ink592.xml"/><Relationship Id="rId96" Type="http://schemas.openxmlformats.org/officeDocument/2006/relationships/image" Target="../media/image613.png"/><Relationship Id="rId1" Type="http://schemas.openxmlformats.org/officeDocument/2006/relationships/slideLayout" Target="../slideLayouts/slideLayout2.xml"/><Relationship Id="rId6" Type="http://schemas.openxmlformats.org/officeDocument/2006/relationships/image" Target="../media/image568.png"/><Relationship Id="rId23" Type="http://schemas.openxmlformats.org/officeDocument/2006/relationships/customXml" Target="../ink/ink558.xml"/><Relationship Id="rId28" Type="http://schemas.openxmlformats.org/officeDocument/2006/relationships/image" Target="../media/image579.png"/><Relationship Id="rId49" Type="http://schemas.openxmlformats.org/officeDocument/2006/relationships/customXml" Target="../ink/ink571.xml"/><Relationship Id="rId114" Type="http://schemas.openxmlformats.org/officeDocument/2006/relationships/image" Target="../media/image623.png"/><Relationship Id="rId119" Type="http://schemas.openxmlformats.org/officeDocument/2006/relationships/customXml" Target="../ink/ink606.xml"/><Relationship Id="rId44" Type="http://schemas.openxmlformats.org/officeDocument/2006/relationships/image" Target="../media/image587.png"/><Relationship Id="rId60" Type="http://schemas.openxmlformats.org/officeDocument/2006/relationships/image" Target="../media/image595.png"/><Relationship Id="rId65" Type="http://schemas.openxmlformats.org/officeDocument/2006/relationships/customXml" Target="../ink/ink579.xml"/><Relationship Id="rId81" Type="http://schemas.openxmlformats.org/officeDocument/2006/relationships/customXml" Target="../ink/ink587.xml"/><Relationship Id="rId86" Type="http://schemas.openxmlformats.org/officeDocument/2006/relationships/image" Target="../media/image608.png"/><Relationship Id="rId130" Type="http://schemas.openxmlformats.org/officeDocument/2006/relationships/image" Target="../media/image632.png"/><Relationship Id="rId135" Type="http://schemas.openxmlformats.org/officeDocument/2006/relationships/customXml" Target="../ink/ink614.xml"/><Relationship Id="rId13" Type="http://schemas.openxmlformats.org/officeDocument/2006/relationships/customXml" Target="../ink/ink553.xml"/><Relationship Id="rId18" Type="http://schemas.openxmlformats.org/officeDocument/2006/relationships/image" Target="../media/image574.png"/><Relationship Id="rId39" Type="http://schemas.openxmlformats.org/officeDocument/2006/relationships/customXml" Target="../ink/ink566.xml"/><Relationship Id="rId109" Type="http://schemas.openxmlformats.org/officeDocument/2006/relationships/customXml" Target="../ink/ink601.xml"/><Relationship Id="rId34" Type="http://schemas.openxmlformats.org/officeDocument/2006/relationships/image" Target="../media/image582.png"/><Relationship Id="rId50" Type="http://schemas.openxmlformats.org/officeDocument/2006/relationships/image" Target="../media/image590.png"/><Relationship Id="rId55" Type="http://schemas.openxmlformats.org/officeDocument/2006/relationships/customXml" Target="../ink/ink574.xml"/><Relationship Id="rId76" Type="http://schemas.openxmlformats.org/officeDocument/2006/relationships/image" Target="../media/image603.png"/><Relationship Id="rId97" Type="http://schemas.openxmlformats.org/officeDocument/2006/relationships/customXml" Target="../ink/ink595.xml"/><Relationship Id="rId104" Type="http://schemas.openxmlformats.org/officeDocument/2006/relationships/image" Target="../media/image617.png"/><Relationship Id="rId120" Type="http://schemas.openxmlformats.org/officeDocument/2006/relationships/image" Target="../media/image626.png"/><Relationship Id="rId125" Type="http://schemas.openxmlformats.org/officeDocument/2006/relationships/customXml" Target="../ink/ink609.xml"/><Relationship Id="rId7" Type="http://schemas.openxmlformats.org/officeDocument/2006/relationships/customXml" Target="../ink/ink550.xml"/><Relationship Id="rId71" Type="http://schemas.openxmlformats.org/officeDocument/2006/relationships/customXml" Target="../ink/ink582.xml"/><Relationship Id="rId92" Type="http://schemas.openxmlformats.org/officeDocument/2006/relationships/image" Target="../media/image611.png"/><Relationship Id="rId2" Type="http://schemas.openxmlformats.org/officeDocument/2006/relationships/image" Target="../media/image730.png"/><Relationship Id="rId29" Type="http://schemas.openxmlformats.org/officeDocument/2006/relationships/customXml" Target="../ink/ink561.xml"/><Relationship Id="rId24" Type="http://schemas.openxmlformats.org/officeDocument/2006/relationships/image" Target="../media/image577.png"/><Relationship Id="rId40" Type="http://schemas.openxmlformats.org/officeDocument/2006/relationships/image" Target="../media/image585.png"/><Relationship Id="rId45" Type="http://schemas.openxmlformats.org/officeDocument/2006/relationships/customXml" Target="../ink/ink569.xml"/><Relationship Id="rId66" Type="http://schemas.openxmlformats.org/officeDocument/2006/relationships/image" Target="../media/image598.png"/><Relationship Id="rId87" Type="http://schemas.openxmlformats.org/officeDocument/2006/relationships/customXml" Target="../ink/ink590.xml"/><Relationship Id="rId110" Type="http://schemas.openxmlformats.org/officeDocument/2006/relationships/image" Target="../media/image620.png"/><Relationship Id="rId115" Type="http://schemas.openxmlformats.org/officeDocument/2006/relationships/customXml" Target="../ink/ink604.xml"/><Relationship Id="rId131" Type="http://schemas.openxmlformats.org/officeDocument/2006/relationships/customXml" Target="../ink/ink612.xml"/><Relationship Id="rId136" Type="http://schemas.openxmlformats.org/officeDocument/2006/relationships/image" Target="../media/image635.png"/><Relationship Id="rId61" Type="http://schemas.openxmlformats.org/officeDocument/2006/relationships/customXml" Target="../ink/ink577.xml"/><Relationship Id="rId82" Type="http://schemas.openxmlformats.org/officeDocument/2006/relationships/image" Target="../media/image606.png"/><Relationship Id="rId19" Type="http://schemas.openxmlformats.org/officeDocument/2006/relationships/customXml" Target="../ink/ink556.xml"/><Relationship Id="rId14" Type="http://schemas.openxmlformats.org/officeDocument/2006/relationships/image" Target="../media/image572.png"/><Relationship Id="rId30" Type="http://schemas.openxmlformats.org/officeDocument/2006/relationships/image" Target="../media/image580.png"/><Relationship Id="rId35" Type="http://schemas.openxmlformats.org/officeDocument/2006/relationships/customXml" Target="../ink/ink564.xml"/><Relationship Id="rId56" Type="http://schemas.openxmlformats.org/officeDocument/2006/relationships/image" Target="../media/image593.png"/><Relationship Id="rId77" Type="http://schemas.openxmlformats.org/officeDocument/2006/relationships/customXml" Target="../ink/ink585.xml"/><Relationship Id="rId100" Type="http://schemas.openxmlformats.org/officeDocument/2006/relationships/image" Target="../media/image615.png"/><Relationship Id="rId105" Type="http://schemas.openxmlformats.org/officeDocument/2006/relationships/customXml" Target="../ink/ink599.xml"/><Relationship Id="rId126" Type="http://schemas.openxmlformats.org/officeDocument/2006/relationships/image" Target="../media/image629.png"/><Relationship Id="rId8" Type="http://schemas.openxmlformats.org/officeDocument/2006/relationships/image" Target="../media/image569.png"/><Relationship Id="rId51" Type="http://schemas.openxmlformats.org/officeDocument/2006/relationships/customXml" Target="../ink/ink572.xml"/><Relationship Id="rId72" Type="http://schemas.openxmlformats.org/officeDocument/2006/relationships/image" Target="../media/image601.png"/><Relationship Id="rId93" Type="http://schemas.openxmlformats.org/officeDocument/2006/relationships/customXml" Target="../ink/ink593.xml"/><Relationship Id="rId98" Type="http://schemas.openxmlformats.org/officeDocument/2006/relationships/image" Target="../media/image614.png"/><Relationship Id="rId121" Type="http://schemas.openxmlformats.org/officeDocument/2006/relationships/customXml" Target="../ink/ink607.xml"/><Relationship Id="rId3" Type="http://schemas.openxmlformats.org/officeDocument/2006/relationships/customXml" Target="../ink/ink548.xml"/><Relationship Id="rId25" Type="http://schemas.openxmlformats.org/officeDocument/2006/relationships/customXml" Target="../ink/ink559.xml"/><Relationship Id="rId46" Type="http://schemas.openxmlformats.org/officeDocument/2006/relationships/image" Target="../media/image588.png"/><Relationship Id="rId67" Type="http://schemas.openxmlformats.org/officeDocument/2006/relationships/customXml" Target="../ink/ink580.xml"/><Relationship Id="rId116" Type="http://schemas.openxmlformats.org/officeDocument/2006/relationships/image" Target="../media/image624.png"/><Relationship Id="rId137" Type="http://schemas.openxmlformats.org/officeDocument/2006/relationships/customXml" Target="../ink/ink615.xml"/><Relationship Id="rId20" Type="http://schemas.openxmlformats.org/officeDocument/2006/relationships/image" Target="../media/image575.png"/><Relationship Id="rId41" Type="http://schemas.openxmlformats.org/officeDocument/2006/relationships/customXml" Target="../ink/ink567.xml"/><Relationship Id="rId62" Type="http://schemas.openxmlformats.org/officeDocument/2006/relationships/image" Target="../media/image596.png"/><Relationship Id="rId83" Type="http://schemas.openxmlformats.org/officeDocument/2006/relationships/customXml" Target="../ink/ink588.xml"/><Relationship Id="rId88" Type="http://schemas.openxmlformats.org/officeDocument/2006/relationships/image" Target="../media/image609.png"/><Relationship Id="rId111" Type="http://schemas.openxmlformats.org/officeDocument/2006/relationships/customXml" Target="../ink/ink602.xml"/><Relationship Id="rId132" Type="http://schemas.openxmlformats.org/officeDocument/2006/relationships/image" Target="../media/image633.png"/><Relationship Id="rId15" Type="http://schemas.openxmlformats.org/officeDocument/2006/relationships/customXml" Target="../ink/ink554.xml"/><Relationship Id="rId36" Type="http://schemas.openxmlformats.org/officeDocument/2006/relationships/image" Target="../media/image583.png"/><Relationship Id="rId57" Type="http://schemas.openxmlformats.org/officeDocument/2006/relationships/customXml" Target="../ink/ink575.xml"/><Relationship Id="rId106" Type="http://schemas.openxmlformats.org/officeDocument/2006/relationships/image" Target="../media/image618.png"/><Relationship Id="rId127" Type="http://schemas.openxmlformats.org/officeDocument/2006/relationships/customXml" Target="../ink/ink610.xml"/><Relationship Id="rId10" Type="http://schemas.openxmlformats.org/officeDocument/2006/relationships/image" Target="../media/image570.png"/><Relationship Id="rId31" Type="http://schemas.openxmlformats.org/officeDocument/2006/relationships/customXml" Target="../ink/ink562.xml"/><Relationship Id="rId52" Type="http://schemas.openxmlformats.org/officeDocument/2006/relationships/image" Target="../media/image591.png"/><Relationship Id="rId73" Type="http://schemas.openxmlformats.org/officeDocument/2006/relationships/customXml" Target="../ink/ink583.xml"/><Relationship Id="rId78" Type="http://schemas.openxmlformats.org/officeDocument/2006/relationships/image" Target="../media/image604.png"/><Relationship Id="rId94" Type="http://schemas.openxmlformats.org/officeDocument/2006/relationships/image" Target="../media/image612.png"/><Relationship Id="rId99" Type="http://schemas.openxmlformats.org/officeDocument/2006/relationships/customXml" Target="../ink/ink596.xml"/><Relationship Id="rId101" Type="http://schemas.openxmlformats.org/officeDocument/2006/relationships/customXml" Target="../ink/ink597.xml"/><Relationship Id="rId122" Type="http://schemas.openxmlformats.org/officeDocument/2006/relationships/image" Target="../media/image627.png"/><Relationship Id="rId4" Type="http://schemas.openxmlformats.org/officeDocument/2006/relationships/image" Target="../media/image567.png"/><Relationship Id="rId9" Type="http://schemas.openxmlformats.org/officeDocument/2006/relationships/customXml" Target="../ink/ink551.xml"/><Relationship Id="rId26" Type="http://schemas.openxmlformats.org/officeDocument/2006/relationships/image" Target="../media/image578.png"/><Relationship Id="rId47" Type="http://schemas.openxmlformats.org/officeDocument/2006/relationships/customXml" Target="../ink/ink570.xml"/><Relationship Id="rId68" Type="http://schemas.openxmlformats.org/officeDocument/2006/relationships/image" Target="../media/image599.png"/><Relationship Id="rId89" Type="http://schemas.openxmlformats.org/officeDocument/2006/relationships/customXml" Target="../ink/ink591.xml"/><Relationship Id="rId112" Type="http://schemas.openxmlformats.org/officeDocument/2006/relationships/image" Target="../media/image622.png"/><Relationship Id="rId133" Type="http://schemas.openxmlformats.org/officeDocument/2006/relationships/customXml" Target="../ink/ink6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E8187B26-AEC0-27C7-71F0-789D56B321FE}"/>
              </a:ext>
            </a:extLst>
          </p:cNvPr>
          <p:cNvSpPr txBox="1">
            <a:spLocks/>
          </p:cNvSpPr>
          <p:nvPr/>
        </p:nvSpPr>
        <p:spPr>
          <a:xfrm>
            <a:off x="-17583" y="717493"/>
            <a:ext cx="9155722" cy="2711507"/>
          </a:xfrm>
          <a:prstGeom prst="rect">
            <a:avLst/>
          </a:prstGeom>
          <a:effectLst/>
        </p:spPr>
        <p:txBody>
          <a:bodyPr vert="horz" lIns="0" tIns="0" rIns="0" bIns="0" rtlCol="0" anchor="ctr">
            <a:noAutofit/>
          </a:bodyPr>
          <a:lstStyle>
            <a:lvl1pPr algn="l" defTabSz="685800" rtl="0" eaLnBrk="1" latinLnBrk="0" hangingPunct="1">
              <a:lnSpc>
                <a:spcPct val="90000"/>
              </a:lnSpc>
              <a:spcBef>
                <a:spcPct val="0"/>
              </a:spcBef>
              <a:buNone/>
              <a:defRPr sz="2400" b="0" i="0" kern="1200">
                <a:solidFill>
                  <a:schemeClr val="tx1"/>
                </a:solidFill>
                <a:latin typeface="Cambria Math"/>
                <a:ea typeface="+mj-ea"/>
                <a:cs typeface="Cambria Math"/>
              </a:defRPr>
            </a:lvl1pPr>
          </a:lstStyle>
          <a:p>
            <a:pPr algn="ctr">
              <a:lnSpc>
                <a:spcPct val="120000"/>
              </a:lnSpc>
              <a:spcBef>
                <a:spcPts val="0"/>
              </a:spcBef>
            </a:pPr>
            <a:r>
              <a:rPr lang="ru-RU" sz="3200" dirty="0">
                <a:latin typeface="Arial" panose="020B0604020202020204" pitchFamily="34" charset="0"/>
                <a:cs typeface="Arial" panose="020B0604020202020204" pitchFamily="34" charset="0"/>
              </a:rPr>
              <a:t>Математическая статистика</a:t>
            </a:r>
          </a:p>
          <a:p>
            <a:pPr algn="ctr">
              <a:lnSpc>
                <a:spcPct val="120000"/>
              </a:lnSpc>
              <a:spcBef>
                <a:spcPts val="0"/>
              </a:spcBef>
            </a:pPr>
            <a:r>
              <a:rPr lang="ru-RU" sz="3200" dirty="0">
                <a:latin typeface="Arial" panose="020B0604020202020204" pitchFamily="34" charset="0"/>
                <a:cs typeface="Arial" panose="020B0604020202020204" pitchFamily="34" charset="0"/>
              </a:rPr>
              <a:t> Лекция 1: «Введение в математическую статистику»</a:t>
            </a:r>
          </a:p>
        </p:txBody>
      </p:sp>
      <p:sp>
        <p:nvSpPr>
          <p:cNvPr id="4" name="Подзаголовок 2">
            <a:extLst>
              <a:ext uri="{FF2B5EF4-FFF2-40B4-BE49-F238E27FC236}">
                <a16:creationId xmlns:a16="http://schemas.microsoft.com/office/drawing/2014/main" id="{C312DF45-B881-CF76-722C-0A8373E8591B}"/>
              </a:ext>
            </a:extLst>
          </p:cNvPr>
          <p:cNvSpPr txBox="1">
            <a:spLocks/>
          </p:cNvSpPr>
          <p:nvPr/>
        </p:nvSpPr>
        <p:spPr>
          <a:xfrm>
            <a:off x="-5861" y="6435306"/>
            <a:ext cx="9144000" cy="42269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sz="1600">
                <a:latin typeface="Arial" panose="020B0604020202020204" pitchFamily="34" charset="0"/>
                <a:cs typeface="Arial" panose="020B0604020202020204" pitchFamily="34" charset="0"/>
              </a:rPr>
              <a:t>27</a:t>
            </a:r>
            <a:r>
              <a:rPr lang="en-US" sz="1600">
                <a:latin typeface="Arial" panose="020B0604020202020204" pitchFamily="34" charset="0"/>
                <a:cs typeface="Arial" panose="020B0604020202020204" pitchFamily="34" charset="0"/>
              </a:rPr>
              <a:t> </a:t>
            </a:r>
            <a:r>
              <a:rPr lang="ru-RU" sz="1600" dirty="0">
                <a:latin typeface="Arial" panose="020B0604020202020204" pitchFamily="34" charset="0"/>
                <a:cs typeface="Arial" panose="020B0604020202020204" pitchFamily="34" charset="0"/>
              </a:rPr>
              <a:t>октября</a:t>
            </a:r>
            <a:r>
              <a:rPr lang="en-US" sz="1600" dirty="0">
                <a:latin typeface="Arial" panose="020B0604020202020204" pitchFamily="34" charset="0"/>
                <a:cs typeface="Arial" panose="020B0604020202020204" pitchFamily="34" charset="0"/>
              </a:rPr>
              <a:t> 202</a:t>
            </a:r>
            <a:r>
              <a:rPr lang="ru-RU" sz="1600" dirty="0">
                <a:latin typeface="Arial" panose="020B0604020202020204" pitchFamily="34" charset="0"/>
                <a:cs typeface="Arial" panose="020B0604020202020204" pitchFamily="34" charset="0"/>
              </a:rPr>
              <a:t>5</a:t>
            </a:r>
          </a:p>
        </p:txBody>
      </p:sp>
      <p:sp>
        <p:nvSpPr>
          <p:cNvPr id="7" name="object 6">
            <a:extLst>
              <a:ext uri="{FF2B5EF4-FFF2-40B4-BE49-F238E27FC236}">
                <a16:creationId xmlns:a16="http://schemas.microsoft.com/office/drawing/2014/main" id="{44DDC660-0C2C-EB1A-25D7-2F128125109A}"/>
              </a:ext>
            </a:extLst>
          </p:cNvPr>
          <p:cNvSpPr txBox="1"/>
          <p:nvPr/>
        </p:nvSpPr>
        <p:spPr>
          <a:xfrm>
            <a:off x="897147" y="3885916"/>
            <a:ext cx="7694763" cy="1231106"/>
          </a:xfrm>
          <a:prstGeom prst="rect">
            <a:avLst/>
          </a:prstGeom>
        </p:spPr>
        <p:txBody>
          <a:bodyPr vert="horz" wrap="square" lIns="0" tIns="0" rIns="0" bIns="0" rtlCol="0">
            <a:spAutoFit/>
          </a:bodyPr>
          <a:lstStyle/>
          <a:p>
            <a:pPr marL="12700" algn="ctr"/>
            <a:r>
              <a:rPr lang="ru-RU" sz="2000" dirty="0">
                <a:latin typeface="Arial" panose="020B0604020202020204" pitchFamily="34" charset="0"/>
                <a:cs typeface="Arial" panose="020B0604020202020204" pitchFamily="34" charset="0"/>
              </a:rPr>
              <a:t>Автор: к.ф.-м.н., доцент кафедры </a:t>
            </a:r>
            <a:endParaRPr lang="en-US" sz="2000" dirty="0">
              <a:latin typeface="Arial" panose="020B0604020202020204" pitchFamily="34" charset="0"/>
              <a:cs typeface="Arial" panose="020B0604020202020204" pitchFamily="34" charset="0"/>
            </a:endParaRPr>
          </a:p>
          <a:p>
            <a:pPr marL="12700" algn="ctr"/>
            <a:r>
              <a:rPr lang="ru-RU" sz="2000" dirty="0">
                <a:latin typeface="Arial" panose="020B0604020202020204" pitchFamily="34" charset="0"/>
                <a:cs typeface="Arial" panose="020B0604020202020204" pitchFamily="34" charset="0"/>
              </a:rPr>
              <a:t>«Криптология и кибербезопасность» НИЯУ МИФИ </a:t>
            </a:r>
          </a:p>
          <a:p>
            <a:pPr marL="12700" algn="ctr"/>
            <a:br>
              <a:rPr lang="ru-RU" sz="2000" dirty="0">
                <a:latin typeface="Arial" panose="020B0604020202020204" pitchFamily="34" charset="0"/>
                <a:cs typeface="Arial" panose="020B0604020202020204" pitchFamily="34" charset="0"/>
              </a:rPr>
            </a:br>
            <a:r>
              <a:rPr lang="ru-RU" sz="2000" dirty="0">
                <a:latin typeface="Arial" panose="020B0604020202020204" pitchFamily="34" charset="0"/>
                <a:cs typeface="Arial" panose="020B0604020202020204" pitchFamily="34" charset="0"/>
              </a:rPr>
              <a:t> </a:t>
            </a:r>
            <a:r>
              <a:rPr lang="ru-RU" sz="2000" dirty="0" err="1">
                <a:latin typeface="Arial" panose="020B0604020202020204" pitchFamily="34" charset="0"/>
                <a:cs typeface="Arial" panose="020B0604020202020204" pitchFamily="34" charset="0"/>
              </a:rPr>
              <a:t>Перейма</a:t>
            </a:r>
            <a:r>
              <a:rPr lang="ru-RU" sz="2000" dirty="0">
                <a:latin typeface="Arial" panose="020B0604020202020204" pitchFamily="34" charset="0"/>
                <a:cs typeface="Arial" panose="020B0604020202020204" pitchFamily="34" charset="0"/>
              </a:rPr>
              <a:t> Дмитрий Юрьевич</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1162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5">
            <a:extLst>
              <a:ext uri="{FF2B5EF4-FFF2-40B4-BE49-F238E27FC236}">
                <a16:creationId xmlns:a16="http://schemas.microsoft.com/office/drawing/2014/main" id="{31E20F56-41DA-6084-A0B7-13BBA0D0851D}"/>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latin typeface="Arial" panose="020B0604020202020204" pitchFamily="34" charset="0"/>
                <a:cs typeface="Arial" panose="020B0604020202020204" pitchFamily="34" charset="0"/>
              </a:rPr>
              <a:t>Содержание</a:t>
            </a:r>
          </a:p>
        </p:txBody>
      </p:sp>
      <p:sp>
        <p:nvSpPr>
          <p:cNvPr id="21" name="Номер слайда 1">
            <a:extLst>
              <a:ext uri="{FF2B5EF4-FFF2-40B4-BE49-F238E27FC236}">
                <a16:creationId xmlns:a16="http://schemas.microsoft.com/office/drawing/2014/main" id="{78B925BC-EF5B-9DF1-4264-287D2530BD73}"/>
              </a:ext>
            </a:extLst>
          </p:cNvPr>
          <p:cNvSpPr>
            <a:spLocks noGrp="1"/>
          </p:cNvSpPr>
          <p:nvPr>
            <p:ph type="sldNum" sz="quarter" idx="12"/>
          </p:nvPr>
        </p:nvSpPr>
        <p:spPr>
          <a:xfrm>
            <a:off x="7086600" y="6454582"/>
            <a:ext cx="2057400" cy="365125"/>
          </a:xfrm>
        </p:spPr>
        <p:txBody>
          <a:body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t>2</a:t>
            </a:fld>
            <a:endParaRPr lang="ru-RU" sz="1100" dirty="0">
              <a:solidFill>
                <a:srgbClr val="0070C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9C73802-E9A6-5335-1ACA-7196EEDF5887}"/>
              </a:ext>
            </a:extLst>
          </p:cNvPr>
          <p:cNvSpPr txBox="1"/>
          <p:nvPr/>
        </p:nvSpPr>
        <p:spPr>
          <a:xfrm>
            <a:off x="1" y="957533"/>
            <a:ext cx="9143999" cy="5122941"/>
          </a:xfrm>
          <a:prstGeom prst="rect">
            <a:avLst/>
          </a:prstGeom>
          <a:noFill/>
        </p:spPr>
        <p:txBody>
          <a:bodyPr wrap="square" rtlCol="0">
            <a:spAutoFit/>
          </a:bodyPr>
          <a:lstStyle/>
          <a:p>
            <a:pPr algn="ctr">
              <a:lnSpc>
                <a:spcPct val="150000"/>
              </a:lnSpc>
            </a:pPr>
            <a:r>
              <a:rPr lang="ru-RU" sz="2000" dirty="0"/>
              <a:t>Основные понятия теории вероятностей, введение в математическую статистику</a:t>
            </a:r>
          </a:p>
          <a:p>
            <a:pPr algn="ctr">
              <a:lnSpc>
                <a:spcPct val="150000"/>
              </a:lnSpc>
            </a:pPr>
            <a:endParaRPr lang="ru-RU" sz="2000" dirty="0"/>
          </a:p>
          <a:p>
            <a:pPr marL="742950" lvl="1" indent="-285750" algn="just">
              <a:lnSpc>
                <a:spcPct val="150000"/>
              </a:lnSpc>
              <a:buFont typeface="Arial" panose="020B0604020202020204" pitchFamily="34" charset="0"/>
              <a:buChar char="•"/>
            </a:pPr>
            <a:r>
              <a:rPr lang="ru-RU" sz="2000" dirty="0"/>
              <a:t>определение случайной величины;</a:t>
            </a:r>
          </a:p>
          <a:p>
            <a:pPr marL="742950" lvl="1" indent="-285750" algn="just">
              <a:lnSpc>
                <a:spcPct val="150000"/>
              </a:lnSpc>
              <a:buFont typeface="Arial" panose="020B0604020202020204" pitchFamily="34" charset="0"/>
              <a:buChar char="•"/>
            </a:pPr>
            <a:r>
              <a:rPr lang="ru-RU" sz="2000" dirty="0"/>
              <a:t>типы</a:t>
            </a:r>
            <a:r>
              <a:rPr lang="en-US" sz="2000" dirty="0"/>
              <a:t> </a:t>
            </a:r>
            <a:r>
              <a:rPr lang="ru-RU" sz="2000" dirty="0"/>
              <a:t>случайных величин (дискретные, непрерывные);</a:t>
            </a:r>
          </a:p>
          <a:p>
            <a:pPr marL="742950" lvl="1" indent="-285750" algn="just">
              <a:lnSpc>
                <a:spcPct val="150000"/>
              </a:lnSpc>
              <a:buFont typeface="Arial" panose="020B0604020202020204" pitchFamily="34" charset="0"/>
              <a:buChar char="•"/>
            </a:pPr>
            <a:r>
              <a:rPr lang="ru-RU" sz="2000" dirty="0"/>
              <a:t>функция плотности и функция распределения случайной величины;</a:t>
            </a:r>
          </a:p>
          <a:p>
            <a:pPr marL="742950" lvl="1" indent="-285750" algn="just">
              <a:lnSpc>
                <a:spcPct val="150000"/>
              </a:lnSpc>
              <a:buFont typeface="Arial" panose="020B0604020202020204" pitchFamily="34" charset="0"/>
              <a:buChar char="•"/>
            </a:pPr>
            <a:r>
              <a:rPr lang="ru-RU" sz="2000" dirty="0"/>
              <a:t>свойства функций распределения и плотности распределения;</a:t>
            </a:r>
          </a:p>
          <a:p>
            <a:pPr marL="742950" lvl="1" indent="-285750" algn="just">
              <a:lnSpc>
                <a:spcPct val="150000"/>
              </a:lnSpc>
              <a:buFont typeface="Arial" panose="020B0604020202020204" pitchFamily="34" charset="0"/>
              <a:buChar char="•"/>
            </a:pPr>
            <a:r>
              <a:rPr lang="ru-RU" sz="2000" dirty="0"/>
              <a:t>числовые характеристики распределений и их свойства;</a:t>
            </a:r>
          </a:p>
          <a:p>
            <a:pPr marL="742950" lvl="1" indent="-285750" algn="just">
              <a:lnSpc>
                <a:spcPct val="150000"/>
              </a:lnSpc>
              <a:buFont typeface="Arial" panose="020B0604020202020204" pitchFamily="34" charset="0"/>
              <a:buChar char="•"/>
            </a:pPr>
            <a:r>
              <a:rPr lang="ru-RU" sz="2000" dirty="0"/>
              <a:t>основные</a:t>
            </a:r>
            <a:r>
              <a:rPr lang="en-US" sz="2000" dirty="0"/>
              <a:t> </a:t>
            </a:r>
            <a:r>
              <a:rPr lang="ru-RU" sz="2000" dirty="0"/>
              <a:t>дискретные распределения случайных величин;</a:t>
            </a:r>
          </a:p>
          <a:p>
            <a:pPr marL="742950" lvl="1" indent="-285750" algn="just">
              <a:lnSpc>
                <a:spcPct val="150000"/>
              </a:lnSpc>
              <a:buFont typeface="Arial" panose="020B0604020202020204" pitchFamily="34" charset="0"/>
              <a:buChar char="•"/>
            </a:pPr>
            <a:r>
              <a:rPr lang="ru-RU" sz="2000" dirty="0"/>
              <a:t>основные</a:t>
            </a:r>
            <a:r>
              <a:rPr lang="en-US" sz="2000" dirty="0"/>
              <a:t> </a:t>
            </a:r>
            <a:r>
              <a:rPr lang="ru-RU" sz="2000" dirty="0"/>
              <a:t>непрерывные распределения случайных величин;</a:t>
            </a:r>
          </a:p>
          <a:p>
            <a:pPr marL="742950" lvl="1" indent="-285750" algn="just">
              <a:lnSpc>
                <a:spcPct val="150000"/>
              </a:lnSpc>
              <a:buFont typeface="Arial" panose="020B0604020202020204" pitchFamily="34" charset="0"/>
              <a:buChar char="•"/>
            </a:pPr>
            <a:r>
              <a:rPr lang="ru-RU" sz="2000" dirty="0"/>
              <a:t>предельные теоремы теории вероятностей</a:t>
            </a:r>
            <a:r>
              <a:rPr lang="en-US" sz="2000" dirty="0"/>
              <a:t>;</a:t>
            </a:r>
          </a:p>
          <a:p>
            <a:pPr marL="742950" lvl="1" indent="-285750" algn="just">
              <a:lnSpc>
                <a:spcPct val="150000"/>
              </a:lnSpc>
              <a:buFont typeface="Arial" panose="020B0604020202020204" pitchFamily="34" charset="0"/>
              <a:buChar char="•"/>
            </a:pPr>
            <a:r>
              <a:rPr lang="ru-RU" sz="2000" dirty="0"/>
              <a:t>задачи.</a:t>
            </a:r>
          </a:p>
        </p:txBody>
      </p:sp>
    </p:spTree>
    <p:extLst>
      <p:ext uri="{BB962C8B-B14F-4D97-AF65-F5344CB8AC3E}">
        <p14:creationId xmlns:p14="http://schemas.microsoft.com/office/powerpoint/2010/main" val="1681027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447DA-958A-DCAE-4FEB-F6E917838D41}"/>
            </a:ext>
          </a:extLst>
        </p:cNvPr>
        <p:cNvGrpSpPr/>
        <p:nvPr/>
      </p:nvGrpSpPr>
      <p:grpSpPr>
        <a:xfrm>
          <a:off x="0" y="0"/>
          <a:ext cx="0" cy="0"/>
          <a:chOff x="0" y="0"/>
          <a:chExt cx="0" cy="0"/>
        </a:xfrm>
      </p:grpSpPr>
      <p:sp>
        <p:nvSpPr>
          <p:cNvPr id="5" name="Прямоугольник 5">
            <a:extLst>
              <a:ext uri="{FF2B5EF4-FFF2-40B4-BE49-F238E27FC236}">
                <a16:creationId xmlns:a16="http://schemas.microsoft.com/office/drawing/2014/main" id="{EB6F4423-9FEB-51C2-EF52-09533EE9A026}"/>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Определение случайной величины</a:t>
            </a:r>
            <a:endParaRPr lang="ru-RU" sz="2400" b="1" dirty="0">
              <a:solidFill>
                <a:schemeClr val="tx1"/>
              </a:solidFill>
              <a:latin typeface="Arial" panose="020B0604020202020204" pitchFamily="34" charset="0"/>
              <a:cs typeface="Arial" panose="020B0604020202020204" pitchFamily="34" charset="0"/>
            </a:endParaRPr>
          </a:p>
        </p:txBody>
      </p:sp>
      <p:sp>
        <p:nvSpPr>
          <p:cNvPr id="21" name="Номер слайда 1">
            <a:extLst>
              <a:ext uri="{FF2B5EF4-FFF2-40B4-BE49-F238E27FC236}">
                <a16:creationId xmlns:a16="http://schemas.microsoft.com/office/drawing/2014/main" id="{7B1AE127-4414-DD02-1F8F-77956B7CD18D}"/>
              </a:ext>
            </a:extLst>
          </p:cNvPr>
          <p:cNvSpPr>
            <a:spLocks noGrp="1"/>
          </p:cNvSpPr>
          <p:nvPr>
            <p:ph type="sldNum" sz="quarter" idx="12"/>
          </p:nvPr>
        </p:nvSpPr>
        <p:spPr>
          <a:xfrm>
            <a:off x="7086600" y="6454582"/>
            <a:ext cx="2057400" cy="365125"/>
          </a:xfrm>
        </p:spPr>
        <p:txBody>
          <a:body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t>3</a:t>
            </a:fld>
            <a:endParaRPr lang="ru-RU" sz="1100" dirty="0">
              <a:solidFill>
                <a:srgbClr val="0070C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89AB287-8653-D03C-E4E9-FF32E1AAC72D}"/>
                  </a:ext>
                </a:extLst>
              </p:cNvPr>
              <p:cNvSpPr txBox="1"/>
              <p:nvPr/>
            </p:nvSpPr>
            <p:spPr>
              <a:xfrm>
                <a:off x="1" y="419100"/>
                <a:ext cx="9143999" cy="2031325"/>
              </a:xfrm>
              <a:prstGeom prst="rect">
                <a:avLst/>
              </a:prstGeom>
              <a:noFill/>
            </p:spPr>
            <p:txBody>
              <a:bodyPr wrap="square" rtlCol="0">
                <a:spAutoFit/>
              </a:bodyPr>
              <a:lstStyle/>
              <a:p>
                <a:pPr algn="just"/>
                <a:r>
                  <a:rPr lang="ru-RU" dirty="0"/>
                  <a:t>Рассмотрим вероятностное пространство </a:t>
                </a:r>
                <a:r>
                  <a:rPr lang="en-US" dirty="0"/>
                  <a:t>{</a:t>
                </a:r>
                <a14:m>
                  <m:oMath xmlns:m="http://schemas.openxmlformats.org/officeDocument/2006/math">
                    <m:r>
                      <a:rPr lang="en-US" b="0" i="1" smtClean="0">
                        <a:latin typeface="Cambria Math" panose="02040503050406030204" pitchFamily="18" charset="0"/>
                      </a:rPr>
                      <m:t>𝛺</m:t>
                    </m:r>
                    <m:r>
                      <a:rPr lang="en-US" b="0" i="0" smtClean="0">
                        <a:latin typeface="Cambria Math" panose="02040503050406030204" pitchFamily="18" charset="0"/>
                      </a:rPr>
                      <m:t>, </m:t>
                    </m:r>
                    <m:r>
                      <a:rPr lang="en-US" b="0" i="1" smtClean="0">
                        <a:latin typeface="Cambria Math" panose="02040503050406030204" pitchFamily="18" charset="0"/>
                      </a:rPr>
                      <m:t>𝒜</m:t>
                    </m:r>
                    <m:r>
                      <a:rPr lang="en-US" b="0" i="0" smtClean="0">
                        <a:latin typeface="Cambria Math" panose="02040503050406030204" pitchFamily="18" charset="0"/>
                      </a:rPr>
                      <m:t>, </m:t>
                    </m:r>
                    <m:r>
                      <a:rPr lang="en-US" b="0" i="1" smtClean="0">
                        <a:latin typeface="Cambria Math" panose="02040503050406030204" pitchFamily="18" charset="0"/>
                      </a:rPr>
                      <m:t>𝒫</m:t>
                    </m:r>
                    <m:r>
                      <a:rPr lang="en-US" b="0" i="1" smtClean="0">
                        <a:latin typeface="Cambria Math" panose="02040503050406030204" pitchFamily="18" charset="0"/>
                      </a:rPr>
                      <m:t>}</m:t>
                    </m:r>
                  </m:oMath>
                </a14:m>
                <a:r>
                  <a:rPr lang="en-US" dirty="0"/>
                  <a:t>, </a:t>
                </a:r>
                <a:r>
                  <a:rPr lang="ru-RU" dirty="0"/>
                  <a:t>где:</a:t>
                </a:r>
              </a:p>
              <a:p>
                <a:pPr algn="just"/>
                <a:endParaRPr lang="ru-RU" dirty="0"/>
              </a:p>
              <a:p>
                <a:pPr marL="285750" indent="-285750" algn="just">
                  <a:buFont typeface="Arial" panose="020B0604020202020204" pitchFamily="34" charset="0"/>
                  <a:buChar char="•"/>
                </a:pPr>
                <a14:m>
                  <m:oMath xmlns:m="http://schemas.openxmlformats.org/officeDocument/2006/math">
                    <m:r>
                      <a:rPr lang="en-US" i="1">
                        <a:latin typeface="Cambria Math" panose="02040503050406030204" pitchFamily="18" charset="0"/>
                      </a:rPr>
                      <m:t>𝛺</m:t>
                    </m:r>
                  </m:oMath>
                </a14:m>
                <a:r>
                  <a:rPr lang="ru-RU" dirty="0"/>
                  <a:t> – пространство элементарных исходов;</a:t>
                </a:r>
              </a:p>
              <a:p>
                <a:pPr marL="285750" indent="-285750" algn="just">
                  <a:buFont typeface="Arial" panose="020B0604020202020204" pitchFamily="34" charset="0"/>
                  <a:buChar char="•"/>
                </a:pPr>
                <a14:m>
                  <m:oMath xmlns:m="http://schemas.openxmlformats.org/officeDocument/2006/math">
                    <m:r>
                      <a:rPr lang="en-US" i="1">
                        <a:latin typeface="Cambria Math" panose="02040503050406030204" pitchFamily="18" charset="0"/>
                      </a:rPr>
                      <m:t>𝒜</m:t>
                    </m:r>
                  </m:oMath>
                </a14:m>
                <a:r>
                  <a:rPr lang="ru-RU" dirty="0"/>
                  <a:t> - </a:t>
                </a:r>
                <a14:m>
                  <m:oMath xmlns:m="http://schemas.openxmlformats.org/officeDocument/2006/math">
                    <m:r>
                      <a:rPr lang="en-US" b="0" i="1" smtClean="0">
                        <a:latin typeface="Cambria Math" panose="02040503050406030204" pitchFamily="18" charset="0"/>
                      </a:rPr>
                      <m:t>𝜎</m:t>
                    </m:r>
                  </m:oMath>
                </a14:m>
                <a:r>
                  <a:rPr lang="en-US" dirty="0"/>
                  <a:t>-</a:t>
                </a:r>
                <a:r>
                  <a:rPr lang="ru-RU" dirty="0"/>
                  <a:t>Алгебра подмножеств </a:t>
                </a:r>
                <a14:m>
                  <m:oMath xmlns:m="http://schemas.openxmlformats.org/officeDocument/2006/math">
                    <m:r>
                      <a:rPr lang="en-US" i="1">
                        <a:latin typeface="Cambria Math" panose="02040503050406030204" pitchFamily="18" charset="0"/>
                      </a:rPr>
                      <m:t>𝛺</m:t>
                    </m:r>
                    <m:r>
                      <a:rPr lang="ru-RU" b="0" i="0" smtClean="0">
                        <a:latin typeface="Cambria Math" panose="02040503050406030204" pitchFamily="18" charset="0"/>
                      </a:rPr>
                      <m:t> </m:t>
                    </m:r>
                  </m:oMath>
                </a14:m>
                <a:r>
                  <a:rPr lang="ru-RU" dirty="0"/>
                  <a:t>(набор подмножеств пространства исходов, для которых мы можем определить вероятность при выполнении определенных условий);</a:t>
                </a:r>
              </a:p>
              <a:p>
                <a:pPr marL="285750" indent="-285750" algn="just">
                  <a:buFont typeface="Arial" panose="020B0604020202020204" pitchFamily="34" charset="0"/>
                  <a:buChar char="•"/>
                </a:pPr>
                <a14:m>
                  <m:oMath xmlns:m="http://schemas.openxmlformats.org/officeDocument/2006/math">
                    <m:r>
                      <a:rPr lang="en-US" i="1">
                        <a:latin typeface="Cambria Math" panose="02040503050406030204" pitchFamily="18" charset="0"/>
                      </a:rPr>
                      <m:t>𝒫</m:t>
                    </m:r>
                  </m:oMath>
                </a14:m>
                <a:r>
                  <a:rPr lang="ru-RU" dirty="0"/>
                  <a:t> – мера, которая каждому событию из </a:t>
                </a:r>
                <a14:m>
                  <m:oMath xmlns:m="http://schemas.openxmlformats.org/officeDocument/2006/math">
                    <m:r>
                      <a:rPr lang="en-US" i="1">
                        <a:latin typeface="Cambria Math" panose="02040503050406030204" pitchFamily="18" charset="0"/>
                      </a:rPr>
                      <m:t>𝒜</m:t>
                    </m:r>
                  </m:oMath>
                </a14:m>
                <a:r>
                  <a:rPr lang="ru-RU" dirty="0"/>
                  <a:t> ставит в соответствие вероятность.</a:t>
                </a:r>
              </a:p>
              <a:p>
                <a:pPr algn="just"/>
                <a:r>
                  <a:rPr lang="en-US" dirty="0"/>
                  <a:t>  </a:t>
                </a:r>
                <a:endParaRPr lang="ru-RU" dirty="0"/>
              </a:p>
            </p:txBody>
          </p:sp>
        </mc:Choice>
        <mc:Fallback xmlns="">
          <p:sp>
            <p:nvSpPr>
              <p:cNvPr id="2" name="TextBox 1">
                <a:extLst>
                  <a:ext uri="{FF2B5EF4-FFF2-40B4-BE49-F238E27FC236}">
                    <a16:creationId xmlns:a16="http://schemas.microsoft.com/office/drawing/2014/main" id="{A89AB287-8653-D03C-E4E9-FF32E1AAC72D}"/>
                  </a:ext>
                </a:extLst>
              </p:cNvPr>
              <p:cNvSpPr txBox="1">
                <a:spLocks noRot="1" noChangeAspect="1" noMove="1" noResize="1" noEditPoints="1" noAdjustHandles="1" noChangeArrowheads="1" noChangeShapeType="1" noTextEdit="1"/>
              </p:cNvSpPr>
              <p:nvPr/>
            </p:nvSpPr>
            <p:spPr>
              <a:xfrm>
                <a:off x="1" y="419100"/>
                <a:ext cx="9143999" cy="2031325"/>
              </a:xfrm>
              <a:prstGeom prst="rect">
                <a:avLst/>
              </a:prstGeom>
              <a:blipFill>
                <a:blip r:embed="rId3"/>
                <a:stretch>
                  <a:fillRect l="-533" t="-1802" r="-533"/>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C70B94A-EB94-5BDE-4CBE-E680FDDD8998}"/>
                  </a:ext>
                </a:extLst>
              </p:cNvPr>
              <p:cNvSpPr txBox="1"/>
              <p:nvPr/>
            </p:nvSpPr>
            <p:spPr>
              <a:xfrm>
                <a:off x="-1" y="2273029"/>
                <a:ext cx="9144000" cy="2031325"/>
              </a:xfrm>
              <a:prstGeom prst="rect">
                <a:avLst/>
              </a:prstGeom>
              <a:noFill/>
            </p:spPr>
            <p:txBody>
              <a:bodyPr wrap="square" rtlCol="0">
                <a:spAutoFit/>
              </a:bodyPr>
              <a:lstStyle/>
              <a:p>
                <a:pPr algn="just"/>
                <a:r>
                  <a:rPr lang="ru-RU" b="1" dirty="0">
                    <a:solidFill>
                      <a:srgbClr val="3333FF"/>
                    </a:solidFill>
                  </a:rPr>
                  <a:t>Определение</a:t>
                </a:r>
                <a:r>
                  <a:rPr lang="ru-RU" dirty="0"/>
                  <a:t>: Функция </a:t>
                </a:r>
                <a14:m>
                  <m:oMath xmlns:m="http://schemas.openxmlformats.org/officeDocument/2006/math">
                    <m:r>
                      <m:rPr>
                        <m:sty m:val="p"/>
                      </m:rPr>
                      <a:rPr lang="ru-RU" b="0" i="0" smtClean="0">
                        <a:latin typeface="Cambria Math" panose="02040503050406030204" pitchFamily="18" charset="0"/>
                      </a:rPr>
                      <m:t>ξ</m:t>
                    </m:r>
                    <m:r>
                      <a:rPr lang="en-US" b="0" i="0" smtClean="0">
                        <a:latin typeface="Cambria Math" panose="02040503050406030204" pitchFamily="18" charset="0"/>
                      </a:rPr>
                      <m:t>:</m:t>
                    </m:r>
                    <m:r>
                      <m:rPr>
                        <m:sty m:val="p"/>
                      </m:rPr>
                      <a:rPr lang="en-US" b="0" i="0" smtClean="0">
                        <a:latin typeface="Cambria Math" panose="02040503050406030204" pitchFamily="18" charset="0"/>
                      </a:rPr>
                      <m:t>Ω</m:t>
                    </m:r>
                    <m:r>
                      <a:rPr lang="en-US" i="0">
                        <a:latin typeface="Cambria Math" panose="02040503050406030204" pitchFamily="18" charset="0"/>
                      </a:rPr>
                      <m:t>⇒</m:t>
                    </m:r>
                    <m:r>
                      <a:rPr lang="en-US" i="0">
                        <a:latin typeface="Cambria Math" panose="02040503050406030204" pitchFamily="18" charset="0"/>
                      </a:rPr>
                      <m:t>ℝ</m:t>
                    </m:r>
                  </m:oMath>
                </a14:m>
                <a:r>
                  <a:rPr lang="ru-RU" dirty="0"/>
                  <a:t>, которая каждому элементарному исходу </a:t>
                </a:r>
                <a14:m>
                  <m:oMath xmlns:m="http://schemas.openxmlformats.org/officeDocument/2006/math">
                    <m:r>
                      <m:rPr>
                        <m:sty m:val="p"/>
                      </m:rPr>
                      <a:rPr lang="en-US" b="0" i="0" smtClean="0">
                        <a:latin typeface="Cambria Math" panose="02040503050406030204" pitchFamily="18" charset="0"/>
                      </a:rPr>
                      <m:t>ω</m:t>
                    </m:r>
                    <m:r>
                      <a:rPr lang="en-US" b="0" i="0" smtClean="0">
                        <a:latin typeface="Cambria Math" panose="02040503050406030204" pitchFamily="18" charset="0"/>
                      </a:rPr>
                      <m:t> </m:t>
                    </m:r>
                  </m:oMath>
                </a14:m>
                <a:r>
                  <a:rPr lang="ru-RU" dirty="0"/>
                  <a:t> случайного эксперимента</a:t>
                </a:r>
                <a:r>
                  <a:rPr lang="en-US" dirty="0"/>
                  <a:t> </a:t>
                </a:r>
                <a:r>
                  <a:rPr lang="ru-RU" dirty="0"/>
                  <a:t>из пространства элементарных исходов </a:t>
                </a:r>
                <a14:m>
                  <m:oMath xmlns:m="http://schemas.openxmlformats.org/officeDocument/2006/math">
                    <m:r>
                      <m:rPr>
                        <m:sty m:val="p"/>
                      </m:rPr>
                      <a:rPr lang="ru-RU" b="0" i="0" smtClean="0">
                        <a:latin typeface="Cambria Math" panose="02040503050406030204" pitchFamily="18" charset="0"/>
                      </a:rPr>
                      <m:t>Ω</m:t>
                    </m:r>
                  </m:oMath>
                </a14:m>
                <a:r>
                  <a:rPr lang="ru-RU" dirty="0"/>
                  <a:t> ставит в соответствие некоторое действительное число </a:t>
                </a:r>
                <a14:m>
                  <m:oMath xmlns:m="http://schemas.openxmlformats.org/officeDocument/2006/math">
                    <m:r>
                      <m:rPr>
                        <m:sty m:val="p"/>
                      </m:rPr>
                      <a:rPr lang="ru-RU" i="0">
                        <a:latin typeface="Cambria Math" panose="02040503050406030204" pitchFamily="18" charset="0"/>
                      </a:rPr>
                      <m:t>ξ</m:t>
                    </m:r>
                    <m:r>
                      <a:rPr lang="ru-RU" b="0" i="0" smtClean="0">
                        <a:latin typeface="Cambria Math" panose="02040503050406030204" pitchFamily="18" charset="0"/>
                      </a:rPr>
                      <m:t>(</m:t>
                    </m:r>
                    <m:r>
                      <m:rPr>
                        <m:sty m:val="p"/>
                      </m:rPr>
                      <a:rPr lang="ru-RU" b="0" i="0" smtClean="0">
                        <a:latin typeface="Cambria Math" panose="02040503050406030204" pitchFamily="18" charset="0"/>
                      </a:rPr>
                      <m:t>ω</m:t>
                    </m:r>
                    <m:r>
                      <a:rPr lang="en-US" b="0" i="0" smtClean="0">
                        <a:latin typeface="Cambria Math" panose="02040503050406030204" pitchFamily="18" charset="0"/>
                      </a:rPr>
                      <m:t>)</m:t>
                    </m:r>
                  </m:oMath>
                </a14:m>
                <a:r>
                  <a:rPr lang="ru-RU" dirty="0"/>
                  <a:t> называется </a:t>
                </a:r>
                <a:r>
                  <a:rPr lang="ru-RU" b="1" dirty="0">
                    <a:solidFill>
                      <a:srgbClr val="006400"/>
                    </a:solidFill>
                  </a:rPr>
                  <a:t>случайной величиной</a:t>
                </a:r>
                <a:r>
                  <a:rPr lang="ru-RU" dirty="0"/>
                  <a:t>.</a:t>
                </a:r>
              </a:p>
              <a:p>
                <a:pPr algn="just"/>
                <a:endParaRPr lang="ru-RU" dirty="0"/>
              </a:p>
              <a:p>
                <a:pPr algn="just"/>
                <a:r>
                  <a:rPr lang="ru-RU" b="1" dirty="0">
                    <a:solidFill>
                      <a:srgbClr val="FB2D2D"/>
                    </a:solidFill>
                  </a:rPr>
                  <a:t>Пример</a:t>
                </a:r>
                <a:r>
                  <a:rPr lang="ru-RU" dirty="0"/>
                  <a:t>: Монету подбросили 2 раза, пусть случайная величина </a:t>
                </a:r>
                <a14:m>
                  <m:oMath xmlns:m="http://schemas.openxmlformats.org/officeDocument/2006/math">
                    <m:r>
                      <m:rPr>
                        <m:sty m:val="p"/>
                      </m:rPr>
                      <a:rPr lang="ru-RU">
                        <a:latin typeface="Cambria Math" panose="02040503050406030204" pitchFamily="18" charset="0"/>
                      </a:rPr>
                      <m:t>ξ</m:t>
                    </m:r>
                    <m:r>
                      <a:rPr lang="ru-RU" b="1">
                        <a:latin typeface="Cambria Math" panose="02040503050406030204" pitchFamily="18" charset="0"/>
                      </a:rPr>
                      <m:t>− </m:t>
                    </m:r>
                  </m:oMath>
                </a14:m>
                <a:r>
                  <a:rPr lang="ru-RU" dirty="0"/>
                  <a:t>число выпавших гербов. Пространство элементарных исходов </a:t>
                </a:r>
                <a14:m>
                  <m:oMath xmlns:m="http://schemas.openxmlformats.org/officeDocument/2006/math">
                    <m:r>
                      <m:rPr>
                        <m:sty m:val="p"/>
                      </m:rPr>
                      <a:rPr lang="en-US">
                        <a:latin typeface="Cambria Math" panose="02040503050406030204" pitchFamily="18" charset="0"/>
                      </a:rPr>
                      <m:t>Ω</m:t>
                    </m:r>
                    <m:r>
                      <a:rPr lang="en-US" i="1">
                        <a:latin typeface="Cambria Math" panose="02040503050406030204" pitchFamily="18" charset="0"/>
                      </a:rPr>
                      <m:t>:</m:t>
                    </m:r>
                    <m:d>
                      <m:dPr>
                        <m:begChr m:val="{"/>
                        <m:endChr m:val="}"/>
                        <m:ctrlPr>
                          <a:rPr lang="en-US" i="1">
                            <a:latin typeface="Cambria Math" panose="02040503050406030204" pitchFamily="18" charset="0"/>
                          </a:rPr>
                        </m:ctrlPr>
                      </m:dPr>
                      <m:e>
                        <m:d>
                          <m:dPr>
                            <m:ctrlPr>
                              <a:rPr lang="en-US" i="1">
                                <a:latin typeface="Cambria Math" panose="02040503050406030204" pitchFamily="18" charset="0"/>
                              </a:rPr>
                            </m:ctrlPr>
                          </m:dPr>
                          <m:e>
                            <m:r>
                              <a:rPr lang="ru-RU" i="1">
                                <a:latin typeface="Cambria Math" panose="02040503050406030204" pitchFamily="18" charset="0"/>
                              </a:rPr>
                              <m:t>гг</m:t>
                            </m:r>
                          </m:e>
                        </m:d>
                        <m:r>
                          <a:rPr lang="en-US" i="1">
                            <a:latin typeface="Cambria Math" panose="02040503050406030204" pitchFamily="18" charset="0"/>
                          </a:rPr>
                          <m:t>, </m:t>
                        </m:r>
                        <m:d>
                          <m:dPr>
                            <m:ctrlPr>
                              <a:rPr lang="en-US" i="1">
                                <a:latin typeface="Cambria Math" panose="02040503050406030204" pitchFamily="18" charset="0"/>
                              </a:rPr>
                            </m:ctrlPr>
                          </m:dPr>
                          <m:e>
                            <m:r>
                              <a:rPr lang="ru-RU" i="1">
                                <a:latin typeface="Cambria Math" panose="02040503050406030204" pitchFamily="18" charset="0"/>
                              </a:rPr>
                              <m:t>гр</m:t>
                            </m:r>
                          </m:e>
                        </m:d>
                        <m:r>
                          <a:rPr lang="en-US" i="1">
                            <a:latin typeface="Cambria Math" panose="02040503050406030204" pitchFamily="18" charset="0"/>
                          </a:rPr>
                          <m:t>, </m:t>
                        </m:r>
                        <m:d>
                          <m:dPr>
                            <m:ctrlPr>
                              <a:rPr lang="en-US" i="1">
                                <a:latin typeface="Cambria Math" panose="02040503050406030204" pitchFamily="18" charset="0"/>
                              </a:rPr>
                            </m:ctrlPr>
                          </m:dPr>
                          <m:e>
                            <m:r>
                              <a:rPr lang="ru-RU" i="1">
                                <a:latin typeface="Cambria Math" panose="02040503050406030204" pitchFamily="18" charset="0"/>
                              </a:rPr>
                              <m:t>рг</m:t>
                            </m:r>
                          </m:e>
                        </m:d>
                        <m:r>
                          <a:rPr lang="en-US" i="1">
                            <a:latin typeface="Cambria Math" panose="02040503050406030204" pitchFamily="18" charset="0"/>
                          </a:rPr>
                          <m:t>, </m:t>
                        </m:r>
                        <m:d>
                          <m:dPr>
                            <m:ctrlPr>
                              <a:rPr lang="en-US" i="1">
                                <a:latin typeface="Cambria Math" panose="02040503050406030204" pitchFamily="18" charset="0"/>
                              </a:rPr>
                            </m:ctrlPr>
                          </m:dPr>
                          <m:e>
                            <m:r>
                              <a:rPr lang="ru-RU" i="1">
                                <a:latin typeface="Cambria Math" panose="02040503050406030204" pitchFamily="18" charset="0"/>
                              </a:rPr>
                              <m:t>рр</m:t>
                            </m:r>
                          </m:e>
                        </m:d>
                      </m:e>
                    </m:d>
                    <m:r>
                      <a:rPr lang="ru-RU" i="1">
                        <a:latin typeface="Cambria Math" panose="02040503050406030204" pitchFamily="18" charset="0"/>
                      </a:rPr>
                      <m:t>.</m:t>
                    </m:r>
                  </m:oMath>
                </a14:m>
                <a:r>
                  <a:rPr lang="ru-RU" b="1" dirty="0"/>
                  <a:t> </a:t>
                </a:r>
                <a:r>
                  <a:rPr lang="ru-RU" dirty="0"/>
                  <a:t>Тогда случайная величина </a:t>
                </a:r>
                <a14:m>
                  <m:oMath xmlns:m="http://schemas.openxmlformats.org/officeDocument/2006/math">
                    <m:r>
                      <m:rPr>
                        <m:sty m:val="p"/>
                      </m:rPr>
                      <a:rPr lang="ru-RU">
                        <a:latin typeface="Cambria Math" panose="02040503050406030204" pitchFamily="18" charset="0"/>
                      </a:rPr>
                      <m:t>ξ</m:t>
                    </m:r>
                    <m:r>
                      <a:rPr lang="ru-RU" i="1">
                        <a:latin typeface="Cambria Math" panose="02040503050406030204" pitchFamily="18" charset="0"/>
                      </a:rPr>
                      <m:t> </m:t>
                    </m:r>
                  </m:oMath>
                </a14:m>
                <a:r>
                  <a:rPr lang="ru-RU" dirty="0"/>
                  <a:t> может принимать значения со следующими вероятностями: </a:t>
                </a:r>
              </a:p>
            </p:txBody>
          </p:sp>
        </mc:Choice>
        <mc:Fallback xmlns="">
          <p:sp>
            <p:nvSpPr>
              <p:cNvPr id="3" name="TextBox 2">
                <a:extLst>
                  <a:ext uri="{FF2B5EF4-FFF2-40B4-BE49-F238E27FC236}">
                    <a16:creationId xmlns:a16="http://schemas.microsoft.com/office/drawing/2014/main" id="{7C70B94A-EB94-5BDE-4CBE-E680FDDD8998}"/>
                  </a:ext>
                </a:extLst>
              </p:cNvPr>
              <p:cNvSpPr txBox="1">
                <a:spLocks noRot="1" noChangeAspect="1" noMove="1" noResize="1" noEditPoints="1" noAdjustHandles="1" noChangeArrowheads="1" noChangeShapeType="1" noTextEdit="1"/>
              </p:cNvSpPr>
              <p:nvPr/>
            </p:nvSpPr>
            <p:spPr>
              <a:xfrm>
                <a:off x="-1" y="2273029"/>
                <a:ext cx="9144000" cy="2031325"/>
              </a:xfrm>
              <a:prstGeom prst="rect">
                <a:avLst/>
              </a:prstGeom>
              <a:blipFill>
                <a:blip r:embed="rId4"/>
                <a:stretch>
                  <a:fillRect l="-533" t="-1802" r="-533" b="-3904"/>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graphicFrame>
            <p:nvGraphicFramePr>
              <p:cNvPr id="6" name="Таблица 5">
                <a:extLst>
                  <a:ext uri="{FF2B5EF4-FFF2-40B4-BE49-F238E27FC236}">
                    <a16:creationId xmlns:a16="http://schemas.microsoft.com/office/drawing/2014/main" id="{EF04DD69-6D96-29E4-408B-4493091AA42D}"/>
                  </a:ext>
                </a:extLst>
              </p:cNvPr>
              <p:cNvGraphicFramePr>
                <a:graphicFrameLocks noGrp="1"/>
              </p:cNvGraphicFramePr>
              <p:nvPr>
                <p:extLst>
                  <p:ext uri="{D42A27DB-BD31-4B8C-83A1-F6EECF244321}">
                    <p14:modId xmlns:p14="http://schemas.microsoft.com/office/powerpoint/2010/main" val="1396713764"/>
                  </p:ext>
                </p:extLst>
              </p:nvPr>
            </p:nvGraphicFramePr>
            <p:xfrm>
              <a:off x="965199" y="4446505"/>
              <a:ext cx="7213600" cy="741680"/>
            </p:xfrm>
            <a:graphic>
              <a:graphicData uri="http://schemas.openxmlformats.org/drawingml/2006/table">
                <a:tbl>
                  <a:tblPr firstRow="1" bandRow="1">
                    <a:tableStyleId>{5C22544A-7EE6-4342-B048-85BDC9FD1C3A}</a:tableStyleId>
                  </a:tblPr>
                  <a:tblGrid>
                    <a:gridCol w="1803400">
                      <a:extLst>
                        <a:ext uri="{9D8B030D-6E8A-4147-A177-3AD203B41FA5}">
                          <a16:colId xmlns:a16="http://schemas.microsoft.com/office/drawing/2014/main" val="1875272433"/>
                        </a:ext>
                      </a:extLst>
                    </a:gridCol>
                    <a:gridCol w="1569720">
                      <a:extLst>
                        <a:ext uri="{9D8B030D-6E8A-4147-A177-3AD203B41FA5}">
                          <a16:colId xmlns:a16="http://schemas.microsoft.com/office/drawing/2014/main" val="291913351"/>
                        </a:ext>
                      </a:extLst>
                    </a:gridCol>
                    <a:gridCol w="2037080">
                      <a:extLst>
                        <a:ext uri="{9D8B030D-6E8A-4147-A177-3AD203B41FA5}">
                          <a16:colId xmlns:a16="http://schemas.microsoft.com/office/drawing/2014/main" val="1891886500"/>
                        </a:ext>
                      </a:extLst>
                    </a:gridCol>
                    <a:gridCol w="1803400">
                      <a:extLst>
                        <a:ext uri="{9D8B030D-6E8A-4147-A177-3AD203B41FA5}">
                          <a16:colId xmlns:a16="http://schemas.microsoft.com/office/drawing/2014/main" val="3076331128"/>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𝜉</m:t>
                                    </m:r>
                                  </m:e>
                                  <m:sub>
                                    <m:r>
                                      <a:rPr lang="en-US" sz="1800" b="0" i="1" smtClean="0">
                                        <a:solidFill>
                                          <a:schemeClr val="tx1"/>
                                        </a:solidFill>
                                        <a:latin typeface="Cambria Math" panose="02040503050406030204" pitchFamily="18" charset="0"/>
                                      </a:rPr>
                                      <m:t>𝑖</m:t>
                                    </m:r>
                                  </m:sub>
                                </m:sSub>
                              </m:oMath>
                            </m:oMathPara>
                          </a14:m>
                          <a:endParaRPr lang="ru-RU" sz="1800" b="0" dirty="0">
                            <a:solidFill>
                              <a:schemeClr val="tx1"/>
                            </a:solidFill>
                          </a:endParaRPr>
                        </a:p>
                      </a:txBody>
                      <a:tcPr/>
                    </a:tc>
                    <a:tc>
                      <a:txBody>
                        <a:bodyPr/>
                        <a:lstStyle/>
                        <a:p>
                          <a:pPr algn="ctr"/>
                          <a:r>
                            <a:rPr lang="en-US" sz="1800" b="0" dirty="0">
                              <a:solidFill>
                                <a:schemeClr val="tx1"/>
                              </a:solidFill>
                            </a:rPr>
                            <a:t>0 (</a:t>
                          </a:r>
                          <a:r>
                            <a:rPr lang="ru-RU" sz="1800" b="0" dirty="0">
                              <a:solidFill>
                                <a:schemeClr val="tx1"/>
                              </a:solidFill>
                            </a:rPr>
                            <a:t>если </a:t>
                          </a:r>
                          <a:r>
                            <a:rPr lang="ru-RU" sz="1800" b="0" dirty="0" err="1">
                              <a:solidFill>
                                <a:schemeClr val="tx1"/>
                              </a:solidFill>
                            </a:rPr>
                            <a:t>рр</a:t>
                          </a:r>
                          <a:r>
                            <a:rPr lang="en-US" sz="1800" b="0" dirty="0">
                              <a:solidFill>
                                <a:schemeClr val="tx1"/>
                              </a:solidFill>
                            </a:rPr>
                            <a:t>)</a:t>
                          </a:r>
                          <a:endParaRPr lang="ru-RU" sz="1800" b="0" dirty="0">
                            <a:solidFill>
                              <a:schemeClr val="tx1"/>
                            </a:solidFill>
                          </a:endParaRPr>
                        </a:p>
                      </a:txBody>
                      <a:tcPr/>
                    </a:tc>
                    <a:tc>
                      <a:txBody>
                        <a:bodyPr/>
                        <a:lstStyle/>
                        <a:p>
                          <a:pPr algn="ctr"/>
                          <a:r>
                            <a:rPr lang="en-US" sz="1800" b="0" dirty="0">
                              <a:solidFill>
                                <a:schemeClr val="tx1"/>
                              </a:solidFill>
                            </a:rPr>
                            <a:t>1</a:t>
                          </a:r>
                          <a:r>
                            <a:rPr lang="ru-RU" sz="1800" b="0" dirty="0">
                              <a:solidFill>
                                <a:schemeClr val="tx1"/>
                              </a:solidFill>
                            </a:rPr>
                            <a:t> (если </a:t>
                          </a:r>
                          <a:r>
                            <a:rPr lang="ru-RU" sz="1800" b="0" dirty="0" err="1">
                              <a:solidFill>
                                <a:schemeClr val="tx1"/>
                              </a:solidFill>
                            </a:rPr>
                            <a:t>гр</a:t>
                          </a:r>
                          <a:r>
                            <a:rPr lang="ru-RU" sz="1800" b="0" dirty="0">
                              <a:solidFill>
                                <a:schemeClr val="tx1"/>
                              </a:solidFill>
                            </a:rPr>
                            <a:t> или </a:t>
                          </a:r>
                          <a:r>
                            <a:rPr lang="ru-RU" sz="1800" b="0" dirty="0" err="1">
                              <a:solidFill>
                                <a:schemeClr val="tx1"/>
                              </a:solidFill>
                            </a:rPr>
                            <a:t>рг</a:t>
                          </a:r>
                          <a:r>
                            <a:rPr lang="ru-RU" sz="1800" b="0" dirty="0">
                              <a:solidFill>
                                <a:schemeClr val="tx1"/>
                              </a:solidFill>
                            </a:rPr>
                            <a:t>)</a:t>
                          </a:r>
                        </a:p>
                      </a:txBody>
                      <a:tcPr/>
                    </a:tc>
                    <a:tc>
                      <a:txBody>
                        <a:bodyPr/>
                        <a:lstStyle/>
                        <a:p>
                          <a:pPr algn="ctr"/>
                          <a:r>
                            <a:rPr lang="en-US" sz="1800" b="0" dirty="0">
                              <a:solidFill>
                                <a:schemeClr val="tx1"/>
                              </a:solidFill>
                            </a:rPr>
                            <a:t>2</a:t>
                          </a:r>
                          <a:r>
                            <a:rPr lang="ru-RU" sz="1800" b="0" dirty="0">
                              <a:solidFill>
                                <a:schemeClr val="tx1"/>
                              </a:solidFill>
                            </a:rPr>
                            <a:t> (если </a:t>
                          </a:r>
                          <a:r>
                            <a:rPr lang="ru-RU" sz="1800" b="0" dirty="0" err="1">
                              <a:solidFill>
                                <a:schemeClr val="tx1"/>
                              </a:solidFill>
                            </a:rPr>
                            <a:t>гг</a:t>
                          </a:r>
                          <a:r>
                            <a:rPr lang="ru-RU" sz="1800" b="0" dirty="0">
                              <a:solidFill>
                                <a:schemeClr val="tx1"/>
                              </a:solidFill>
                            </a:rPr>
                            <a:t>)</a:t>
                          </a:r>
                        </a:p>
                      </a:txBody>
                      <a:tcPr/>
                    </a:tc>
                    <a:extLst>
                      <a:ext uri="{0D108BD9-81ED-4DB2-BD59-A6C34878D82A}">
                        <a16:rowId xmlns:a16="http://schemas.microsoft.com/office/drawing/2014/main" val="396775370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𝑝</m:t>
                                    </m:r>
                                  </m:e>
                                  <m:sub>
                                    <m:r>
                                      <a:rPr lang="ru-RU" sz="1800" b="0" i="1" smtClean="0">
                                        <a:solidFill>
                                          <a:schemeClr val="tx1"/>
                                        </a:solidFill>
                                        <a:latin typeface="Cambria Math" panose="02040503050406030204" pitchFamily="18" charset="0"/>
                                      </a:rPr>
                                      <m:t> </m:t>
                                    </m:r>
                                  </m:sub>
                                </m:sSub>
                                <m:r>
                                  <a:rPr lang="ru-RU"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𝜉</m:t>
                                </m:r>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𝑖</m:t>
                                </m:r>
                                <m:r>
                                  <a:rPr lang="ru-RU" sz="1800" b="0" i="1" smtClean="0">
                                    <a:solidFill>
                                      <a:schemeClr val="tx1"/>
                                    </a:solidFill>
                                    <a:latin typeface="Cambria Math" panose="02040503050406030204" pitchFamily="18" charset="0"/>
                                  </a:rPr>
                                  <m:t>)</m:t>
                                </m:r>
                              </m:oMath>
                            </m:oMathPara>
                          </a14:m>
                          <a:endParaRPr lang="ru-RU" sz="1800" b="0" dirty="0">
                            <a:solidFill>
                              <a:schemeClr val="tx1"/>
                            </a:solidFill>
                          </a:endParaRPr>
                        </a:p>
                      </a:txBody>
                      <a:tcPr/>
                    </a:tc>
                    <a:tc>
                      <a:txBody>
                        <a:bodyPr/>
                        <a:lstStyle/>
                        <a:p>
                          <a:pPr algn="ctr"/>
                          <a:r>
                            <a:rPr lang="ru-RU" sz="1800" b="0" dirty="0">
                              <a:solidFill>
                                <a:schemeClr val="tx1"/>
                              </a:solidFill>
                            </a:rPr>
                            <a:t>0.25</a:t>
                          </a:r>
                        </a:p>
                      </a:txBody>
                      <a:tcPr/>
                    </a:tc>
                    <a:tc>
                      <a:txBody>
                        <a:bodyPr/>
                        <a:lstStyle/>
                        <a:p>
                          <a:pPr algn="ctr"/>
                          <a:r>
                            <a:rPr lang="ru-RU" sz="1800" b="0" dirty="0">
                              <a:solidFill>
                                <a:schemeClr val="tx1"/>
                              </a:solidFill>
                            </a:rPr>
                            <a:t>0.5</a:t>
                          </a:r>
                        </a:p>
                      </a:txBody>
                      <a:tcPr/>
                    </a:tc>
                    <a:tc>
                      <a:txBody>
                        <a:bodyPr/>
                        <a:lstStyle/>
                        <a:p>
                          <a:pPr algn="ctr"/>
                          <a:r>
                            <a:rPr lang="ru-RU" sz="1800" b="0" dirty="0">
                              <a:solidFill>
                                <a:schemeClr val="tx1"/>
                              </a:solidFill>
                            </a:rPr>
                            <a:t>0.25</a:t>
                          </a:r>
                        </a:p>
                      </a:txBody>
                      <a:tcPr/>
                    </a:tc>
                    <a:extLst>
                      <a:ext uri="{0D108BD9-81ED-4DB2-BD59-A6C34878D82A}">
                        <a16:rowId xmlns:a16="http://schemas.microsoft.com/office/drawing/2014/main" val="3359068169"/>
                      </a:ext>
                    </a:extLst>
                  </a:tr>
                </a:tbl>
              </a:graphicData>
            </a:graphic>
          </p:graphicFrame>
        </mc:Choice>
        <mc:Fallback xmlns="">
          <p:graphicFrame>
            <p:nvGraphicFramePr>
              <p:cNvPr id="6" name="Таблица 5">
                <a:extLst>
                  <a:ext uri="{FF2B5EF4-FFF2-40B4-BE49-F238E27FC236}">
                    <a16:creationId xmlns:a16="http://schemas.microsoft.com/office/drawing/2014/main" id="{EF04DD69-6D96-29E4-408B-4493091AA42D}"/>
                  </a:ext>
                </a:extLst>
              </p:cNvPr>
              <p:cNvGraphicFramePr>
                <a:graphicFrameLocks noGrp="1"/>
              </p:cNvGraphicFramePr>
              <p:nvPr>
                <p:extLst>
                  <p:ext uri="{D42A27DB-BD31-4B8C-83A1-F6EECF244321}">
                    <p14:modId xmlns:p14="http://schemas.microsoft.com/office/powerpoint/2010/main" val="1396713764"/>
                  </p:ext>
                </p:extLst>
              </p:nvPr>
            </p:nvGraphicFramePr>
            <p:xfrm>
              <a:off x="965199" y="4446505"/>
              <a:ext cx="7213600" cy="741680"/>
            </p:xfrm>
            <a:graphic>
              <a:graphicData uri="http://schemas.openxmlformats.org/drawingml/2006/table">
                <a:tbl>
                  <a:tblPr firstRow="1" bandRow="1">
                    <a:tableStyleId>{5C22544A-7EE6-4342-B048-85BDC9FD1C3A}</a:tableStyleId>
                  </a:tblPr>
                  <a:tblGrid>
                    <a:gridCol w="1803400">
                      <a:extLst>
                        <a:ext uri="{9D8B030D-6E8A-4147-A177-3AD203B41FA5}">
                          <a16:colId xmlns:a16="http://schemas.microsoft.com/office/drawing/2014/main" val="1875272433"/>
                        </a:ext>
                      </a:extLst>
                    </a:gridCol>
                    <a:gridCol w="1569720">
                      <a:extLst>
                        <a:ext uri="{9D8B030D-6E8A-4147-A177-3AD203B41FA5}">
                          <a16:colId xmlns:a16="http://schemas.microsoft.com/office/drawing/2014/main" val="291913351"/>
                        </a:ext>
                      </a:extLst>
                    </a:gridCol>
                    <a:gridCol w="2037080">
                      <a:extLst>
                        <a:ext uri="{9D8B030D-6E8A-4147-A177-3AD203B41FA5}">
                          <a16:colId xmlns:a16="http://schemas.microsoft.com/office/drawing/2014/main" val="1891886500"/>
                        </a:ext>
                      </a:extLst>
                    </a:gridCol>
                    <a:gridCol w="1803400">
                      <a:extLst>
                        <a:ext uri="{9D8B030D-6E8A-4147-A177-3AD203B41FA5}">
                          <a16:colId xmlns:a16="http://schemas.microsoft.com/office/drawing/2014/main" val="3076331128"/>
                        </a:ext>
                      </a:extLst>
                    </a:gridCol>
                  </a:tblGrid>
                  <a:tr h="370840">
                    <a:tc>
                      <a:txBody>
                        <a:bodyPr/>
                        <a:lstStyle/>
                        <a:p>
                          <a:endParaRPr lang="ru-RU"/>
                        </a:p>
                      </a:txBody>
                      <a:tcPr>
                        <a:blipFill>
                          <a:blip r:embed="rId5"/>
                          <a:stretch>
                            <a:fillRect l="-338" t="-8065" r="-301351" b="-120968"/>
                          </a:stretch>
                        </a:blipFill>
                      </a:tcPr>
                    </a:tc>
                    <a:tc>
                      <a:txBody>
                        <a:bodyPr/>
                        <a:lstStyle/>
                        <a:p>
                          <a:pPr algn="ctr"/>
                          <a:r>
                            <a:rPr lang="en-US" sz="1800" b="0" dirty="0">
                              <a:solidFill>
                                <a:schemeClr val="tx1"/>
                              </a:solidFill>
                            </a:rPr>
                            <a:t>0 (</a:t>
                          </a:r>
                          <a:r>
                            <a:rPr lang="ru-RU" sz="1800" b="0" dirty="0">
                              <a:solidFill>
                                <a:schemeClr val="tx1"/>
                              </a:solidFill>
                            </a:rPr>
                            <a:t>если </a:t>
                          </a:r>
                          <a:r>
                            <a:rPr lang="ru-RU" sz="1800" b="0" dirty="0" err="1">
                              <a:solidFill>
                                <a:schemeClr val="tx1"/>
                              </a:solidFill>
                            </a:rPr>
                            <a:t>рр</a:t>
                          </a:r>
                          <a:r>
                            <a:rPr lang="en-US" sz="1800" b="0" dirty="0">
                              <a:solidFill>
                                <a:schemeClr val="tx1"/>
                              </a:solidFill>
                            </a:rPr>
                            <a:t>)</a:t>
                          </a:r>
                          <a:endParaRPr lang="ru-RU" sz="1800" b="0" dirty="0">
                            <a:solidFill>
                              <a:schemeClr val="tx1"/>
                            </a:solidFill>
                          </a:endParaRPr>
                        </a:p>
                      </a:txBody>
                      <a:tcPr/>
                    </a:tc>
                    <a:tc>
                      <a:txBody>
                        <a:bodyPr/>
                        <a:lstStyle/>
                        <a:p>
                          <a:pPr algn="ctr"/>
                          <a:r>
                            <a:rPr lang="en-US" sz="1800" b="0" dirty="0">
                              <a:solidFill>
                                <a:schemeClr val="tx1"/>
                              </a:solidFill>
                            </a:rPr>
                            <a:t>1</a:t>
                          </a:r>
                          <a:r>
                            <a:rPr lang="ru-RU" sz="1800" b="0" dirty="0">
                              <a:solidFill>
                                <a:schemeClr val="tx1"/>
                              </a:solidFill>
                            </a:rPr>
                            <a:t> (если </a:t>
                          </a:r>
                          <a:r>
                            <a:rPr lang="ru-RU" sz="1800" b="0" dirty="0" err="1">
                              <a:solidFill>
                                <a:schemeClr val="tx1"/>
                              </a:solidFill>
                            </a:rPr>
                            <a:t>гр</a:t>
                          </a:r>
                          <a:r>
                            <a:rPr lang="ru-RU" sz="1800" b="0" dirty="0">
                              <a:solidFill>
                                <a:schemeClr val="tx1"/>
                              </a:solidFill>
                            </a:rPr>
                            <a:t> или </a:t>
                          </a:r>
                          <a:r>
                            <a:rPr lang="ru-RU" sz="1800" b="0" dirty="0" err="1">
                              <a:solidFill>
                                <a:schemeClr val="tx1"/>
                              </a:solidFill>
                            </a:rPr>
                            <a:t>рг</a:t>
                          </a:r>
                          <a:r>
                            <a:rPr lang="ru-RU" sz="1800" b="0" dirty="0">
                              <a:solidFill>
                                <a:schemeClr val="tx1"/>
                              </a:solidFill>
                            </a:rPr>
                            <a:t>)</a:t>
                          </a:r>
                        </a:p>
                      </a:txBody>
                      <a:tcPr/>
                    </a:tc>
                    <a:tc>
                      <a:txBody>
                        <a:bodyPr/>
                        <a:lstStyle/>
                        <a:p>
                          <a:pPr algn="ctr"/>
                          <a:r>
                            <a:rPr lang="en-US" sz="1800" b="0" dirty="0">
                              <a:solidFill>
                                <a:schemeClr val="tx1"/>
                              </a:solidFill>
                            </a:rPr>
                            <a:t>2</a:t>
                          </a:r>
                          <a:r>
                            <a:rPr lang="ru-RU" sz="1800" b="0" dirty="0">
                              <a:solidFill>
                                <a:schemeClr val="tx1"/>
                              </a:solidFill>
                            </a:rPr>
                            <a:t> (если </a:t>
                          </a:r>
                          <a:r>
                            <a:rPr lang="ru-RU" sz="1800" b="0" dirty="0" err="1">
                              <a:solidFill>
                                <a:schemeClr val="tx1"/>
                              </a:solidFill>
                            </a:rPr>
                            <a:t>гг</a:t>
                          </a:r>
                          <a:r>
                            <a:rPr lang="ru-RU" sz="1800" b="0" dirty="0">
                              <a:solidFill>
                                <a:schemeClr val="tx1"/>
                              </a:solidFill>
                            </a:rPr>
                            <a:t>)</a:t>
                          </a:r>
                        </a:p>
                      </a:txBody>
                      <a:tcPr/>
                    </a:tc>
                    <a:extLst>
                      <a:ext uri="{0D108BD9-81ED-4DB2-BD59-A6C34878D82A}">
                        <a16:rowId xmlns:a16="http://schemas.microsoft.com/office/drawing/2014/main" val="3967753705"/>
                      </a:ext>
                    </a:extLst>
                  </a:tr>
                  <a:tr h="370840">
                    <a:tc>
                      <a:txBody>
                        <a:bodyPr/>
                        <a:lstStyle/>
                        <a:p>
                          <a:endParaRPr lang="ru-RU"/>
                        </a:p>
                      </a:txBody>
                      <a:tcPr>
                        <a:blipFill>
                          <a:blip r:embed="rId5"/>
                          <a:stretch>
                            <a:fillRect l="-338" t="-109836" r="-301351" b="-22951"/>
                          </a:stretch>
                        </a:blipFill>
                      </a:tcPr>
                    </a:tc>
                    <a:tc>
                      <a:txBody>
                        <a:bodyPr/>
                        <a:lstStyle/>
                        <a:p>
                          <a:pPr algn="ctr"/>
                          <a:r>
                            <a:rPr lang="ru-RU" sz="1800" b="0" dirty="0">
                              <a:solidFill>
                                <a:schemeClr val="tx1"/>
                              </a:solidFill>
                            </a:rPr>
                            <a:t>0.25</a:t>
                          </a:r>
                        </a:p>
                      </a:txBody>
                      <a:tcPr/>
                    </a:tc>
                    <a:tc>
                      <a:txBody>
                        <a:bodyPr/>
                        <a:lstStyle/>
                        <a:p>
                          <a:pPr algn="ctr"/>
                          <a:r>
                            <a:rPr lang="ru-RU" sz="1800" b="0" dirty="0">
                              <a:solidFill>
                                <a:schemeClr val="tx1"/>
                              </a:solidFill>
                            </a:rPr>
                            <a:t>0.5</a:t>
                          </a:r>
                        </a:p>
                      </a:txBody>
                      <a:tcPr/>
                    </a:tc>
                    <a:tc>
                      <a:txBody>
                        <a:bodyPr/>
                        <a:lstStyle/>
                        <a:p>
                          <a:pPr algn="ctr"/>
                          <a:r>
                            <a:rPr lang="ru-RU" sz="1800" b="0" dirty="0">
                              <a:solidFill>
                                <a:schemeClr val="tx1"/>
                              </a:solidFill>
                            </a:rPr>
                            <a:t>0.25</a:t>
                          </a:r>
                        </a:p>
                      </a:txBody>
                      <a:tcPr/>
                    </a:tc>
                    <a:extLst>
                      <a:ext uri="{0D108BD9-81ED-4DB2-BD59-A6C34878D82A}">
                        <a16:rowId xmlns:a16="http://schemas.microsoft.com/office/drawing/2014/main" val="3359068169"/>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AD61667-EEE3-99E8-F34C-39284EA76A53}"/>
                  </a:ext>
                </a:extLst>
              </p:cNvPr>
              <p:cNvSpPr txBox="1"/>
              <p:nvPr/>
            </p:nvSpPr>
            <p:spPr>
              <a:xfrm>
                <a:off x="0" y="5330336"/>
                <a:ext cx="9144000" cy="1477328"/>
              </a:xfrm>
              <a:prstGeom prst="rect">
                <a:avLst/>
              </a:prstGeom>
              <a:noFill/>
            </p:spPr>
            <p:txBody>
              <a:bodyPr wrap="square" rtlCol="0">
                <a:spAutoFit/>
              </a:bodyPr>
              <a:lstStyle/>
              <a:p>
                <a:pPr algn="ctr"/>
                <a:r>
                  <a:rPr lang="ru-RU" dirty="0"/>
                  <a:t>События равновероятны </a:t>
                </a:r>
                <a14:m>
                  <m:oMath xmlns:m="http://schemas.openxmlformats.org/officeDocument/2006/math">
                    <m:r>
                      <a:rPr lang="en-US" i="1" dirty="0" smtClean="0">
                        <a:latin typeface="Cambria Math" panose="02040503050406030204" pitchFamily="18" charset="0"/>
                      </a:rPr>
                      <m:t>𝑝</m:t>
                    </m:r>
                    <m:r>
                      <a:rPr lang="en-US" i="1" dirty="0" smtClean="0">
                        <a:latin typeface="Cambria Math" panose="02040503050406030204" pitchFamily="18" charset="0"/>
                      </a:rPr>
                      <m:t>=0.5</m:t>
                    </m:r>
                  </m:oMath>
                </a14:m>
                <a:r>
                  <a:rPr lang="ru-RU" dirty="0"/>
                  <a:t>, поскольку испытания проводятся независимо – вероятность каждого одинакового исхода перемножаются, а разных - суммируются.</a:t>
                </a:r>
              </a:p>
              <a:p>
                <a:pPr algn="ctr"/>
                <a:endParaRPr lang="ru-RU" dirty="0"/>
              </a:p>
              <a:p>
                <a:pPr algn="ctr"/>
                <a:r>
                  <a:rPr lang="ru-RU" dirty="0"/>
                  <a:t>Таким образом, мы получаем закон распределения </a:t>
                </a:r>
                <a:r>
                  <a:rPr lang="ru-RU" b="1" dirty="0">
                    <a:solidFill>
                      <a:srgbClr val="3333FF"/>
                    </a:solidFill>
                  </a:rPr>
                  <a:t>дискретной случайной величины </a:t>
                </a:r>
                <a:r>
                  <a:rPr lang="ru-RU" dirty="0"/>
                  <a:t>ξ, который описывает вероятности всех возможных значений ξ.</a:t>
                </a:r>
                <a:endParaRPr lang="ru-RU" b="1" dirty="0">
                  <a:solidFill>
                    <a:srgbClr val="3333FF"/>
                  </a:solidFill>
                </a:endParaRPr>
              </a:p>
            </p:txBody>
          </p:sp>
        </mc:Choice>
        <mc:Fallback xmlns="">
          <p:sp>
            <p:nvSpPr>
              <p:cNvPr id="7" name="TextBox 6">
                <a:extLst>
                  <a:ext uri="{FF2B5EF4-FFF2-40B4-BE49-F238E27FC236}">
                    <a16:creationId xmlns:a16="http://schemas.microsoft.com/office/drawing/2014/main" id="{4AD61667-EEE3-99E8-F34C-39284EA76A53}"/>
                  </a:ext>
                </a:extLst>
              </p:cNvPr>
              <p:cNvSpPr txBox="1">
                <a:spLocks noRot="1" noChangeAspect="1" noMove="1" noResize="1" noEditPoints="1" noAdjustHandles="1" noChangeArrowheads="1" noChangeShapeType="1" noTextEdit="1"/>
              </p:cNvSpPr>
              <p:nvPr/>
            </p:nvSpPr>
            <p:spPr>
              <a:xfrm>
                <a:off x="0" y="5330336"/>
                <a:ext cx="9144000" cy="1477328"/>
              </a:xfrm>
              <a:prstGeom prst="rect">
                <a:avLst/>
              </a:prstGeom>
              <a:blipFill>
                <a:blip r:embed="rId6"/>
                <a:stretch>
                  <a:fillRect t="-2058" b="-5350"/>
                </a:stretch>
              </a:blipFill>
            </p:spPr>
            <p:txBody>
              <a:bodyPr/>
              <a:lstStyle/>
              <a:p>
                <a:r>
                  <a:rPr lang="ru-RU">
                    <a:noFill/>
                  </a:rPr>
                  <a:t> </a:t>
                </a:r>
              </a:p>
            </p:txBody>
          </p:sp>
        </mc:Fallback>
      </mc:AlternateContent>
      <mc:AlternateContent xmlns:mc="http://schemas.openxmlformats.org/markup-compatibility/2006" xmlns:p14="http://schemas.microsoft.com/office/powerpoint/2010/main">
        <mc:Choice Requires="p14">
          <p:contentPart p14:bwMode="auto" r:id="rId7">
            <p14:nvContentPartPr>
              <p14:cNvPr id="4" name="Рукописный ввод 3">
                <a:extLst>
                  <a:ext uri="{FF2B5EF4-FFF2-40B4-BE49-F238E27FC236}">
                    <a16:creationId xmlns:a16="http://schemas.microsoft.com/office/drawing/2014/main" id="{AC45AD98-0321-2456-AB61-1CBC1320CFB6}"/>
                  </a:ext>
                </a:extLst>
              </p14:cNvPr>
              <p14:cNvContentPartPr/>
              <p14:nvPr/>
            </p14:nvContentPartPr>
            <p14:xfrm>
              <a:off x="-2041454" y="1491643"/>
              <a:ext cx="146160" cy="673560"/>
            </p14:xfrm>
          </p:contentPart>
        </mc:Choice>
        <mc:Fallback xmlns="">
          <p:pic>
            <p:nvPicPr>
              <p:cNvPr id="4" name="Рукописный ввод 3">
                <a:extLst>
                  <a:ext uri="{FF2B5EF4-FFF2-40B4-BE49-F238E27FC236}">
                    <a16:creationId xmlns:a16="http://schemas.microsoft.com/office/drawing/2014/main" id="{AC45AD98-0321-2456-AB61-1CBC1320CFB6}"/>
                  </a:ext>
                </a:extLst>
              </p:cNvPr>
              <p:cNvPicPr/>
              <p:nvPr/>
            </p:nvPicPr>
            <p:blipFill>
              <a:blip r:embed="rId8"/>
              <a:stretch>
                <a:fillRect/>
              </a:stretch>
            </p:blipFill>
            <p:spPr>
              <a:xfrm>
                <a:off x="-2047574" y="1485523"/>
                <a:ext cx="158400" cy="685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Рукописный ввод 7">
                <a:extLst>
                  <a:ext uri="{FF2B5EF4-FFF2-40B4-BE49-F238E27FC236}">
                    <a16:creationId xmlns:a16="http://schemas.microsoft.com/office/drawing/2014/main" id="{EA914FB7-16AB-ACE7-BEF9-553BBD7B0A7C}"/>
                  </a:ext>
                </a:extLst>
              </p14:cNvPr>
              <p14:cNvContentPartPr/>
              <p14:nvPr/>
            </p14:nvContentPartPr>
            <p14:xfrm>
              <a:off x="-1811054" y="1613323"/>
              <a:ext cx="348840" cy="242640"/>
            </p14:xfrm>
          </p:contentPart>
        </mc:Choice>
        <mc:Fallback xmlns="">
          <p:pic>
            <p:nvPicPr>
              <p:cNvPr id="8" name="Рукописный ввод 7">
                <a:extLst>
                  <a:ext uri="{FF2B5EF4-FFF2-40B4-BE49-F238E27FC236}">
                    <a16:creationId xmlns:a16="http://schemas.microsoft.com/office/drawing/2014/main" id="{EA914FB7-16AB-ACE7-BEF9-553BBD7B0A7C}"/>
                  </a:ext>
                </a:extLst>
              </p:cNvPr>
              <p:cNvPicPr/>
              <p:nvPr/>
            </p:nvPicPr>
            <p:blipFill>
              <a:blip r:embed="rId10"/>
              <a:stretch>
                <a:fillRect/>
              </a:stretch>
            </p:blipFill>
            <p:spPr>
              <a:xfrm>
                <a:off x="-1817174" y="1607203"/>
                <a:ext cx="36108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Рукописный ввод 8">
                <a:extLst>
                  <a:ext uri="{FF2B5EF4-FFF2-40B4-BE49-F238E27FC236}">
                    <a16:creationId xmlns:a16="http://schemas.microsoft.com/office/drawing/2014/main" id="{C2DBD9F6-971D-E689-6230-C9504C38F7B9}"/>
                  </a:ext>
                </a:extLst>
              </p14:cNvPr>
              <p14:cNvContentPartPr/>
              <p14:nvPr/>
            </p14:nvContentPartPr>
            <p14:xfrm>
              <a:off x="-1343054" y="1606123"/>
              <a:ext cx="21240" cy="60480"/>
            </p14:xfrm>
          </p:contentPart>
        </mc:Choice>
        <mc:Fallback xmlns="">
          <p:pic>
            <p:nvPicPr>
              <p:cNvPr id="9" name="Рукописный ввод 8">
                <a:extLst>
                  <a:ext uri="{FF2B5EF4-FFF2-40B4-BE49-F238E27FC236}">
                    <a16:creationId xmlns:a16="http://schemas.microsoft.com/office/drawing/2014/main" id="{C2DBD9F6-971D-E689-6230-C9504C38F7B9}"/>
                  </a:ext>
                </a:extLst>
              </p:cNvPr>
              <p:cNvPicPr/>
              <p:nvPr/>
            </p:nvPicPr>
            <p:blipFill>
              <a:blip r:embed="rId12"/>
              <a:stretch>
                <a:fillRect/>
              </a:stretch>
            </p:blipFill>
            <p:spPr>
              <a:xfrm>
                <a:off x="-1349174" y="1600003"/>
                <a:ext cx="3348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Рукописный ввод 9">
                <a:extLst>
                  <a:ext uri="{FF2B5EF4-FFF2-40B4-BE49-F238E27FC236}">
                    <a16:creationId xmlns:a16="http://schemas.microsoft.com/office/drawing/2014/main" id="{326410E7-B4BC-5B4A-111B-9255320295DE}"/>
                  </a:ext>
                </a:extLst>
              </p14:cNvPr>
              <p14:cNvContentPartPr/>
              <p14:nvPr/>
            </p14:nvContentPartPr>
            <p14:xfrm>
              <a:off x="-1321814" y="1782163"/>
              <a:ext cx="40680" cy="59400"/>
            </p14:xfrm>
          </p:contentPart>
        </mc:Choice>
        <mc:Fallback xmlns="">
          <p:pic>
            <p:nvPicPr>
              <p:cNvPr id="10" name="Рукописный ввод 9">
                <a:extLst>
                  <a:ext uri="{FF2B5EF4-FFF2-40B4-BE49-F238E27FC236}">
                    <a16:creationId xmlns:a16="http://schemas.microsoft.com/office/drawing/2014/main" id="{326410E7-B4BC-5B4A-111B-9255320295DE}"/>
                  </a:ext>
                </a:extLst>
              </p:cNvPr>
              <p:cNvPicPr/>
              <p:nvPr/>
            </p:nvPicPr>
            <p:blipFill>
              <a:blip r:embed="rId14"/>
              <a:stretch>
                <a:fillRect/>
              </a:stretch>
            </p:blipFill>
            <p:spPr>
              <a:xfrm>
                <a:off x="-1327934" y="1776043"/>
                <a:ext cx="5292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Рукописный ввод 10">
                <a:extLst>
                  <a:ext uri="{FF2B5EF4-FFF2-40B4-BE49-F238E27FC236}">
                    <a16:creationId xmlns:a16="http://schemas.microsoft.com/office/drawing/2014/main" id="{949CFE79-8184-C401-B736-5B18E7598DA0}"/>
                  </a:ext>
                </a:extLst>
              </p14:cNvPr>
              <p14:cNvContentPartPr/>
              <p14:nvPr/>
            </p14:nvContentPartPr>
            <p14:xfrm>
              <a:off x="-1102934" y="1510723"/>
              <a:ext cx="262080" cy="374400"/>
            </p14:xfrm>
          </p:contentPart>
        </mc:Choice>
        <mc:Fallback xmlns="">
          <p:pic>
            <p:nvPicPr>
              <p:cNvPr id="11" name="Рукописный ввод 10">
                <a:extLst>
                  <a:ext uri="{FF2B5EF4-FFF2-40B4-BE49-F238E27FC236}">
                    <a16:creationId xmlns:a16="http://schemas.microsoft.com/office/drawing/2014/main" id="{949CFE79-8184-C401-B736-5B18E7598DA0}"/>
                  </a:ext>
                </a:extLst>
              </p:cNvPr>
              <p:cNvPicPr/>
              <p:nvPr/>
            </p:nvPicPr>
            <p:blipFill>
              <a:blip r:embed="rId16"/>
              <a:stretch>
                <a:fillRect/>
              </a:stretch>
            </p:blipFill>
            <p:spPr>
              <a:xfrm>
                <a:off x="-1109054" y="1504603"/>
                <a:ext cx="274320"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Рукописный ввод 11">
                <a:extLst>
                  <a:ext uri="{FF2B5EF4-FFF2-40B4-BE49-F238E27FC236}">
                    <a16:creationId xmlns:a16="http://schemas.microsoft.com/office/drawing/2014/main" id="{CEC2E2E9-2ACD-7151-BEFF-F3725DBFBE39}"/>
                  </a:ext>
                </a:extLst>
              </p14:cNvPr>
              <p14:cNvContentPartPr/>
              <p14:nvPr/>
            </p14:nvContentPartPr>
            <p14:xfrm>
              <a:off x="-854894" y="1472923"/>
              <a:ext cx="82080" cy="259920"/>
            </p14:xfrm>
          </p:contentPart>
        </mc:Choice>
        <mc:Fallback xmlns="">
          <p:pic>
            <p:nvPicPr>
              <p:cNvPr id="12" name="Рукописный ввод 11">
                <a:extLst>
                  <a:ext uri="{FF2B5EF4-FFF2-40B4-BE49-F238E27FC236}">
                    <a16:creationId xmlns:a16="http://schemas.microsoft.com/office/drawing/2014/main" id="{CEC2E2E9-2ACD-7151-BEFF-F3725DBFBE39}"/>
                  </a:ext>
                </a:extLst>
              </p:cNvPr>
              <p:cNvPicPr/>
              <p:nvPr/>
            </p:nvPicPr>
            <p:blipFill>
              <a:blip r:embed="rId18"/>
              <a:stretch>
                <a:fillRect/>
              </a:stretch>
            </p:blipFill>
            <p:spPr>
              <a:xfrm>
                <a:off x="-861014" y="1466803"/>
                <a:ext cx="9432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Рукописный ввод 12">
                <a:extLst>
                  <a:ext uri="{FF2B5EF4-FFF2-40B4-BE49-F238E27FC236}">
                    <a16:creationId xmlns:a16="http://schemas.microsoft.com/office/drawing/2014/main" id="{3E0E58D8-8ED4-2DF8-E38E-33A8D5668FAA}"/>
                  </a:ext>
                </a:extLst>
              </p14:cNvPr>
              <p14:cNvContentPartPr/>
              <p14:nvPr/>
            </p14:nvContentPartPr>
            <p14:xfrm>
              <a:off x="-729974" y="1482643"/>
              <a:ext cx="250560" cy="162360"/>
            </p14:xfrm>
          </p:contentPart>
        </mc:Choice>
        <mc:Fallback xmlns="">
          <p:pic>
            <p:nvPicPr>
              <p:cNvPr id="13" name="Рукописный ввод 12">
                <a:extLst>
                  <a:ext uri="{FF2B5EF4-FFF2-40B4-BE49-F238E27FC236}">
                    <a16:creationId xmlns:a16="http://schemas.microsoft.com/office/drawing/2014/main" id="{3E0E58D8-8ED4-2DF8-E38E-33A8D5668FAA}"/>
                  </a:ext>
                </a:extLst>
              </p:cNvPr>
              <p:cNvPicPr/>
              <p:nvPr/>
            </p:nvPicPr>
            <p:blipFill>
              <a:blip r:embed="rId20"/>
              <a:stretch>
                <a:fillRect/>
              </a:stretch>
            </p:blipFill>
            <p:spPr>
              <a:xfrm>
                <a:off x="-736094" y="1476523"/>
                <a:ext cx="2628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Рукописный ввод 13">
                <a:extLst>
                  <a:ext uri="{FF2B5EF4-FFF2-40B4-BE49-F238E27FC236}">
                    <a16:creationId xmlns:a16="http://schemas.microsoft.com/office/drawing/2014/main" id="{41D5A8B4-C99A-6E34-8149-55C4D4E20304}"/>
                  </a:ext>
                </a:extLst>
              </p14:cNvPr>
              <p14:cNvContentPartPr/>
              <p14:nvPr/>
            </p14:nvContentPartPr>
            <p14:xfrm>
              <a:off x="-466814" y="1307683"/>
              <a:ext cx="157320" cy="445320"/>
            </p14:xfrm>
          </p:contentPart>
        </mc:Choice>
        <mc:Fallback xmlns="">
          <p:pic>
            <p:nvPicPr>
              <p:cNvPr id="14" name="Рукописный ввод 13">
                <a:extLst>
                  <a:ext uri="{FF2B5EF4-FFF2-40B4-BE49-F238E27FC236}">
                    <a16:creationId xmlns:a16="http://schemas.microsoft.com/office/drawing/2014/main" id="{41D5A8B4-C99A-6E34-8149-55C4D4E20304}"/>
                  </a:ext>
                </a:extLst>
              </p:cNvPr>
              <p:cNvPicPr/>
              <p:nvPr/>
            </p:nvPicPr>
            <p:blipFill>
              <a:blip r:embed="rId22"/>
              <a:stretch>
                <a:fillRect/>
              </a:stretch>
            </p:blipFill>
            <p:spPr>
              <a:xfrm>
                <a:off x="-472934" y="1301563"/>
                <a:ext cx="169560" cy="457560"/>
              </a:xfrm>
              <a:prstGeom prst="rect">
                <a:avLst/>
              </a:prstGeom>
            </p:spPr>
          </p:pic>
        </mc:Fallback>
      </mc:AlternateContent>
      <p:grpSp>
        <p:nvGrpSpPr>
          <p:cNvPr id="20" name="Группа 19">
            <a:extLst>
              <a:ext uri="{FF2B5EF4-FFF2-40B4-BE49-F238E27FC236}">
                <a16:creationId xmlns:a16="http://schemas.microsoft.com/office/drawing/2014/main" id="{AD8A617A-4CB4-AD3E-4A1C-7AA74C46FA53}"/>
              </a:ext>
            </a:extLst>
          </p:cNvPr>
          <p:cNvGrpSpPr/>
          <p:nvPr/>
        </p:nvGrpSpPr>
        <p:grpSpPr>
          <a:xfrm>
            <a:off x="-214454" y="1207963"/>
            <a:ext cx="501120" cy="456840"/>
            <a:chOff x="-214454" y="1207963"/>
            <a:chExt cx="501120" cy="456840"/>
          </a:xfrm>
        </p:grpSpPr>
        <mc:AlternateContent xmlns:mc="http://schemas.openxmlformats.org/markup-compatibility/2006" xmlns:p14="http://schemas.microsoft.com/office/powerpoint/2010/main">
          <mc:Choice Requires="p14">
            <p:contentPart p14:bwMode="auto" r:id="rId23">
              <p14:nvContentPartPr>
                <p14:cNvPr id="15" name="Рукописный ввод 14">
                  <a:extLst>
                    <a:ext uri="{FF2B5EF4-FFF2-40B4-BE49-F238E27FC236}">
                      <a16:creationId xmlns:a16="http://schemas.microsoft.com/office/drawing/2014/main" id="{AF5AAFEC-F5A5-8BE1-42DC-30E461ECBE69}"/>
                    </a:ext>
                  </a:extLst>
                </p14:cNvPr>
                <p14:cNvContentPartPr/>
                <p14:nvPr/>
              </p14:nvContentPartPr>
              <p14:xfrm>
                <a:off x="-214454" y="1359523"/>
                <a:ext cx="172440" cy="230400"/>
              </p14:xfrm>
            </p:contentPart>
          </mc:Choice>
          <mc:Fallback xmlns="">
            <p:pic>
              <p:nvPicPr>
                <p:cNvPr id="15" name="Рукописный ввод 14">
                  <a:extLst>
                    <a:ext uri="{FF2B5EF4-FFF2-40B4-BE49-F238E27FC236}">
                      <a16:creationId xmlns:a16="http://schemas.microsoft.com/office/drawing/2014/main" id="{AF5AAFEC-F5A5-8BE1-42DC-30E461ECBE69}"/>
                    </a:ext>
                  </a:extLst>
                </p:cNvPr>
                <p:cNvPicPr/>
                <p:nvPr/>
              </p:nvPicPr>
              <p:blipFill>
                <a:blip r:embed="rId24"/>
                <a:stretch>
                  <a:fillRect/>
                </a:stretch>
              </p:blipFill>
              <p:spPr>
                <a:xfrm>
                  <a:off x="-220574" y="1353403"/>
                  <a:ext cx="18468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Рукописный ввод 15">
                  <a:extLst>
                    <a:ext uri="{FF2B5EF4-FFF2-40B4-BE49-F238E27FC236}">
                      <a16:creationId xmlns:a16="http://schemas.microsoft.com/office/drawing/2014/main" id="{94B77A85-6542-0474-2E59-87DAF446E592}"/>
                    </a:ext>
                  </a:extLst>
                </p14:cNvPr>
                <p14:cNvContentPartPr/>
                <p14:nvPr/>
              </p14:nvContentPartPr>
              <p14:xfrm>
                <a:off x="-74054" y="1207963"/>
                <a:ext cx="132840" cy="207360"/>
              </p14:xfrm>
            </p:contentPart>
          </mc:Choice>
          <mc:Fallback xmlns="">
            <p:pic>
              <p:nvPicPr>
                <p:cNvPr id="16" name="Рукописный ввод 15">
                  <a:extLst>
                    <a:ext uri="{FF2B5EF4-FFF2-40B4-BE49-F238E27FC236}">
                      <a16:creationId xmlns:a16="http://schemas.microsoft.com/office/drawing/2014/main" id="{94B77A85-6542-0474-2E59-87DAF446E592}"/>
                    </a:ext>
                  </a:extLst>
                </p:cNvPr>
                <p:cNvPicPr/>
                <p:nvPr/>
              </p:nvPicPr>
              <p:blipFill>
                <a:blip r:embed="rId26"/>
                <a:stretch>
                  <a:fillRect/>
                </a:stretch>
              </p:blipFill>
              <p:spPr>
                <a:xfrm>
                  <a:off x="-80174" y="1201843"/>
                  <a:ext cx="14508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 name="Рукописный ввод 16">
                  <a:extLst>
                    <a:ext uri="{FF2B5EF4-FFF2-40B4-BE49-F238E27FC236}">
                      <a16:creationId xmlns:a16="http://schemas.microsoft.com/office/drawing/2014/main" id="{32E5307A-17BC-B500-239F-673272EF4CEE}"/>
                    </a:ext>
                  </a:extLst>
                </p14:cNvPr>
                <p14:cNvContentPartPr/>
                <p14:nvPr/>
              </p14:nvContentPartPr>
              <p14:xfrm>
                <a:off x="-84494" y="1274203"/>
                <a:ext cx="284040" cy="336960"/>
              </p14:xfrm>
            </p:contentPart>
          </mc:Choice>
          <mc:Fallback xmlns="">
            <p:pic>
              <p:nvPicPr>
                <p:cNvPr id="17" name="Рукописный ввод 16">
                  <a:extLst>
                    <a:ext uri="{FF2B5EF4-FFF2-40B4-BE49-F238E27FC236}">
                      <a16:creationId xmlns:a16="http://schemas.microsoft.com/office/drawing/2014/main" id="{32E5307A-17BC-B500-239F-673272EF4CEE}"/>
                    </a:ext>
                  </a:extLst>
                </p:cNvPr>
                <p:cNvPicPr/>
                <p:nvPr/>
              </p:nvPicPr>
              <p:blipFill>
                <a:blip r:embed="rId28"/>
                <a:stretch>
                  <a:fillRect/>
                </a:stretch>
              </p:blipFill>
              <p:spPr>
                <a:xfrm>
                  <a:off x="-90614" y="1268083"/>
                  <a:ext cx="2962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Рукописный ввод 17">
                  <a:extLst>
                    <a:ext uri="{FF2B5EF4-FFF2-40B4-BE49-F238E27FC236}">
                      <a16:creationId xmlns:a16="http://schemas.microsoft.com/office/drawing/2014/main" id="{D56C2784-9515-98D3-4190-289A82DA6847}"/>
                    </a:ext>
                  </a:extLst>
                </p14:cNvPr>
                <p14:cNvContentPartPr/>
                <p14:nvPr/>
              </p14:nvContentPartPr>
              <p14:xfrm>
                <a:off x="46906" y="1224883"/>
                <a:ext cx="239760" cy="439920"/>
              </p14:xfrm>
            </p:contentPart>
          </mc:Choice>
          <mc:Fallback xmlns="">
            <p:pic>
              <p:nvPicPr>
                <p:cNvPr id="18" name="Рукописный ввод 17">
                  <a:extLst>
                    <a:ext uri="{FF2B5EF4-FFF2-40B4-BE49-F238E27FC236}">
                      <a16:creationId xmlns:a16="http://schemas.microsoft.com/office/drawing/2014/main" id="{D56C2784-9515-98D3-4190-289A82DA6847}"/>
                    </a:ext>
                  </a:extLst>
                </p:cNvPr>
                <p:cNvPicPr/>
                <p:nvPr/>
              </p:nvPicPr>
              <p:blipFill>
                <a:blip r:embed="rId30"/>
                <a:stretch>
                  <a:fillRect/>
                </a:stretch>
              </p:blipFill>
              <p:spPr>
                <a:xfrm>
                  <a:off x="40786" y="1218763"/>
                  <a:ext cx="252000" cy="452160"/>
                </a:xfrm>
                <a:prstGeom prst="rect">
                  <a:avLst/>
                </a:prstGeom>
              </p:spPr>
            </p:pic>
          </mc:Fallback>
        </mc:AlternateContent>
      </p:grpSp>
    </p:spTree>
    <p:extLst>
      <p:ext uri="{BB962C8B-B14F-4D97-AF65-F5344CB8AC3E}">
        <p14:creationId xmlns:p14="http://schemas.microsoft.com/office/powerpoint/2010/main" val="1758552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5">
            <a:extLst>
              <a:ext uri="{FF2B5EF4-FFF2-40B4-BE49-F238E27FC236}">
                <a16:creationId xmlns:a16="http://schemas.microsoft.com/office/drawing/2014/main" id="{5C4B0DC1-3FDF-B742-D119-C268BE86DB71}"/>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Типы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p:sp>
        <p:nvSpPr>
          <p:cNvPr id="7" name="Номер слайда 1">
            <a:extLst>
              <a:ext uri="{FF2B5EF4-FFF2-40B4-BE49-F238E27FC236}">
                <a16:creationId xmlns:a16="http://schemas.microsoft.com/office/drawing/2014/main" id="{7908CC63-828F-C2CD-EE55-433EC428A3FD}"/>
              </a:ext>
            </a:extLst>
          </p:cNvPr>
          <p:cNvSpPr>
            <a:spLocks noGrp="1"/>
          </p:cNvSpPr>
          <p:nvPr>
            <p:ph type="sldNum" sz="quarter" idx="12"/>
          </p:nvPr>
        </p:nvSpPr>
        <p:spPr>
          <a:xfrm>
            <a:off x="7086600" y="6454582"/>
            <a:ext cx="2057400" cy="365125"/>
          </a:xfrm>
        </p:spPr>
        <p:txBody>
          <a:body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t>4</a:t>
            </a:fld>
            <a:endParaRPr lang="ru-RU" sz="1100" dirty="0">
              <a:solidFill>
                <a:srgbClr val="0070C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A5A2604-63E1-C274-1085-318D4E055F5A}"/>
                  </a:ext>
                </a:extLst>
              </p:cNvPr>
              <p:cNvSpPr txBox="1"/>
              <p:nvPr/>
            </p:nvSpPr>
            <p:spPr>
              <a:xfrm>
                <a:off x="0" y="508000"/>
                <a:ext cx="9144000" cy="1201355"/>
              </a:xfrm>
              <a:prstGeom prst="rect">
                <a:avLst/>
              </a:prstGeom>
              <a:noFill/>
            </p:spPr>
            <p:txBody>
              <a:bodyPr wrap="square" rtlCol="0">
                <a:spAutoFit/>
              </a:bodyPr>
              <a:lstStyle/>
              <a:p>
                <a:r>
                  <a:rPr lang="ru-RU" b="1" dirty="0">
                    <a:solidFill>
                      <a:srgbClr val="3333FF"/>
                    </a:solidFill>
                  </a:rPr>
                  <a:t>Определение: </a:t>
                </a:r>
                <a:r>
                  <a:rPr lang="ru-RU" dirty="0"/>
                  <a:t>Случайная величина </a:t>
                </a:r>
                <a14:m>
                  <m:oMath xmlns:m="http://schemas.openxmlformats.org/officeDocument/2006/math">
                    <m:r>
                      <m:rPr>
                        <m:sty m:val="p"/>
                      </m:rPr>
                      <a:rPr lang="en-US" b="0" i="0" smtClean="0">
                        <a:latin typeface="Cambria Math" panose="02040503050406030204" pitchFamily="18" charset="0"/>
                      </a:rPr>
                      <m:t>ξ</m:t>
                    </m:r>
                  </m:oMath>
                </a14:m>
                <a:r>
                  <a:rPr lang="ru-RU" b="1" dirty="0">
                    <a:solidFill>
                      <a:srgbClr val="3333FF"/>
                    </a:solidFill>
                  </a:rPr>
                  <a:t> </a:t>
                </a:r>
                <a:r>
                  <a:rPr lang="ru-RU" dirty="0"/>
                  <a:t>имеет </a:t>
                </a:r>
                <a:r>
                  <a:rPr lang="ru-RU" b="1" dirty="0">
                    <a:solidFill>
                      <a:srgbClr val="2B8911"/>
                    </a:solidFill>
                  </a:rPr>
                  <a:t>дискретное распределение</a:t>
                </a:r>
                <a:r>
                  <a:rPr lang="ru-RU" dirty="0"/>
                  <a:t>, если существует конечный или счетный набор чисел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m:t>
                        </m:r>
                      </m:e>
                      <m:sub>
                        <m:r>
                          <a:rPr lang="en-US" b="0" i="0" smtClean="0">
                            <a:latin typeface="Cambria Math" panose="02040503050406030204" pitchFamily="18" charset="0"/>
                          </a:rPr>
                          <m:t>1</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m:t>
                        </m:r>
                      </m:e>
                      <m:sub>
                        <m:r>
                          <a:rPr lang="en-US" b="0" i="0" smtClean="0">
                            <a:latin typeface="Cambria Math" panose="02040503050406030204" pitchFamily="18" charset="0"/>
                          </a:rPr>
                          <m:t>2</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m:t>
                        </m:r>
                      </m:e>
                      <m:sub>
                        <m:r>
                          <m:rPr>
                            <m:sty m:val="p"/>
                          </m:rPr>
                          <a:rPr lang="en-US" b="0" i="0" smtClean="0">
                            <a:latin typeface="Cambria Math" panose="02040503050406030204" pitchFamily="18" charset="0"/>
                          </a:rPr>
                          <m:t>n</m:t>
                        </m:r>
                      </m:sub>
                    </m:sSub>
                    <m:r>
                      <a:rPr lang="en-US" b="0" i="0" smtClean="0">
                        <a:latin typeface="Cambria Math" panose="02040503050406030204" pitchFamily="18" charset="0"/>
                      </a:rPr>
                      <m:t> </m:t>
                    </m:r>
                  </m:oMath>
                </a14:m>
                <a:r>
                  <a:rPr lang="ru-RU" dirty="0"/>
                  <a:t>такой, что</a:t>
                </a:r>
                <a:r>
                  <a:rPr lang="en-US" dirty="0"/>
                  <a:t>:</a:t>
                </a:r>
                <a:r>
                  <a:rPr lang="ru-RU" dirty="0"/>
                  <a:t> </a:t>
                </a:r>
              </a:p>
              <a:p>
                <a:endParaRPr lang="ru-RU" dirty="0"/>
              </a:p>
              <a:p>
                <a:pPr algn="ctr"/>
                <a14:m>
                  <m:oMath xmlns:m="http://schemas.openxmlformats.org/officeDocument/2006/math">
                    <m:r>
                      <a:rPr lang="ru-RU"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 </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e>
                    </m:d>
                    <m:r>
                      <a:rPr lang="en-US" b="0" i="1" smtClean="0">
                        <a:latin typeface="Cambria Math" panose="02040503050406030204" pitchFamily="18" charset="0"/>
                      </a:rPr>
                      <m:t>&gt;0,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e>
                        </m:d>
                        <m:r>
                          <a:rPr lang="en-US" b="0" i="1" smtClean="0">
                            <a:latin typeface="Cambria Math" panose="02040503050406030204" pitchFamily="18" charset="0"/>
                          </a:rPr>
                          <m:t>=1</m:t>
                        </m:r>
                      </m:e>
                    </m:nary>
                  </m:oMath>
                </a14:m>
                <a:r>
                  <a:rPr lang="ru-RU" b="1" i="1" dirty="0">
                    <a:solidFill>
                      <a:srgbClr val="3333FF"/>
                    </a:solidFill>
                  </a:rPr>
                  <a:t>	 </a:t>
                </a:r>
              </a:p>
            </p:txBody>
          </p:sp>
        </mc:Choice>
        <mc:Fallback xmlns="">
          <p:sp>
            <p:nvSpPr>
              <p:cNvPr id="8" name="TextBox 7">
                <a:extLst>
                  <a:ext uri="{FF2B5EF4-FFF2-40B4-BE49-F238E27FC236}">
                    <a16:creationId xmlns:a16="http://schemas.microsoft.com/office/drawing/2014/main" id="{FA5A2604-63E1-C274-1085-318D4E055F5A}"/>
                  </a:ext>
                </a:extLst>
              </p:cNvPr>
              <p:cNvSpPr txBox="1">
                <a:spLocks noRot="1" noChangeAspect="1" noMove="1" noResize="1" noEditPoints="1" noAdjustHandles="1" noChangeArrowheads="1" noChangeShapeType="1" noTextEdit="1"/>
              </p:cNvSpPr>
              <p:nvPr/>
            </p:nvSpPr>
            <p:spPr>
              <a:xfrm>
                <a:off x="0" y="508000"/>
                <a:ext cx="9144000" cy="1201355"/>
              </a:xfrm>
              <a:prstGeom prst="rect">
                <a:avLst/>
              </a:prstGeom>
              <a:blipFill>
                <a:blip r:embed="rId3"/>
                <a:stretch>
                  <a:fillRect l="-533" t="-2538" b="-56345"/>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B3DDC51-7C66-C5BA-6D59-58F25FDF6583}"/>
                  </a:ext>
                </a:extLst>
              </p:cNvPr>
              <p:cNvSpPr txBox="1"/>
              <p:nvPr/>
            </p:nvSpPr>
            <p:spPr>
              <a:xfrm>
                <a:off x="0" y="1798255"/>
                <a:ext cx="9144000" cy="3436967"/>
              </a:xfrm>
              <a:prstGeom prst="rect">
                <a:avLst/>
              </a:prstGeom>
              <a:noFill/>
            </p:spPr>
            <p:txBody>
              <a:bodyPr wrap="square">
                <a:spAutoFit/>
              </a:bodyPr>
              <a:lstStyle/>
              <a:p>
                <a:pPr algn="just"/>
                <a:r>
                  <a:rPr lang="ru-RU" b="1" dirty="0">
                    <a:solidFill>
                      <a:srgbClr val="FB2D2D"/>
                    </a:solidFill>
                  </a:rPr>
                  <a:t>Пример</a:t>
                </a:r>
                <a:r>
                  <a:rPr lang="ru-RU" dirty="0"/>
                  <a:t>: У вас есть 50 рублей, на которые вы покупаете по одному билету стоимостью 10 рублей до тех пор, пока не выпадет выигрышный билет или пока не кончатся деньги. Составим закон распределения случайной величины </a:t>
                </a:r>
                <a14:m>
                  <m:oMath xmlns:m="http://schemas.openxmlformats.org/officeDocument/2006/math">
                    <m:r>
                      <m:rPr>
                        <m:sty m:val="p"/>
                      </m:rPr>
                      <a:rPr lang="en-US">
                        <a:latin typeface="Cambria Math" panose="02040503050406030204" pitchFamily="18" charset="0"/>
                      </a:rPr>
                      <m:t>ξ</m:t>
                    </m:r>
                  </m:oMath>
                </a14:m>
                <a:r>
                  <a:rPr lang="ru-RU" dirty="0"/>
                  <a:t> – число купленных билетов, если вероятность выигрыша по каждому билету </a:t>
                </a:r>
                <a14:m>
                  <m:oMath xmlns:m="http://schemas.openxmlformats.org/officeDocument/2006/math">
                    <m:r>
                      <a:rPr lang="en-US" i="1" dirty="0" smtClean="0">
                        <a:latin typeface="Cambria Math" panose="02040503050406030204" pitchFamily="18" charset="0"/>
                      </a:rPr>
                      <m:t>𝑝</m:t>
                    </m:r>
                    <m:d>
                      <m:dPr>
                        <m:ctrlPr>
                          <a:rPr lang="en-US" i="1" dirty="0" smtClean="0">
                            <a:latin typeface="Cambria Math" panose="02040503050406030204" pitchFamily="18" charset="0"/>
                          </a:rPr>
                        </m:ctrlPr>
                      </m:dPr>
                      <m:e>
                        <m:r>
                          <a:rPr lang="en-US" i="1" dirty="0" smtClean="0">
                            <a:latin typeface="Cambria Math" panose="02040503050406030204" pitchFamily="18" charset="0"/>
                          </a:rPr>
                          <m:t>𝜉</m:t>
                        </m:r>
                        <m:r>
                          <a:rPr lang="en-US" i="1" dirty="0" smtClean="0">
                            <a:latin typeface="Cambria Math" panose="02040503050406030204" pitchFamily="18" charset="0"/>
                          </a:rPr>
                          <m:t>=1</m:t>
                        </m:r>
                      </m:e>
                    </m:d>
                    <m:r>
                      <a:rPr lang="en-US" i="1" dirty="0" smtClean="0">
                        <a:latin typeface="Cambria Math" panose="02040503050406030204" pitchFamily="18" charset="0"/>
                      </a:rPr>
                      <m:t>= 0.3</m:t>
                    </m:r>
                  </m:oMath>
                </a14:m>
                <a:r>
                  <a:rPr lang="en-US" dirty="0"/>
                  <a:t>.</a:t>
                </a:r>
              </a:p>
              <a:p>
                <a:pPr algn="just"/>
                <a:endParaRPr lang="en-US" dirty="0"/>
              </a:p>
              <a:p>
                <a:pPr algn="just"/>
                <a:r>
                  <a:rPr lang="ru-RU" b="1" dirty="0">
                    <a:solidFill>
                      <a:srgbClr val="FB2D2D"/>
                    </a:solidFill>
                  </a:rPr>
                  <a:t>Решение</a:t>
                </a:r>
                <a:r>
                  <a:rPr lang="ru-RU" dirty="0"/>
                  <a:t>: Распишем вероятности выигрыша для каждого купленного билета:</a:t>
                </a:r>
              </a:p>
              <a:p>
                <a:pPr marL="285750" indent="-285750" algn="just">
                  <a:buFont typeface="Arial" panose="020B0604020202020204" pitchFamily="34" charset="0"/>
                  <a:buChar char="•"/>
                </a:pPr>
                <a14:m>
                  <m:oMath xmlns:m="http://schemas.openxmlformats.org/officeDocument/2006/math">
                    <m:r>
                      <a:rPr lang="en-US" i="1" dirty="0">
                        <a:latin typeface="Cambria Math" panose="02040503050406030204" pitchFamily="18" charset="0"/>
                      </a:rPr>
                      <m:t>𝑝</m:t>
                    </m:r>
                    <m:d>
                      <m:dPr>
                        <m:ctrlPr>
                          <a:rPr lang="en-US" i="1" dirty="0">
                            <a:latin typeface="Cambria Math" panose="02040503050406030204" pitchFamily="18" charset="0"/>
                          </a:rPr>
                        </m:ctrlPr>
                      </m:dPr>
                      <m:e>
                        <m:r>
                          <a:rPr lang="en-US" i="1" dirty="0">
                            <a:latin typeface="Cambria Math" panose="02040503050406030204" pitchFamily="18" charset="0"/>
                          </a:rPr>
                          <m:t>𝜉</m:t>
                        </m:r>
                        <m:r>
                          <a:rPr lang="en-US" i="1" dirty="0">
                            <a:latin typeface="Cambria Math" panose="02040503050406030204" pitchFamily="18" charset="0"/>
                          </a:rPr>
                          <m:t>=1</m:t>
                        </m:r>
                      </m:e>
                    </m:d>
                    <m:r>
                      <a:rPr lang="en-US" i="1" dirty="0">
                        <a:latin typeface="Cambria Math" panose="02040503050406030204" pitchFamily="18" charset="0"/>
                      </a:rPr>
                      <m:t>= 0.3</m:t>
                    </m:r>
                  </m:oMath>
                </a14:m>
                <a:r>
                  <a:rPr lang="ru-RU" dirty="0"/>
                  <a:t>;</a:t>
                </a:r>
              </a:p>
              <a:p>
                <a:pPr marL="285750" indent="-285750" algn="just">
                  <a:buFont typeface="Arial" panose="020B0604020202020204" pitchFamily="34" charset="0"/>
                  <a:buChar char="•"/>
                </a:pPr>
                <a14:m>
                  <m:oMath xmlns:m="http://schemas.openxmlformats.org/officeDocument/2006/math">
                    <m:r>
                      <a:rPr lang="en-US" i="1" dirty="0">
                        <a:latin typeface="Cambria Math" panose="02040503050406030204" pitchFamily="18" charset="0"/>
                      </a:rPr>
                      <m:t>𝑝</m:t>
                    </m:r>
                    <m:d>
                      <m:dPr>
                        <m:ctrlPr>
                          <a:rPr lang="en-US" i="1" dirty="0">
                            <a:latin typeface="Cambria Math" panose="02040503050406030204" pitchFamily="18" charset="0"/>
                          </a:rPr>
                        </m:ctrlPr>
                      </m:dPr>
                      <m:e>
                        <m:r>
                          <a:rPr lang="en-US" i="1" dirty="0">
                            <a:latin typeface="Cambria Math" panose="02040503050406030204" pitchFamily="18" charset="0"/>
                          </a:rPr>
                          <m:t>𝜉</m:t>
                        </m:r>
                        <m:r>
                          <a:rPr lang="en-US" i="1" dirty="0">
                            <a:latin typeface="Cambria Math" panose="02040503050406030204" pitchFamily="18" charset="0"/>
                          </a:rPr>
                          <m:t>=2</m:t>
                        </m:r>
                      </m:e>
                    </m:d>
                    <m:r>
                      <a:rPr lang="en-US" i="1" dirty="0">
                        <a:latin typeface="Cambria Math" panose="02040503050406030204" pitchFamily="18" charset="0"/>
                      </a:rPr>
                      <m:t>=</m:t>
                    </m:r>
                    <m:r>
                      <a:rPr lang="ru-RU" b="0" i="1" dirty="0" smtClean="0">
                        <a:latin typeface="Cambria Math" panose="02040503050406030204" pitchFamily="18" charset="0"/>
                      </a:rPr>
                      <m:t>0.7</m:t>
                    </m:r>
                    <m:r>
                      <a:rPr lang="en-US" b="0" i="1" dirty="0" smtClean="0">
                        <a:latin typeface="Cambria Math" panose="02040503050406030204" pitchFamily="18" charset="0"/>
                      </a:rPr>
                      <m:t>⋅</m:t>
                    </m:r>
                    <m:r>
                      <a:rPr lang="en-US" i="1" dirty="0">
                        <a:latin typeface="Cambria Math" panose="02040503050406030204" pitchFamily="18" charset="0"/>
                      </a:rPr>
                      <m:t>0.3</m:t>
                    </m:r>
                    <m:r>
                      <a:rPr lang="en-US" b="0" i="1" dirty="0" smtClean="0">
                        <a:latin typeface="Cambria Math" panose="02040503050406030204" pitchFamily="18" charset="0"/>
                      </a:rPr>
                      <m:t>=0.21</m:t>
                    </m:r>
                    <m:r>
                      <a:rPr lang="en-US" b="0" i="0" dirty="0" smtClean="0">
                        <a:latin typeface="Cambria Math" panose="02040503050406030204" pitchFamily="18" charset="0"/>
                      </a:rPr>
                      <m:t>;</m:t>
                    </m:r>
                  </m:oMath>
                </a14:m>
                <a:endParaRPr lang="en-US" b="0" dirty="0"/>
              </a:p>
              <a:p>
                <a:pPr marL="285750" indent="-285750" algn="just">
                  <a:buFont typeface="Arial" panose="020B0604020202020204" pitchFamily="34" charset="0"/>
                  <a:buChar char="•"/>
                </a:pPr>
                <a14:m>
                  <m:oMath xmlns:m="http://schemas.openxmlformats.org/officeDocument/2006/math">
                    <m:r>
                      <a:rPr lang="en-US" i="1" dirty="0">
                        <a:latin typeface="Cambria Math" panose="02040503050406030204" pitchFamily="18" charset="0"/>
                      </a:rPr>
                      <m:t>𝑝</m:t>
                    </m:r>
                    <m:d>
                      <m:dPr>
                        <m:ctrlPr>
                          <a:rPr lang="en-US" i="1" dirty="0">
                            <a:latin typeface="Cambria Math" panose="02040503050406030204" pitchFamily="18" charset="0"/>
                          </a:rPr>
                        </m:ctrlPr>
                      </m:dPr>
                      <m:e>
                        <m:r>
                          <a:rPr lang="en-US" i="1" dirty="0">
                            <a:latin typeface="Cambria Math" panose="02040503050406030204" pitchFamily="18" charset="0"/>
                          </a:rPr>
                          <m:t>𝜉</m:t>
                        </m:r>
                        <m:r>
                          <a:rPr lang="en-US" i="1" dirty="0">
                            <a:latin typeface="Cambria Math" panose="02040503050406030204" pitchFamily="18" charset="0"/>
                          </a:rPr>
                          <m:t>=3</m:t>
                        </m:r>
                      </m:e>
                    </m:d>
                    <m:r>
                      <a:rPr lang="en-US" i="1" dirty="0">
                        <a:latin typeface="Cambria Math" panose="02040503050406030204" pitchFamily="18" charset="0"/>
                      </a:rPr>
                      <m:t>=</m:t>
                    </m:r>
                    <m:r>
                      <a:rPr lang="ru-RU" i="1" dirty="0">
                        <a:latin typeface="Cambria Math" panose="02040503050406030204" pitchFamily="18" charset="0"/>
                      </a:rPr>
                      <m:t>0.7</m:t>
                    </m:r>
                    <m:r>
                      <a:rPr lang="en-US" b="0" i="1" dirty="0" smtClean="0">
                        <a:latin typeface="Cambria Math" panose="02040503050406030204" pitchFamily="18" charset="0"/>
                      </a:rPr>
                      <m:t>⋅0.7</m:t>
                    </m:r>
                    <m:r>
                      <a:rPr lang="en-US" i="1" dirty="0">
                        <a:latin typeface="Cambria Math" panose="02040503050406030204" pitchFamily="18" charset="0"/>
                      </a:rPr>
                      <m:t>⋅0.3=0.1</m:t>
                    </m:r>
                    <m:r>
                      <a:rPr lang="en-US" b="0" i="1" dirty="0" smtClean="0">
                        <a:latin typeface="Cambria Math" panose="02040503050406030204" pitchFamily="18" charset="0"/>
                      </a:rPr>
                      <m:t>47</m:t>
                    </m:r>
                  </m:oMath>
                </a14:m>
                <a:endParaRPr lang="en-US" b="0" dirty="0"/>
              </a:p>
              <a:p>
                <a:pPr marL="285750" indent="-285750" algn="just">
                  <a:buFont typeface="Arial" panose="020B0604020202020204" pitchFamily="34" charset="0"/>
                  <a:buChar char="•"/>
                </a:pPr>
                <a14:m>
                  <m:oMath xmlns:m="http://schemas.openxmlformats.org/officeDocument/2006/math">
                    <m:r>
                      <a:rPr lang="en-US" i="1" dirty="0">
                        <a:latin typeface="Cambria Math" panose="02040503050406030204" pitchFamily="18" charset="0"/>
                      </a:rPr>
                      <m:t>𝑝</m:t>
                    </m:r>
                    <m:d>
                      <m:dPr>
                        <m:ctrlPr>
                          <a:rPr lang="en-US" i="1" dirty="0">
                            <a:latin typeface="Cambria Math" panose="02040503050406030204" pitchFamily="18" charset="0"/>
                          </a:rPr>
                        </m:ctrlPr>
                      </m:dPr>
                      <m:e>
                        <m:r>
                          <a:rPr lang="en-US" i="1" dirty="0">
                            <a:latin typeface="Cambria Math" panose="02040503050406030204" pitchFamily="18" charset="0"/>
                          </a:rPr>
                          <m:t>𝜉</m:t>
                        </m:r>
                        <m:r>
                          <a:rPr lang="en-US" i="1" dirty="0">
                            <a:latin typeface="Cambria Math" panose="02040503050406030204" pitchFamily="18" charset="0"/>
                          </a:rPr>
                          <m:t>=4</m:t>
                        </m:r>
                      </m:e>
                    </m:d>
                    <m:r>
                      <a:rPr lang="en-US" i="1" dirty="0">
                        <a:latin typeface="Cambria Math" panose="02040503050406030204" pitchFamily="18" charset="0"/>
                      </a:rPr>
                      <m:t>=</m:t>
                    </m:r>
                    <m:r>
                      <a:rPr lang="ru-RU" i="1" dirty="0">
                        <a:latin typeface="Cambria Math" panose="02040503050406030204" pitchFamily="18" charset="0"/>
                      </a:rPr>
                      <m:t>0.7</m:t>
                    </m:r>
                    <m:r>
                      <a:rPr lang="en-US" i="1" dirty="0">
                        <a:latin typeface="Cambria Math" panose="02040503050406030204" pitchFamily="18" charset="0"/>
                      </a:rPr>
                      <m:t>⋅0.7</m:t>
                    </m:r>
                    <m:r>
                      <a:rPr lang="en-US" b="0" i="1" dirty="0" smtClean="0">
                        <a:latin typeface="Cambria Math" panose="02040503050406030204" pitchFamily="18" charset="0"/>
                      </a:rPr>
                      <m:t>⋅0.7</m:t>
                    </m:r>
                    <m:r>
                      <a:rPr lang="en-US" i="1" dirty="0">
                        <a:latin typeface="Cambria Math" panose="02040503050406030204" pitchFamily="18" charset="0"/>
                      </a:rPr>
                      <m:t>⋅0.3=0.1</m:t>
                    </m:r>
                    <m:r>
                      <a:rPr lang="en-US" b="0" i="1" dirty="0" smtClean="0">
                        <a:latin typeface="Cambria Math" panose="02040503050406030204" pitchFamily="18" charset="0"/>
                      </a:rPr>
                      <m:t>029</m:t>
                    </m:r>
                  </m:oMath>
                </a14:m>
                <a:endParaRPr lang="en-US" dirty="0"/>
              </a:p>
              <a:p>
                <a:pPr marL="285750" indent="-285750" algn="just">
                  <a:buFont typeface="Arial" panose="020B0604020202020204" pitchFamily="34" charset="0"/>
                  <a:buChar char="•"/>
                </a:pPr>
                <a14:m>
                  <m:oMath xmlns:m="http://schemas.openxmlformats.org/officeDocument/2006/math">
                    <m:r>
                      <a:rPr lang="en-US" i="1" dirty="0">
                        <a:latin typeface="Cambria Math" panose="02040503050406030204" pitchFamily="18" charset="0"/>
                      </a:rPr>
                      <m:t>𝑝</m:t>
                    </m:r>
                    <m:d>
                      <m:dPr>
                        <m:ctrlPr>
                          <a:rPr lang="en-US" i="1" dirty="0">
                            <a:latin typeface="Cambria Math" panose="02040503050406030204" pitchFamily="18" charset="0"/>
                          </a:rPr>
                        </m:ctrlPr>
                      </m:dPr>
                      <m:e>
                        <m:r>
                          <a:rPr lang="en-US" i="1" dirty="0">
                            <a:latin typeface="Cambria Math" panose="02040503050406030204" pitchFamily="18" charset="0"/>
                          </a:rPr>
                          <m:t>𝜉</m:t>
                        </m:r>
                        <m:r>
                          <a:rPr lang="en-US" i="1" dirty="0">
                            <a:latin typeface="Cambria Math" panose="02040503050406030204" pitchFamily="18" charset="0"/>
                          </a:rPr>
                          <m:t>=5</m:t>
                        </m:r>
                      </m:e>
                    </m:d>
                    <m:r>
                      <a:rPr lang="en-US" i="1" dirty="0">
                        <a:latin typeface="Cambria Math" panose="02040503050406030204" pitchFamily="18" charset="0"/>
                      </a:rPr>
                      <m:t>=</m:t>
                    </m:r>
                    <m:r>
                      <a:rPr lang="ru-RU" i="1" dirty="0">
                        <a:latin typeface="Cambria Math" panose="02040503050406030204" pitchFamily="18" charset="0"/>
                      </a:rPr>
                      <m:t>0.7</m:t>
                    </m:r>
                    <m:r>
                      <a:rPr lang="en-US" i="1" dirty="0">
                        <a:latin typeface="Cambria Math" panose="02040503050406030204" pitchFamily="18" charset="0"/>
                      </a:rPr>
                      <m:t>⋅0.7⋅0.7⋅0.7=0.</m:t>
                    </m:r>
                    <m:r>
                      <a:rPr lang="en-US" b="0" i="1" dirty="0" smtClean="0">
                        <a:latin typeface="Cambria Math" panose="02040503050406030204" pitchFamily="18" charset="0"/>
                      </a:rPr>
                      <m:t>2</m:t>
                    </m:r>
                    <m:r>
                      <a:rPr lang="en-US" i="1" dirty="0">
                        <a:latin typeface="Cambria Math" panose="02040503050406030204" pitchFamily="18" charset="0"/>
                      </a:rPr>
                      <m:t>4</m:t>
                    </m:r>
                    <m:r>
                      <a:rPr lang="en-US" b="0" i="1" dirty="0" smtClean="0">
                        <a:latin typeface="Cambria Math" panose="02040503050406030204" pitchFamily="18" charset="0"/>
                      </a:rPr>
                      <m:t>01</m:t>
                    </m:r>
                  </m:oMath>
                </a14:m>
                <a:endParaRPr lang="en-US" dirty="0"/>
              </a:p>
              <a:p>
                <a:pPr algn="just"/>
                <a:r>
                  <a:rPr lang="ru-RU" dirty="0"/>
                  <a:t>Отсюда: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b="0" i="1" smtClean="0">
                            <a:latin typeface="Cambria Math" panose="02040503050406030204" pitchFamily="18" charset="0"/>
                          </a:rPr>
                          <m:t>5</m:t>
                        </m:r>
                      </m:sup>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𝜉</m:t>
                            </m:r>
                            <m:r>
                              <a:rPr lang="en-US" i="1">
                                <a:latin typeface="Cambria Math" panose="02040503050406030204" pitchFamily="18" charset="0"/>
                              </a:rPr>
                              <m:t>=</m:t>
                            </m:r>
                            <m:r>
                              <a:rPr lang="en-US" b="0" i="1" smtClean="0">
                                <a:latin typeface="Cambria Math" panose="02040503050406030204" pitchFamily="18" charset="0"/>
                              </a:rPr>
                              <m:t>𝑖</m:t>
                            </m:r>
                          </m:e>
                        </m:d>
                        <m:r>
                          <a:rPr lang="en-US" i="1">
                            <a:latin typeface="Cambria Math" panose="02040503050406030204" pitchFamily="18" charset="0"/>
                          </a:rPr>
                          <m:t>=</m:t>
                        </m:r>
                        <m:r>
                          <a:rPr lang="en-US" i="1" dirty="0">
                            <a:latin typeface="Cambria Math" panose="02040503050406030204" pitchFamily="18" charset="0"/>
                          </a:rPr>
                          <m:t>0.3</m:t>
                        </m:r>
                        <m:r>
                          <a:rPr lang="en-US" b="0" i="1" dirty="0" smtClean="0">
                            <a:latin typeface="Cambria Math" panose="02040503050406030204" pitchFamily="18" charset="0"/>
                          </a:rPr>
                          <m:t>+0.21+0.147+0.1029+0.2401=</m:t>
                        </m:r>
                        <m:r>
                          <a:rPr lang="en-US" i="1">
                            <a:latin typeface="Cambria Math" panose="02040503050406030204" pitchFamily="18" charset="0"/>
                          </a:rPr>
                          <m:t>1</m:t>
                        </m:r>
                      </m:e>
                    </m:nary>
                  </m:oMath>
                </a14:m>
                <a:endParaRPr lang="ru-RU" dirty="0"/>
              </a:p>
            </p:txBody>
          </p:sp>
        </mc:Choice>
        <mc:Fallback xmlns="">
          <p:sp>
            <p:nvSpPr>
              <p:cNvPr id="10" name="TextBox 9">
                <a:extLst>
                  <a:ext uri="{FF2B5EF4-FFF2-40B4-BE49-F238E27FC236}">
                    <a16:creationId xmlns:a16="http://schemas.microsoft.com/office/drawing/2014/main" id="{6B3DDC51-7C66-C5BA-6D59-58F25FDF6583}"/>
                  </a:ext>
                </a:extLst>
              </p:cNvPr>
              <p:cNvSpPr txBox="1">
                <a:spLocks noRot="1" noChangeAspect="1" noMove="1" noResize="1" noEditPoints="1" noAdjustHandles="1" noChangeArrowheads="1" noChangeShapeType="1" noTextEdit="1"/>
              </p:cNvSpPr>
              <p:nvPr/>
            </p:nvSpPr>
            <p:spPr>
              <a:xfrm>
                <a:off x="0" y="1798255"/>
                <a:ext cx="9144000" cy="3436967"/>
              </a:xfrm>
              <a:prstGeom prst="rect">
                <a:avLst/>
              </a:prstGeom>
              <a:blipFill>
                <a:blip r:embed="rId4"/>
                <a:stretch>
                  <a:fillRect l="-533" t="-1064" r="-533" b="-19149"/>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graphicFrame>
            <p:nvGraphicFramePr>
              <p:cNvPr id="11" name="Таблица 10">
                <a:extLst>
                  <a:ext uri="{FF2B5EF4-FFF2-40B4-BE49-F238E27FC236}">
                    <a16:creationId xmlns:a16="http://schemas.microsoft.com/office/drawing/2014/main" id="{933683FB-51E3-4B48-1664-B8A2E402316F}"/>
                  </a:ext>
                </a:extLst>
              </p:cNvPr>
              <p:cNvGraphicFramePr>
                <a:graphicFrameLocks noGrp="1"/>
              </p:cNvGraphicFramePr>
              <p:nvPr>
                <p:extLst>
                  <p:ext uri="{D42A27DB-BD31-4B8C-83A1-F6EECF244321}">
                    <p14:modId xmlns:p14="http://schemas.microsoft.com/office/powerpoint/2010/main" val="4178608061"/>
                  </p:ext>
                </p:extLst>
              </p:nvPr>
            </p:nvGraphicFramePr>
            <p:xfrm>
              <a:off x="965200" y="5474062"/>
              <a:ext cx="7213601" cy="741680"/>
            </p:xfrm>
            <a:graphic>
              <a:graphicData uri="http://schemas.openxmlformats.org/drawingml/2006/table">
                <a:tbl>
                  <a:tblPr firstRow="1" bandRow="1">
                    <a:tableStyleId>{5C22544A-7EE6-4342-B048-85BDC9FD1C3A}</a:tableStyleId>
                  </a:tblPr>
                  <a:tblGrid>
                    <a:gridCol w="1202267">
                      <a:extLst>
                        <a:ext uri="{9D8B030D-6E8A-4147-A177-3AD203B41FA5}">
                          <a16:colId xmlns:a16="http://schemas.microsoft.com/office/drawing/2014/main" val="1875272433"/>
                        </a:ext>
                      </a:extLst>
                    </a:gridCol>
                    <a:gridCol w="1046480">
                      <a:extLst>
                        <a:ext uri="{9D8B030D-6E8A-4147-A177-3AD203B41FA5}">
                          <a16:colId xmlns:a16="http://schemas.microsoft.com/office/drawing/2014/main" val="291913351"/>
                        </a:ext>
                      </a:extLst>
                    </a:gridCol>
                    <a:gridCol w="1358053">
                      <a:extLst>
                        <a:ext uri="{9D8B030D-6E8A-4147-A177-3AD203B41FA5}">
                          <a16:colId xmlns:a16="http://schemas.microsoft.com/office/drawing/2014/main" val="1891886500"/>
                        </a:ext>
                      </a:extLst>
                    </a:gridCol>
                    <a:gridCol w="1202267">
                      <a:extLst>
                        <a:ext uri="{9D8B030D-6E8A-4147-A177-3AD203B41FA5}">
                          <a16:colId xmlns:a16="http://schemas.microsoft.com/office/drawing/2014/main" val="3076331128"/>
                        </a:ext>
                      </a:extLst>
                    </a:gridCol>
                    <a:gridCol w="1202267">
                      <a:extLst>
                        <a:ext uri="{9D8B030D-6E8A-4147-A177-3AD203B41FA5}">
                          <a16:colId xmlns:a16="http://schemas.microsoft.com/office/drawing/2014/main" val="1318434579"/>
                        </a:ext>
                      </a:extLst>
                    </a:gridCol>
                    <a:gridCol w="1202267">
                      <a:extLst>
                        <a:ext uri="{9D8B030D-6E8A-4147-A177-3AD203B41FA5}">
                          <a16:colId xmlns:a16="http://schemas.microsoft.com/office/drawing/2014/main" val="3230683855"/>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𝜉</m:t>
                                    </m:r>
                                  </m:e>
                                  <m:sub>
                                    <m:r>
                                      <a:rPr lang="en-US" sz="1800" b="0" i="1" smtClean="0">
                                        <a:solidFill>
                                          <a:schemeClr val="tx1"/>
                                        </a:solidFill>
                                        <a:latin typeface="Cambria Math" panose="02040503050406030204" pitchFamily="18" charset="0"/>
                                      </a:rPr>
                                      <m:t>𝑖</m:t>
                                    </m:r>
                                  </m:sub>
                                </m:sSub>
                              </m:oMath>
                            </m:oMathPara>
                          </a14:m>
                          <a:endParaRPr lang="ru-RU" sz="1800" b="0" dirty="0">
                            <a:solidFill>
                              <a:schemeClr val="tx1"/>
                            </a:solidFill>
                          </a:endParaRPr>
                        </a:p>
                      </a:txBody>
                      <a:tcPr/>
                    </a:tc>
                    <a:tc>
                      <a:txBody>
                        <a:bodyPr/>
                        <a:lstStyle/>
                        <a:p>
                          <a:pPr algn="ctr"/>
                          <a:r>
                            <a:rPr lang="en-US" sz="1800" b="0" dirty="0">
                              <a:solidFill>
                                <a:schemeClr val="tx1"/>
                              </a:solidFill>
                            </a:rPr>
                            <a:t>1</a:t>
                          </a:r>
                          <a:endParaRPr lang="ru-RU" sz="1800" b="0" dirty="0">
                            <a:solidFill>
                              <a:schemeClr val="tx1"/>
                            </a:solidFill>
                          </a:endParaRPr>
                        </a:p>
                      </a:txBody>
                      <a:tcPr/>
                    </a:tc>
                    <a:tc>
                      <a:txBody>
                        <a:bodyPr/>
                        <a:lstStyle/>
                        <a:p>
                          <a:pPr algn="ctr"/>
                          <a:r>
                            <a:rPr lang="en-US" sz="1800" b="0" dirty="0">
                              <a:solidFill>
                                <a:schemeClr val="tx1"/>
                              </a:solidFill>
                            </a:rPr>
                            <a:t>2</a:t>
                          </a:r>
                          <a:endParaRPr lang="ru-RU" sz="1800" b="0" dirty="0">
                            <a:solidFill>
                              <a:schemeClr val="tx1"/>
                            </a:solidFill>
                          </a:endParaRPr>
                        </a:p>
                      </a:txBody>
                      <a:tcPr/>
                    </a:tc>
                    <a:tc>
                      <a:txBody>
                        <a:bodyPr/>
                        <a:lstStyle/>
                        <a:p>
                          <a:pPr algn="ctr"/>
                          <a:r>
                            <a:rPr lang="en-US" sz="1800" b="0" dirty="0">
                              <a:solidFill>
                                <a:schemeClr val="tx1"/>
                              </a:solidFill>
                            </a:rPr>
                            <a:t>3</a:t>
                          </a:r>
                          <a:endParaRPr lang="ru-RU" sz="1800" b="0" dirty="0">
                            <a:solidFill>
                              <a:schemeClr val="tx1"/>
                            </a:solidFill>
                          </a:endParaRPr>
                        </a:p>
                      </a:txBody>
                      <a:tcPr/>
                    </a:tc>
                    <a:tc>
                      <a:txBody>
                        <a:bodyPr/>
                        <a:lstStyle/>
                        <a:p>
                          <a:pPr algn="ctr"/>
                          <a:r>
                            <a:rPr lang="en-US" sz="1800" b="0" dirty="0">
                              <a:solidFill>
                                <a:schemeClr val="tx1"/>
                              </a:solidFill>
                            </a:rPr>
                            <a:t>4</a:t>
                          </a:r>
                          <a:endParaRPr lang="ru-RU" sz="1800" b="0" dirty="0">
                            <a:solidFill>
                              <a:schemeClr val="tx1"/>
                            </a:solidFill>
                          </a:endParaRPr>
                        </a:p>
                      </a:txBody>
                      <a:tcPr/>
                    </a:tc>
                    <a:tc>
                      <a:txBody>
                        <a:bodyPr/>
                        <a:lstStyle/>
                        <a:p>
                          <a:pPr algn="ctr"/>
                          <a:r>
                            <a:rPr lang="en-US" sz="1800" b="0" dirty="0">
                              <a:solidFill>
                                <a:schemeClr val="tx1"/>
                              </a:solidFill>
                            </a:rPr>
                            <a:t>5</a:t>
                          </a:r>
                          <a:endParaRPr lang="ru-RU" sz="1800" b="0" dirty="0">
                            <a:solidFill>
                              <a:schemeClr val="tx1"/>
                            </a:solidFill>
                          </a:endParaRPr>
                        </a:p>
                      </a:txBody>
                      <a:tcPr/>
                    </a:tc>
                    <a:extLst>
                      <a:ext uri="{0D108BD9-81ED-4DB2-BD59-A6C34878D82A}">
                        <a16:rowId xmlns:a16="http://schemas.microsoft.com/office/drawing/2014/main" val="3967753705"/>
                      </a:ext>
                    </a:extLst>
                  </a:tr>
                  <a:tr h="370840">
                    <a:tc>
                      <a:txBody>
                        <a:bodyPr/>
                        <a:lstStyle/>
                        <a:p>
                          <a:pPr algn="ct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𝑝</m:t>
                                </m:r>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𝜉</m:t>
                                </m:r>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𝑖</m:t>
                                </m:r>
                                <m:r>
                                  <a:rPr lang="en-US" sz="1800" b="0" i="1" smtClean="0">
                                    <a:solidFill>
                                      <a:schemeClr val="tx1"/>
                                    </a:solidFill>
                                    <a:latin typeface="Cambria Math" panose="02040503050406030204" pitchFamily="18" charset="0"/>
                                  </a:rPr>
                                  <m:t>)</m:t>
                                </m:r>
                              </m:oMath>
                            </m:oMathPara>
                          </a14:m>
                          <a:endParaRPr lang="ru-RU" sz="1800" b="0" dirty="0">
                            <a:solidFill>
                              <a:schemeClr val="tx1"/>
                            </a:solidFill>
                          </a:endParaRPr>
                        </a:p>
                      </a:txBody>
                      <a:tcPr/>
                    </a:tc>
                    <a:tc>
                      <a:txBody>
                        <a:bodyPr/>
                        <a:lstStyle/>
                        <a:p>
                          <a:pPr algn="ctr"/>
                          <a:r>
                            <a:rPr lang="ru-RU" sz="1800" b="0" dirty="0">
                              <a:solidFill>
                                <a:schemeClr val="tx1"/>
                              </a:solidFill>
                            </a:rPr>
                            <a:t>0.3</a:t>
                          </a:r>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rPr>
                                  <m:t>0.21</m:t>
                                </m:r>
                              </m:oMath>
                            </m:oMathPara>
                          </a14:m>
                          <a:endParaRPr lang="ru-RU" sz="1800" b="0" dirty="0">
                            <a:solidFill>
                              <a:schemeClr val="tx1"/>
                            </a:solidFill>
                          </a:endParaRPr>
                        </a:p>
                      </a:txBody>
                      <a:tcPr/>
                    </a:tc>
                    <a:tc>
                      <a:txBody>
                        <a:bodyPr/>
                        <a:lstStyle/>
                        <a:p>
                          <a:pPr marL="0" indent="0" algn="just">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0.1</m:t>
                                </m:r>
                                <m:r>
                                  <a:rPr lang="en-US" sz="1800" b="0" i="1" dirty="0" smtClean="0">
                                    <a:latin typeface="Cambria Math" panose="02040503050406030204" pitchFamily="18" charset="0"/>
                                  </a:rPr>
                                  <m:t>47</m:t>
                                </m:r>
                              </m:oMath>
                            </m:oMathPara>
                          </a14:m>
                          <a:endParaRPr lang="en-US" sz="1800" b="0"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0.1</m:t>
                                </m:r>
                                <m:r>
                                  <a:rPr lang="en-US" sz="1800" b="0" i="1" dirty="0" smtClean="0">
                                    <a:latin typeface="Cambria Math" panose="02040503050406030204" pitchFamily="18" charset="0"/>
                                  </a:rPr>
                                  <m:t>029</m:t>
                                </m:r>
                              </m:oMath>
                            </m:oMathPara>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0.</m:t>
                                </m:r>
                                <m:r>
                                  <a:rPr lang="en-US" sz="1800" b="0" i="1" dirty="0" smtClean="0">
                                    <a:latin typeface="Cambria Math" panose="02040503050406030204" pitchFamily="18" charset="0"/>
                                  </a:rPr>
                                  <m:t>2</m:t>
                                </m:r>
                                <m:r>
                                  <a:rPr lang="en-US" sz="1800" i="1" dirty="0">
                                    <a:latin typeface="Cambria Math" panose="02040503050406030204" pitchFamily="18" charset="0"/>
                                  </a:rPr>
                                  <m:t>4</m:t>
                                </m:r>
                                <m:r>
                                  <a:rPr lang="en-US" sz="1800" b="0" i="1" dirty="0" smtClean="0">
                                    <a:latin typeface="Cambria Math" panose="02040503050406030204" pitchFamily="18" charset="0"/>
                                  </a:rPr>
                                  <m:t>0</m:t>
                                </m:r>
                                <m:r>
                                  <a:rPr lang="ru-RU" sz="1800" b="0" i="1" dirty="0" smtClean="0">
                                    <a:latin typeface="Cambria Math" panose="02040503050406030204" pitchFamily="18" charset="0"/>
                                  </a:rPr>
                                  <m:t>1</m:t>
                                </m:r>
                              </m:oMath>
                            </m:oMathPara>
                          </a14:m>
                          <a:endParaRPr lang="ru-RU" sz="1800" b="0" dirty="0">
                            <a:solidFill>
                              <a:schemeClr val="tx1"/>
                            </a:solidFill>
                          </a:endParaRPr>
                        </a:p>
                      </a:txBody>
                      <a:tcPr/>
                    </a:tc>
                    <a:extLst>
                      <a:ext uri="{0D108BD9-81ED-4DB2-BD59-A6C34878D82A}">
                        <a16:rowId xmlns:a16="http://schemas.microsoft.com/office/drawing/2014/main" val="3359068169"/>
                      </a:ext>
                    </a:extLst>
                  </a:tr>
                </a:tbl>
              </a:graphicData>
            </a:graphic>
          </p:graphicFrame>
        </mc:Choice>
        <mc:Fallback xmlns="">
          <p:graphicFrame>
            <p:nvGraphicFramePr>
              <p:cNvPr id="11" name="Таблица 10">
                <a:extLst>
                  <a:ext uri="{FF2B5EF4-FFF2-40B4-BE49-F238E27FC236}">
                    <a16:creationId xmlns:a16="http://schemas.microsoft.com/office/drawing/2014/main" id="{933683FB-51E3-4B48-1664-B8A2E402316F}"/>
                  </a:ext>
                </a:extLst>
              </p:cNvPr>
              <p:cNvGraphicFramePr>
                <a:graphicFrameLocks noGrp="1"/>
              </p:cNvGraphicFramePr>
              <p:nvPr>
                <p:extLst>
                  <p:ext uri="{D42A27DB-BD31-4B8C-83A1-F6EECF244321}">
                    <p14:modId xmlns:p14="http://schemas.microsoft.com/office/powerpoint/2010/main" val="4178608061"/>
                  </p:ext>
                </p:extLst>
              </p:nvPr>
            </p:nvGraphicFramePr>
            <p:xfrm>
              <a:off x="965200" y="5474062"/>
              <a:ext cx="7213601" cy="741680"/>
            </p:xfrm>
            <a:graphic>
              <a:graphicData uri="http://schemas.openxmlformats.org/drawingml/2006/table">
                <a:tbl>
                  <a:tblPr firstRow="1" bandRow="1">
                    <a:tableStyleId>{5C22544A-7EE6-4342-B048-85BDC9FD1C3A}</a:tableStyleId>
                  </a:tblPr>
                  <a:tblGrid>
                    <a:gridCol w="1202267">
                      <a:extLst>
                        <a:ext uri="{9D8B030D-6E8A-4147-A177-3AD203B41FA5}">
                          <a16:colId xmlns:a16="http://schemas.microsoft.com/office/drawing/2014/main" val="1875272433"/>
                        </a:ext>
                      </a:extLst>
                    </a:gridCol>
                    <a:gridCol w="1046480">
                      <a:extLst>
                        <a:ext uri="{9D8B030D-6E8A-4147-A177-3AD203B41FA5}">
                          <a16:colId xmlns:a16="http://schemas.microsoft.com/office/drawing/2014/main" val="291913351"/>
                        </a:ext>
                      </a:extLst>
                    </a:gridCol>
                    <a:gridCol w="1358053">
                      <a:extLst>
                        <a:ext uri="{9D8B030D-6E8A-4147-A177-3AD203B41FA5}">
                          <a16:colId xmlns:a16="http://schemas.microsoft.com/office/drawing/2014/main" val="1891886500"/>
                        </a:ext>
                      </a:extLst>
                    </a:gridCol>
                    <a:gridCol w="1202267">
                      <a:extLst>
                        <a:ext uri="{9D8B030D-6E8A-4147-A177-3AD203B41FA5}">
                          <a16:colId xmlns:a16="http://schemas.microsoft.com/office/drawing/2014/main" val="3076331128"/>
                        </a:ext>
                      </a:extLst>
                    </a:gridCol>
                    <a:gridCol w="1202267">
                      <a:extLst>
                        <a:ext uri="{9D8B030D-6E8A-4147-A177-3AD203B41FA5}">
                          <a16:colId xmlns:a16="http://schemas.microsoft.com/office/drawing/2014/main" val="1318434579"/>
                        </a:ext>
                      </a:extLst>
                    </a:gridCol>
                    <a:gridCol w="1202267">
                      <a:extLst>
                        <a:ext uri="{9D8B030D-6E8A-4147-A177-3AD203B41FA5}">
                          <a16:colId xmlns:a16="http://schemas.microsoft.com/office/drawing/2014/main" val="3230683855"/>
                        </a:ext>
                      </a:extLst>
                    </a:gridCol>
                  </a:tblGrid>
                  <a:tr h="370840">
                    <a:tc>
                      <a:txBody>
                        <a:bodyPr/>
                        <a:lstStyle/>
                        <a:p>
                          <a:endParaRPr lang="ru-RU"/>
                        </a:p>
                      </a:txBody>
                      <a:tcPr>
                        <a:blipFill>
                          <a:blip r:embed="rId5"/>
                          <a:stretch>
                            <a:fillRect l="-508" t="-8065" r="-503046" b="-122581"/>
                          </a:stretch>
                        </a:blipFill>
                      </a:tcPr>
                    </a:tc>
                    <a:tc>
                      <a:txBody>
                        <a:bodyPr/>
                        <a:lstStyle/>
                        <a:p>
                          <a:pPr algn="ctr"/>
                          <a:r>
                            <a:rPr lang="en-US" sz="1800" b="0" dirty="0">
                              <a:solidFill>
                                <a:schemeClr val="tx1"/>
                              </a:solidFill>
                            </a:rPr>
                            <a:t>1</a:t>
                          </a:r>
                          <a:endParaRPr lang="ru-RU" sz="1800" b="0" dirty="0">
                            <a:solidFill>
                              <a:schemeClr val="tx1"/>
                            </a:solidFill>
                          </a:endParaRPr>
                        </a:p>
                      </a:txBody>
                      <a:tcPr/>
                    </a:tc>
                    <a:tc>
                      <a:txBody>
                        <a:bodyPr/>
                        <a:lstStyle/>
                        <a:p>
                          <a:pPr algn="ctr"/>
                          <a:r>
                            <a:rPr lang="en-US" sz="1800" b="0" dirty="0">
                              <a:solidFill>
                                <a:schemeClr val="tx1"/>
                              </a:solidFill>
                            </a:rPr>
                            <a:t>2</a:t>
                          </a:r>
                          <a:endParaRPr lang="ru-RU" sz="1800" b="0" dirty="0">
                            <a:solidFill>
                              <a:schemeClr val="tx1"/>
                            </a:solidFill>
                          </a:endParaRPr>
                        </a:p>
                      </a:txBody>
                      <a:tcPr/>
                    </a:tc>
                    <a:tc>
                      <a:txBody>
                        <a:bodyPr/>
                        <a:lstStyle/>
                        <a:p>
                          <a:pPr algn="ctr"/>
                          <a:r>
                            <a:rPr lang="en-US" sz="1800" b="0" dirty="0">
                              <a:solidFill>
                                <a:schemeClr val="tx1"/>
                              </a:solidFill>
                            </a:rPr>
                            <a:t>3</a:t>
                          </a:r>
                          <a:endParaRPr lang="ru-RU" sz="1800" b="0" dirty="0">
                            <a:solidFill>
                              <a:schemeClr val="tx1"/>
                            </a:solidFill>
                          </a:endParaRPr>
                        </a:p>
                      </a:txBody>
                      <a:tcPr/>
                    </a:tc>
                    <a:tc>
                      <a:txBody>
                        <a:bodyPr/>
                        <a:lstStyle/>
                        <a:p>
                          <a:pPr algn="ctr"/>
                          <a:r>
                            <a:rPr lang="en-US" sz="1800" b="0" dirty="0">
                              <a:solidFill>
                                <a:schemeClr val="tx1"/>
                              </a:solidFill>
                            </a:rPr>
                            <a:t>4</a:t>
                          </a:r>
                          <a:endParaRPr lang="ru-RU" sz="1800" b="0" dirty="0">
                            <a:solidFill>
                              <a:schemeClr val="tx1"/>
                            </a:solidFill>
                          </a:endParaRPr>
                        </a:p>
                      </a:txBody>
                      <a:tcPr/>
                    </a:tc>
                    <a:tc>
                      <a:txBody>
                        <a:bodyPr/>
                        <a:lstStyle/>
                        <a:p>
                          <a:pPr algn="ctr"/>
                          <a:r>
                            <a:rPr lang="en-US" sz="1800" b="0" dirty="0">
                              <a:solidFill>
                                <a:schemeClr val="tx1"/>
                              </a:solidFill>
                            </a:rPr>
                            <a:t>5</a:t>
                          </a:r>
                          <a:endParaRPr lang="ru-RU" sz="1800" b="0" dirty="0">
                            <a:solidFill>
                              <a:schemeClr val="tx1"/>
                            </a:solidFill>
                          </a:endParaRPr>
                        </a:p>
                      </a:txBody>
                      <a:tcPr/>
                    </a:tc>
                    <a:extLst>
                      <a:ext uri="{0D108BD9-81ED-4DB2-BD59-A6C34878D82A}">
                        <a16:rowId xmlns:a16="http://schemas.microsoft.com/office/drawing/2014/main" val="3967753705"/>
                      </a:ext>
                    </a:extLst>
                  </a:tr>
                  <a:tr h="370840">
                    <a:tc>
                      <a:txBody>
                        <a:bodyPr/>
                        <a:lstStyle/>
                        <a:p>
                          <a:endParaRPr lang="ru-RU"/>
                        </a:p>
                      </a:txBody>
                      <a:tcPr>
                        <a:blipFill>
                          <a:blip r:embed="rId5"/>
                          <a:stretch>
                            <a:fillRect l="-508" t="-109836" r="-503046" b="-24590"/>
                          </a:stretch>
                        </a:blipFill>
                      </a:tcPr>
                    </a:tc>
                    <a:tc>
                      <a:txBody>
                        <a:bodyPr/>
                        <a:lstStyle/>
                        <a:p>
                          <a:pPr algn="ctr"/>
                          <a:r>
                            <a:rPr lang="ru-RU" sz="1800" b="0" dirty="0">
                              <a:solidFill>
                                <a:schemeClr val="tx1"/>
                              </a:solidFill>
                            </a:rPr>
                            <a:t>0.3</a:t>
                          </a:r>
                        </a:p>
                      </a:txBody>
                      <a:tcPr/>
                    </a:tc>
                    <a:tc>
                      <a:txBody>
                        <a:bodyPr/>
                        <a:lstStyle/>
                        <a:p>
                          <a:endParaRPr lang="ru-RU"/>
                        </a:p>
                      </a:txBody>
                      <a:tcPr>
                        <a:blipFill>
                          <a:blip r:embed="rId5"/>
                          <a:stretch>
                            <a:fillRect l="-165919" t="-109836" r="-267265" b="-24590"/>
                          </a:stretch>
                        </a:blipFill>
                      </a:tcPr>
                    </a:tc>
                    <a:tc>
                      <a:txBody>
                        <a:bodyPr/>
                        <a:lstStyle/>
                        <a:p>
                          <a:endParaRPr lang="ru-RU"/>
                        </a:p>
                      </a:txBody>
                      <a:tcPr>
                        <a:blipFill>
                          <a:blip r:embed="rId5"/>
                          <a:stretch>
                            <a:fillRect l="-301015" t="-109836" r="-202538" b="-24590"/>
                          </a:stretch>
                        </a:blipFill>
                      </a:tcPr>
                    </a:tc>
                    <a:tc>
                      <a:txBody>
                        <a:bodyPr/>
                        <a:lstStyle/>
                        <a:p>
                          <a:endParaRPr lang="ru-RU"/>
                        </a:p>
                      </a:txBody>
                      <a:tcPr>
                        <a:blipFill>
                          <a:blip r:embed="rId5"/>
                          <a:stretch>
                            <a:fillRect l="-398990" t="-109836" r="-101515" b="-24590"/>
                          </a:stretch>
                        </a:blipFill>
                      </a:tcPr>
                    </a:tc>
                    <a:tc>
                      <a:txBody>
                        <a:bodyPr/>
                        <a:lstStyle/>
                        <a:p>
                          <a:endParaRPr lang="ru-RU"/>
                        </a:p>
                      </a:txBody>
                      <a:tcPr>
                        <a:blipFill>
                          <a:blip r:embed="rId5"/>
                          <a:stretch>
                            <a:fillRect l="-501523" t="-109836" r="-2030" b="-24590"/>
                          </a:stretch>
                        </a:blipFill>
                      </a:tcPr>
                    </a:tc>
                    <a:extLst>
                      <a:ext uri="{0D108BD9-81ED-4DB2-BD59-A6C34878D82A}">
                        <a16:rowId xmlns:a16="http://schemas.microsoft.com/office/drawing/2014/main" val="3359068169"/>
                      </a:ext>
                    </a:extLst>
                  </a:tr>
                </a:tbl>
              </a:graphicData>
            </a:graphic>
          </p:graphicFrame>
        </mc:Fallback>
      </mc:AlternateContent>
    </p:spTree>
    <p:extLst>
      <p:ext uri="{BB962C8B-B14F-4D97-AF65-F5344CB8AC3E}">
        <p14:creationId xmlns:p14="http://schemas.microsoft.com/office/powerpoint/2010/main" val="2583139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5">
            <a:extLst>
              <a:ext uri="{FF2B5EF4-FFF2-40B4-BE49-F238E27FC236}">
                <a16:creationId xmlns:a16="http://schemas.microsoft.com/office/drawing/2014/main" id="{7719CD73-D72E-BDAF-2924-F33F378666F0}"/>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Типы случайных величин</a:t>
            </a:r>
            <a:r>
              <a:rPr lang="en-US" sz="2400" b="1" dirty="0">
                <a:solidFill>
                  <a:schemeClr val="tx1"/>
                </a:solidFill>
              </a:rPr>
              <a:t>. </a:t>
            </a:r>
            <a:r>
              <a:rPr lang="ru-RU" sz="2400" b="1" dirty="0">
                <a:solidFill>
                  <a:schemeClr val="tx1"/>
                </a:solidFill>
              </a:rPr>
              <a:t>Функция плотности и распределения</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57F0D9-EB64-42A3-3A8D-087203562C46}"/>
                  </a:ext>
                </a:extLst>
              </p:cNvPr>
              <p:cNvSpPr txBox="1"/>
              <p:nvPr/>
            </p:nvSpPr>
            <p:spPr>
              <a:xfrm>
                <a:off x="0" y="419100"/>
                <a:ext cx="9144000" cy="1587166"/>
              </a:xfrm>
              <a:prstGeom prst="rect">
                <a:avLst/>
              </a:prstGeom>
              <a:noFill/>
            </p:spPr>
            <p:txBody>
              <a:bodyPr wrap="square" rtlCol="0">
                <a:spAutoFit/>
              </a:bodyPr>
              <a:lstStyle/>
              <a:p>
                <a:pPr algn="just"/>
                <a:r>
                  <a:rPr lang="ru-RU" b="1" dirty="0">
                    <a:solidFill>
                      <a:srgbClr val="3333FF"/>
                    </a:solidFill>
                  </a:rPr>
                  <a:t>Определение: </a:t>
                </a:r>
                <a:r>
                  <a:rPr lang="ru-RU" b="1" dirty="0">
                    <a:solidFill>
                      <a:srgbClr val="2B8911"/>
                    </a:solidFill>
                  </a:rPr>
                  <a:t>Непрерывная случайная величина </a:t>
                </a:r>
                <a:r>
                  <a:rPr lang="ru-RU" dirty="0"/>
                  <a:t>задается функцией плотности распределения. Т.е. некоторой неотрицательной функцией, такой, что вероятность попадания случайной величины  в некоторую область  может быть выражена через интеграл от плотности распределения:</a:t>
                </a:r>
              </a:p>
              <a:p>
                <a:pPr algn="ctr"/>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𝜉</m:t>
                        </m:r>
                        <m:r>
                          <a:rPr lang="ru-RU" b="0" i="1" smtClean="0">
                            <a:latin typeface="Cambria Math" panose="02040503050406030204" pitchFamily="18" charset="0"/>
                          </a:rPr>
                          <m:t>∈</m:t>
                        </m:r>
                        <m:r>
                          <a:rPr lang="en-US" b="0" i="1" smtClean="0">
                            <a:latin typeface="Cambria Math" panose="02040503050406030204" pitchFamily="18" charset="0"/>
                          </a:rPr>
                          <m:t>𝐵</m:t>
                        </m:r>
                      </m:e>
                    </m:d>
                    <m:r>
                      <a:rPr lang="en-US" b="0" i="1" smtClean="0">
                        <a:latin typeface="Cambria Math" panose="02040503050406030204" pitchFamily="18" charset="0"/>
                      </a:rPr>
                      <m:t>=</m:t>
                    </m:r>
                    <m:nary>
                      <m:naryPr>
                        <m:supHide m:val="on"/>
                        <m:ctrlPr>
                          <a:rPr lang="en-US" b="0" i="1" smtClean="0">
                            <a:latin typeface="Cambria Math" panose="02040503050406030204" pitchFamily="18" charset="0"/>
                          </a:rPr>
                        </m:ctrlPr>
                      </m:naryPr>
                      <m:sub>
                        <m:r>
                          <a:rPr lang="en-US" b="0" i="1" smtClean="0">
                            <a:latin typeface="Cambria Math" panose="02040503050406030204" pitchFamily="18" charset="0"/>
                          </a:rPr>
                          <m:t>𝐵</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e>
                    </m:nary>
                  </m:oMath>
                </a14:m>
                <a:r>
                  <a:rPr lang="ru-RU" dirty="0"/>
                  <a:t> или </a:t>
                </a:r>
                <a14:m>
                  <m:oMath xmlns:m="http://schemas.openxmlformats.org/officeDocument/2006/math">
                    <m:r>
                      <a:rPr lang="ru-RU" i="1">
                        <a:latin typeface="Cambria Math" panose="02040503050406030204" pitchFamily="18" charset="0"/>
                      </a:rPr>
                      <m:t>𝑃</m:t>
                    </m:r>
                    <m:r>
                      <m:rPr>
                        <m:lit/>
                      </m:rPr>
                      <a:rPr lang="ru-RU" i="1">
                        <a:latin typeface="Cambria Math" panose="02040503050406030204" pitchFamily="18" charset="0"/>
                      </a:rPr>
                      <m:t>{</m:t>
                    </m:r>
                    <m:r>
                      <a:rPr lang="ru-RU" i="1">
                        <a:latin typeface="Cambria Math" panose="02040503050406030204" pitchFamily="18" charset="0"/>
                      </a:rPr>
                      <m:t>𝑎</m:t>
                    </m:r>
                    <m:r>
                      <a:rPr lang="ru-RU">
                        <a:latin typeface="Cambria Math" panose="02040503050406030204" pitchFamily="18" charset="0"/>
                      </a:rPr>
                      <m:t>≤</m:t>
                    </m:r>
                    <m:r>
                      <m:rPr>
                        <m:sty m:val="p"/>
                      </m:rPr>
                      <a:rPr lang="ru-RU">
                        <a:latin typeface="Cambria Math" panose="02040503050406030204" pitchFamily="18" charset="0"/>
                      </a:rPr>
                      <m:t>ξ</m:t>
                    </m:r>
                    <m:r>
                      <a:rPr lang="ru-RU" i="1">
                        <a:latin typeface="Cambria Math" panose="02040503050406030204" pitchFamily="18" charset="0"/>
                      </a:rPr>
                      <m:t>&lt;</m:t>
                    </m:r>
                    <m:r>
                      <a:rPr lang="ru-RU" i="1">
                        <a:latin typeface="Cambria Math" panose="02040503050406030204" pitchFamily="18" charset="0"/>
                      </a:rPr>
                      <m:t>𝑏</m:t>
                    </m:r>
                    <m:r>
                      <m:rPr>
                        <m:lit/>
                      </m:rPr>
                      <a:rPr lang="ru-RU" i="1">
                        <a:latin typeface="Cambria Math" panose="02040503050406030204" pitchFamily="18" charset="0"/>
                      </a:rPr>
                      <m:t>}</m:t>
                    </m:r>
                    <m:r>
                      <a:rPr lang="ru-RU" i="1">
                        <a:latin typeface="Cambria Math" panose="02040503050406030204" pitchFamily="18" charset="0"/>
                      </a:rPr>
                      <m:t>=</m:t>
                    </m:r>
                    <m:nary>
                      <m:naryPr>
                        <m:ctrlPr>
                          <a:rPr lang="ru-RU" i="1">
                            <a:latin typeface="Cambria Math" panose="02040503050406030204" pitchFamily="18" charset="0"/>
                          </a:rPr>
                        </m:ctrlPr>
                      </m:naryPr>
                      <m:sub>
                        <m:r>
                          <a:rPr lang="ru-RU" i="1">
                            <a:latin typeface="Cambria Math" panose="02040503050406030204" pitchFamily="18" charset="0"/>
                          </a:rPr>
                          <m:t>𝑎</m:t>
                        </m:r>
                      </m:sub>
                      <m:sup>
                        <m:r>
                          <a:rPr lang="ru-RU" i="1">
                            <a:latin typeface="Cambria Math" panose="02040503050406030204" pitchFamily="18" charset="0"/>
                          </a:rPr>
                          <m:t>𝑏</m:t>
                        </m:r>
                      </m:sup>
                      <m:e>
                        <m:sSub>
                          <m:sSubPr>
                            <m:ctrlPr>
                              <a:rPr lang="ru-RU" i="1">
                                <a:latin typeface="Cambria Math" panose="02040503050406030204" pitchFamily="18" charset="0"/>
                              </a:rPr>
                            </m:ctrlPr>
                          </m:sSubPr>
                          <m:e>
                            <m:r>
                              <a:rPr lang="ru-RU" i="1">
                                <a:latin typeface="Cambria Math" panose="02040503050406030204" pitchFamily="18" charset="0"/>
                              </a:rPr>
                              <m:t>𝑝</m:t>
                            </m:r>
                          </m:e>
                          <m:sub>
                            <m:r>
                              <m:rPr>
                                <m:sty m:val="p"/>
                              </m:rPr>
                              <a:rPr lang="ru-RU">
                                <a:latin typeface="Cambria Math" panose="02040503050406030204" pitchFamily="18" charset="0"/>
                              </a:rPr>
                              <m:t>ξ</m:t>
                            </m:r>
                          </m:sub>
                        </m:sSub>
                        <m:d>
                          <m:dPr>
                            <m:ctrlPr>
                              <a:rPr lang="ru-RU" i="1">
                                <a:latin typeface="Cambria Math" panose="02040503050406030204" pitchFamily="18" charset="0"/>
                              </a:rPr>
                            </m:ctrlPr>
                          </m:dPr>
                          <m:e>
                            <m:r>
                              <a:rPr lang="ru-RU" i="1">
                                <a:latin typeface="Cambria Math" panose="02040503050406030204" pitchFamily="18" charset="0"/>
                              </a:rPr>
                              <m:t>𝑥</m:t>
                            </m:r>
                          </m:e>
                        </m:d>
                      </m:e>
                    </m:nary>
                    <m:r>
                      <a:rPr lang="ru-RU" i="1">
                        <a:latin typeface="Cambria Math" panose="02040503050406030204" pitchFamily="18" charset="0"/>
                      </a:rPr>
                      <m:t> </m:t>
                    </m:r>
                    <m:r>
                      <a:rPr lang="ru-RU" i="1">
                        <a:latin typeface="Cambria Math" panose="02040503050406030204" pitchFamily="18" charset="0"/>
                      </a:rPr>
                      <m:t>𝑑𝑥</m:t>
                    </m:r>
                  </m:oMath>
                </a14:m>
                <a:endParaRPr lang="ru-RU" dirty="0"/>
              </a:p>
            </p:txBody>
          </p:sp>
        </mc:Choice>
        <mc:Fallback xmlns="">
          <p:sp>
            <p:nvSpPr>
              <p:cNvPr id="6" name="TextBox 5">
                <a:extLst>
                  <a:ext uri="{FF2B5EF4-FFF2-40B4-BE49-F238E27FC236}">
                    <a16:creationId xmlns:a16="http://schemas.microsoft.com/office/drawing/2014/main" id="{F657F0D9-EB64-42A3-3A8D-087203562C46}"/>
                  </a:ext>
                </a:extLst>
              </p:cNvPr>
              <p:cNvSpPr txBox="1">
                <a:spLocks noRot="1" noChangeAspect="1" noMove="1" noResize="1" noEditPoints="1" noAdjustHandles="1" noChangeArrowheads="1" noChangeShapeType="1" noTextEdit="1"/>
              </p:cNvSpPr>
              <p:nvPr/>
            </p:nvSpPr>
            <p:spPr>
              <a:xfrm>
                <a:off x="0" y="419100"/>
                <a:ext cx="9144000" cy="1587166"/>
              </a:xfrm>
              <a:prstGeom prst="rect">
                <a:avLst/>
              </a:prstGeom>
              <a:blipFill>
                <a:blip r:embed="rId3"/>
                <a:stretch>
                  <a:fillRect l="-533" t="-2308" r="-533" b="-49615"/>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423FE93-E7EB-478D-ACFB-767E881DE498}"/>
                  </a:ext>
                </a:extLst>
              </p:cNvPr>
              <p:cNvSpPr txBox="1"/>
              <p:nvPr/>
            </p:nvSpPr>
            <p:spPr>
              <a:xfrm>
                <a:off x="0" y="2185802"/>
                <a:ext cx="9144000" cy="2332818"/>
              </a:xfrm>
              <a:prstGeom prst="rect">
                <a:avLst/>
              </a:prstGeom>
              <a:noFill/>
            </p:spPr>
            <p:txBody>
              <a:bodyPr wrap="square" rtlCol="0">
                <a:spAutoFit/>
              </a:bodyPr>
              <a:lstStyle/>
              <a:p>
                <a:pPr algn="just"/>
                <a:r>
                  <a:rPr lang="ru-RU" dirty="0"/>
                  <a:t>Таким образом дискретная случайная величина задана законом распределения, а непрерывная – плотностью распределения. Общим для каждого типа случайных величин является </a:t>
                </a:r>
                <a:r>
                  <a:rPr lang="ru-RU" b="1" dirty="0">
                    <a:solidFill>
                      <a:srgbClr val="2B8911"/>
                    </a:solidFill>
                  </a:rPr>
                  <a:t>функция распределения</a:t>
                </a:r>
                <a:r>
                  <a:rPr lang="ru-RU" dirty="0"/>
                  <a:t>.</a:t>
                </a:r>
              </a:p>
              <a:p>
                <a:pPr algn="just"/>
                <a:endParaRPr lang="ru-RU" dirty="0"/>
              </a:p>
              <a:p>
                <a:pPr algn="just"/>
                <a:r>
                  <a:rPr lang="ru-RU" b="1" dirty="0">
                    <a:solidFill>
                      <a:srgbClr val="3333FF"/>
                    </a:solidFill>
                  </a:rPr>
                  <a:t>Определение: </a:t>
                </a:r>
                <a:r>
                  <a:rPr lang="ru-RU" b="1" dirty="0">
                    <a:solidFill>
                      <a:srgbClr val="2B8911"/>
                    </a:solidFill>
                  </a:rPr>
                  <a:t>Функция распределения </a:t>
                </a:r>
                <a:r>
                  <a:rPr lang="ru-RU" dirty="0"/>
                  <a:t>показывает вероятность того, что случайная величина приняла значение меньше заданного </a:t>
                </a:r>
                <a14:m>
                  <m:oMath xmlns:m="http://schemas.openxmlformats.org/officeDocument/2006/math">
                    <m:r>
                      <a:rPr lang="en-US" b="0" i="1" smtClean="0">
                        <a:latin typeface="Cambria Math" panose="02040503050406030204" pitchFamily="18" charset="0"/>
                      </a:rPr>
                      <m:t>𝑥</m:t>
                    </m:r>
                  </m:oMath>
                </a14:m>
                <a:r>
                  <a:rPr lang="en-US" dirty="0"/>
                  <a:t>.</a:t>
                </a:r>
                <a:r>
                  <a:rPr lang="ru-RU" dirty="0"/>
                  <a:t> </a:t>
                </a:r>
              </a:p>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𝜔</m:t>
                    </m:r>
                    <m:r>
                      <a:rPr lang="en-US" b="0" i="1" smtClean="0">
                        <a:latin typeface="Cambria Math" panose="02040503050406030204" pitchFamily="18" charset="0"/>
                      </a:rPr>
                      <m:t>:</m:t>
                    </m:r>
                    <m:r>
                      <a:rPr lang="en-US" b="0" i="1" smtClean="0">
                        <a:latin typeface="Cambria Math" panose="02040503050406030204" pitchFamily="18" charset="0"/>
                      </a:rPr>
                      <m:t>𝜉</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&lt;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a:t>
                </a:r>
                <a:r>
                  <a:rPr lang="ru-RU" dirty="0"/>
                  <a:t>где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𝜔</m:t>
                    </m:r>
                    <m:r>
                      <a:rPr lang="en-US" i="1">
                        <a:latin typeface="Cambria Math" panose="02040503050406030204" pitchFamily="18" charset="0"/>
                      </a:rPr>
                      <m:t>:</m:t>
                    </m:r>
                    <m:r>
                      <a:rPr lang="en-US" i="1">
                        <a:latin typeface="Cambria Math" panose="02040503050406030204" pitchFamily="18" charset="0"/>
                      </a:rPr>
                      <m:t>𝜉</m:t>
                    </m:r>
                    <m:d>
                      <m:dPr>
                        <m:ctrlPr>
                          <a:rPr lang="en-US" i="1">
                            <a:latin typeface="Cambria Math" panose="02040503050406030204" pitchFamily="18" charset="0"/>
                          </a:rPr>
                        </m:ctrlPr>
                      </m:dPr>
                      <m:e>
                        <m:r>
                          <a:rPr lang="en-US" i="1">
                            <a:latin typeface="Cambria Math" panose="02040503050406030204" pitchFamily="18" charset="0"/>
                          </a:rPr>
                          <m:t>𝜔</m:t>
                        </m:r>
                      </m:e>
                    </m:d>
                    <m:r>
                      <a:rPr lang="en-US" i="1">
                        <a:latin typeface="Cambria Math" panose="02040503050406030204" pitchFamily="18" charset="0"/>
                      </a:rPr>
                      <m:t>&lt;</m:t>
                    </m:r>
                    <m:r>
                      <a:rPr lang="en-US" i="1">
                        <a:latin typeface="Cambria Math" panose="02040503050406030204" pitchFamily="18" charset="0"/>
                      </a:rPr>
                      <m:t>𝑥</m:t>
                    </m:r>
                    <m:r>
                      <a:rPr lang="en-US" i="1">
                        <a:latin typeface="Cambria Math" panose="02040503050406030204" pitchFamily="18" charset="0"/>
                      </a:rPr>
                      <m:t>}</m:t>
                    </m:r>
                  </m:oMath>
                </a14:m>
                <a:r>
                  <a:rPr lang="ru-RU" dirty="0"/>
                  <a:t> – множество всех исходов </a:t>
                </a:r>
                <a14:m>
                  <m:oMath xmlns:m="http://schemas.openxmlformats.org/officeDocument/2006/math">
                    <m:r>
                      <a:rPr lang="en-US" i="1">
                        <a:latin typeface="Cambria Math" panose="02040503050406030204" pitchFamily="18" charset="0"/>
                      </a:rPr>
                      <m:t>𝜔</m:t>
                    </m:r>
                  </m:oMath>
                </a14:m>
                <a:r>
                  <a:rPr lang="ru-RU" dirty="0"/>
                  <a:t> из  пространства элементарных событий </a:t>
                </a:r>
                <a14:m>
                  <m:oMath xmlns:m="http://schemas.openxmlformats.org/officeDocument/2006/math">
                    <m:r>
                      <m:rPr>
                        <m:sty m:val="p"/>
                      </m:rPr>
                      <a:rPr lang="en-US" b="0" i="0" smtClean="0">
                        <a:latin typeface="Cambria Math" panose="02040503050406030204" pitchFamily="18" charset="0"/>
                      </a:rPr>
                      <m:t>Ω</m:t>
                    </m:r>
                  </m:oMath>
                </a14:m>
                <a:r>
                  <a:rPr lang="en-US" dirty="0"/>
                  <a:t>, </a:t>
                </a:r>
                <a:r>
                  <a:rPr lang="ru-RU" dirty="0"/>
                  <a:t>для которых </a:t>
                </a:r>
                <a14:m>
                  <m:oMath xmlns:m="http://schemas.openxmlformats.org/officeDocument/2006/math">
                    <m:r>
                      <a:rPr lang="en-US" i="1">
                        <a:latin typeface="Cambria Math" panose="02040503050406030204" pitchFamily="18" charset="0"/>
                      </a:rPr>
                      <m:t>𝜉</m:t>
                    </m:r>
                    <m:d>
                      <m:dPr>
                        <m:ctrlPr>
                          <a:rPr lang="en-US" i="1">
                            <a:latin typeface="Cambria Math" panose="02040503050406030204" pitchFamily="18" charset="0"/>
                          </a:rPr>
                        </m:ctrlPr>
                      </m:dPr>
                      <m:e>
                        <m:r>
                          <a:rPr lang="en-US" i="1">
                            <a:latin typeface="Cambria Math" panose="02040503050406030204" pitchFamily="18" charset="0"/>
                          </a:rPr>
                          <m:t>𝜔</m:t>
                        </m:r>
                      </m:e>
                    </m:d>
                    <m:r>
                      <a:rPr lang="en-US" i="1">
                        <a:latin typeface="Cambria Math" panose="02040503050406030204" pitchFamily="18" charset="0"/>
                      </a:rPr>
                      <m:t>&lt;</m:t>
                    </m:r>
                    <m:r>
                      <a:rPr lang="en-US" i="1">
                        <a:latin typeface="Cambria Math" panose="02040503050406030204" pitchFamily="18" charset="0"/>
                      </a:rPr>
                      <m:t>𝑥</m:t>
                    </m:r>
                  </m:oMath>
                </a14:m>
                <a:endParaRPr lang="ru-RU" dirty="0"/>
              </a:p>
            </p:txBody>
          </p:sp>
        </mc:Choice>
        <mc:Fallback xmlns="">
          <p:sp>
            <p:nvSpPr>
              <p:cNvPr id="7" name="TextBox 6">
                <a:extLst>
                  <a:ext uri="{FF2B5EF4-FFF2-40B4-BE49-F238E27FC236}">
                    <a16:creationId xmlns:a16="http://schemas.microsoft.com/office/drawing/2014/main" id="{1423FE93-E7EB-478D-ACFB-767E881DE498}"/>
                  </a:ext>
                </a:extLst>
              </p:cNvPr>
              <p:cNvSpPr txBox="1">
                <a:spLocks noRot="1" noChangeAspect="1" noMove="1" noResize="1" noEditPoints="1" noAdjustHandles="1" noChangeArrowheads="1" noChangeShapeType="1" noTextEdit="1"/>
              </p:cNvSpPr>
              <p:nvPr/>
            </p:nvSpPr>
            <p:spPr>
              <a:xfrm>
                <a:off x="0" y="2185802"/>
                <a:ext cx="9144000" cy="2332818"/>
              </a:xfrm>
              <a:prstGeom prst="rect">
                <a:avLst/>
              </a:prstGeom>
              <a:blipFill>
                <a:blip r:embed="rId4"/>
                <a:stretch>
                  <a:fillRect l="-533" t="-1571" r="-533" b="-3403"/>
                </a:stretch>
              </a:blipFill>
            </p:spPr>
            <p:txBody>
              <a:bodyPr/>
              <a:lstStyle/>
              <a:p>
                <a:r>
                  <a:rPr lang="ru-RU">
                    <a:noFill/>
                  </a:rPr>
                  <a:t> </a:t>
                </a:r>
              </a:p>
            </p:txBody>
          </p:sp>
        </mc:Fallback>
      </mc:AlternateContent>
      <p:sp>
        <p:nvSpPr>
          <p:cNvPr id="8" name="Номер слайда 1">
            <a:extLst>
              <a:ext uri="{FF2B5EF4-FFF2-40B4-BE49-F238E27FC236}">
                <a16:creationId xmlns:a16="http://schemas.microsoft.com/office/drawing/2014/main" id="{BC88A627-ADE1-30F2-40AD-0380BBC4A4BA}"/>
              </a:ext>
            </a:extLst>
          </p:cNvPr>
          <p:cNvSpPr>
            <a:spLocks noGrp="1"/>
          </p:cNvSpPr>
          <p:nvPr>
            <p:ph type="sldNum" sz="quarter" idx="12"/>
          </p:nvPr>
        </p:nvSpPr>
        <p:spPr>
          <a:xfrm>
            <a:off x="7086600" y="6454582"/>
            <a:ext cx="2057400" cy="365125"/>
          </a:xfrm>
        </p:spPr>
        <p:txBody>
          <a:body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t>5</a:t>
            </a:fld>
            <a:endParaRPr lang="ru-RU" sz="1100" dirty="0">
              <a:solidFill>
                <a:srgbClr val="0070C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639F0DE-B0FB-4BE8-E3F7-0D1EC1C10E2D}"/>
                  </a:ext>
                </a:extLst>
              </p:cNvPr>
              <p:cNvSpPr txBox="1"/>
              <p:nvPr/>
            </p:nvSpPr>
            <p:spPr>
              <a:xfrm>
                <a:off x="0" y="4620220"/>
                <a:ext cx="9144000" cy="646331"/>
              </a:xfrm>
              <a:prstGeom prst="rect">
                <a:avLst/>
              </a:prstGeom>
              <a:noFill/>
            </p:spPr>
            <p:txBody>
              <a:bodyPr wrap="square">
                <a:spAutoFit/>
              </a:bodyPr>
              <a:lstStyle/>
              <a:p>
                <a:pPr algn="just"/>
                <a:r>
                  <a:rPr lang="ru-RU" b="1" dirty="0">
                    <a:solidFill>
                      <a:srgbClr val="FB2D2D"/>
                    </a:solidFill>
                  </a:rPr>
                  <a:t>Пример</a:t>
                </a:r>
                <a:r>
                  <a:rPr lang="ru-RU" dirty="0"/>
                  <a:t>: Рассмотрим процесс подбрасывания игральной кости, где </a:t>
                </a:r>
                <a14:m>
                  <m:oMath xmlns:m="http://schemas.openxmlformats.org/officeDocument/2006/math">
                    <m:r>
                      <a:rPr lang="en-US" i="1">
                        <a:latin typeface="Cambria Math" panose="02040503050406030204" pitchFamily="18" charset="0"/>
                      </a:rPr>
                      <m:t>𝜉</m:t>
                    </m:r>
                  </m:oMath>
                </a14:m>
                <a:r>
                  <a:rPr lang="ru-RU" dirty="0"/>
                  <a:t> – результат броска  </a:t>
                </a:r>
                <a:r>
                  <a:rPr lang="en-US" dirty="0"/>
                  <a:t>{1, 2, 3, 4, 5, 6}.</a:t>
                </a:r>
                <a:r>
                  <a:rPr lang="ru-RU" dirty="0"/>
                  <a:t> Тогда функция распределения будет выглядеть согласно таблице.   </a:t>
                </a:r>
              </a:p>
            </p:txBody>
          </p:sp>
        </mc:Choice>
        <mc:Fallback xmlns="">
          <p:sp>
            <p:nvSpPr>
              <p:cNvPr id="9" name="TextBox 8">
                <a:extLst>
                  <a:ext uri="{FF2B5EF4-FFF2-40B4-BE49-F238E27FC236}">
                    <a16:creationId xmlns:a16="http://schemas.microsoft.com/office/drawing/2014/main" id="{6639F0DE-B0FB-4BE8-E3F7-0D1EC1C10E2D}"/>
                  </a:ext>
                </a:extLst>
              </p:cNvPr>
              <p:cNvSpPr txBox="1">
                <a:spLocks noRot="1" noChangeAspect="1" noMove="1" noResize="1" noEditPoints="1" noAdjustHandles="1" noChangeArrowheads="1" noChangeShapeType="1" noTextEdit="1"/>
              </p:cNvSpPr>
              <p:nvPr/>
            </p:nvSpPr>
            <p:spPr>
              <a:xfrm>
                <a:off x="0" y="4620220"/>
                <a:ext cx="9144000" cy="646331"/>
              </a:xfrm>
              <a:prstGeom prst="rect">
                <a:avLst/>
              </a:prstGeom>
              <a:blipFill>
                <a:blip r:embed="rId5"/>
                <a:stretch>
                  <a:fillRect l="-533" t="-5660" r="-533" b="-1415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graphicFrame>
            <p:nvGraphicFramePr>
              <p:cNvPr id="10" name="Таблица 9">
                <a:extLst>
                  <a:ext uri="{FF2B5EF4-FFF2-40B4-BE49-F238E27FC236}">
                    <a16:creationId xmlns:a16="http://schemas.microsoft.com/office/drawing/2014/main" id="{4AC10560-58C5-84E6-BFA7-BFD5041CE6F2}"/>
                  </a:ext>
                </a:extLst>
              </p:cNvPr>
              <p:cNvGraphicFramePr>
                <a:graphicFrameLocks noGrp="1"/>
              </p:cNvGraphicFramePr>
              <p:nvPr>
                <p:extLst>
                  <p:ext uri="{D42A27DB-BD31-4B8C-83A1-F6EECF244321}">
                    <p14:modId xmlns:p14="http://schemas.microsoft.com/office/powerpoint/2010/main" val="676450020"/>
                  </p:ext>
                </p:extLst>
              </p:nvPr>
            </p:nvGraphicFramePr>
            <p:xfrm>
              <a:off x="190501" y="5368151"/>
              <a:ext cx="8762997" cy="1030097"/>
            </p:xfrm>
            <a:graphic>
              <a:graphicData uri="http://schemas.openxmlformats.org/drawingml/2006/table">
                <a:tbl>
                  <a:tblPr firstRow="1" bandRow="1">
                    <a:tableStyleId>{5C22544A-7EE6-4342-B048-85BDC9FD1C3A}</a:tableStyleId>
                  </a:tblPr>
                  <a:tblGrid>
                    <a:gridCol w="1251857">
                      <a:extLst>
                        <a:ext uri="{9D8B030D-6E8A-4147-A177-3AD203B41FA5}">
                          <a16:colId xmlns:a16="http://schemas.microsoft.com/office/drawing/2014/main" val="1875272433"/>
                        </a:ext>
                      </a:extLst>
                    </a:gridCol>
                    <a:gridCol w="1089644">
                      <a:extLst>
                        <a:ext uri="{9D8B030D-6E8A-4147-A177-3AD203B41FA5}">
                          <a16:colId xmlns:a16="http://schemas.microsoft.com/office/drawing/2014/main" val="291913351"/>
                        </a:ext>
                      </a:extLst>
                    </a:gridCol>
                    <a:gridCol w="1414068">
                      <a:extLst>
                        <a:ext uri="{9D8B030D-6E8A-4147-A177-3AD203B41FA5}">
                          <a16:colId xmlns:a16="http://schemas.microsoft.com/office/drawing/2014/main" val="1891886500"/>
                        </a:ext>
                      </a:extLst>
                    </a:gridCol>
                    <a:gridCol w="1251857">
                      <a:extLst>
                        <a:ext uri="{9D8B030D-6E8A-4147-A177-3AD203B41FA5}">
                          <a16:colId xmlns:a16="http://schemas.microsoft.com/office/drawing/2014/main" val="3076331128"/>
                        </a:ext>
                      </a:extLst>
                    </a:gridCol>
                    <a:gridCol w="1251857">
                      <a:extLst>
                        <a:ext uri="{9D8B030D-6E8A-4147-A177-3AD203B41FA5}">
                          <a16:colId xmlns:a16="http://schemas.microsoft.com/office/drawing/2014/main" val="1318434579"/>
                        </a:ext>
                      </a:extLst>
                    </a:gridCol>
                    <a:gridCol w="1251857">
                      <a:extLst>
                        <a:ext uri="{9D8B030D-6E8A-4147-A177-3AD203B41FA5}">
                          <a16:colId xmlns:a16="http://schemas.microsoft.com/office/drawing/2014/main" val="489448077"/>
                        </a:ext>
                      </a:extLst>
                    </a:gridCol>
                    <a:gridCol w="1251857">
                      <a:extLst>
                        <a:ext uri="{9D8B030D-6E8A-4147-A177-3AD203B41FA5}">
                          <a16:colId xmlns:a16="http://schemas.microsoft.com/office/drawing/2014/main" val="3230683855"/>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𝑥</m:t>
                                </m:r>
                              </m:oMath>
                            </m:oMathPara>
                          </a14:m>
                          <a:endParaRPr lang="ru-RU" sz="1800" b="0" dirty="0">
                            <a:solidFill>
                              <a:schemeClr val="tx1"/>
                            </a:solidFill>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𝑥</m:t>
                                </m:r>
                                <m:r>
                                  <a:rPr lang="en-US" sz="1800" b="0" i="1" smtClean="0">
                                    <a:solidFill>
                                      <a:schemeClr val="tx1"/>
                                    </a:solidFill>
                                    <a:latin typeface="Cambria Math" panose="02040503050406030204" pitchFamily="18" charset="0"/>
                                  </a:rPr>
                                  <m:t>≤</m:t>
                                </m:r>
                                <m:r>
                                  <a:rPr lang="en-US" sz="1800" b="0" i="0" smtClean="0">
                                    <a:solidFill>
                                      <a:schemeClr val="tx1"/>
                                    </a:solidFill>
                                    <a:latin typeface="Cambria Math" panose="02040503050406030204" pitchFamily="18" charset="0"/>
                                  </a:rPr>
                                  <m:t>1</m:t>
                                </m:r>
                              </m:oMath>
                            </m:oMathPara>
                          </a14:m>
                          <a:endParaRPr lang="ru-RU" sz="1800" b="0" dirty="0">
                            <a:solidFill>
                              <a:schemeClr val="tx1"/>
                            </a:solidFill>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1&lt;</m:t>
                                </m:r>
                                <m:r>
                                  <a:rPr lang="en-US" sz="1800" b="0" i="1" smtClean="0">
                                    <a:solidFill>
                                      <a:schemeClr val="tx1"/>
                                    </a:solidFill>
                                    <a:latin typeface="Cambria Math" panose="02040503050406030204" pitchFamily="18" charset="0"/>
                                  </a:rPr>
                                  <m:t>𝑥</m:t>
                                </m:r>
                                <m:r>
                                  <a:rPr lang="en-US" sz="1800" b="0" i="1" smtClean="0">
                                    <a:solidFill>
                                      <a:schemeClr val="tx1"/>
                                    </a:solidFill>
                                    <a:latin typeface="Cambria Math" panose="02040503050406030204" pitchFamily="18" charset="0"/>
                                  </a:rPr>
                                  <m:t>≤</m:t>
                                </m:r>
                                <m:r>
                                  <a:rPr lang="en-US" sz="1800" b="0" i="0" smtClean="0">
                                    <a:solidFill>
                                      <a:schemeClr val="tx1"/>
                                    </a:solidFill>
                                    <a:latin typeface="Cambria Math" panose="02040503050406030204" pitchFamily="18" charset="0"/>
                                  </a:rPr>
                                  <m:t>2</m:t>
                                </m:r>
                              </m:oMath>
                            </m:oMathPara>
                          </a14:m>
                          <a:endParaRPr lang="ru-RU" sz="1800" b="0" dirty="0">
                            <a:solidFill>
                              <a:schemeClr val="tx1"/>
                            </a:solidFill>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2&lt;</m:t>
                                </m:r>
                                <m:r>
                                  <a:rPr lang="en-US" sz="1800" b="0" i="1" smtClean="0">
                                    <a:solidFill>
                                      <a:schemeClr val="tx1"/>
                                    </a:solidFill>
                                    <a:latin typeface="Cambria Math" panose="02040503050406030204" pitchFamily="18" charset="0"/>
                                  </a:rPr>
                                  <m:t>𝑥</m:t>
                                </m:r>
                                <m:r>
                                  <a:rPr lang="en-US" sz="1800" b="0" i="1" smtClean="0">
                                    <a:solidFill>
                                      <a:schemeClr val="tx1"/>
                                    </a:solidFill>
                                    <a:latin typeface="Cambria Math" panose="02040503050406030204" pitchFamily="18" charset="0"/>
                                  </a:rPr>
                                  <m:t>≤</m:t>
                                </m:r>
                                <m:r>
                                  <a:rPr lang="en-US" sz="1800" b="0" i="0" smtClean="0">
                                    <a:solidFill>
                                      <a:schemeClr val="tx1"/>
                                    </a:solidFill>
                                    <a:latin typeface="Cambria Math" panose="02040503050406030204" pitchFamily="18" charset="0"/>
                                  </a:rPr>
                                  <m:t>3</m:t>
                                </m:r>
                              </m:oMath>
                            </m:oMathPara>
                          </a14:m>
                          <a:endParaRPr lang="ru-RU" sz="1800" b="0" dirty="0">
                            <a:solidFill>
                              <a:schemeClr val="tx1"/>
                            </a:solidFill>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3&lt;</m:t>
                                </m:r>
                                <m:r>
                                  <a:rPr lang="en-US" sz="1800" b="0" i="1" smtClean="0">
                                    <a:solidFill>
                                      <a:schemeClr val="tx1"/>
                                    </a:solidFill>
                                    <a:latin typeface="Cambria Math" panose="02040503050406030204" pitchFamily="18" charset="0"/>
                                  </a:rPr>
                                  <m:t>𝑥</m:t>
                                </m:r>
                                <m:r>
                                  <a:rPr lang="en-US" sz="1800" b="0" i="1" smtClean="0">
                                    <a:solidFill>
                                      <a:schemeClr val="tx1"/>
                                    </a:solidFill>
                                    <a:latin typeface="Cambria Math" panose="02040503050406030204" pitchFamily="18" charset="0"/>
                                  </a:rPr>
                                  <m:t>≤</m:t>
                                </m:r>
                                <m:r>
                                  <a:rPr lang="en-US" sz="1800" b="0" i="0" smtClean="0">
                                    <a:solidFill>
                                      <a:schemeClr val="tx1"/>
                                    </a:solidFill>
                                    <a:latin typeface="Cambria Math" panose="02040503050406030204" pitchFamily="18" charset="0"/>
                                  </a:rPr>
                                  <m:t>4</m:t>
                                </m:r>
                              </m:oMath>
                            </m:oMathPara>
                          </a14:m>
                          <a:endParaRPr lang="ru-RU" sz="1800" b="0" dirty="0">
                            <a:solidFill>
                              <a:schemeClr val="tx1"/>
                            </a:solidFill>
                          </a:endParaRPr>
                        </a:p>
                        <a:p>
                          <a:pPr algn="ctr"/>
                          <a:endParaRPr lang="ru-RU" sz="1800" b="0" dirty="0">
                            <a:solidFill>
                              <a:schemeClr val="tx1"/>
                            </a:solidFill>
                          </a:endParaRPr>
                        </a:p>
                      </a:txBody>
                      <a:tcPr/>
                    </a:tc>
                    <a:tc>
                      <a:txBody>
                        <a:bodyPr/>
                        <a:lstStyle/>
                        <a:p>
                          <a:pPr algn="ctr"/>
                          <a:r>
                            <a:rPr lang="en-US" sz="1800" b="0" dirty="0">
                              <a:solidFill>
                                <a:schemeClr val="tx1"/>
                              </a:solidFill>
                            </a:rPr>
                            <a:t>….</a:t>
                          </a:r>
                          <a:endParaRPr lang="ru-RU" sz="1800" b="0" dirty="0">
                            <a:solidFill>
                              <a:schemeClr val="tx1"/>
                            </a:solidFill>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1800" b="0" i="0" smtClean="0">
                                    <a:solidFill>
                                      <a:schemeClr val="tx1"/>
                                    </a:solidFill>
                                    <a:latin typeface="Cambria Math" panose="02040503050406030204" pitchFamily="18" charset="0"/>
                                  </a:rPr>
                                  <m:t>x</m:t>
                                </m:r>
                                <m:r>
                                  <a:rPr lang="en-US" sz="1800" b="0" i="0" smtClean="0">
                                    <a:solidFill>
                                      <a:schemeClr val="tx1"/>
                                    </a:solidFill>
                                    <a:latin typeface="Cambria Math" panose="02040503050406030204" pitchFamily="18" charset="0"/>
                                  </a:rPr>
                                  <m:t>&gt;6</m:t>
                                </m:r>
                              </m:oMath>
                            </m:oMathPara>
                          </a14:m>
                          <a:endParaRPr lang="ru-RU" sz="1800" b="0" dirty="0">
                            <a:solidFill>
                              <a:schemeClr val="tx1"/>
                            </a:solidFill>
                          </a:endParaRPr>
                        </a:p>
                        <a:p>
                          <a:pPr algn="ctr"/>
                          <a:endParaRPr lang="ru-RU" sz="1800" b="0" dirty="0">
                            <a:solidFill>
                              <a:schemeClr val="tx1"/>
                            </a:solidFill>
                          </a:endParaRPr>
                        </a:p>
                      </a:txBody>
                      <a:tcPr/>
                    </a:tc>
                    <a:extLst>
                      <a:ext uri="{0D108BD9-81ED-4DB2-BD59-A6C34878D82A}">
                        <a16:rowId xmlns:a16="http://schemas.microsoft.com/office/drawing/2014/main" val="396775370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b="0" i="1" smtClean="0">
                                        <a:latin typeface="Cambria Math" panose="02040503050406030204" pitchFamily="18" charset="0"/>
                                      </a:rPr>
                                      <m:t>𝜉</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oMath>
                            </m:oMathPara>
                          </a14:m>
                          <a:endParaRPr lang="ru-RU" sz="1800" b="0" dirty="0">
                            <a:solidFill>
                              <a:schemeClr val="tx1"/>
                            </a:solidFill>
                          </a:endParaRPr>
                        </a:p>
                      </a:txBody>
                      <a:tcPr/>
                    </a:tc>
                    <a:tc>
                      <a:txBody>
                        <a:bodyPr/>
                        <a:lstStyle/>
                        <a:p>
                          <a:pPr algn="ctr"/>
                          <a:r>
                            <a:rPr lang="en-US" sz="1800" b="0" dirty="0">
                              <a:solidFill>
                                <a:schemeClr val="tx1"/>
                              </a:solidFill>
                            </a:rPr>
                            <a:t>0</a:t>
                          </a:r>
                          <a:endParaRPr lang="ru-RU" sz="1800" b="0"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rPr>
                                  <m:t>1/6</m:t>
                                </m:r>
                              </m:oMath>
                            </m:oMathPara>
                          </a14:m>
                          <a:endParaRPr lang="ru-RU" sz="1800" b="0" dirty="0">
                            <a:solidFill>
                              <a:schemeClr val="tx1"/>
                            </a:solidFill>
                          </a:endParaRPr>
                        </a:p>
                      </a:txBody>
                      <a:tcPr/>
                    </a:tc>
                    <a:tc>
                      <a:txBody>
                        <a:bodyPr/>
                        <a:lstStyle/>
                        <a:p>
                          <a:pPr marL="0" indent="0" algn="just">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2</m:t>
                                </m:r>
                                <m:r>
                                  <a:rPr lang="en-US" sz="1800" b="0" i="1" dirty="0" smtClean="0">
                                    <a:latin typeface="Cambria Math" panose="02040503050406030204" pitchFamily="18" charset="0"/>
                                  </a:rPr>
                                  <m:t>/6</m:t>
                                </m:r>
                              </m:oMath>
                            </m:oMathPara>
                          </a14:m>
                          <a:endParaRPr lang="en-US" sz="1800" b="0"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3/6</m:t>
                                </m:r>
                              </m:oMath>
                            </m:oMathPara>
                          </a14:m>
                          <a:endParaRPr lang="ru-RU" sz="1800" b="0" dirty="0">
                            <a:solidFill>
                              <a:schemeClr val="tx1"/>
                            </a:solidFill>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dirty="0"/>
                            <a:t>….</a:t>
                          </a:r>
                        </a:p>
                      </a:txBody>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1</m:t>
                                </m:r>
                              </m:oMath>
                            </m:oMathPara>
                          </a14:m>
                          <a:endParaRPr lang="ru-RU" sz="1800" b="0" dirty="0">
                            <a:solidFill>
                              <a:schemeClr val="tx1"/>
                            </a:solidFill>
                          </a:endParaRPr>
                        </a:p>
                      </a:txBody>
                      <a:tcPr/>
                    </a:tc>
                    <a:extLst>
                      <a:ext uri="{0D108BD9-81ED-4DB2-BD59-A6C34878D82A}">
                        <a16:rowId xmlns:a16="http://schemas.microsoft.com/office/drawing/2014/main" val="3359068169"/>
                      </a:ext>
                    </a:extLst>
                  </a:tr>
                </a:tbl>
              </a:graphicData>
            </a:graphic>
          </p:graphicFrame>
        </mc:Choice>
        <mc:Fallback xmlns="">
          <p:graphicFrame>
            <p:nvGraphicFramePr>
              <p:cNvPr id="10" name="Таблица 9">
                <a:extLst>
                  <a:ext uri="{FF2B5EF4-FFF2-40B4-BE49-F238E27FC236}">
                    <a16:creationId xmlns:a16="http://schemas.microsoft.com/office/drawing/2014/main" id="{4AC10560-58C5-84E6-BFA7-BFD5041CE6F2}"/>
                  </a:ext>
                </a:extLst>
              </p:cNvPr>
              <p:cNvGraphicFramePr>
                <a:graphicFrameLocks noGrp="1"/>
              </p:cNvGraphicFramePr>
              <p:nvPr>
                <p:extLst>
                  <p:ext uri="{D42A27DB-BD31-4B8C-83A1-F6EECF244321}">
                    <p14:modId xmlns:p14="http://schemas.microsoft.com/office/powerpoint/2010/main" val="676450020"/>
                  </p:ext>
                </p:extLst>
              </p:nvPr>
            </p:nvGraphicFramePr>
            <p:xfrm>
              <a:off x="190501" y="5368151"/>
              <a:ext cx="8762997" cy="1030097"/>
            </p:xfrm>
            <a:graphic>
              <a:graphicData uri="http://schemas.openxmlformats.org/drawingml/2006/table">
                <a:tbl>
                  <a:tblPr firstRow="1" bandRow="1">
                    <a:tableStyleId>{5C22544A-7EE6-4342-B048-85BDC9FD1C3A}</a:tableStyleId>
                  </a:tblPr>
                  <a:tblGrid>
                    <a:gridCol w="1251857">
                      <a:extLst>
                        <a:ext uri="{9D8B030D-6E8A-4147-A177-3AD203B41FA5}">
                          <a16:colId xmlns:a16="http://schemas.microsoft.com/office/drawing/2014/main" val="1875272433"/>
                        </a:ext>
                      </a:extLst>
                    </a:gridCol>
                    <a:gridCol w="1089644">
                      <a:extLst>
                        <a:ext uri="{9D8B030D-6E8A-4147-A177-3AD203B41FA5}">
                          <a16:colId xmlns:a16="http://schemas.microsoft.com/office/drawing/2014/main" val="291913351"/>
                        </a:ext>
                      </a:extLst>
                    </a:gridCol>
                    <a:gridCol w="1414068">
                      <a:extLst>
                        <a:ext uri="{9D8B030D-6E8A-4147-A177-3AD203B41FA5}">
                          <a16:colId xmlns:a16="http://schemas.microsoft.com/office/drawing/2014/main" val="1891886500"/>
                        </a:ext>
                      </a:extLst>
                    </a:gridCol>
                    <a:gridCol w="1251857">
                      <a:extLst>
                        <a:ext uri="{9D8B030D-6E8A-4147-A177-3AD203B41FA5}">
                          <a16:colId xmlns:a16="http://schemas.microsoft.com/office/drawing/2014/main" val="3076331128"/>
                        </a:ext>
                      </a:extLst>
                    </a:gridCol>
                    <a:gridCol w="1251857">
                      <a:extLst>
                        <a:ext uri="{9D8B030D-6E8A-4147-A177-3AD203B41FA5}">
                          <a16:colId xmlns:a16="http://schemas.microsoft.com/office/drawing/2014/main" val="1318434579"/>
                        </a:ext>
                      </a:extLst>
                    </a:gridCol>
                    <a:gridCol w="1251857">
                      <a:extLst>
                        <a:ext uri="{9D8B030D-6E8A-4147-A177-3AD203B41FA5}">
                          <a16:colId xmlns:a16="http://schemas.microsoft.com/office/drawing/2014/main" val="489448077"/>
                        </a:ext>
                      </a:extLst>
                    </a:gridCol>
                    <a:gridCol w="1251857">
                      <a:extLst>
                        <a:ext uri="{9D8B030D-6E8A-4147-A177-3AD203B41FA5}">
                          <a16:colId xmlns:a16="http://schemas.microsoft.com/office/drawing/2014/main" val="3230683855"/>
                        </a:ext>
                      </a:extLst>
                    </a:gridCol>
                  </a:tblGrid>
                  <a:tr h="640080">
                    <a:tc>
                      <a:txBody>
                        <a:bodyPr/>
                        <a:lstStyle/>
                        <a:p>
                          <a:endParaRPr lang="ru-RU"/>
                        </a:p>
                      </a:txBody>
                      <a:tcPr>
                        <a:blipFill>
                          <a:blip r:embed="rId6"/>
                          <a:stretch>
                            <a:fillRect l="-488" t="-4717" r="-603415" b="-71698"/>
                          </a:stretch>
                        </a:blipFill>
                      </a:tcPr>
                    </a:tc>
                    <a:tc>
                      <a:txBody>
                        <a:bodyPr/>
                        <a:lstStyle/>
                        <a:p>
                          <a:endParaRPr lang="ru-RU"/>
                        </a:p>
                      </a:txBody>
                      <a:tcPr>
                        <a:blipFill>
                          <a:blip r:embed="rId6"/>
                          <a:stretch>
                            <a:fillRect l="-115084" t="-4717" r="-591061" b="-71698"/>
                          </a:stretch>
                        </a:blipFill>
                      </a:tcPr>
                    </a:tc>
                    <a:tc>
                      <a:txBody>
                        <a:bodyPr/>
                        <a:lstStyle/>
                        <a:p>
                          <a:endParaRPr lang="ru-RU"/>
                        </a:p>
                      </a:txBody>
                      <a:tcPr>
                        <a:blipFill>
                          <a:blip r:embed="rId6"/>
                          <a:stretch>
                            <a:fillRect l="-165948" t="-4717" r="-356034" b="-71698"/>
                          </a:stretch>
                        </a:blipFill>
                      </a:tcPr>
                    </a:tc>
                    <a:tc>
                      <a:txBody>
                        <a:bodyPr/>
                        <a:lstStyle/>
                        <a:p>
                          <a:endParaRPr lang="ru-RU"/>
                        </a:p>
                      </a:txBody>
                      <a:tcPr>
                        <a:blipFill>
                          <a:blip r:embed="rId6"/>
                          <a:stretch>
                            <a:fillRect l="-299515" t="-4717" r="-300971" b="-71698"/>
                          </a:stretch>
                        </a:blipFill>
                      </a:tcPr>
                    </a:tc>
                    <a:tc>
                      <a:txBody>
                        <a:bodyPr/>
                        <a:lstStyle/>
                        <a:p>
                          <a:endParaRPr lang="ru-RU"/>
                        </a:p>
                      </a:txBody>
                      <a:tcPr>
                        <a:blipFill>
                          <a:blip r:embed="rId6"/>
                          <a:stretch>
                            <a:fillRect l="-401463" t="-4717" r="-202439" b="-71698"/>
                          </a:stretch>
                        </a:blipFill>
                      </a:tcPr>
                    </a:tc>
                    <a:tc>
                      <a:txBody>
                        <a:bodyPr/>
                        <a:lstStyle/>
                        <a:p>
                          <a:pPr algn="ctr"/>
                          <a:r>
                            <a:rPr lang="en-US" sz="1800" b="0" dirty="0">
                              <a:solidFill>
                                <a:schemeClr val="tx1"/>
                              </a:solidFill>
                            </a:rPr>
                            <a:t>….</a:t>
                          </a:r>
                          <a:endParaRPr lang="ru-RU" sz="1800" b="0" dirty="0">
                            <a:solidFill>
                              <a:schemeClr val="tx1"/>
                            </a:solidFill>
                          </a:endParaRPr>
                        </a:p>
                      </a:txBody>
                      <a:tcPr/>
                    </a:tc>
                    <a:tc>
                      <a:txBody>
                        <a:bodyPr/>
                        <a:lstStyle/>
                        <a:p>
                          <a:endParaRPr lang="ru-RU"/>
                        </a:p>
                      </a:txBody>
                      <a:tcPr>
                        <a:blipFill>
                          <a:blip r:embed="rId6"/>
                          <a:stretch>
                            <a:fillRect l="-601951" t="-4717" r="-1951" b="-71698"/>
                          </a:stretch>
                        </a:blipFill>
                      </a:tcPr>
                    </a:tc>
                    <a:extLst>
                      <a:ext uri="{0D108BD9-81ED-4DB2-BD59-A6C34878D82A}">
                        <a16:rowId xmlns:a16="http://schemas.microsoft.com/office/drawing/2014/main" val="3967753705"/>
                      </a:ext>
                    </a:extLst>
                  </a:tr>
                  <a:tr h="390017">
                    <a:tc>
                      <a:txBody>
                        <a:bodyPr/>
                        <a:lstStyle/>
                        <a:p>
                          <a:endParaRPr lang="ru-RU"/>
                        </a:p>
                      </a:txBody>
                      <a:tcPr>
                        <a:blipFill>
                          <a:blip r:embed="rId6"/>
                          <a:stretch>
                            <a:fillRect l="-488" t="-173438" r="-603415" b="-18750"/>
                          </a:stretch>
                        </a:blipFill>
                      </a:tcPr>
                    </a:tc>
                    <a:tc>
                      <a:txBody>
                        <a:bodyPr/>
                        <a:lstStyle/>
                        <a:p>
                          <a:pPr algn="ctr"/>
                          <a:r>
                            <a:rPr lang="en-US" sz="1800" b="0" dirty="0">
                              <a:solidFill>
                                <a:schemeClr val="tx1"/>
                              </a:solidFill>
                            </a:rPr>
                            <a:t>0</a:t>
                          </a:r>
                          <a:endParaRPr lang="ru-RU" sz="1800" b="0" dirty="0">
                            <a:solidFill>
                              <a:schemeClr val="tx1"/>
                            </a:solidFill>
                          </a:endParaRPr>
                        </a:p>
                      </a:txBody>
                      <a:tcPr/>
                    </a:tc>
                    <a:tc>
                      <a:txBody>
                        <a:bodyPr/>
                        <a:lstStyle/>
                        <a:p>
                          <a:endParaRPr lang="ru-RU"/>
                        </a:p>
                      </a:txBody>
                      <a:tcPr>
                        <a:blipFill>
                          <a:blip r:embed="rId6"/>
                          <a:stretch>
                            <a:fillRect l="-165948" t="-173438" r="-356034" b="-18750"/>
                          </a:stretch>
                        </a:blipFill>
                      </a:tcPr>
                    </a:tc>
                    <a:tc>
                      <a:txBody>
                        <a:bodyPr/>
                        <a:lstStyle/>
                        <a:p>
                          <a:endParaRPr lang="ru-RU"/>
                        </a:p>
                      </a:txBody>
                      <a:tcPr>
                        <a:blipFill>
                          <a:blip r:embed="rId6"/>
                          <a:stretch>
                            <a:fillRect l="-299515" t="-173438" r="-300971" b="-18750"/>
                          </a:stretch>
                        </a:blipFill>
                      </a:tcPr>
                    </a:tc>
                    <a:tc>
                      <a:txBody>
                        <a:bodyPr/>
                        <a:lstStyle/>
                        <a:p>
                          <a:endParaRPr lang="ru-RU"/>
                        </a:p>
                      </a:txBody>
                      <a:tcPr>
                        <a:blipFill>
                          <a:blip r:embed="rId6"/>
                          <a:stretch>
                            <a:fillRect l="-401463" t="-173438" r="-202439" b="-1875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dirty="0"/>
                            <a:t>….</a:t>
                          </a:r>
                        </a:p>
                      </a:txBody>
                      <a:tcPr/>
                    </a:tc>
                    <a:tc>
                      <a:txBody>
                        <a:bodyPr/>
                        <a:lstStyle/>
                        <a:p>
                          <a:endParaRPr lang="ru-RU"/>
                        </a:p>
                      </a:txBody>
                      <a:tcPr>
                        <a:blipFill>
                          <a:blip r:embed="rId6"/>
                          <a:stretch>
                            <a:fillRect l="-601951" t="-173438" r="-1951" b="-18750"/>
                          </a:stretch>
                        </a:blipFill>
                      </a:tcPr>
                    </a:tc>
                    <a:extLst>
                      <a:ext uri="{0D108BD9-81ED-4DB2-BD59-A6C34878D82A}">
                        <a16:rowId xmlns:a16="http://schemas.microsoft.com/office/drawing/2014/main" val="3359068169"/>
                      </a:ext>
                    </a:extLst>
                  </a:tr>
                </a:tbl>
              </a:graphicData>
            </a:graphic>
          </p:graphicFrame>
        </mc:Fallback>
      </mc:AlternateContent>
    </p:spTree>
    <p:extLst>
      <p:ext uri="{BB962C8B-B14F-4D97-AF65-F5344CB8AC3E}">
        <p14:creationId xmlns:p14="http://schemas.microsoft.com/office/powerpoint/2010/main" val="913294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2266E-C9E4-1E4F-62FC-8D58BFB80DBF}"/>
            </a:ext>
          </a:extLst>
        </p:cNvPr>
        <p:cNvGrpSpPr/>
        <p:nvPr/>
      </p:nvGrpSpPr>
      <p:grpSpPr>
        <a:xfrm>
          <a:off x="0" y="0"/>
          <a:ext cx="0" cy="0"/>
          <a:chOff x="0" y="0"/>
          <a:chExt cx="0" cy="0"/>
        </a:xfrm>
      </p:grpSpPr>
      <p:sp>
        <p:nvSpPr>
          <p:cNvPr id="5" name="Прямоугольник 5">
            <a:extLst>
              <a:ext uri="{FF2B5EF4-FFF2-40B4-BE49-F238E27FC236}">
                <a16:creationId xmlns:a16="http://schemas.microsoft.com/office/drawing/2014/main" id="{A38FD431-4F85-EF00-661F-77CD0B1D1B0D}"/>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Свойства функции распределения</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1EE16BE-3B58-BB17-3F68-01EBE027B25F}"/>
                  </a:ext>
                </a:extLst>
              </p:cNvPr>
              <p:cNvSpPr txBox="1"/>
              <p:nvPr/>
            </p:nvSpPr>
            <p:spPr>
              <a:xfrm>
                <a:off x="0" y="419100"/>
                <a:ext cx="9144000" cy="2919517"/>
              </a:xfrm>
              <a:prstGeom prst="rect">
                <a:avLst/>
              </a:prstGeom>
              <a:noFill/>
            </p:spPr>
            <p:txBody>
              <a:bodyPr wrap="square" rtlCol="0">
                <a:spAutoFit/>
              </a:bodyPr>
              <a:lstStyle/>
              <a:p>
                <a:pPr algn="just"/>
                <a:r>
                  <a:rPr lang="ru-RU" dirty="0"/>
                  <a:t>Любая функция распределения обладает </a:t>
                </a:r>
                <a:r>
                  <a:rPr lang="ru-RU" b="1" dirty="0">
                    <a:solidFill>
                      <a:srgbClr val="006400"/>
                    </a:solidFill>
                  </a:rPr>
                  <a:t>следующими свойствами</a:t>
                </a:r>
                <a:r>
                  <a:rPr lang="ru-RU" dirty="0"/>
                  <a:t>:</a:t>
                </a:r>
              </a:p>
              <a:p>
                <a:pPr marL="285750" indent="-285750" algn="just">
                  <a:buFont typeface="Arial" panose="020B0604020202020204" pitchFamily="34" charset="0"/>
                  <a:buChar char="•"/>
                </a:pPr>
                <a:r>
                  <a:rPr lang="ru-RU" b="1" dirty="0">
                    <a:solidFill>
                      <a:srgbClr val="FF0000"/>
                    </a:solidFill>
                  </a:rPr>
                  <a:t>Неубывающая</a:t>
                </a:r>
                <a:r>
                  <a:rPr lang="ru-RU" dirty="0"/>
                  <a:t>, т.е. если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r>
                  <a:rPr lang="ru-RU" dirty="0"/>
                  <a:t>то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ru-RU" dirty="0"/>
                  <a:t> поскольку </a:t>
                </a:r>
                <a14:m>
                  <m:oMath xmlns:m="http://schemas.openxmlformats.org/officeDocument/2006/math">
                    <m:r>
                      <m:rPr>
                        <m:lit/>
                      </m:rPr>
                      <a:rPr lang="ru-RU" i="1">
                        <a:latin typeface="Cambria Math" panose="02040503050406030204" pitchFamily="18" charset="0"/>
                      </a:rPr>
                      <m:t>{</m:t>
                    </m:r>
                    <m:r>
                      <m:rPr>
                        <m:sty m:val="p"/>
                      </m:rPr>
                      <a:rPr lang="ru-RU">
                        <a:latin typeface="Cambria Math" panose="02040503050406030204" pitchFamily="18" charset="0"/>
                      </a:rPr>
                      <m:t>ξ</m:t>
                    </m:r>
                    <m:r>
                      <a:rPr lang="ru-RU" i="1">
                        <a:latin typeface="Cambria Math" panose="02040503050406030204" pitchFamily="18" charset="0"/>
                      </a:rPr>
                      <m:t>&lt;</m:t>
                    </m:r>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i="1">
                            <a:latin typeface="Cambria Math" panose="02040503050406030204" pitchFamily="18" charset="0"/>
                          </a:rPr>
                          <m:t>1</m:t>
                        </m:r>
                      </m:sub>
                    </m:sSub>
                    <m:r>
                      <m:rPr>
                        <m:lit/>
                      </m:rPr>
                      <a:rPr lang="ru-RU" i="1">
                        <a:latin typeface="Cambria Math" panose="02040503050406030204" pitchFamily="18" charset="0"/>
                      </a:rPr>
                      <m:t>}</m:t>
                    </m:r>
                    <m:r>
                      <a:rPr lang="ru-RU">
                        <a:latin typeface="Cambria Math" panose="02040503050406030204" pitchFamily="18" charset="0"/>
                      </a:rPr>
                      <m:t>⊂</m:t>
                    </m:r>
                    <m:r>
                      <m:rPr>
                        <m:lit/>
                      </m:rPr>
                      <a:rPr lang="ru-RU" i="1">
                        <a:latin typeface="Cambria Math" panose="02040503050406030204" pitchFamily="18" charset="0"/>
                      </a:rPr>
                      <m:t>{</m:t>
                    </m:r>
                    <m:r>
                      <m:rPr>
                        <m:sty m:val="p"/>
                      </m:rPr>
                      <a:rPr lang="ru-RU">
                        <a:latin typeface="Cambria Math" panose="02040503050406030204" pitchFamily="18" charset="0"/>
                      </a:rPr>
                      <m:t>ξ</m:t>
                    </m:r>
                    <m:r>
                      <a:rPr lang="ru-RU" i="1">
                        <a:latin typeface="Cambria Math" panose="02040503050406030204" pitchFamily="18" charset="0"/>
                      </a:rPr>
                      <m:t>&lt;</m:t>
                    </m:r>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i="1">
                            <a:latin typeface="Cambria Math" panose="02040503050406030204" pitchFamily="18" charset="0"/>
                          </a:rPr>
                          <m:t>2</m:t>
                        </m:r>
                      </m:sub>
                    </m:sSub>
                    <m:r>
                      <a:rPr lang="ru-RU" i="1">
                        <a:latin typeface="Cambria Math" panose="02040503050406030204" pitchFamily="18" charset="0"/>
                      </a:rPr>
                      <m:t>} </m:t>
                    </m:r>
                  </m:oMath>
                </a14:m>
                <a:r>
                  <a:rPr lang="en-US" dirty="0"/>
                  <a:t>;</a:t>
                </a:r>
              </a:p>
              <a:p>
                <a:pPr marL="285750" indent="-285750" algn="just">
                  <a:buFont typeface="Arial" panose="020B0604020202020204" pitchFamily="34" charset="0"/>
                  <a:buChar char="•"/>
                </a:pPr>
                <a:r>
                  <a:rPr lang="ru-RU" dirty="0"/>
                  <a:t>Пределы на бесконечностях </a:t>
                </a:r>
                <a:r>
                  <a:rPr lang="ru-RU" b="1" dirty="0">
                    <a:solidFill>
                      <a:srgbClr val="FF0000"/>
                    </a:solidFill>
                  </a:rPr>
                  <a:t>всегда существуют </a:t>
                </a:r>
                <a:r>
                  <a:rPr lang="ru-RU" dirty="0"/>
                  <a:t>и равны:</a:t>
                </a:r>
                <a:endParaRPr lang="en-US" dirty="0"/>
              </a:p>
              <a:p>
                <a:pPr marL="742950" lvl="1" indent="-285750" algn="just">
                  <a:buFont typeface="Arial" panose="020B0604020202020204" pitchFamily="34" charset="0"/>
                  <a:buChar char="•"/>
                </a:pPr>
                <a:r>
                  <a:rPr lang="ru-RU" dirty="0"/>
                  <a:t> </a:t>
                </a:r>
                <a14:m>
                  <m:oMath xmlns:m="http://schemas.openxmlformats.org/officeDocument/2006/math">
                    <m:func>
                      <m:funcPr>
                        <m:ctrlPr>
                          <a:rPr lang="en-US"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𝑥</m:t>
                            </m:r>
                            <m:r>
                              <a:rPr lang="en-US" i="1">
                                <a:latin typeface="Cambria Math" panose="02040503050406030204" pitchFamily="18" charset="0"/>
                              </a:rPr>
                              <m:t>→−∞</m:t>
                            </m:r>
                          </m:lim>
                        </m:limLow>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=0</m:t>
                        </m:r>
                      </m:e>
                    </m:func>
                  </m:oMath>
                </a14:m>
                <a:r>
                  <a:rPr lang="en-US" dirty="0"/>
                  <a:t>;</a:t>
                </a:r>
              </a:p>
              <a:p>
                <a:pPr marL="742950" lvl="1" indent="-285750" algn="just">
                  <a:buFont typeface="Arial" panose="020B0604020202020204" pitchFamily="34" charset="0"/>
                  <a:buChar char="•"/>
                </a:pP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𝑥</m:t>
                            </m:r>
                            <m:r>
                              <a:rPr lang="en-US" i="1">
                                <a:latin typeface="Cambria Math" panose="02040503050406030204" pitchFamily="18" charset="0"/>
                              </a:rPr>
                              <m:t>→+∞</m:t>
                            </m:r>
                          </m:lim>
                        </m:limLow>
                      </m:fName>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a:rPr lang="en-US" b="0" i="1" smtClean="0">
                            <a:latin typeface="Cambria Math" panose="02040503050406030204" pitchFamily="18" charset="0"/>
                          </a:rPr>
                          <m:t>1</m:t>
                        </m:r>
                      </m:e>
                    </m:func>
                    <m:r>
                      <a:rPr lang="en-US" b="0" i="0" smtClean="0">
                        <a:latin typeface="Cambria Math" panose="02040503050406030204" pitchFamily="18" charset="0"/>
                      </a:rPr>
                      <m:t>.</m:t>
                    </m:r>
                  </m:oMath>
                </a14:m>
                <a:endParaRPr lang="en-US" dirty="0"/>
              </a:p>
              <a:p>
                <a:pPr marL="285750" indent="-285750" algn="just">
                  <a:buFont typeface="Arial" panose="020B0604020202020204" pitchFamily="34" charset="0"/>
                  <a:buChar char="•"/>
                </a:pPr>
                <a:r>
                  <a:rPr lang="ru-RU" dirty="0"/>
                  <a:t>Функция распределения в любой точке непрерывна </a:t>
                </a:r>
                <a:r>
                  <a:rPr lang="ru-RU" b="1" dirty="0">
                    <a:solidFill>
                      <a:srgbClr val="3333FF"/>
                    </a:solidFill>
                  </a:rPr>
                  <a:t>слева</a:t>
                </a:r>
              </a:p>
              <a:p>
                <a:pPr marL="742950" lvl="1" indent="-285750" algn="just">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−0</m:t>
                        </m:r>
                      </m:e>
                    </m:d>
                    <m:r>
                      <a:rPr lang="en-US" b="0" i="1" smtClean="0">
                        <a:latin typeface="Cambria Math" panose="02040503050406030204" pitchFamily="18" charset="0"/>
                      </a:rPr>
                      <m:t>=</m:t>
                    </m:r>
                  </m:oMath>
                </a14:m>
                <a:r>
                  <a:rPr lang="en-US" dirty="0"/>
                  <a:t> </a:t>
                </a:r>
                <a14:m>
                  <m:oMath xmlns:m="http://schemas.openxmlformats.org/officeDocument/2006/math">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b="0" i="1" smtClean="0">
                            <a:latin typeface="Cambria Math" panose="02040503050406030204" pitchFamily="18" charset="0"/>
                          </a:rPr>
                          <m:t>𝑥</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−0</m:t>
                        </m:r>
                      </m:lim>
                    </m:limLow>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a14:m>
                <a:endParaRPr lang="ru-RU" dirty="0"/>
              </a:p>
              <a:p>
                <a:pPr marL="742950" lvl="1" indent="-285750" algn="just">
                  <a:buFont typeface="Arial" panose="020B0604020202020204" pitchFamily="34" charset="0"/>
                  <a:buChar char="•"/>
                </a:pPr>
                <a:r>
                  <a:rPr lang="ru-RU" dirty="0"/>
                  <a:t>В любой точке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oMath>
                </a14:m>
                <a:r>
                  <a:rPr lang="ru-RU" dirty="0"/>
                  <a:t> разница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sSub>
                          <m:sSubPr>
                            <m:ctrlPr>
                              <a:rPr lang="ru-RU" b="0" i="1" smtClean="0">
                                <a:latin typeface="Cambria Math" panose="02040503050406030204" pitchFamily="18" charset="0"/>
                              </a:rPr>
                            </m:ctrlPr>
                          </m:sSubPr>
                          <m:e>
                            <m:r>
                              <a:rPr lang="en-US" i="1">
                                <a:latin typeface="Cambria Math" panose="02040503050406030204" pitchFamily="18" charset="0"/>
                              </a:rPr>
                              <m:t>𝑥</m:t>
                            </m:r>
                          </m:e>
                          <m:sub>
                            <m:r>
                              <a:rPr lang="ru-RU" b="0" i="1" smtClean="0">
                                <a:latin typeface="Cambria Math" panose="02040503050406030204" pitchFamily="18" charset="0"/>
                              </a:rPr>
                              <m:t>0</m:t>
                            </m:r>
                          </m:sub>
                        </m:sSub>
                        <m:r>
                          <a:rPr lang="ru-RU" b="0" i="1" smtClean="0">
                            <a:latin typeface="Cambria Math" panose="02040503050406030204" pitchFamily="18" charset="0"/>
                          </a:rPr>
                          <m:t>+0</m:t>
                        </m:r>
                      </m:e>
                    </m:d>
                    <m:r>
                      <a:rPr lang="ru-RU"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a14:m>
                <a:r>
                  <a:rPr lang="en-US" dirty="0"/>
                  <a:t> </a:t>
                </a:r>
                <a:r>
                  <a:rPr lang="ru-RU" dirty="0"/>
                  <a:t>равна </a:t>
                </a:r>
                <a14:m>
                  <m:oMath xmlns:m="http://schemas.openxmlformats.org/officeDocument/2006/math">
                    <m:r>
                      <a:rPr lang="en-US" i="1" dirty="0">
                        <a:latin typeface="Cambria Math" panose="02040503050406030204" pitchFamily="18" charset="0"/>
                      </a:rPr>
                      <m:t>𝑃</m:t>
                    </m:r>
                    <m:r>
                      <a:rPr lang="en-US" i="1">
                        <a:latin typeface="Cambria Math" panose="02040503050406030204" pitchFamily="18" charset="0"/>
                      </a:rPr>
                      <m:t>(</m:t>
                    </m:r>
                    <m:r>
                      <a:rPr lang="en-US" b="0" i="1" smtClean="0">
                        <a:latin typeface="Cambria Math" panose="02040503050406030204" pitchFamily="18" charset="0"/>
                      </a:rPr>
                      <m:t>𝜉</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i="1">
                        <a:latin typeface="Cambria Math" panose="02040503050406030204" pitchFamily="18" charset="0"/>
                      </a:rPr>
                      <m:t>)</m:t>
                    </m:r>
                  </m:oMath>
                </a14:m>
                <a:r>
                  <a:rPr lang="en-US" dirty="0"/>
                  <a:t>.</a:t>
                </a:r>
                <a:endParaRPr lang="ru-RU" dirty="0"/>
              </a:p>
              <a:p>
                <a:pPr marL="285750" indent="-285750" algn="just">
                  <a:buFont typeface="Arial" panose="020B0604020202020204" pitchFamily="34" charset="0"/>
                  <a:buChar char="•"/>
                </a:pPr>
                <a:r>
                  <a:rPr lang="en-US" dirty="0"/>
                  <a:t> </a:t>
                </a:r>
                <a:r>
                  <a:rPr lang="ru-RU" dirty="0"/>
                  <a:t>Для случайной величины </a:t>
                </a:r>
                <a14:m>
                  <m:oMath xmlns:m="http://schemas.openxmlformats.org/officeDocument/2006/math">
                    <m:r>
                      <a:rPr lang="ru-RU" b="0" i="1" smtClean="0">
                        <a:latin typeface="Cambria Math" panose="02040503050406030204" pitchFamily="18" charset="0"/>
                      </a:rPr>
                      <m:t>𝜉</m:t>
                    </m:r>
                  </m:oMath>
                </a14:m>
                <a:r>
                  <a:rPr lang="en-US" dirty="0"/>
                  <a:t>, </a:t>
                </a:r>
                <a14:m>
                  <m:oMath xmlns:m="http://schemas.openxmlformats.org/officeDocument/2006/math">
                    <m:r>
                      <a:rPr lang="en-US" i="1" dirty="0">
                        <a:latin typeface="Cambria Math" panose="02040503050406030204" pitchFamily="18" charset="0"/>
                      </a:rPr>
                      <m:t>𝑃</m:t>
                    </m:r>
                    <m:d>
                      <m:dPr>
                        <m:ctrlPr>
                          <a:rPr lang="en-US" i="1" dirty="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i="1">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𝑏</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a:t>
                </a:r>
              </a:p>
            </p:txBody>
          </p:sp>
        </mc:Choice>
        <mc:Fallback xmlns="">
          <p:sp>
            <p:nvSpPr>
              <p:cNvPr id="6" name="TextBox 5">
                <a:extLst>
                  <a:ext uri="{FF2B5EF4-FFF2-40B4-BE49-F238E27FC236}">
                    <a16:creationId xmlns:a16="http://schemas.microsoft.com/office/drawing/2014/main" id="{F1EE16BE-3B58-BB17-3F68-01EBE027B25F}"/>
                  </a:ext>
                </a:extLst>
              </p:cNvPr>
              <p:cNvSpPr txBox="1">
                <a:spLocks noRot="1" noChangeAspect="1" noMove="1" noResize="1" noEditPoints="1" noAdjustHandles="1" noChangeArrowheads="1" noChangeShapeType="1" noTextEdit="1"/>
              </p:cNvSpPr>
              <p:nvPr/>
            </p:nvSpPr>
            <p:spPr>
              <a:xfrm>
                <a:off x="0" y="419100"/>
                <a:ext cx="9144000" cy="2919517"/>
              </a:xfrm>
              <a:prstGeom prst="rect">
                <a:avLst/>
              </a:prstGeom>
              <a:blipFill>
                <a:blip r:embed="rId3"/>
                <a:stretch>
                  <a:fillRect l="-533" t="-1253" b="-2505"/>
                </a:stretch>
              </a:blipFill>
            </p:spPr>
            <p:txBody>
              <a:bodyPr/>
              <a:lstStyle/>
              <a:p>
                <a:r>
                  <a:rPr lang="ru-RU">
                    <a:noFill/>
                  </a:rPr>
                  <a:t> </a:t>
                </a:r>
              </a:p>
            </p:txBody>
          </p:sp>
        </mc:Fallback>
      </mc:AlternateContent>
      <p:sp>
        <p:nvSpPr>
          <p:cNvPr id="8" name="Номер слайда 1">
            <a:extLst>
              <a:ext uri="{FF2B5EF4-FFF2-40B4-BE49-F238E27FC236}">
                <a16:creationId xmlns:a16="http://schemas.microsoft.com/office/drawing/2014/main" id="{36786C11-07FB-2F48-C85B-DA7126CE9B8C}"/>
              </a:ext>
            </a:extLst>
          </p:cNvPr>
          <p:cNvSpPr>
            <a:spLocks noGrp="1"/>
          </p:cNvSpPr>
          <p:nvPr>
            <p:ph type="sldNum" sz="quarter" idx="12"/>
          </p:nvPr>
        </p:nvSpPr>
        <p:spPr>
          <a:xfrm>
            <a:off x="7086600" y="6454582"/>
            <a:ext cx="2057400" cy="365125"/>
          </a:xfrm>
        </p:spPr>
        <p:txBody>
          <a:body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t>6</a:t>
            </a:fld>
            <a:endParaRPr lang="ru-RU" sz="1100" dirty="0">
              <a:solidFill>
                <a:srgbClr val="0070C0"/>
              </a:solidFill>
              <a:latin typeface="Arial" panose="020B0604020202020204" pitchFamily="34" charset="0"/>
              <a:cs typeface="Arial" panose="020B0604020202020204" pitchFamily="34" charset="0"/>
            </a:endParaRPr>
          </a:p>
        </p:txBody>
      </p:sp>
      <p:grpSp>
        <p:nvGrpSpPr>
          <p:cNvPr id="15" name="Группа 14">
            <a:extLst>
              <a:ext uri="{FF2B5EF4-FFF2-40B4-BE49-F238E27FC236}">
                <a16:creationId xmlns:a16="http://schemas.microsoft.com/office/drawing/2014/main" id="{BAF6E18F-B5BC-6E82-524B-6EEBEC291F79}"/>
              </a:ext>
            </a:extLst>
          </p:cNvPr>
          <p:cNvGrpSpPr/>
          <p:nvPr/>
        </p:nvGrpSpPr>
        <p:grpSpPr>
          <a:xfrm>
            <a:off x="1620404" y="3549537"/>
            <a:ext cx="5903191" cy="2059147"/>
            <a:chOff x="0" y="3016675"/>
            <a:chExt cx="8978900" cy="2641748"/>
          </a:xfrm>
        </p:grpSpPr>
        <p:pic>
          <p:nvPicPr>
            <p:cNvPr id="3" name="Рисунок 2">
              <a:extLst>
                <a:ext uri="{FF2B5EF4-FFF2-40B4-BE49-F238E27FC236}">
                  <a16:creationId xmlns:a16="http://schemas.microsoft.com/office/drawing/2014/main" id="{F024A1F8-C811-A295-96B1-345943865B18}"/>
                </a:ext>
              </a:extLst>
            </p:cNvPr>
            <p:cNvPicPr>
              <a:picLocks noChangeAspect="1"/>
            </p:cNvPicPr>
            <p:nvPr/>
          </p:nvPicPr>
          <p:blipFill>
            <a:blip r:embed="rId4"/>
            <a:stretch>
              <a:fillRect/>
            </a:stretch>
          </p:blipFill>
          <p:spPr>
            <a:xfrm>
              <a:off x="0" y="3016676"/>
              <a:ext cx="4213047" cy="2641747"/>
            </a:xfrm>
            <a:prstGeom prst="rect">
              <a:avLst/>
            </a:prstGeom>
          </p:spPr>
        </p:pic>
        <p:pic>
          <p:nvPicPr>
            <p:cNvPr id="13" name="Рисунок 12">
              <a:extLst>
                <a:ext uri="{FF2B5EF4-FFF2-40B4-BE49-F238E27FC236}">
                  <a16:creationId xmlns:a16="http://schemas.microsoft.com/office/drawing/2014/main" id="{23F5E770-7C9E-F9F9-F2B3-421203DE1F3D}"/>
                </a:ext>
              </a:extLst>
            </p:cNvPr>
            <p:cNvPicPr>
              <a:picLocks noChangeAspect="1"/>
            </p:cNvPicPr>
            <p:nvPr/>
          </p:nvPicPr>
          <p:blipFill>
            <a:blip r:embed="rId5"/>
            <a:stretch>
              <a:fillRect/>
            </a:stretch>
          </p:blipFill>
          <p:spPr>
            <a:xfrm>
              <a:off x="4724400" y="3016675"/>
              <a:ext cx="4254500" cy="2641748"/>
            </a:xfrm>
            <a:prstGeom prst="rect">
              <a:avLst/>
            </a:prstGeom>
          </p:spPr>
        </p:pic>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CCF9CBE-34DB-DC39-DD57-68E25DC421F1}"/>
                  </a:ext>
                </a:extLst>
              </p:cNvPr>
              <p:cNvSpPr txBox="1"/>
              <p:nvPr/>
            </p:nvSpPr>
            <p:spPr>
              <a:xfrm>
                <a:off x="0" y="5608684"/>
                <a:ext cx="9144000" cy="1249316"/>
              </a:xfrm>
              <a:prstGeom prst="rect">
                <a:avLst/>
              </a:prstGeom>
              <a:noFill/>
            </p:spPr>
            <p:txBody>
              <a:bodyPr wrap="square" rtlCol="0">
                <a:spAutoFit/>
              </a:bodyPr>
              <a:lstStyle/>
              <a:p>
                <a:pPr algn="just"/>
                <a:r>
                  <a:rPr lang="ru-RU" dirty="0"/>
                  <a:t>Свойство непрерывности зависит от определения функции распределения. При строгом неравенстве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𝜉</m:t>
                        </m:r>
                        <m:r>
                          <a:rPr lang="en-US" i="1">
                            <a:latin typeface="Cambria Math" panose="02040503050406030204" pitchFamily="18" charset="0"/>
                          </a:rPr>
                          <m:t>&lt;</m:t>
                        </m:r>
                        <m:r>
                          <a:rPr lang="en-US" i="1">
                            <a:latin typeface="Cambria Math" panose="02040503050406030204" pitchFamily="18" charset="0"/>
                          </a:rPr>
                          <m:t>𝑥</m:t>
                        </m:r>
                      </m:e>
                    </m:d>
                  </m:oMath>
                </a14:m>
                <a:r>
                  <a:rPr lang="ru-RU" dirty="0"/>
                  <a:t> функция </a:t>
                </a:r>
                <a:r>
                  <a:rPr lang="ru-RU" b="1" dirty="0">
                    <a:solidFill>
                      <a:srgbClr val="3333FF"/>
                    </a:solidFill>
                  </a:rPr>
                  <a:t>непрерывна слева</a:t>
                </a:r>
                <a:r>
                  <a:rPr lang="ru-RU" dirty="0"/>
                  <a:t>. Однако, в зарубежной литературе зачастую используется нестрогое неравенство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smtClean="0">
                            <a:latin typeface="Cambria Math" panose="02040503050406030204" pitchFamily="18" charset="0"/>
                          </a:rPr>
                          <m:t>𝜉</m:t>
                        </m:r>
                        <m:r>
                          <a:rPr lang="en-US" b="0" i="1" smtClean="0">
                            <a:latin typeface="Cambria Math" panose="02040503050406030204" pitchFamily="18" charset="0"/>
                          </a:rPr>
                          <m:t>≤</m:t>
                        </m:r>
                        <m:r>
                          <a:rPr lang="en-US" i="1">
                            <a:latin typeface="Cambria Math" panose="02040503050406030204" pitchFamily="18" charset="0"/>
                          </a:rPr>
                          <m:t>𝑥</m:t>
                        </m:r>
                      </m:e>
                    </m:d>
                  </m:oMath>
                </a14:m>
                <a:r>
                  <a:rPr lang="en-US" dirty="0"/>
                  <a:t>, </a:t>
                </a:r>
                <a:r>
                  <a:rPr lang="ru-RU" dirty="0"/>
                  <a:t>что делает функцию распределения </a:t>
                </a:r>
                <a:r>
                  <a:rPr lang="ru-RU" b="1" dirty="0">
                    <a:solidFill>
                      <a:srgbClr val="006400"/>
                    </a:solidFill>
                  </a:rPr>
                  <a:t>непрерывной справа</a:t>
                </a:r>
                <a:r>
                  <a:rPr lang="ru-RU" dirty="0"/>
                  <a:t>.</a:t>
                </a:r>
              </a:p>
            </p:txBody>
          </p:sp>
        </mc:Choice>
        <mc:Fallback xmlns="">
          <p:sp>
            <p:nvSpPr>
              <p:cNvPr id="14" name="TextBox 13">
                <a:extLst>
                  <a:ext uri="{FF2B5EF4-FFF2-40B4-BE49-F238E27FC236}">
                    <a16:creationId xmlns:a16="http://schemas.microsoft.com/office/drawing/2014/main" id="{BCCF9CBE-34DB-DC39-DD57-68E25DC421F1}"/>
                  </a:ext>
                </a:extLst>
              </p:cNvPr>
              <p:cNvSpPr txBox="1">
                <a:spLocks noRot="1" noChangeAspect="1" noMove="1" noResize="1" noEditPoints="1" noAdjustHandles="1" noChangeArrowheads="1" noChangeShapeType="1" noTextEdit="1"/>
              </p:cNvSpPr>
              <p:nvPr/>
            </p:nvSpPr>
            <p:spPr>
              <a:xfrm>
                <a:off x="0" y="5608684"/>
                <a:ext cx="9144000" cy="1249316"/>
              </a:xfrm>
              <a:prstGeom prst="rect">
                <a:avLst/>
              </a:prstGeom>
              <a:blipFill>
                <a:blip r:embed="rId6"/>
                <a:stretch>
                  <a:fillRect l="-533" t="-2439" r="-533" b="-6829"/>
                </a:stretch>
              </a:blipFill>
            </p:spPr>
            <p:txBody>
              <a:bodyPr/>
              <a:lstStyle/>
              <a:p>
                <a:r>
                  <a:rPr lang="ru-RU">
                    <a:noFill/>
                  </a:rPr>
                  <a:t> </a:t>
                </a:r>
              </a:p>
            </p:txBody>
          </p:sp>
        </mc:Fallback>
      </mc:AlternateContent>
      <p:grpSp>
        <p:nvGrpSpPr>
          <p:cNvPr id="28" name="Группа 27">
            <a:extLst>
              <a:ext uri="{FF2B5EF4-FFF2-40B4-BE49-F238E27FC236}">
                <a16:creationId xmlns:a16="http://schemas.microsoft.com/office/drawing/2014/main" id="{B51552FB-567A-D8FA-69FC-16E35A9608C9}"/>
              </a:ext>
            </a:extLst>
          </p:cNvPr>
          <p:cNvGrpSpPr/>
          <p:nvPr/>
        </p:nvGrpSpPr>
        <p:grpSpPr>
          <a:xfrm>
            <a:off x="7053586" y="1322803"/>
            <a:ext cx="2314080" cy="671040"/>
            <a:chOff x="7053586" y="1322803"/>
            <a:chExt cx="2314080" cy="671040"/>
          </a:xfrm>
        </p:grpSpPr>
        <mc:AlternateContent xmlns:mc="http://schemas.openxmlformats.org/markup-compatibility/2006" xmlns:p14="http://schemas.microsoft.com/office/powerpoint/2010/main">
          <mc:Choice Requires="p14">
            <p:contentPart p14:bwMode="auto" r:id="rId7">
              <p14:nvContentPartPr>
                <p14:cNvPr id="2" name="Рукописный ввод 1">
                  <a:extLst>
                    <a:ext uri="{FF2B5EF4-FFF2-40B4-BE49-F238E27FC236}">
                      <a16:creationId xmlns:a16="http://schemas.microsoft.com/office/drawing/2014/main" id="{539EEF12-F217-58D9-3F7C-2F7D16C1F5C0}"/>
                    </a:ext>
                  </a:extLst>
                </p14:cNvPr>
                <p14:cNvContentPartPr/>
                <p14:nvPr/>
              </p14:nvContentPartPr>
              <p14:xfrm>
                <a:off x="7053586" y="1438723"/>
                <a:ext cx="87120" cy="362160"/>
              </p14:xfrm>
            </p:contentPart>
          </mc:Choice>
          <mc:Fallback xmlns="">
            <p:pic>
              <p:nvPicPr>
                <p:cNvPr id="2" name="Рукописный ввод 1">
                  <a:extLst>
                    <a:ext uri="{FF2B5EF4-FFF2-40B4-BE49-F238E27FC236}">
                      <a16:creationId xmlns:a16="http://schemas.microsoft.com/office/drawing/2014/main" id="{539EEF12-F217-58D9-3F7C-2F7D16C1F5C0}"/>
                    </a:ext>
                  </a:extLst>
                </p:cNvPr>
                <p:cNvPicPr/>
                <p:nvPr/>
              </p:nvPicPr>
              <p:blipFill>
                <a:blip r:embed="rId8"/>
                <a:stretch>
                  <a:fillRect/>
                </a:stretch>
              </p:blipFill>
              <p:spPr>
                <a:xfrm>
                  <a:off x="7047466" y="1432603"/>
                  <a:ext cx="9936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Рукописный ввод 3">
                  <a:extLst>
                    <a:ext uri="{FF2B5EF4-FFF2-40B4-BE49-F238E27FC236}">
                      <a16:creationId xmlns:a16="http://schemas.microsoft.com/office/drawing/2014/main" id="{7C432336-3DC9-DA5B-30C0-56A4CB10B1D8}"/>
                    </a:ext>
                  </a:extLst>
                </p14:cNvPr>
                <p14:cNvContentPartPr/>
                <p14:nvPr/>
              </p14:nvContentPartPr>
              <p14:xfrm>
                <a:off x="7105066" y="1421803"/>
                <a:ext cx="141120" cy="35640"/>
              </p14:xfrm>
            </p:contentPart>
          </mc:Choice>
          <mc:Fallback xmlns="">
            <p:pic>
              <p:nvPicPr>
                <p:cNvPr id="4" name="Рукописный ввод 3">
                  <a:extLst>
                    <a:ext uri="{FF2B5EF4-FFF2-40B4-BE49-F238E27FC236}">
                      <a16:creationId xmlns:a16="http://schemas.microsoft.com/office/drawing/2014/main" id="{7C432336-3DC9-DA5B-30C0-56A4CB10B1D8}"/>
                    </a:ext>
                  </a:extLst>
                </p:cNvPr>
                <p:cNvPicPr/>
                <p:nvPr/>
              </p:nvPicPr>
              <p:blipFill>
                <a:blip r:embed="rId10"/>
                <a:stretch>
                  <a:fillRect/>
                </a:stretch>
              </p:blipFill>
              <p:spPr>
                <a:xfrm>
                  <a:off x="7098946" y="1415683"/>
                  <a:ext cx="1533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Рукописный ввод 6">
                  <a:extLst>
                    <a:ext uri="{FF2B5EF4-FFF2-40B4-BE49-F238E27FC236}">
                      <a16:creationId xmlns:a16="http://schemas.microsoft.com/office/drawing/2014/main" id="{7D331223-778F-F73C-00F0-B270ACD1018C}"/>
                    </a:ext>
                  </a:extLst>
                </p14:cNvPr>
                <p14:cNvContentPartPr/>
                <p14:nvPr/>
              </p14:nvContentPartPr>
              <p14:xfrm>
                <a:off x="7056466" y="1651843"/>
                <a:ext cx="172440" cy="28440"/>
              </p14:xfrm>
            </p:contentPart>
          </mc:Choice>
          <mc:Fallback xmlns="">
            <p:pic>
              <p:nvPicPr>
                <p:cNvPr id="7" name="Рукописный ввод 6">
                  <a:extLst>
                    <a:ext uri="{FF2B5EF4-FFF2-40B4-BE49-F238E27FC236}">
                      <a16:creationId xmlns:a16="http://schemas.microsoft.com/office/drawing/2014/main" id="{7D331223-778F-F73C-00F0-B270ACD1018C}"/>
                    </a:ext>
                  </a:extLst>
                </p:cNvPr>
                <p:cNvPicPr/>
                <p:nvPr/>
              </p:nvPicPr>
              <p:blipFill>
                <a:blip r:embed="rId12"/>
                <a:stretch>
                  <a:fillRect/>
                </a:stretch>
              </p:blipFill>
              <p:spPr>
                <a:xfrm>
                  <a:off x="7050346" y="1645723"/>
                  <a:ext cx="1846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Рукописный ввод 8">
                  <a:extLst>
                    <a:ext uri="{FF2B5EF4-FFF2-40B4-BE49-F238E27FC236}">
                      <a16:creationId xmlns:a16="http://schemas.microsoft.com/office/drawing/2014/main" id="{1E3BD538-C1D8-52D7-5A47-914E0FC141E8}"/>
                    </a:ext>
                  </a:extLst>
                </p14:cNvPr>
                <p14:cNvContentPartPr/>
                <p14:nvPr/>
              </p14:nvContentPartPr>
              <p14:xfrm>
                <a:off x="7169506" y="1732843"/>
                <a:ext cx="92520" cy="261000"/>
              </p14:xfrm>
            </p:contentPart>
          </mc:Choice>
          <mc:Fallback xmlns="">
            <p:pic>
              <p:nvPicPr>
                <p:cNvPr id="9" name="Рукописный ввод 8">
                  <a:extLst>
                    <a:ext uri="{FF2B5EF4-FFF2-40B4-BE49-F238E27FC236}">
                      <a16:creationId xmlns:a16="http://schemas.microsoft.com/office/drawing/2014/main" id="{1E3BD538-C1D8-52D7-5A47-914E0FC141E8}"/>
                    </a:ext>
                  </a:extLst>
                </p:cNvPr>
                <p:cNvPicPr/>
                <p:nvPr/>
              </p:nvPicPr>
              <p:blipFill>
                <a:blip r:embed="rId14"/>
                <a:stretch>
                  <a:fillRect/>
                </a:stretch>
              </p:blipFill>
              <p:spPr>
                <a:xfrm>
                  <a:off x="7163386" y="1726723"/>
                  <a:ext cx="10476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Рукописный ввод 9">
                  <a:extLst>
                    <a:ext uri="{FF2B5EF4-FFF2-40B4-BE49-F238E27FC236}">
                      <a16:creationId xmlns:a16="http://schemas.microsoft.com/office/drawing/2014/main" id="{39EED587-055A-EFF3-AC5E-A7CEEF61EEB3}"/>
                    </a:ext>
                  </a:extLst>
                </p14:cNvPr>
                <p14:cNvContentPartPr/>
                <p14:nvPr/>
              </p14:nvContentPartPr>
              <p14:xfrm>
                <a:off x="7404586" y="1363123"/>
                <a:ext cx="138960" cy="395640"/>
              </p14:xfrm>
            </p:contentPart>
          </mc:Choice>
          <mc:Fallback xmlns="">
            <p:pic>
              <p:nvPicPr>
                <p:cNvPr id="10" name="Рукописный ввод 9">
                  <a:extLst>
                    <a:ext uri="{FF2B5EF4-FFF2-40B4-BE49-F238E27FC236}">
                      <a16:creationId xmlns:a16="http://schemas.microsoft.com/office/drawing/2014/main" id="{39EED587-055A-EFF3-AC5E-A7CEEF61EEB3}"/>
                    </a:ext>
                  </a:extLst>
                </p:cNvPr>
                <p:cNvPicPr/>
                <p:nvPr/>
              </p:nvPicPr>
              <p:blipFill>
                <a:blip r:embed="rId16"/>
                <a:stretch>
                  <a:fillRect/>
                </a:stretch>
              </p:blipFill>
              <p:spPr>
                <a:xfrm>
                  <a:off x="7398466" y="1357003"/>
                  <a:ext cx="15120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Рукописный ввод 10">
                  <a:extLst>
                    <a:ext uri="{FF2B5EF4-FFF2-40B4-BE49-F238E27FC236}">
                      <a16:creationId xmlns:a16="http://schemas.microsoft.com/office/drawing/2014/main" id="{7F31E62A-0E96-E630-CA9E-AEC5FD09E386}"/>
                    </a:ext>
                  </a:extLst>
                </p14:cNvPr>
                <p14:cNvContentPartPr/>
                <p14:nvPr/>
              </p14:nvContentPartPr>
              <p14:xfrm>
                <a:off x="7533466" y="1491283"/>
                <a:ext cx="149400" cy="236880"/>
              </p14:xfrm>
            </p:contentPart>
          </mc:Choice>
          <mc:Fallback xmlns="">
            <p:pic>
              <p:nvPicPr>
                <p:cNvPr id="11" name="Рукописный ввод 10">
                  <a:extLst>
                    <a:ext uri="{FF2B5EF4-FFF2-40B4-BE49-F238E27FC236}">
                      <a16:creationId xmlns:a16="http://schemas.microsoft.com/office/drawing/2014/main" id="{7F31E62A-0E96-E630-CA9E-AEC5FD09E386}"/>
                    </a:ext>
                  </a:extLst>
                </p:cNvPr>
                <p:cNvPicPr/>
                <p:nvPr/>
              </p:nvPicPr>
              <p:blipFill>
                <a:blip r:embed="rId18"/>
                <a:stretch>
                  <a:fillRect/>
                </a:stretch>
              </p:blipFill>
              <p:spPr>
                <a:xfrm>
                  <a:off x="7527346" y="1485163"/>
                  <a:ext cx="1616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Рукописный ввод 11">
                  <a:extLst>
                    <a:ext uri="{FF2B5EF4-FFF2-40B4-BE49-F238E27FC236}">
                      <a16:creationId xmlns:a16="http://schemas.microsoft.com/office/drawing/2014/main" id="{7032A54B-9FE2-E71F-5BEB-1AC965E4E610}"/>
                    </a:ext>
                  </a:extLst>
                </p14:cNvPr>
                <p14:cNvContentPartPr/>
                <p14:nvPr/>
              </p14:nvContentPartPr>
              <p14:xfrm>
                <a:off x="7544626" y="1475083"/>
                <a:ext cx="134640" cy="318960"/>
              </p14:xfrm>
            </p:contentPart>
          </mc:Choice>
          <mc:Fallback xmlns="">
            <p:pic>
              <p:nvPicPr>
                <p:cNvPr id="12" name="Рукописный ввод 11">
                  <a:extLst>
                    <a:ext uri="{FF2B5EF4-FFF2-40B4-BE49-F238E27FC236}">
                      <a16:creationId xmlns:a16="http://schemas.microsoft.com/office/drawing/2014/main" id="{7032A54B-9FE2-E71F-5BEB-1AC965E4E610}"/>
                    </a:ext>
                  </a:extLst>
                </p:cNvPr>
                <p:cNvPicPr/>
                <p:nvPr/>
              </p:nvPicPr>
              <p:blipFill>
                <a:blip r:embed="rId20"/>
                <a:stretch>
                  <a:fillRect/>
                </a:stretch>
              </p:blipFill>
              <p:spPr>
                <a:xfrm>
                  <a:off x="7538506" y="1468963"/>
                  <a:ext cx="14688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Рукописный ввод 15">
                  <a:extLst>
                    <a:ext uri="{FF2B5EF4-FFF2-40B4-BE49-F238E27FC236}">
                      <a16:creationId xmlns:a16="http://schemas.microsoft.com/office/drawing/2014/main" id="{9ACB4852-94A0-C970-BFE7-705DC616C55B}"/>
                    </a:ext>
                  </a:extLst>
                </p14:cNvPr>
                <p14:cNvContentPartPr/>
                <p14:nvPr/>
              </p14:nvContentPartPr>
              <p14:xfrm>
                <a:off x="7792666" y="1322803"/>
                <a:ext cx="157320" cy="457920"/>
              </p14:xfrm>
            </p:contentPart>
          </mc:Choice>
          <mc:Fallback xmlns="">
            <p:pic>
              <p:nvPicPr>
                <p:cNvPr id="16" name="Рукописный ввод 15">
                  <a:extLst>
                    <a:ext uri="{FF2B5EF4-FFF2-40B4-BE49-F238E27FC236}">
                      <a16:creationId xmlns:a16="http://schemas.microsoft.com/office/drawing/2014/main" id="{9ACB4852-94A0-C970-BFE7-705DC616C55B}"/>
                    </a:ext>
                  </a:extLst>
                </p:cNvPr>
                <p:cNvPicPr/>
                <p:nvPr/>
              </p:nvPicPr>
              <p:blipFill>
                <a:blip r:embed="rId22"/>
                <a:stretch>
                  <a:fillRect/>
                </a:stretch>
              </p:blipFill>
              <p:spPr>
                <a:xfrm>
                  <a:off x="7786546" y="1316683"/>
                  <a:ext cx="169560" cy="470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Рукописный ввод 16">
                  <a:extLst>
                    <a:ext uri="{FF2B5EF4-FFF2-40B4-BE49-F238E27FC236}">
                      <a16:creationId xmlns:a16="http://schemas.microsoft.com/office/drawing/2014/main" id="{F346DC7B-7F8A-A7D9-345B-5F58F99920F4}"/>
                    </a:ext>
                  </a:extLst>
                </p14:cNvPr>
                <p14:cNvContentPartPr/>
                <p14:nvPr/>
              </p14:nvContentPartPr>
              <p14:xfrm>
                <a:off x="8073826" y="1441603"/>
                <a:ext cx="156240" cy="16200"/>
              </p14:xfrm>
            </p:contentPart>
          </mc:Choice>
          <mc:Fallback xmlns="">
            <p:pic>
              <p:nvPicPr>
                <p:cNvPr id="17" name="Рукописный ввод 16">
                  <a:extLst>
                    <a:ext uri="{FF2B5EF4-FFF2-40B4-BE49-F238E27FC236}">
                      <a16:creationId xmlns:a16="http://schemas.microsoft.com/office/drawing/2014/main" id="{F346DC7B-7F8A-A7D9-345B-5F58F99920F4}"/>
                    </a:ext>
                  </a:extLst>
                </p:cNvPr>
                <p:cNvPicPr/>
                <p:nvPr/>
              </p:nvPicPr>
              <p:blipFill>
                <a:blip r:embed="rId24"/>
                <a:stretch>
                  <a:fillRect/>
                </a:stretch>
              </p:blipFill>
              <p:spPr>
                <a:xfrm>
                  <a:off x="8067706" y="1435483"/>
                  <a:ext cx="16848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Рукописный ввод 17">
                  <a:extLst>
                    <a:ext uri="{FF2B5EF4-FFF2-40B4-BE49-F238E27FC236}">
                      <a16:creationId xmlns:a16="http://schemas.microsoft.com/office/drawing/2014/main" id="{FC0AB3FD-C8EE-831C-D5AA-67629DFC8EF7}"/>
                    </a:ext>
                  </a:extLst>
                </p14:cNvPr>
                <p14:cNvContentPartPr/>
                <p14:nvPr/>
              </p14:nvContentPartPr>
              <p14:xfrm>
                <a:off x="8043226" y="1508203"/>
                <a:ext cx="249120" cy="65880"/>
              </p14:xfrm>
            </p:contentPart>
          </mc:Choice>
          <mc:Fallback xmlns="">
            <p:pic>
              <p:nvPicPr>
                <p:cNvPr id="18" name="Рукописный ввод 17">
                  <a:extLst>
                    <a:ext uri="{FF2B5EF4-FFF2-40B4-BE49-F238E27FC236}">
                      <a16:creationId xmlns:a16="http://schemas.microsoft.com/office/drawing/2014/main" id="{FC0AB3FD-C8EE-831C-D5AA-67629DFC8EF7}"/>
                    </a:ext>
                  </a:extLst>
                </p:cNvPr>
                <p:cNvPicPr/>
                <p:nvPr/>
              </p:nvPicPr>
              <p:blipFill>
                <a:blip r:embed="rId26"/>
                <a:stretch>
                  <a:fillRect/>
                </a:stretch>
              </p:blipFill>
              <p:spPr>
                <a:xfrm>
                  <a:off x="8037106" y="1502083"/>
                  <a:ext cx="26136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Рукописный ввод 18">
                  <a:extLst>
                    <a:ext uri="{FF2B5EF4-FFF2-40B4-BE49-F238E27FC236}">
                      <a16:creationId xmlns:a16="http://schemas.microsoft.com/office/drawing/2014/main" id="{EC518005-EBDB-EBE1-6654-BE303814E920}"/>
                    </a:ext>
                  </a:extLst>
                </p14:cNvPr>
                <p14:cNvContentPartPr/>
                <p14:nvPr/>
              </p14:nvContentPartPr>
              <p14:xfrm>
                <a:off x="8438506" y="1323163"/>
                <a:ext cx="187200" cy="387720"/>
              </p14:xfrm>
            </p:contentPart>
          </mc:Choice>
          <mc:Fallback xmlns="">
            <p:pic>
              <p:nvPicPr>
                <p:cNvPr id="19" name="Рукописный ввод 18">
                  <a:extLst>
                    <a:ext uri="{FF2B5EF4-FFF2-40B4-BE49-F238E27FC236}">
                      <a16:creationId xmlns:a16="http://schemas.microsoft.com/office/drawing/2014/main" id="{EC518005-EBDB-EBE1-6654-BE303814E920}"/>
                    </a:ext>
                  </a:extLst>
                </p:cNvPr>
                <p:cNvPicPr/>
                <p:nvPr/>
              </p:nvPicPr>
              <p:blipFill>
                <a:blip r:embed="rId28"/>
                <a:stretch>
                  <a:fillRect/>
                </a:stretch>
              </p:blipFill>
              <p:spPr>
                <a:xfrm>
                  <a:off x="8432386" y="1317043"/>
                  <a:ext cx="19944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Рукописный ввод 20">
                  <a:extLst>
                    <a:ext uri="{FF2B5EF4-FFF2-40B4-BE49-F238E27FC236}">
                      <a16:creationId xmlns:a16="http://schemas.microsoft.com/office/drawing/2014/main" id="{46A427A5-67B7-CF48-AB01-5221A13596F1}"/>
                    </a:ext>
                  </a:extLst>
                </p14:cNvPr>
                <p14:cNvContentPartPr/>
                <p14:nvPr/>
              </p14:nvContentPartPr>
              <p14:xfrm>
                <a:off x="8680426" y="1341523"/>
                <a:ext cx="118080" cy="520200"/>
              </p14:xfrm>
            </p:contentPart>
          </mc:Choice>
          <mc:Fallback xmlns="">
            <p:pic>
              <p:nvPicPr>
                <p:cNvPr id="21" name="Рукописный ввод 20">
                  <a:extLst>
                    <a:ext uri="{FF2B5EF4-FFF2-40B4-BE49-F238E27FC236}">
                      <a16:creationId xmlns:a16="http://schemas.microsoft.com/office/drawing/2014/main" id="{46A427A5-67B7-CF48-AB01-5221A13596F1}"/>
                    </a:ext>
                  </a:extLst>
                </p:cNvPr>
                <p:cNvPicPr/>
                <p:nvPr/>
              </p:nvPicPr>
              <p:blipFill>
                <a:blip r:embed="rId30"/>
                <a:stretch>
                  <a:fillRect/>
                </a:stretch>
              </p:blipFill>
              <p:spPr>
                <a:xfrm>
                  <a:off x="8674306" y="1335403"/>
                  <a:ext cx="1303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Рукописный ввод 21">
                  <a:extLst>
                    <a:ext uri="{FF2B5EF4-FFF2-40B4-BE49-F238E27FC236}">
                      <a16:creationId xmlns:a16="http://schemas.microsoft.com/office/drawing/2014/main" id="{82227FDB-B792-05F8-1A5E-806C8092EF2D}"/>
                    </a:ext>
                  </a:extLst>
                </p14:cNvPr>
                <p14:cNvContentPartPr/>
                <p14:nvPr/>
              </p14:nvContentPartPr>
              <p14:xfrm>
                <a:off x="8934946" y="1412803"/>
                <a:ext cx="115560" cy="352080"/>
              </p14:xfrm>
            </p:contentPart>
          </mc:Choice>
          <mc:Fallback xmlns="">
            <p:pic>
              <p:nvPicPr>
                <p:cNvPr id="22" name="Рукописный ввод 21">
                  <a:extLst>
                    <a:ext uri="{FF2B5EF4-FFF2-40B4-BE49-F238E27FC236}">
                      <a16:creationId xmlns:a16="http://schemas.microsoft.com/office/drawing/2014/main" id="{82227FDB-B792-05F8-1A5E-806C8092EF2D}"/>
                    </a:ext>
                  </a:extLst>
                </p:cNvPr>
                <p:cNvPicPr/>
                <p:nvPr/>
              </p:nvPicPr>
              <p:blipFill>
                <a:blip r:embed="rId32"/>
                <a:stretch>
                  <a:fillRect/>
                </a:stretch>
              </p:blipFill>
              <p:spPr>
                <a:xfrm>
                  <a:off x="8928826" y="1406683"/>
                  <a:ext cx="12780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Рукописный ввод 22">
                  <a:extLst>
                    <a:ext uri="{FF2B5EF4-FFF2-40B4-BE49-F238E27FC236}">
                      <a16:creationId xmlns:a16="http://schemas.microsoft.com/office/drawing/2014/main" id="{95B37390-821F-07EA-C2A8-1B516FB96354}"/>
                    </a:ext>
                  </a:extLst>
                </p14:cNvPr>
                <p14:cNvContentPartPr/>
                <p14:nvPr/>
              </p14:nvContentPartPr>
              <p14:xfrm>
                <a:off x="9190186" y="1417123"/>
                <a:ext cx="177480" cy="246960"/>
              </p14:xfrm>
            </p:contentPart>
          </mc:Choice>
          <mc:Fallback xmlns="">
            <p:pic>
              <p:nvPicPr>
                <p:cNvPr id="23" name="Рукописный ввод 22">
                  <a:extLst>
                    <a:ext uri="{FF2B5EF4-FFF2-40B4-BE49-F238E27FC236}">
                      <a16:creationId xmlns:a16="http://schemas.microsoft.com/office/drawing/2014/main" id="{95B37390-821F-07EA-C2A8-1B516FB96354}"/>
                    </a:ext>
                  </a:extLst>
                </p:cNvPr>
                <p:cNvPicPr/>
                <p:nvPr/>
              </p:nvPicPr>
              <p:blipFill>
                <a:blip r:embed="rId34"/>
                <a:stretch>
                  <a:fillRect/>
                </a:stretch>
              </p:blipFill>
              <p:spPr>
                <a:xfrm>
                  <a:off x="9184066" y="1411003"/>
                  <a:ext cx="189720" cy="259200"/>
                </a:xfrm>
                <a:prstGeom prst="rect">
                  <a:avLst/>
                </a:prstGeom>
              </p:spPr>
            </p:pic>
          </mc:Fallback>
        </mc:AlternateContent>
      </p:grpSp>
      <p:grpSp>
        <p:nvGrpSpPr>
          <p:cNvPr id="27" name="Группа 26">
            <a:extLst>
              <a:ext uri="{FF2B5EF4-FFF2-40B4-BE49-F238E27FC236}">
                <a16:creationId xmlns:a16="http://schemas.microsoft.com/office/drawing/2014/main" id="{011C22AA-4608-454A-C2CF-181F01186CB7}"/>
              </a:ext>
            </a:extLst>
          </p:cNvPr>
          <p:cNvGrpSpPr/>
          <p:nvPr/>
        </p:nvGrpSpPr>
        <p:grpSpPr>
          <a:xfrm>
            <a:off x="9545866" y="1164043"/>
            <a:ext cx="367920" cy="476280"/>
            <a:chOff x="9545866" y="1164043"/>
            <a:chExt cx="367920" cy="476280"/>
          </a:xfrm>
        </p:grpSpPr>
        <mc:AlternateContent xmlns:mc="http://schemas.openxmlformats.org/markup-compatibility/2006" xmlns:p14="http://schemas.microsoft.com/office/powerpoint/2010/main">
          <mc:Choice Requires="p14">
            <p:contentPart p14:bwMode="auto" r:id="rId35">
              <p14:nvContentPartPr>
                <p14:cNvPr id="24" name="Рукописный ввод 23">
                  <a:extLst>
                    <a:ext uri="{FF2B5EF4-FFF2-40B4-BE49-F238E27FC236}">
                      <a16:creationId xmlns:a16="http://schemas.microsoft.com/office/drawing/2014/main" id="{D8D47CF3-CA71-1DC9-1373-1D067FBA672F}"/>
                    </a:ext>
                  </a:extLst>
                </p14:cNvPr>
                <p14:cNvContentPartPr/>
                <p14:nvPr/>
              </p14:nvContentPartPr>
              <p14:xfrm>
                <a:off x="9545866" y="1260163"/>
                <a:ext cx="171720" cy="353880"/>
              </p14:xfrm>
            </p:contentPart>
          </mc:Choice>
          <mc:Fallback xmlns="">
            <p:pic>
              <p:nvPicPr>
                <p:cNvPr id="24" name="Рукописный ввод 23">
                  <a:extLst>
                    <a:ext uri="{FF2B5EF4-FFF2-40B4-BE49-F238E27FC236}">
                      <a16:creationId xmlns:a16="http://schemas.microsoft.com/office/drawing/2014/main" id="{D8D47CF3-CA71-1DC9-1373-1D067FBA672F}"/>
                    </a:ext>
                  </a:extLst>
                </p:cNvPr>
                <p:cNvPicPr/>
                <p:nvPr/>
              </p:nvPicPr>
              <p:blipFill>
                <a:blip r:embed="rId36"/>
                <a:stretch>
                  <a:fillRect/>
                </a:stretch>
              </p:blipFill>
              <p:spPr>
                <a:xfrm>
                  <a:off x="9539746" y="1254043"/>
                  <a:ext cx="18396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Рукописный ввод 24">
                  <a:extLst>
                    <a:ext uri="{FF2B5EF4-FFF2-40B4-BE49-F238E27FC236}">
                      <a16:creationId xmlns:a16="http://schemas.microsoft.com/office/drawing/2014/main" id="{61B5E56F-43BB-71A6-A786-A2C8B03F0A6C}"/>
                    </a:ext>
                  </a:extLst>
                </p14:cNvPr>
                <p14:cNvContentPartPr/>
                <p14:nvPr/>
              </p14:nvContentPartPr>
              <p14:xfrm>
                <a:off x="9566746" y="1300843"/>
                <a:ext cx="171720" cy="290520"/>
              </p14:xfrm>
            </p:contentPart>
          </mc:Choice>
          <mc:Fallback xmlns="">
            <p:pic>
              <p:nvPicPr>
                <p:cNvPr id="25" name="Рукописный ввод 24">
                  <a:extLst>
                    <a:ext uri="{FF2B5EF4-FFF2-40B4-BE49-F238E27FC236}">
                      <a16:creationId xmlns:a16="http://schemas.microsoft.com/office/drawing/2014/main" id="{61B5E56F-43BB-71A6-A786-A2C8B03F0A6C}"/>
                    </a:ext>
                  </a:extLst>
                </p:cNvPr>
                <p:cNvPicPr/>
                <p:nvPr/>
              </p:nvPicPr>
              <p:blipFill>
                <a:blip r:embed="rId38"/>
                <a:stretch>
                  <a:fillRect/>
                </a:stretch>
              </p:blipFill>
              <p:spPr>
                <a:xfrm>
                  <a:off x="9560626" y="1294723"/>
                  <a:ext cx="18396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Рукописный ввод 25">
                  <a:extLst>
                    <a:ext uri="{FF2B5EF4-FFF2-40B4-BE49-F238E27FC236}">
                      <a16:creationId xmlns:a16="http://schemas.microsoft.com/office/drawing/2014/main" id="{718B9F5E-89C2-1380-677D-A63DCF3F9E86}"/>
                    </a:ext>
                  </a:extLst>
                </p14:cNvPr>
                <p14:cNvContentPartPr/>
                <p14:nvPr/>
              </p14:nvContentPartPr>
              <p14:xfrm>
                <a:off x="9748906" y="1164043"/>
                <a:ext cx="164880" cy="476280"/>
              </p14:xfrm>
            </p:contentPart>
          </mc:Choice>
          <mc:Fallback xmlns="">
            <p:pic>
              <p:nvPicPr>
                <p:cNvPr id="26" name="Рукописный ввод 25">
                  <a:extLst>
                    <a:ext uri="{FF2B5EF4-FFF2-40B4-BE49-F238E27FC236}">
                      <a16:creationId xmlns:a16="http://schemas.microsoft.com/office/drawing/2014/main" id="{718B9F5E-89C2-1380-677D-A63DCF3F9E86}"/>
                    </a:ext>
                  </a:extLst>
                </p:cNvPr>
                <p:cNvPicPr/>
                <p:nvPr/>
              </p:nvPicPr>
              <p:blipFill>
                <a:blip r:embed="rId40"/>
                <a:stretch>
                  <a:fillRect/>
                </a:stretch>
              </p:blipFill>
              <p:spPr>
                <a:xfrm>
                  <a:off x="9742786" y="1157923"/>
                  <a:ext cx="177120" cy="488520"/>
                </a:xfrm>
                <a:prstGeom prst="rect">
                  <a:avLst/>
                </a:prstGeom>
              </p:spPr>
            </p:pic>
          </mc:Fallback>
        </mc:AlternateContent>
      </p:grpSp>
    </p:spTree>
    <p:extLst>
      <p:ext uri="{BB962C8B-B14F-4D97-AF65-F5344CB8AC3E}">
        <p14:creationId xmlns:p14="http://schemas.microsoft.com/office/powerpoint/2010/main" val="2479968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4D28D-F12A-70EA-936F-BCE836CA31F2}"/>
            </a:ext>
          </a:extLst>
        </p:cNvPr>
        <p:cNvGrpSpPr/>
        <p:nvPr/>
      </p:nvGrpSpPr>
      <p:grpSpPr>
        <a:xfrm>
          <a:off x="0" y="0"/>
          <a:ext cx="0" cy="0"/>
          <a:chOff x="0" y="0"/>
          <a:chExt cx="0" cy="0"/>
        </a:xfrm>
      </p:grpSpPr>
      <p:sp>
        <p:nvSpPr>
          <p:cNvPr id="5" name="Прямоугольник 5">
            <a:extLst>
              <a:ext uri="{FF2B5EF4-FFF2-40B4-BE49-F238E27FC236}">
                <a16:creationId xmlns:a16="http://schemas.microsoft.com/office/drawing/2014/main" id="{D0E6679C-E566-0AB6-FC0B-1D10A0170BA2}"/>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Свойства функции распределения</a:t>
            </a:r>
            <a:endParaRPr lang="ru-RU" sz="2400" b="1" dirty="0">
              <a:solidFill>
                <a:schemeClr val="tx1"/>
              </a:solidFill>
              <a:latin typeface="Arial" panose="020B0604020202020204" pitchFamily="34" charset="0"/>
              <a:cs typeface="Arial" panose="020B0604020202020204" pitchFamily="34" charset="0"/>
            </a:endParaRPr>
          </a:p>
        </p:txBody>
      </p:sp>
      <p:sp>
        <p:nvSpPr>
          <p:cNvPr id="8" name="Номер слайда 1">
            <a:extLst>
              <a:ext uri="{FF2B5EF4-FFF2-40B4-BE49-F238E27FC236}">
                <a16:creationId xmlns:a16="http://schemas.microsoft.com/office/drawing/2014/main" id="{31359E6C-EDE1-3666-5154-B89D5B829881}"/>
              </a:ext>
            </a:extLst>
          </p:cNvPr>
          <p:cNvSpPr>
            <a:spLocks noGrp="1"/>
          </p:cNvSpPr>
          <p:nvPr>
            <p:ph type="sldNum" sz="quarter" idx="12"/>
          </p:nvPr>
        </p:nvSpPr>
        <p:spPr>
          <a:xfrm>
            <a:off x="7086600" y="6454582"/>
            <a:ext cx="2057400" cy="365125"/>
          </a:xfrm>
        </p:spPr>
        <p:txBody>
          <a:body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t>7</a:t>
            </a:fld>
            <a:endParaRPr lang="ru-RU" sz="1100" dirty="0">
              <a:solidFill>
                <a:srgbClr val="0070C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B4E4EE0-0EAD-9C2C-7F7D-03866A5D60DA}"/>
                  </a:ext>
                </a:extLst>
              </p:cNvPr>
              <p:cNvSpPr txBox="1"/>
              <p:nvPr/>
            </p:nvSpPr>
            <p:spPr>
              <a:xfrm>
                <a:off x="0" y="529936"/>
                <a:ext cx="9144000" cy="6200415"/>
              </a:xfrm>
              <a:prstGeom prst="rect">
                <a:avLst/>
              </a:prstGeom>
              <a:noFill/>
            </p:spPr>
            <p:txBody>
              <a:bodyPr wrap="square" rtlCol="0">
                <a:spAutoFit/>
              </a:bodyPr>
              <a:lstStyle/>
              <a:p>
                <a:pPr algn="just"/>
                <a:r>
                  <a:rPr lang="ru-RU" dirty="0"/>
                  <a:t>Докажем основные свойства функции распределения:</a:t>
                </a:r>
              </a:p>
              <a:p>
                <a:pPr marL="342900" indent="-342900" algn="just">
                  <a:buAutoNum type="arabicPeriod"/>
                </a:pPr>
                <a:r>
                  <a:rPr lang="ru-RU" dirty="0"/>
                  <a:t>если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oMath>
                </a14:m>
                <a:r>
                  <a:rPr lang="en-US" dirty="0"/>
                  <a:t>, </a:t>
                </a:r>
                <a:r>
                  <a:rPr lang="ru-RU" dirty="0"/>
                  <a:t>то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oMath>
                </a14:m>
                <a:r>
                  <a:rPr lang="ru-RU" dirty="0"/>
                  <a:t>:</a:t>
                </a:r>
              </a:p>
              <a:p>
                <a:pPr marL="800100" lvl="1" indent="-342900" algn="just">
                  <a:buFont typeface="Arial" panose="020B0604020202020204" pitchFamily="34" charset="0"/>
                  <a:buChar char="•"/>
                </a:pPr>
                <a:r>
                  <a:rPr lang="ru-RU" dirty="0"/>
                  <a:t>для любых чисел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oMath>
                </a14:m>
                <a:r>
                  <a:rPr lang="ru-RU" dirty="0"/>
                  <a:t>,</a:t>
                </a:r>
                <a:endParaRPr lang="en-US" dirty="0"/>
              </a:p>
              <a:p>
                <a:pPr lvl="1" algn="ctr"/>
                <a:r>
                  <a:rPr lang="ru-RU"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𝜉</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oMath>
                </a14:m>
                <a:endParaRPr lang="en-US" b="0" dirty="0"/>
              </a:p>
              <a:p>
                <a:pPr lvl="1" algn="ctr"/>
                <a:endParaRPr lang="ru-RU" dirty="0"/>
              </a:p>
              <a:p>
                <a:pPr marL="342900" indent="-342900" algn="just">
                  <a:buFont typeface="+mj-lt"/>
                  <a:buAutoNum type="arabicPeriod"/>
                </a:pPr>
                <a:r>
                  <a:rPr lang="ru-RU" dirty="0"/>
                  <a:t>пределы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𝑥</m:t>
                            </m:r>
                            <m:r>
                              <a:rPr lang="en-US" i="1">
                                <a:latin typeface="Cambria Math" panose="02040503050406030204" pitchFamily="18" charset="0"/>
                              </a:rPr>
                              <m:t>→−∞</m:t>
                            </m:r>
                          </m:lim>
                        </m:limLow>
                      </m:fName>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=0</m:t>
                        </m:r>
                      </m:e>
                    </m:func>
                    <m:r>
                      <a:rPr lang="ru-RU">
                        <a:latin typeface="Cambria Math" panose="02040503050406030204" pitchFamily="18" charset="0"/>
                      </a:rPr>
                      <m:t> </m:t>
                    </m:r>
                  </m:oMath>
                </a14:m>
                <a:r>
                  <a:rPr lang="ru-RU" dirty="0"/>
                  <a:t>и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𝑥</m:t>
                            </m:r>
                            <m:r>
                              <a:rPr lang="en-US" i="1">
                                <a:latin typeface="Cambria Math" panose="02040503050406030204" pitchFamily="18" charset="0"/>
                              </a:rPr>
                              <m:t>→+∞</m:t>
                            </m:r>
                          </m:lim>
                        </m:limLow>
                      </m:fName>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=1</m:t>
                        </m:r>
                      </m:e>
                    </m:func>
                  </m:oMath>
                </a14:m>
                <a:r>
                  <a:rPr lang="ru-RU" dirty="0"/>
                  <a:t> существуют</a:t>
                </a:r>
                <a:r>
                  <a:rPr lang="en-US" dirty="0"/>
                  <a:t>:</a:t>
                </a:r>
              </a:p>
              <a:p>
                <a:pPr marL="800100" lvl="1" indent="-342900" algn="just">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oMath>
                </a14:m>
                <a:r>
                  <a:rPr lang="en-US" dirty="0"/>
                  <a:t> - </a:t>
                </a:r>
                <a:r>
                  <a:rPr lang="ru-RU" dirty="0"/>
                  <a:t>монотонна (</a:t>
                </a:r>
                <a:r>
                  <a:rPr lang="ru-RU" b="1" dirty="0">
                    <a:solidFill>
                      <a:srgbClr val="3333FF"/>
                    </a:solidFill>
                  </a:rPr>
                  <a:t>свойство 1</a:t>
                </a:r>
                <a:r>
                  <a:rPr lang="ru-RU" dirty="0"/>
                  <a:t>) и ограничена (</a:t>
                </a:r>
                <a:r>
                  <a:rPr lang="ru-RU" b="1" dirty="0">
                    <a:solidFill>
                      <a:srgbClr val="3333FF"/>
                    </a:solidFill>
                  </a:rPr>
                  <a:t>значения между 0 и 1</a:t>
                </a:r>
                <a:r>
                  <a:rPr lang="ru-RU" dirty="0"/>
                  <a:t>), поэтому пределы существуют. Докажем, что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→0</m:t>
                    </m:r>
                  </m:oMath>
                </a14:m>
                <a:r>
                  <a:rPr lang="en-US" dirty="0"/>
                  <a:t> </a:t>
                </a:r>
                <a:r>
                  <a:rPr lang="ru-RU" dirty="0"/>
                  <a:t>при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𝑛</m:t>
                        </m:r>
                      </m:e>
                    </m:d>
                  </m:oMath>
                </a14:m>
                <a:r>
                  <a:rPr lang="ru-RU" dirty="0"/>
                  <a:t>.</a:t>
                </a:r>
              </a:p>
              <a:p>
                <a:pPr marL="800100" lvl="1" indent="-342900" algn="just">
                  <a:buFont typeface="Arial" panose="020B0604020202020204" pitchFamily="34" charset="0"/>
                  <a:buChar char="•"/>
                </a:pPr>
                <a:r>
                  <a:rPr lang="ru-RU" dirty="0"/>
                  <a:t>Рассмотрим вложенную убывающую последовательность событий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𝑛</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𝑛</m:t>
                        </m:r>
                      </m:e>
                    </m:d>
                    <m:r>
                      <a:rPr lang="en-US" b="0" i="1" smtClean="0">
                        <a:latin typeface="Cambria Math" panose="02040503050406030204" pitchFamily="18" charset="0"/>
                      </a:rPr>
                      <m:t>:</m:t>
                    </m:r>
                  </m:oMath>
                </a14:m>
                <a:endParaRPr lang="en-US" b="0" dirty="0"/>
              </a:p>
              <a:p>
                <a:pPr lvl="1" algn="just"/>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𝑛</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𝑛</m:t>
                          </m:r>
                        </m:e>
                      </m:d>
                      <m:r>
                        <a:rPr lang="en-US" b="0" i="1" smtClean="0">
                          <a:latin typeface="Cambria Math" panose="02040503050406030204" pitchFamily="18" charset="0"/>
                        </a:rPr>
                        <m:t> ∀ </m:t>
                      </m:r>
                      <m:r>
                        <a:rPr lang="en-US" b="0" i="1" smtClean="0">
                          <a:latin typeface="Cambria Math" panose="02040503050406030204" pitchFamily="18" charset="0"/>
                        </a:rPr>
                        <m:t>𝑛</m:t>
                      </m:r>
                      <m:r>
                        <a:rPr lang="en-US" b="0" i="1" smtClean="0">
                          <a:latin typeface="Cambria Math" panose="02040503050406030204" pitchFamily="18" charset="0"/>
                        </a:rPr>
                        <m:t>&gt;1,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=1</m:t>
                          </m:r>
                        </m:sub>
                        <m:sup>
                          <m:r>
                            <a:rPr lang="en-US" b="0" i="1" smtClean="0">
                              <a:latin typeface="Cambria Math" panose="02040503050406030204" pitchFamily="18" charset="0"/>
                            </a:rPr>
                            <m:t>∞</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𝑛</m:t>
                              </m:r>
                            </m:sub>
                          </m:sSub>
                          <m:r>
                            <a:rPr lang="en-US" b="0" i="1" smtClean="0">
                              <a:latin typeface="Cambria Math" panose="02040503050406030204" pitchFamily="18" charset="0"/>
                            </a:rPr>
                            <m:t>=∅</m:t>
                          </m:r>
                        </m:e>
                      </m:nary>
                    </m:oMath>
                  </m:oMathPara>
                </a14:m>
                <a:endParaRPr lang="en-US" b="0" dirty="0"/>
              </a:p>
              <a:p>
                <a:pPr lvl="1" algn="ctr"/>
                <a:r>
                  <a:rPr lang="ru-RU" dirty="0"/>
                  <a:t>Т. к. последовательность событий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𝑛</m:t>
                        </m:r>
                      </m:sub>
                    </m:sSub>
                  </m:oMath>
                </a14:m>
                <a:r>
                  <a:rPr lang="ru-RU" dirty="0"/>
                  <a:t>​</a:t>
                </a:r>
                <a:r>
                  <a:rPr lang="en-US" dirty="0"/>
                  <a:t> </a:t>
                </a:r>
                <a:r>
                  <a:rPr lang="ru-RU" dirty="0"/>
                  <a:t>убывает и её пересечение пусто, то</a:t>
                </a:r>
              </a:p>
              <a:p>
                <a:pPr lvl="1" algn="ctr"/>
                <a:r>
                  <a:rPr lang="ru-RU" dirty="0"/>
                  <a:t> </a:t>
                </a:r>
                <a14:m>
                  <m:oMath xmlns:m="http://schemas.openxmlformats.org/officeDocument/2006/math">
                    <m:limLow>
                      <m:limLowPr>
                        <m:ctrlPr>
                          <a:rPr lang="ru-RU"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𝑛</m:t>
                        </m:r>
                        <m:r>
                          <a:rPr lang="ru-RU" i="1">
                            <a:latin typeface="Cambria Math" panose="02040503050406030204" pitchFamily="18" charset="0"/>
                          </a:rPr>
                          <m:t>→∞</m:t>
                        </m:r>
                      </m:lim>
                    </m:limLow>
                    <m:r>
                      <a:rPr lang="en-US" i="1">
                        <a:latin typeface="Cambria Math" panose="02040503050406030204" pitchFamily="18" charset="0"/>
                      </a:rPr>
                      <m:t>𝑃</m:t>
                    </m:r>
                    <m:d>
                      <m:dPr>
                        <m:ctrlPr>
                          <a:rPr lang="ru-RU" i="1">
                            <a:latin typeface="Cambria Math" panose="02040503050406030204" pitchFamily="18" charset="0"/>
                          </a:rPr>
                        </m:ctrlPr>
                      </m:dPr>
                      <m:e>
                        <m:sSub>
                          <m:sSubPr>
                            <m:ctrlPr>
                              <a:rPr lang="ru-RU"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𝑛</m:t>
                            </m:r>
                          </m:sub>
                        </m:sSub>
                      </m:e>
                    </m:d>
                    <m:r>
                      <a:rPr lang="ru-RU" i="1">
                        <a:latin typeface="Cambria Math" panose="02040503050406030204" pitchFamily="18" charset="0"/>
                      </a:rPr>
                      <m:t>=</m:t>
                    </m:r>
                    <m:r>
                      <a:rPr lang="en-US" i="1">
                        <a:latin typeface="Cambria Math" panose="02040503050406030204" pitchFamily="18" charset="0"/>
                      </a:rPr>
                      <m:t>𝑃</m:t>
                    </m:r>
                    <m:r>
                      <a:rPr lang="ru-RU" i="1">
                        <a:latin typeface="Cambria Math" panose="02040503050406030204" pitchFamily="18" charset="0"/>
                      </a:rPr>
                      <m:t>(</m:t>
                    </m:r>
                    <m:nary>
                      <m:naryPr>
                        <m:chr m:val="⋂"/>
                        <m:ctrlPr>
                          <a:rPr lang="ru-RU" i="1">
                            <a:latin typeface="Cambria Math" panose="02040503050406030204" pitchFamily="18" charset="0"/>
                          </a:rPr>
                        </m:ctrlPr>
                      </m:naryPr>
                      <m:sub>
                        <m:r>
                          <a:rPr lang="en-US" i="1">
                            <a:latin typeface="Cambria Math" panose="02040503050406030204" pitchFamily="18" charset="0"/>
                          </a:rPr>
                          <m:t>𝑛</m:t>
                        </m:r>
                        <m:r>
                          <a:rPr lang="ru-RU" i="1">
                            <a:latin typeface="Cambria Math" panose="02040503050406030204" pitchFamily="18" charset="0"/>
                          </a:rPr>
                          <m:t>=1</m:t>
                        </m:r>
                      </m:sub>
                      <m:sup>
                        <m:r>
                          <a:rPr lang="ru-RU" i="1">
                            <a:latin typeface="Cambria Math" panose="02040503050406030204" pitchFamily="18" charset="0"/>
                          </a:rPr>
                          <m:t>∞</m:t>
                        </m:r>
                      </m:sup>
                      <m:e>
                        <m:sSub>
                          <m:sSubPr>
                            <m:ctrlPr>
                              <a:rPr lang="ru-RU"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𝑛</m:t>
                            </m:r>
                          </m:sub>
                        </m:sSub>
                        <m:r>
                          <a:rPr lang="ru-RU" i="1">
                            <a:latin typeface="Cambria Math" panose="02040503050406030204" pitchFamily="18" charset="0"/>
                          </a:rPr>
                          <m:t>)=</m:t>
                        </m:r>
                        <m:r>
                          <a:rPr lang="en-US" i="1">
                            <a:latin typeface="Cambria Math" panose="02040503050406030204" pitchFamily="18" charset="0"/>
                          </a:rPr>
                          <m:t>𝑃</m:t>
                        </m:r>
                        <m:d>
                          <m:dPr>
                            <m:ctrlPr>
                              <a:rPr lang="ru-RU" i="1">
                                <a:latin typeface="Cambria Math" panose="02040503050406030204" pitchFamily="18" charset="0"/>
                              </a:rPr>
                            </m:ctrlPr>
                          </m:dPr>
                          <m:e>
                            <m:r>
                              <a:rPr lang="ru-RU" i="1">
                                <a:latin typeface="Cambria Math" panose="02040503050406030204" pitchFamily="18" charset="0"/>
                              </a:rPr>
                              <m:t>∅</m:t>
                            </m:r>
                          </m:e>
                        </m:d>
                        <m:r>
                          <a:rPr lang="ru-RU" i="1">
                            <a:latin typeface="Cambria Math" panose="02040503050406030204" pitchFamily="18" charset="0"/>
                          </a:rPr>
                          <m:t>=0</m:t>
                        </m:r>
                      </m:e>
                    </m:nary>
                  </m:oMath>
                </a14:m>
                <a:endParaRPr lang="en-US" b="0" i="1" dirty="0">
                  <a:latin typeface="Cambria Math" panose="02040503050406030204" pitchFamily="18" charset="0"/>
                </a:endParaRPr>
              </a:p>
              <a:p>
                <a:pPr lvl="1" algn="ctr"/>
                <a14:m>
                  <m:oMath xmlns:m="http://schemas.openxmlformats.org/officeDocument/2006/math">
                    <m:func>
                      <m:funcPr>
                        <m:ctrlPr>
                          <a:rPr lang="en-US" b="0" i="1" smtClean="0">
                            <a:latin typeface="Cambria Math" panose="02040503050406030204" pitchFamily="18" charset="0"/>
                          </a:rPr>
                        </m:ctrlPr>
                      </m:funcPr>
                      <m:fName>
                        <m:r>
                          <a:rPr lang="ru-RU" b="0" i="1" smtClean="0">
                            <a:latin typeface="Cambria Math" panose="02040503050406030204" pitchFamily="18" charset="0"/>
                          </a:rPr>
                          <m:t> </m:t>
                        </m:r>
                      </m:fName>
                      <m:e>
                        <m:sSub>
                          <m:sSubPr>
                            <m:ctrlPr>
                              <a:rPr lang="en-US" b="0" i="1" smtClean="0">
                                <a:latin typeface="Cambria Math" panose="02040503050406030204" pitchFamily="18" charset="0"/>
                              </a:rPr>
                            </m:ctrlPr>
                          </m:sSubPr>
                          <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𝑛</m:t>
                                </m:r>
                                <m:r>
                                  <a:rPr lang="en-US" i="1">
                                    <a:latin typeface="Cambria Math" panose="02040503050406030204" pitchFamily="18" charset="0"/>
                                  </a:rPr>
                                  <m:t>→∞</m:t>
                                </m:r>
                              </m:lim>
                            </m:limLow>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m:t>
                        </m:r>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𝑛</m:t>
                            </m:r>
                            <m:r>
                              <a:rPr lang="en-US" i="1">
                                <a:latin typeface="Cambria Math" panose="02040503050406030204" pitchFamily="18" charset="0"/>
                              </a:rPr>
                              <m:t>→∞</m:t>
                            </m:r>
                          </m:lim>
                        </m:limLow>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𝑛</m:t>
                                </m:r>
                              </m:sub>
                            </m:sSub>
                          </m:e>
                        </m:d>
                        <m:r>
                          <a:rPr lang="en-US" b="0" i="1" smtClean="0">
                            <a:latin typeface="Cambria Math" panose="02040503050406030204" pitchFamily="18" charset="0"/>
                          </a:rPr>
                          <m:t>=0</m:t>
                        </m:r>
                      </m:e>
                    </m:func>
                    <m:r>
                      <a:rPr lang="en-US" b="0" i="1" smtClean="0">
                        <a:latin typeface="Cambria Math" panose="02040503050406030204" pitchFamily="18" charset="0"/>
                      </a:rPr>
                      <m:t> </m:t>
                    </m:r>
                  </m:oMath>
                </a14:m>
                <a:r>
                  <a:rPr lang="ru-RU" b="0" dirty="0"/>
                  <a:t>при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oMath>
                </a14:m>
                <a:r>
                  <a:rPr lang="ru-RU" b="0" dirty="0"/>
                  <a:t> </a:t>
                </a:r>
                <a:endParaRPr lang="ru-RU" dirty="0"/>
              </a:p>
              <a:p>
                <a:pPr marL="342900" indent="-342900" algn="just">
                  <a:buFont typeface="+mj-lt"/>
                  <a:buAutoNum type="arabicPeriod"/>
                </a:pPr>
                <a:r>
                  <a:rPr lang="ru-RU" dirty="0"/>
                  <a:t>непрерывность слева:</a:t>
                </a:r>
              </a:p>
              <a:p>
                <a:pPr algn="ctr"/>
                <a14:m>
                  <m:oMath xmlns:m="http://schemas.openxmlformats.org/officeDocument/2006/math">
                    <m:sSub>
                      <m:sSubPr>
                        <m:ctrlPr>
                          <a:rPr lang="en-US" b="0"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𝜉</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ru-RU" b="0" i="1" smtClean="0">
                            <a:latin typeface="Cambria Math" panose="02040503050406030204" pitchFamily="18" charset="0"/>
                          </a:rPr>
                          <m:t>−</m:t>
                        </m:r>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e>
                    </m:d>
                    <m:r>
                      <a:rPr lang="en-US" b="0" i="1" smtClean="0">
                        <a:latin typeface="Cambria Math" panose="02040503050406030204" pitchFamily="18" charset="0"/>
                      </a:rPr>
                      <m:t>=</m:t>
                    </m:r>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r>
                          <a:rPr lang="en-US" b="0" i="1" smtClean="0">
                            <a:latin typeface="Cambria Math" panose="02040503050406030204" pitchFamily="18" charset="0"/>
                          </a:rPr>
                          <m:t>≤</m:t>
                        </m:r>
                        <m:r>
                          <a:rPr lang="en-US" b="0" i="1" smtClean="0">
                            <a:latin typeface="Cambria Math" panose="02040503050406030204" pitchFamily="18" charset="0"/>
                          </a:rPr>
                          <m:t>𝜉</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→0</m:t>
                    </m:r>
                  </m:oMath>
                </a14:m>
                <a:r>
                  <a:rPr lang="en-US" dirty="0"/>
                  <a:t> </a:t>
                </a:r>
                <a:r>
                  <a:rPr lang="ru-RU" dirty="0"/>
                  <a:t>при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0" smtClean="0">
                        <a:latin typeface="Cambria Math" panose="02040503050406030204" pitchFamily="18" charset="0"/>
                      </a:rPr>
                      <m:t>.</m:t>
                    </m:r>
                  </m:oMath>
                </a14:m>
                <a:endParaRPr lang="en-US" dirty="0"/>
              </a:p>
              <a:p>
                <a:pPr algn="just"/>
                <a:r>
                  <a:rPr lang="ru-RU" dirty="0"/>
                  <a:t>При этом, если функция непрерывна </a:t>
                </a:r>
                <a:r>
                  <a:rPr lang="ru-RU" b="1" dirty="0"/>
                  <a:t>справа</a:t>
                </a:r>
                <a:r>
                  <a:rPr lang="ru-RU" dirty="0"/>
                  <a:t>, то </a:t>
                </a:r>
                <a14:m>
                  <m:oMath xmlns:m="http://schemas.openxmlformats.org/officeDocument/2006/math">
                    <m:r>
                      <a:rPr lang="en-US" i="1" dirty="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i="1">
                        <a:latin typeface="Cambria Math" panose="02040503050406030204" pitchFamily="18" charset="0"/>
                      </a:rPr>
                      <m:t>)</m:t>
                    </m:r>
                  </m:oMath>
                </a14:m>
                <a:r>
                  <a:rPr lang="ru-RU" dirty="0"/>
                  <a:t> равна нулю, т.к. правый предел равен значению функции в этой точке</a:t>
                </a:r>
                <a:r>
                  <a:rPr lang="en-US" dirty="0"/>
                  <a:t>:</a:t>
                </a:r>
              </a:p>
              <a:p>
                <a:pPr algn="ct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𝐹</m:t>
                        </m:r>
                      </m:e>
                      <m:sub>
                        <m:r>
                          <a:rPr lang="en-US" b="0" i="1" dirty="0" smtClean="0">
                            <a:latin typeface="Cambria Math" panose="02040503050406030204" pitchFamily="18" charset="0"/>
                          </a:rPr>
                          <m:t>𝜉</m:t>
                        </m:r>
                      </m:sub>
                    </m:sSub>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0</m:t>
                        </m:r>
                      </m:sub>
                    </m:sSub>
                    <m:r>
                      <a:rPr lang="en-US" i="1" dirty="0" smtClean="0">
                        <a:latin typeface="Cambria Math" panose="02040503050406030204" pitchFamily="18" charset="0"/>
                      </a:rPr>
                      <m:t>​+0)=</m:t>
                    </m:r>
                    <m:func>
                      <m:funcPr>
                        <m:ctrlPr>
                          <a:rPr lang="en-US" i="1" dirty="0" smtClean="0">
                            <a:latin typeface="Cambria Math" panose="02040503050406030204" pitchFamily="18" charset="0"/>
                          </a:rPr>
                        </m:ctrlPr>
                      </m:funcPr>
                      <m:fName>
                        <m:limLow>
                          <m:limLowPr>
                            <m:ctrlPr>
                              <a:rPr lang="en-US" i="1" dirty="0" smtClean="0">
                                <a:latin typeface="Cambria Math" panose="02040503050406030204" pitchFamily="18" charset="0"/>
                              </a:rPr>
                            </m:ctrlPr>
                          </m:limLowPr>
                          <m:e>
                            <m:r>
                              <m:rPr>
                                <m:sty m:val="p"/>
                              </m:rPr>
                              <a:rPr lang="en-US" i="0" dirty="0" smtClean="0">
                                <a:latin typeface="Cambria Math" panose="02040503050406030204" pitchFamily="18" charset="0"/>
                              </a:rPr>
                              <m:t>lim</m:t>
                            </m:r>
                          </m:e>
                          <m:lim>
                            <m:r>
                              <a:rPr lang="en-US" b="0" i="1" dirty="0" smtClean="0">
                                <a:latin typeface="Cambria Math" panose="02040503050406030204" pitchFamily="18" charset="0"/>
                              </a:rPr>
                              <m:t>𝑥</m:t>
                            </m:r>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0</m:t>
                                </m:r>
                              </m:sub>
                              <m:sup>
                                <m:r>
                                  <a:rPr lang="en-US" b="0" i="1" dirty="0" smtClean="0">
                                    <a:latin typeface="Cambria Math" panose="02040503050406030204" pitchFamily="18" charset="0"/>
                                  </a:rPr>
                                  <m:t>+</m:t>
                                </m:r>
                              </m:sup>
                            </m:sSubSup>
                          </m:lim>
                        </m:limLow>
                      </m:fName>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𝐹</m:t>
                            </m:r>
                          </m:e>
                          <m:sub>
                            <m:r>
                              <a:rPr lang="en-US" b="0" i="1" dirty="0" smtClean="0">
                                <a:latin typeface="Cambria Math" panose="02040503050406030204" pitchFamily="18" charset="0"/>
                              </a:rPr>
                              <m:t>𝜉</m:t>
                            </m:r>
                          </m:sub>
                        </m:sSub>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𝑥</m:t>
                            </m:r>
                          </m:e>
                        </m:d>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𝐹</m:t>
                            </m:r>
                          </m:e>
                          <m:sub>
                            <m:r>
                              <a:rPr lang="en-US" b="0" i="1" dirty="0" smtClean="0">
                                <a:latin typeface="Cambria Math" panose="02040503050406030204" pitchFamily="18" charset="0"/>
                              </a:rPr>
                              <m:t>𝜉</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e>
                    </m:func>
                  </m:oMath>
                </a14:m>
                <a:r>
                  <a:rPr lang="ru-RU" dirty="0"/>
                  <a:t>, где </a:t>
                </a:r>
                <a14:m>
                  <m:oMath xmlns:m="http://schemas.openxmlformats.org/officeDocument/2006/math">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0</m:t>
                        </m:r>
                      </m:sub>
                      <m:sup>
                        <m:r>
                          <a:rPr lang="en-US" i="1" dirty="0">
                            <a:latin typeface="Cambria Math" panose="02040503050406030204" pitchFamily="18" charset="0"/>
                          </a:rPr>
                          <m:t>+</m:t>
                        </m:r>
                      </m:sup>
                    </m:sSubSup>
                  </m:oMath>
                </a14:m>
                <a:r>
                  <a:rPr lang="ru-RU" dirty="0"/>
                  <a:t> означает «подход» к точке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0</m:t>
                        </m:r>
                      </m:sub>
                    </m:sSub>
                  </m:oMath>
                </a14:m>
                <a:r>
                  <a:rPr lang="ru-RU" dirty="0"/>
                  <a:t> справа.</a:t>
                </a:r>
                <a:endParaRPr lang="en-US" dirty="0"/>
              </a:p>
            </p:txBody>
          </p:sp>
        </mc:Choice>
        <mc:Fallback xmlns="">
          <p:sp>
            <p:nvSpPr>
              <p:cNvPr id="2" name="TextBox 1">
                <a:extLst>
                  <a:ext uri="{FF2B5EF4-FFF2-40B4-BE49-F238E27FC236}">
                    <a16:creationId xmlns:a16="http://schemas.microsoft.com/office/drawing/2014/main" id="{EB4E4EE0-0EAD-9C2C-7F7D-03866A5D60DA}"/>
                  </a:ext>
                </a:extLst>
              </p:cNvPr>
              <p:cNvSpPr txBox="1">
                <a:spLocks noRot="1" noChangeAspect="1" noMove="1" noResize="1" noEditPoints="1" noAdjustHandles="1" noChangeArrowheads="1" noChangeShapeType="1" noTextEdit="1"/>
              </p:cNvSpPr>
              <p:nvPr/>
            </p:nvSpPr>
            <p:spPr>
              <a:xfrm>
                <a:off x="0" y="529936"/>
                <a:ext cx="9144000" cy="6200415"/>
              </a:xfrm>
              <a:prstGeom prst="rect">
                <a:avLst/>
              </a:prstGeom>
              <a:blipFill>
                <a:blip r:embed="rId3"/>
                <a:stretch>
                  <a:fillRect l="-533" t="-590" r="-533"/>
                </a:stretch>
              </a:blipFill>
            </p:spPr>
            <p:txBody>
              <a:bodyPr/>
              <a:lstStyle/>
              <a:p>
                <a:r>
                  <a:rPr lang="ru-RU">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3" name="Рукописный ввод 2">
                <a:extLst>
                  <a:ext uri="{FF2B5EF4-FFF2-40B4-BE49-F238E27FC236}">
                    <a16:creationId xmlns:a16="http://schemas.microsoft.com/office/drawing/2014/main" id="{97E9FD83-7B32-2E19-F225-B02383BB5B77}"/>
                  </a:ext>
                </a:extLst>
              </p14:cNvPr>
              <p14:cNvContentPartPr/>
              <p14:nvPr/>
            </p14:nvContentPartPr>
            <p14:xfrm>
              <a:off x="-1697654" y="1939123"/>
              <a:ext cx="147960" cy="197280"/>
            </p14:xfrm>
          </p:contentPart>
        </mc:Choice>
        <mc:Fallback xmlns="">
          <p:pic>
            <p:nvPicPr>
              <p:cNvPr id="3" name="Рукописный ввод 2">
                <a:extLst>
                  <a:ext uri="{FF2B5EF4-FFF2-40B4-BE49-F238E27FC236}">
                    <a16:creationId xmlns:a16="http://schemas.microsoft.com/office/drawing/2014/main" id="{97E9FD83-7B32-2E19-F225-B02383BB5B77}"/>
                  </a:ext>
                </a:extLst>
              </p:cNvPr>
              <p:cNvPicPr/>
              <p:nvPr/>
            </p:nvPicPr>
            <p:blipFill>
              <a:blip r:embed="rId5"/>
              <a:stretch>
                <a:fillRect/>
              </a:stretch>
            </p:blipFill>
            <p:spPr>
              <a:xfrm>
                <a:off x="-1703774" y="1933003"/>
                <a:ext cx="1602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Рукописный ввод 3">
                <a:extLst>
                  <a:ext uri="{FF2B5EF4-FFF2-40B4-BE49-F238E27FC236}">
                    <a16:creationId xmlns:a16="http://schemas.microsoft.com/office/drawing/2014/main" id="{68653C8F-C036-5F89-C050-B57A2737874C}"/>
                  </a:ext>
                </a:extLst>
              </p14:cNvPr>
              <p14:cNvContentPartPr/>
              <p14:nvPr/>
            </p14:nvContentPartPr>
            <p14:xfrm>
              <a:off x="-1668494" y="2183923"/>
              <a:ext cx="139320" cy="52920"/>
            </p14:xfrm>
          </p:contentPart>
        </mc:Choice>
        <mc:Fallback xmlns="">
          <p:pic>
            <p:nvPicPr>
              <p:cNvPr id="4" name="Рукописный ввод 3">
                <a:extLst>
                  <a:ext uri="{FF2B5EF4-FFF2-40B4-BE49-F238E27FC236}">
                    <a16:creationId xmlns:a16="http://schemas.microsoft.com/office/drawing/2014/main" id="{68653C8F-C036-5F89-C050-B57A2737874C}"/>
                  </a:ext>
                </a:extLst>
              </p:cNvPr>
              <p:cNvPicPr/>
              <p:nvPr/>
            </p:nvPicPr>
            <p:blipFill>
              <a:blip r:embed="rId7"/>
              <a:stretch>
                <a:fillRect/>
              </a:stretch>
            </p:blipFill>
            <p:spPr>
              <a:xfrm>
                <a:off x="-1674614" y="2177803"/>
                <a:ext cx="1515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Рукописный ввод 5">
                <a:extLst>
                  <a:ext uri="{FF2B5EF4-FFF2-40B4-BE49-F238E27FC236}">
                    <a16:creationId xmlns:a16="http://schemas.microsoft.com/office/drawing/2014/main" id="{EDD72893-61C4-DC50-F9FB-2E3EBB241889}"/>
                  </a:ext>
                </a:extLst>
              </p14:cNvPr>
              <p14:cNvContentPartPr/>
              <p14:nvPr/>
            </p14:nvContentPartPr>
            <p14:xfrm>
              <a:off x="-1918694" y="2047123"/>
              <a:ext cx="124920" cy="137160"/>
            </p14:xfrm>
          </p:contentPart>
        </mc:Choice>
        <mc:Fallback xmlns="">
          <p:pic>
            <p:nvPicPr>
              <p:cNvPr id="6" name="Рукописный ввод 5">
                <a:extLst>
                  <a:ext uri="{FF2B5EF4-FFF2-40B4-BE49-F238E27FC236}">
                    <a16:creationId xmlns:a16="http://schemas.microsoft.com/office/drawing/2014/main" id="{EDD72893-61C4-DC50-F9FB-2E3EBB241889}"/>
                  </a:ext>
                </a:extLst>
              </p:cNvPr>
              <p:cNvPicPr/>
              <p:nvPr/>
            </p:nvPicPr>
            <p:blipFill>
              <a:blip r:embed="rId9"/>
              <a:stretch>
                <a:fillRect/>
              </a:stretch>
            </p:blipFill>
            <p:spPr>
              <a:xfrm>
                <a:off x="-1924814" y="2041003"/>
                <a:ext cx="13716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Рукописный ввод 6">
                <a:extLst>
                  <a:ext uri="{FF2B5EF4-FFF2-40B4-BE49-F238E27FC236}">
                    <a16:creationId xmlns:a16="http://schemas.microsoft.com/office/drawing/2014/main" id="{035A8B2D-44EF-6827-7899-898AC6409440}"/>
                  </a:ext>
                </a:extLst>
              </p14:cNvPr>
              <p14:cNvContentPartPr/>
              <p14:nvPr/>
            </p14:nvContentPartPr>
            <p14:xfrm>
              <a:off x="-1496414" y="1755883"/>
              <a:ext cx="166680" cy="189720"/>
            </p14:xfrm>
          </p:contentPart>
        </mc:Choice>
        <mc:Fallback xmlns="">
          <p:pic>
            <p:nvPicPr>
              <p:cNvPr id="7" name="Рукописный ввод 6">
                <a:extLst>
                  <a:ext uri="{FF2B5EF4-FFF2-40B4-BE49-F238E27FC236}">
                    <a16:creationId xmlns:a16="http://schemas.microsoft.com/office/drawing/2014/main" id="{035A8B2D-44EF-6827-7899-898AC6409440}"/>
                  </a:ext>
                </a:extLst>
              </p:cNvPr>
              <p:cNvPicPr/>
              <p:nvPr/>
            </p:nvPicPr>
            <p:blipFill>
              <a:blip r:embed="rId11"/>
              <a:stretch>
                <a:fillRect/>
              </a:stretch>
            </p:blipFill>
            <p:spPr>
              <a:xfrm>
                <a:off x="-1502534" y="1749763"/>
                <a:ext cx="17892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Рукописный ввод 8">
                <a:extLst>
                  <a:ext uri="{FF2B5EF4-FFF2-40B4-BE49-F238E27FC236}">
                    <a16:creationId xmlns:a16="http://schemas.microsoft.com/office/drawing/2014/main" id="{9972C123-867B-1829-7E22-7EE19222E5FE}"/>
                  </a:ext>
                </a:extLst>
              </p14:cNvPr>
              <p14:cNvContentPartPr/>
              <p14:nvPr/>
            </p14:nvContentPartPr>
            <p14:xfrm>
              <a:off x="-1423694" y="2049643"/>
              <a:ext cx="154800" cy="31680"/>
            </p14:xfrm>
          </p:contentPart>
        </mc:Choice>
        <mc:Fallback xmlns="">
          <p:pic>
            <p:nvPicPr>
              <p:cNvPr id="9" name="Рукописный ввод 8">
                <a:extLst>
                  <a:ext uri="{FF2B5EF4-FFF2-40B4-BE49-F238E27FC236}">
                    <a16:creationId xmlns:a16="http://schemas.microsoft.com/office/drawing/2014/main" id="{9972C123-867B-1829-7E22-7EE19222E5FE}"/>
                  </a:ext>
                </a:extLst>
              </p:cNvPr>
              <p:cNvPicPr/>
              <p:nvPr/>
            </p:nvPicPr>
            <p:blipFill>
              <a:blip r:embed="rId13"/>
              <a:stretch>
                <a:fillRect/>
              </a:stretch>
            </p:blipFill>
            <p:spPr>
              <a:xfrm>
                <a:off x="-1429814" y="2043523"/>
                <a:ext cx="1670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Рукописный ввод 9">
                <a:extLst>
                  <a:ext uri="{FF2B5EF4-FFF2-40B4-BE49-F238E27FC236}">
                    <a16:creationId xmlns:a16="http://schemas.microsoft.com/office/drawing/2014/main" id="{DAC16B19-82E8-848B-B3F4-EC20DC33F4B8}"/>
                  </a:ext>
                </a:extLst>
              </p14:cNvPr>
              <p14:cNvContentPartPr/>
              <p14:nvPr/>
            </p14:nvContentPartPr>
            <p14:xfrm>
              <a:off x="-1269254" y="1741843"/>
              <a:ext cx="20520" cy="18000"/>
            </p14:xfrm>
          </p:contentPart>
        </mc:Choice>
        <mc:Fallback xmlns="">
          <p:pic>
            <p:nvPicPr>
              <p:cNvPr id="10" name="Рукописный ввод 9">
                <a:extLst>
                  <a:ext uri="{FF2B5EF4-FFF2-40B4-BE49-F238E27FC236}">
                    <a16:creationId xmlns:a16="http://schemas.microsoft.com/office/drawing/2014/main" id="{DAC16B19-82E8-848B-B3F4-EC20DC33F4B8}"/>
                  </a:ext>
                </a:extLst>
              </p:cNvPr>
              <p:cNvPicPr/>
              <p:nvPr/>
            </p:nvPicPr>
            <p:blipFill>
              <a:blip r:embed="rId15"/>
              <a:stretch>
                <a:fillRect/>
              </a:stretch>
            </p:blipFill>
            <p:spPr>
              <a:xfrm>
                <a:off x="-1275374" y="1735723"/>
                <a:ext cx="3276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Рукописный ввод 10">
                <a:extLst>
                  <a:ext uri="{FF2B5EF4-FFF2-40B4-BE49-F238E27FC236}">
                    <a16:creationId xmlns:a16="http://schemas.microsoft.com/office/drawing/2014/main" id="{41EB3AFA-E780-78B0-C0C9-30CEEAE8688A}"/>
                  </a:ext>
                </a:extLst>
              </p14:cNvPr>
              <p14:cNvContentPartPr/>
              <p14:nvPr/>
            </p14:nvContentPartPr>
            <p14:xfrm>
              <a:off x="-1496054" y="1761643"/>
              <a:ext cx="129960" cy="308880"/>
            </p14:xfrm>
          </p:contentPart>
        </mc:Choice>
        <mc:Fallback xmlns="">
          <p:pic>
            <p:nvPicPr>
              <p:cNvPr id="11" name="Рукописный ввод 10">
                <a:extLst>
                  <a:ext uri="{FF2B5EF4-FFF2-40B4-BE49-F238E27FC236}">
                    <a16:creationId xmlns:a16="http://schemas.microsoft.com/office/drawing/2014/main" id="{41EB3AFA-E780-78B0-C0C9-30CEEAE8688A}"/>
                  </a:ext>
                </a:extLst>
              </p:cNvPr>
              <p:cNvPicPr/>
              <p:nvPr/>
            </p:nvPicPr>
            <p:blipFill>
              <a:blip r:embed="rId17"/>
              <a:stretch>
                <a:fillRect/>
              </a:stretch>
            </p:blipFill>
            <p:spPr>
              <a:xfrm>
                <a:off x="-1502174" y="1755523"/>
                <a:ext cx="14220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Рукописный ввод 11">
                <a:extLst>
                  <a:ext uri="{FF2B5EF4-FFF2-40B4-BE49-F238E27FC236}">
                    <a16:creationId xmlns:a16="http://schemas.microsoft.com/office/drawing/2014/main" id="{64E5318A-F8BB-A4D4-7CAC-488CADB10ED5}"/>
                  </a:ext>
                </a:extLst>
              </p14:cNvPr>
              <p14:cNvContentPartPr/>
              <p14:nvPr/>
            </p14:nvContentPartPr>
            <p14:xfrm>
              <a:off x="-1480934" y="1687483"/>
              <a:ext cx="136080" cy="170640"/>
            </p14:xfrm>
          </p:contentPart>
        </mc:Choice>
        <mc:Fallback xmlns="">
          <p:pic>
            <p:nvPicPr>
              <p:cNvPr id="12" name="Рукописный ввод 11">
                <a:extLst>
                  <a:ext uri="{FF2B5EF4-FFF2-40B4-BE49-F238E27FC236}">
                    <a16:creationId xmlns:a16="http://schemas.microsoft.com/office/drawing/2014/main" id="{64E5318A-F8BB-A4D4-7CAC-488CADB10ED5}"/>
                  </a:ext>
                </a:extLst>
              </p:cNvPr>
              <p:cNvPicPr/>
              <p:nvPr/>
            </p:nvPicPr>
            <p:blipFill>
              <a:blip r:embed="rId19"/>
              <a:stretch>
                <a:fillRect/>
              </a:stretch>
            </p:blipFill>
            <p:spPr>
              <a:xfrm>
                <a:off x="-1487054" y="1681363"/>
                <a:ext cx="1483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Рукописный ввод 12">
                <a:extLst>
                  <a:ext uri="{FF2B5EF4-FFF2-40B4-BE49-F238E27FC236}">
                    <a16:creationId xmlns:a16="http://schemas.microsoft.com/office/drawing/2014/main" id="{7B7330E1-E628-9C2E-264F-FA0BEDD74F7A}"/>
                  </a:ext>
                </a:extLst>
              </p14:cNvPr>
              <p14:cNvContentPartPr/>
              <p14:nvPr/>
            </p14:nvContentPartPr>
            <p14:xfrm>
              <a:off x="-1413974" y="1882963"/>
              <a:ext cx="124920" cy="116280"/>
            </p14:xfrm>
          </p:contentPart>
        </mc:Choice>
        <mc:Fallback xmlns="">
          <p:pic>
            <p:nvPicPr>
              <p:cNvPr id="13" name="Рукописный ввод 12">
                <a:extLst>
                  <a:ext uri="{FF2B5EF4-FFF2-40B4-BE49-F238E27FC236}">
                    <a16:creationId xmlns:a16="http://schemas.microsoft.com/office/drawing/2014/main" id="{7B7330E1-E628-9C2E-264F-FA0BEDD74F7A}"/>
                  </a:ext>
                </a:extLst>
              </p:cNvPr>
              <p:cNvPicPr/>
              <p:nvPr/>
            </p:nvPicPr>
            <p:blipFill>
              <a:blip r:embed="rId21"/>
              <a:stretch>
                <a:fillRect/>
              </a:stretch>
            </p:blipFill>
            <p:spPr>
              <a:xfrm>
                <a:off x="-1420094" y="1876843"/>
                <a:ext cx="1371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Рукописный ввод 13">
                <a:extLst>
                  <a:ext uri="{FF2B5EF4-FFF2-40B4-BE49-F238E27FC236}">
                    <a16:creationId xmlns:a16="http://schemas.microsoft.com/office/drawing/2014/main" id="{70CE3138-EE18-BF1B-6673-666FB828D25A}"/>
                  </a:ext>
                </a:extLst>
              </p14:cNvPr>
              <p14:cNvContentPartPr/>
              <p14:nvPr/>
            </p14:nvContentPartPr>
            <p14:xfrm>
              <a:off x="-1284014" y="1998883"/>
              <a:ext cx="134640" cy="210960"/>
            </p14:xfrm>
          </p:contentPart>
        </mc:Choice>
        <mc:Fallback xmlns="">
          <p:pic>
            <p:nvPicPr>
              <p:cNvPr id="14" name="Рукописный ввод 13">
                <a:extLst>
                  <a:ext uri="{FF2B5EF4-FFF2-40B4-BE49-F238E27FC236}">
                    <a16:creationId xmlns:a16="http://schemas.microsoft.com/office/drawing/2014/main" id="{70CE3138-EE18-BF1B-6673-666FB828D25A}"/>
                  </a:ext>
                </a:extLst>
              </p:cNvPr>
              <p:cNvPicPr/>
              <p:nvPr/>
            </p:nvPicPr>
            <p:blipFill>
              <a:blip r:embed="rId23"/>
              <a:stretch>
                <a:fillRect/>
              </a:stretch>
            </p:blipFill>
            <p:spPr>
              <a:xfrm>
                <a:off x="-1290134" y="1992763"/>
                <a:ext cx="14688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Рукописный ввод 14">
                <a:extLst>
                  <a:ext uri="{FF2B5EF4-FFF2-40B4-BE49-F238E27FC236}">
                    <a16:creationId xmlns:a16="http://schemas.microsoft.com/office/drawing/2014/main" id="{13FD8E27-16CB-2D4B-33AD-03BE3C78D0A5}"/>
                  </a:ext>
                </a:extLst>
              </p14:cNvPr>
              <p14:cNvContentPartPr/>
              <p14:nvPr/>
            </p14:nvContentPartPr>
            <p14:xfrm>
              <a:off x="-1251254" y="1616203"/>
              <a:ext cx="141480" cy="298800"/>
            </p14:xfrm>
          </p:contentPart>
        </mc:Choice>
        <mc:Fallback xmlns="">
          <p:pic>
            <p:nvPicPr>
              <p:cNvPr id="15" name="Рукописный ввод 14">
                <a:extLst>
                  <a:ext uri="{FF2B5EF4-FFF2-40B4-BE49-F238E27FC236}">
                    <a16:creationId xmlns:a16="http://schemas.microsoft.com/office/drawing/2014/main" id="{13FD8E27-16CB-2D4B-33AD-03BE3C78D0A5}"/>
                  </a:ext>
                </a:extLst>
              </p:cNvPr>
              <p:cNvPicPr/>
              <p:nvPr/>
            </p:nvPicPr>
            <p:blipFill>
              <a:blip r:embed="rId25"/>
              <a:stretch>
                <a:fillRect/>
              </a:stretch>
            </p:blipFill>
            <p:spPr>
              <a:xfrm>
                <a:off x="-1257374" y="1610083"/>
                <a:ext cx="15372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Рукописный ввод 15">
                <a:extLst>
                  <a:ext uri="{FF2B5EF4-FFF2-40B4-BE49-F238E27FC236}">
                    <a16:creationId xmlns:a16="http://schemas.microsoft.com/office/drawing/2014/main" id="{41307CCA-D629-ED51-F814-4F589F8BE858}"/>
                  </a:ext>
                </a:extLst>
              </p14:cNvPr>
              <p14:cNvContentPartPr/>
              <p14:nvPr/>
            </p14:nvContentPartPr>
            <p14:xfrm>
              <a:off x="-1168454" y="1677043"/>
              <a:ext cx="171000" cy="91800"/>
            </p14:xfrm>
          </p:contentPart>
        </mc:Choice>
        <mc:Fallback xmlns="">
          <p:pic>
            <p:nvPicPr>
              <p:cNvPr id="16" name="Рукописный ввод 15">
                <a:extLst>
                  <a:ext uri="{FF2B5EF4-FFF2-40B4-BE49-F238E27FC236}">
                    <a16:creationId xmlns:a16="http://schemas.microsoft.com/office/drawing/2014/main" id="{41307CCA-D629-ED51-F814-4F589F8BE858}"/>
                  </a:ext>
                </a:extLst>
              </p:cNvPr>
              <p:cNvPicPr/>
              <p:nvPr/>
            </p:nvPicPr>
            <p:blipFill>
              <a:blip r:embed="rId27"/>
              <a:stretch>
                <a:fillRect/>
              </a:stretch>
            </p:blipFill>
            <p:spPr>
              <a:xfrm>
                <a:off x="-1174574" y="1670923"/>
                <a:ext cx="1832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Рукописный ввод 16">
                <a:extLst>
                  <a:ext uri="{FF2B5EF4-FFF2-40B4-BE49-F238E27FC236}">
                    <a16:creationId xmlns:a16="http://schemas.microsoft.com/office/drawing/2014/main" id="{85E1E79E-5544-5DBA-1863-0B3E2ED78E1D}"/>
                  </a:ext>
                </a:extLst>
              </p14:cNvPr>
              <p14:cNvContentPartPr/>
              <p14:nvPr/>
            </p14:nvContentPartPr>
            <p14:xfrm>
              <a:off x="-1064054" y="1600363"/>
              <a:ext cx="26640" cy="253440"/>
            </p14:xfrm>
          </p:contentPart>
        </mc:Choice>
        <mc:Fallback xmlns="">
          <p:pic>
            <p:nvPicPr>
              <p:cNvPr id="17" name="Рукописный ввод 16">
                <a:extLst>
                  <a:ext uri="{FF2B5EF4-FFF2-40B4-BE49-F238E27FC236}">
                    <a16:creationId xmlns:a16="http://schemas.microsoft.com/office/drawing/2014/main" id="{85E1E79E-5544-5DBA-1863-0B3E2ED78E1D}"/>
                  </a:ext>
                </a:extLst>
              </p:cNvPr>
              <p:cNvPicPr/>
              <p:nvPr/>
            </p:nvPicPr>
            <p:blipFill>
              <a:blip r:embed="rId29"/>
              <a:stretch>
                <a:fillRect/>
              </a:stretch>
            </p:blipFill>
            <p:spPr>
              <a:xfrm>
                <a:off x="-1070174" y="1594243"/>
                <a:ext cx="388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Рукописный ввод 17">
                <a:extLst>
                  <a:ext uri="{FF2B5EF4-FFF2-40B4-BE49-F238E27FC236}">
                    <a16:creationId xmlns:a16="http://schemas.microsoft.com/office/drawing/2014/main" id="{051873BB-E904-6540-4B52-CEDE061F45D9}"/>
                  </a:ext>
                </a:extLst>
              </p14:cNvPr>
              <p14:cNvContentPartPr/>
              <p14:nvPr/>
            </p14:nvContentPartPr>
            <p14:xfrm>
              <a:off x="-1023014" y="1503163"/>
              <a:ext cx="156960" cy="308160"/>
            </p14:xfrm>
          </p:contentPart>
        </mc:Choice>
        <mc:Fallback xmlns="">
          <p:pic>
            <p:nvPicPr>
              <p:cNvPr id="18" name="Рукописный ввод 17">
                <a:extLst>
                  <a:ext uri="{FF2B5EF4-FFF2-40B4-BE49-F238E27FC236}">
                    <a16:creationId xmlns:a16="http://schemas.microsoft.com/office/drawing/2014/main" id="{051873BB-E904-6540-4B52-CEDE061F45D9}"/>
                  </a:ext>
                </a:extLst>
              </p:cNvPr>
              <p:cNvPicPr/>
              <p:nvPr/>
            </p:nvPicPr>
            <p:blipFill>
              <a:blip r:embed="rId31"/>
              <a:stretch>
                <a:fillRect/>
              </a:stretch>
            </p:blipFill>
            <p:spPr>
              <a:xfrm>
                <a:off x="-1029134" y="1497043"/>
                <a:ext cx="16920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Рукописный ввод 18">
                <a:extLst>
                  <a:ext uri="{FF2B5EF4-FFF2-40B4-BE49-F238E27FC236}">
                    <a16:creationId xmlns:a16="http://schemas.microsoft.com/office/drawing/2014/main" id="{2DE46CA1-C3DE-6A6F-CF46-D6E1116E93EC}"/>
                  </a:ext>
                </a:extLst>
              </p14:cNvPr>
              <p14:cNvContentPartPr/>
              <p14:nvPr/>
            </p14:nvContentPartPr>
            <p14:xfrm>
              <a:off x="-832934" y="1370323"/>
              <a:ext cx="173160" cy="159480"/>
            </p14:xfrm>
          </p:contentPart>
        </mc:Choice>
        <mc:Fallback xmlns="">
          <p:pic>
            <p:nvPicPr>
              <p:cNvPr id="19" name="Рукописный ввод 18">
                <a:extLst>
                  <a:ext uri="{FF2B5EF4-FFF2-40B4-BE49-F238E27FC236}">
                    <a16:creationId xmlns:a16="http://schemas.microsoft.com/office/drawing/2014/main" id="{2DE46CA1-C3DE-6A6F-CF46-D6E1116E93EC}"/>
                  </a:ext>
                </a:extLst>
              </p:cNvPr>
              <p:cNvPicPr/>
              <p:nvPr/>
            </p:nvPicPr>
            <p:blipFill>
              <a:blip r:embed="rId33"/>
              <a:stretch>
                <a:fillRect/>
              </a:stretch>
            </p:blipFill>
            <p:spPr>
              <a:xfrm>
                <a:off x="-839054" y="1364203"/>
                <a:ext cx="18540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Рукописный ввод 19">
                <a:extLst>
                  <a:ext uri="{FF2B5EF4-FFF2-40B4-BE49-F238E27FC236}">
                    <a16:creationId xmlns:a16="http://schemas.microsoft.com/office/drawing/2014/main" id="{8A46CA95-12FA-FDE3-1F7C-6B0F5038072A}"/>
                  </a:ext>
                </a:extLst>
              </p14:cNvPr>
              <p14:cNvContentPartPr/>
              <p14:nvPr/>
            </p14:nvContentPartPr>
            <p14:xfrm>
              <a:off x="-794054" y="1583803"/>
              <a:ext cx="164520" cy="82080"/>
            </p14:xfrm>
          </p:contentPart>
        </mc:Choice>
        <mc:Fallback xmlns="">
          <p:pic>
            <p:nvPicPr>
              <p:cNvPr id="20" name="Рукописный ввод 19">
                <a:extLst>
                  <a:ext uri="{FF2B5EF4-FFF2-40B4-BE49-F238E27FC236}">
                    <a16:creationId xmlns:a16="http://schemas.microsoft.com/office/drawing/2014/main" id="{8A46CA95-12FA-FDE3-1F7C-6B0F5038072A}"/>
                  </a:ext>
                </a:extLst>
              </p:cNvPr>
              <p:cNvPicPr/>
              <p:nvPr/>
            </p:nvPicPr>
            <p:blipFill>
              <a:blip r:embed="rId35"/>
              <a:stretch>
                <a:fillRect/>
              </a:stretch>
            </p:blipFill>
            <p:spPr>
              <a:xfrm>
                <a:off x="-800174" y="1577683"/>
                <a:ext cx="1767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Рукописный ввод 20">
                <a:extLst>
                  <a:ext uri="{FF2B5EF4-FFF2-40B4-BE49-F238E27FC236}">
                    <a16:creationId xmlns:a16="http://schemas.microsoft.com/office/drawing/2014/main" id="{04EDD194-995F-E817-5E17-41B36FEFDA64}"/>
                  </a:ext>
                </a:extLst>
              </p14:cNvPr>
              <p14:cNvContentPartPr/>
              <p14:nvPr/>
            </p14:nvContentPartPr>
            <p14:xfrm>
              <a:off x="-568334" y="1202923"/>
              <a:ext cx="109800" cy="287640"/>
            </p14:xfrm>
          </p:contentPart>
        </mc:Choice>
        <mc:Fallback xmlns="">
          <p:pic>
            <p:nvPicPr>
              <p:cNvPr id="21" name="Рукописный ввод 20">
                <a:extLst>
                  <a:ext uri="{FF2B5EF4-FFF2-40B4-BE49-F238E27FC236}">
                    <a16:creationId xmlns:a16="http://schemas.microsoft.com/office/drawing/2014/main" id="{04EDD194-995F-E817-5E17-41B36FEFDA64}"/>
                  </a:ext>
                </a:extLst>
              </p:cNvPr>
              <p:cNvPicPr/>
              <p:nvPr/>
            </p:nvPicPr>
            <p:blipFill>
              <a:blip r:embed="rId37"/>
              <a:stretch>
                <a:fillRect/>
              </a:stretch>
            </p:blipFill>
            <p:spPr>
              <a:xfrm>
                <a:off x="-574454" y="1196803"/>
                <a:ext cx="122040" cy="299880"/>
              </a:xfrm>
              <a:prstGeom prst="rect">
                <a:avLst/>
              </a:prstGeom>
            </p:spPr>
          </p:pic>
        </mc:Fallback>
      </mc:AlternateContent>
    </p:spTree>
    <p:extLst>
      <p:ext uri="{BB962C8B-B14F-4D97-AF65-F5344CB8AC3E}">
        <p14:creationId xmlns:p14="http://schemas.microsoft.com/office/powerpoint/2010/main" val="1041906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1">
            <a:extLst>
              <a:ext uri="{FF2B5EF4-FFF2-40B4-BE49-F238E27FC236}">
                <a16:creationId xmlns:a16="http://schemas.microsoft.com/office/drawing/2014/main" id="{EBA29E25-FD18-69BB-351A-9E57ED9CAE76}"/>
              </a:ext>
            </a:extLst>
          </p:cNvPr>
          <p:cNvSpPr>
            <a:spLocks noGrp="1"/>
          </p:cNvSpPr>
          <p:nvPr>
            <p:ph type="sldNum" sz="quarter" idx="12"/>
          </p:nvPr>
        </p:nvSpPr>
        <p:spPr>
          <a:xfrm>
            <a:off x="7086600" y="6454582"/>
            <a:ext cx="2057400" cy="365125"/>
          </a:xfrm>
        </p:spPr>
        <p:txBody>
          <a:body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t>8</a:t>
            </a:fld>
            <a:endParaRPr lang="ru-RU" sz="1100" dirty="0">
              <a:solidFill>
                <a:srgbClr val="0070C0"/>
              </a:solidFill>
              <a:latin typeface="Arial" panose="020B0604020202020204" pitchFamily="34" charset="0"/>
              <a:cs typeface="Arial" panose="020B0604020202020204" pitchFamily="34" charset="0"/>
            </a:endParaRPr>
          </a:p>
        </p:txBody>
      </p:sp>
      <p:sp>
        <p:nvSpPr>
          <p:cNvPr id="7" name="Прямоугольник 5">
            <a:extLst>
              <a:ext uri="{FF2B5EF4-FFF2-40B4-BE49-F238E27FC236}">
                <a16:creationId xmlns:a16="http://schemas.microsoft.com/office/drawing/2014/main" id="{5AA0ED5D-A74C-9FDB-6E81-F9BE594F366A}"/>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Свойства функции плотности</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A071FD0-3F5D-1CEE-AF89-FB553692BB21}"/>
                  </a:ext>
                </a:extLst>
              </p:cNvPr>
              <p:cNvSpPr txBox="1"/>
              <p:nvPr/>
            </p:nvSpPr>
            <p:spPr>
              <a:xfrm>
                <a:off x="2" y="876698"/>
                <a:ext cx="9144000" cy="2752805"/>
              </a:xfrm>
              <a:prstGeom prst="rect">
                <a:avLst/>
              </a:prstGeom>
              <a:noFill/>
            </p:spPr>
            <p:txBody>
              <a:bodyPr wrap="square" rtlCol="0">
                <a:spAutoFit/>
              </a:bodyPr>
              <a:lstStyle/>
              <a:p>
                <a:pPr algn="just"/>
                <a:r>
                  <a:rPr lang="ru-RU" dirty="0"/>
                  <a:t>Плотность распределения обладает </a:t>
                </a:r>
                <a:r>
                  <a:rPr lang="ru-RU" b="1" dirty="0">
                    <a:solidFill>
                      <a:srgbClr val="006400"/>
                    </a:solidFill>
                  </a:rPr>
                  <a:t>следующими свойствами</a:t>
                </a:r>
                <a:r>
                  <a:rPr lang="ru-RU" dirty="0"/>
                  <a:t>:</a:t>
                </a:r>
              </a:p>
              <a:p>
                <a:pPr marL="342900" indent="-342900" algn="just">
                  <a:buFont typeface="+mj-lt"/>
                  <a:buAutoNum type="arabicPeriod"/>
                </a:pPr>
                <a:r>
                  <a:rPr lang="ru-RU" dirty="0"/>
                  <a:t>Плотность распределения всегда положительная:</a:t>
                </a:r>
              </a:p>
              <a:p>
                <a:pPr marL="742950" lvl="1" indent="-285750" algn="just">
                  <a:buFont typeface="Arial" panose="020B0604020202020204" pitchFamily="34" charset="0"/>
                  <a:buChar char="•"/>
                </a:pPr>
                <a14:m>
                  <m:oMath xmlns:m="http://schemas.openxmlformats.org/officeDocument/2006/math">
                    <m:r>
                      <a:rPr lang="ru-RU"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ℝ</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≥0</m:t>
                    </m:r>
                    <m:r>
                      <a:rPr lang="en-US" b="0" i="0" smtClean="0">
                        <a:latin typeface="Cambria Math" panose="02040503050406030204" pitchFamily="18" charset="0"/>
                      </a:rPr>
                      <m:t>;</m:t>
                    </m:r>
                  </m:oMath>
                </a14:m>
                <a:endParaRPr lang="en-US" b="0" dirty="0"/>
              </a:p>
              <a:p>
                <a:pPr marL="342900" indent="-342900" algn="just">
                  <a:buAutoNum type="arabicPeriod" startAt="2"/>
                </a:pPr>
                <a:r>
                  <a:rPr lang="ru-RU" dirty="0"/>
                  <a:t>Интеграл от плотности всегда равен 1:</a:t>
                </a:r>
              </a:p>
              <a:p>
                <a:pPr marL="800100" lvl="1" indent="-342900" algn="just">
                  <a:buFont typeface="Arial" panose="020B0604020202020204" pitchFamily="34" charset="0"/>
                  <a:buChar char="•"/>
                </a:pPr>
                <a14:m>
                  <m:oMath xmlns:m="http://schemas.openxmlformats.org/officeDocument/2006/math">
                    <m:nary>
                      <m:naryPr>
                        <m:ctrlPr>
                          <a:rPr lang="ru-RU"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r>
                          <a:rPr lang="en-US" b="0" i="1" smtClean="0">
                            <a:latin typeface="Cambria Math" panose="02040503050406030204" pitchFamily="18" charset="0"/>
                          </a:rPr>
                          <m:t>=1</m:t>
                        </m:r>
                      </m:e>
                    </m:nary>
                  </m:oMath>
                </a14:m>
                <a:endParaRPr lang="en-US" dirty="0"/>
              </a:p>
              <a:p>
                <a:pPr marL="342900" indent="-342900" algn="just">
                  <a:buAutoNum type="arabicPeriod" startAt="3"/>
                </a:pPr>
                <a:r>
                  <a:rPr lang="ru-RU" dirty="0"/>
                  <a:t>Плотность вероятности есть производная от функции распределения:</a:t>
                </a:r>
              </a:p>
              <a:p>
                <a:pPr marL="800100" lvl="1" indent="-342900" algn="just">
                  <a:buFont typeface="Arial" panose="020B0604020202020204" pitchFamily="34" charset="0"/>
                  <a:buChar char="•"/>
                </a:pP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𝐹</m:t>
                        </m:r>
                      </m:e>
                      <m:sub>
                        <m:r>
                          <a:rPr lang="en-US" i="1">
                            <a:latin typeface="Cambria Math" panose="02040503050406030204" pitchFamily="18" charset="0"/>
                          </a:rPr>
                          <m:t>𝜉</m:t>
                        </m:r>
                      </m:sub>
                      <m:sup>
                        <m:r>
                          <a:rPr lang="en-US" i="1">
                            <a:latin typeface="Cambria Math" panose="02040503050406030204" pitchFamily="18" charset="0"/>
                          </a:rPr>
                          <m:t>′</m:t>
                        </m:r>
                      </m:sup>
                    </m:sSubSup>
                    <m:d>
                      <m:dPr>
                        <m:ctrlPr>
                          <a:rPr lang="en-US" i="1">
                            <a:latin typeface="Cambria Math" panose="02040503050406030204" pitchFamily="18" charset="0"/>
                          </a:rPr>
                        </m:ctrlPr>
                      </m:dPr>
                      <m:e>
                        <m:r>
                          <a:rPr lang="en-US" i="1">
                            <a:latin typeface="Cambria Math" panose="02040503050406030204" pitchFamily="18" charset="0"/>
                          </a:rPr>
                          <m:t>𝑥</m:t>
                        </m:r>
                      </m:e>
                    </m:d>
                    <m:r>
                      <a:rPr lang="ru-RU"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endParaRPr lang="en-US" dirty="0"/>
              </a:p>
              <a:p>
                <a:pPr lvl="1"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𝑥</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𝑥</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𝑑𝑡</m:t>
                          </m:r>
                        </m:e>
                      </m:nary>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𝐹</m:t>
                          </m:r>
                        </m:e>
                        <m:sub>
                          <m:r>
                            <a:rPr lang="en-US" b="0" i="1" smtClean="0">
                              <a:latin typeface="Cambria Math" panose="02040503050406030204" pitchFamily="18" charset="0"/>
                            </a:rPr>
                            <m:t>𝜉</m:t>
                          </m:r>
                        </m:sub>
                        <m:sup>
                          <m:r>
                            <a:rPr lang="en-US" b="0" i="1" smtClean="0">
                              <a:latin typeface="Cambria Math" panose="02040503050406030204" pitchFamily="18" charset="0"/>
                            </a:rPr>
                            <m:t>′</m:t>
                          </m:r>
                        </m:sup>
                      </m:sSub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r>
                                <a:rPr lang="ru-RU">
                                  <a:latin typeface="Cambria Math" panose="02040503050406030204" pitchFamily="18" charset="0"/>
                                </a:rPr>
                                <m:t>​</m:t>
                              </m:r>
                            </m:e>
                          </m:d>
                        </m:e>
                        <m:sub>
                          <m:r>
                            <a:rPr lang="en-US" b="0" i="1" smtClean="0">
                              <a:latin typeface="Cambria Math" panose="02040503050406030204" pitchFamily="18" charset="0"/>
                            </a:rPr>
                            <m:t>−∞</m:t>
                          </m:r>
                        </m:sub>
                        <m:sup>
                          <m:r>
                            <a:rPr lang="en-US" b="0" i="1" smtClean="0">
                              <a:latin typeface="Cambria Math" panose="02040503050406030204" pitchFamily="18" charset="0"/>
                            </a:rPr>
                            <m:t>𝑥</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4A071FD0-3F5D-1CEE-AF89-FB553692BB21}"/>
                  </a:ext>
                </a:extLst>
              </p:cNvPr>
              <p:cNvSpPr txBox="1">
                <a:spLocks noRot="1" noChangeAspect="1" noMove="1" noResize="1" noEditPoints="1" noAdjustHandles="1" noChangeArrowheads="1" noChangeShapeType="1" noTextEdit="1"/>
              </p:cNvSpPr>
              <p:nvPr/>
            </p:nvSpPr>
            <p:spPr>
              <a:xfrm>
                <a:off x="2" y="876698"/>
                <a:ext cx="9144000" cy="2752805"/>
              </a:xfrm>
              <a:prstGeom prst="rect">
                <a:avLst/>
              </a:prstGeom>
              <a:blipFill>
                <a:blip r:embed="rId2"/>
                <a:stretch>
                  <a:fillRect l="-533" t="-133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CC87CB2-69FB-F7D3-BD99-999B1B30E43D}"/>
                  </a:ext>
                </a:extLst>
              </p:cNvPr>
              <p:cNvSpPr txBox="1"/>
              <p:nvPr/>
            </p:nvSpPr>
            <p:spPr>
              <a:xfrm>
                <a:off x="1" y="3886598"/>
                <a:ext cx="9143999" cy="2029786"/>
              </a:xfrm>
              <a:prstGeom prst="rect">
                <a:avLst/>
              </a:prstGeom>
              <a:noFill/>
            </p:spPr>
            <p:txBody>
              <a:bodyPr wrap="square">
                <a:spAutoFit/>
              </a:bodyPr>
              <a:lstStyle/>
              <a:p>
                <a:pPr algn="just"/>
                <a:r>
                  <a:rPr lang="ru-RU" b="1" dirty="0">
                    <a:solidFill>
                      <a:srgbClr val="3333FF"/>
                    </a:solidFill>
                  </a:rPr>
                  <a:t>Утверждение: </a:t>
                </a:r>
                <a:r>
                  <a:rPr lang="ru-RU" dirty="0"/>
                  <a:t>Если случайная величина </a:t>
                </a:r>
                <a14:m>
                  <m:oMath xmlns:m="http://schemas.openxmlformats.org/officeDocument/2006/math">
                    <m:r>
                      <a:rPr lang="en-US" b="0" i="1" smtClean="0">
                        <a:latin typeface="Cambria Math" panose="02040503050406030204" pitchFamily="18" charset="0"/>
                      </a:rPr>
                      <m:t>𝜉</m:t>
                    </m:r>
                  </m:oMath>
                </a14:m>
                <a:r>
                  <a:rPr lang="en-US" dirty="0"/>
                  <a:t> </a:t>
                </a:r>
                <a:r>
                  <a:rPr lang="ru-RU" dirty="0"/>
                  <a:t>имеет абсолютно непрерывное распределение, то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=0</m:t>
                    </m:r>
                  </m:oMath>
                </a14:m>
                <a:r>
                  <a:rPr lang="en-US" dirty="0"/>
                  <a:t> </a:t>
                </a:r>
                <a:r>
                  <a:rPr lang="ru-RU" dirty="0"/>
                  <a:t>для любых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 </a:t>
                </a:r>
              </a:p>
              <a:p>
                <a:pPr algn="just"/>
                <a:endParaRPr lang="en-US" dirty="0"/>
              </a:p>
              <a:p>
                <a:pPr algn="just"/>
                <a:r>
                  <a:rPr lang="ru-RU" b="1" dirty="0">
                    <a:solidFill>
                      <a:srgbClr val="006400"/>
                    </a:solidFill>
                  </a:rPr>
                  <a:t>Доказательство</a:t>
                </a:r>
                <a:r>
                  <a:rPr lang="ru-RU" dirty="0"/>
                  <a:t>: Рассмотрим интервал </a:t>
                </a:r>
                <a14:m>
                  <m:oMath xmlns:m="http://schemas.openxmlformats.org/officeDocument/2006/math">
                    <m:d>
                      <m:dPr>
                        <m:ctrlPr>
                          <a:rPr lang="ru-RU"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e>
                    </m:d>
                  </m:oMath>
                </a14:m>
                <a:r>
                  <a:rPr lang="en-US" dirty="0"/>
                  <a:t>. </a:t>
                </a:r>
                <a:endParaRPr lang="ru-RU" dirty="0"/>
              </a:p>
              <a:p>
                <a:pPr algn="just"/>
                <a:r>
                  <a:rPr lang="ru-RU" dirty="0"/>
                  <a:t>Тогда</a:t>
                </a:r>
                <a14:m>
                  <m:oMath xmlns:m="http://schemas.openxmlformats.org/officeDocument/2006/math">
                    <m:r>
                      <a:rPr lang="ru-RU" i="1">
                        <a:latin typeface="Cambria Math" panose="02040503050406030204" pitchFamily="18" charset="0"/>
                      </a:rPr>
                      <m:t>𝑃</m:t>
                    </m:r>
                    <m:r>
                      <m:rPr>
                        <m:lit/>
                      </m:rPr>
                      <a:rPr lang="ru-RU" i="1">
                        <a:latin typeface="Cambria Math" panose="02040503050406030204" pitchFamily="18" charset="0"/>
                      </a:rPr>
                      <m:t>{</m:t>
                    </m:r>
                    <m:r>
                      <m:rPr>
                        <m:sty m:val="p"/>
                      </m:rPr>
                      <a:rPr lang="ru-RU">
                        <a:latin typeface="Cambria Math" panose="02040503050406030204" pitchFamily="18" charset="0"/>
                      </a:rPr>
                      <m:t>ξ</m:t>
                    </m:r>
                    <m:r>
                      <a:rPr lang="ru-RU" i="1">
                        <a:latin typeface="Cambria Math" panose="02040503050406030204" pitchFamily="18" charset="0"/>
                      </a:rPr>
                      <m:t>=</m:t>
                    </m:r>
                    <m:r>
                      <a:rPr lang="ru-RU" i="1">
                        <a:latin typeface="Cambria Math" panose="02040503050406030204" pitchFamily="18" charset="0"/>
                      </a:rPr>
                      <m:t>𝑎</m:t>
                    </m:r>
                    <m:r>
                      <m:rPr>
                        <m:lit/>
                      </m:rPr>
                      <a:rPr lang="ru-RU" i="1">
                        <a:latin typeface="Cambria Math" panose="02040503050406030204" pitchFamily="18" charset="0"/>
                      </a:rPr>
                      <m:t>}</m:t>
                    </m:r>
                    <m:r>
                      <a:rPr lang="ru-RU" i="1">
                        <a:latin typeface="Cambria Math" panose="02040503050406030204" pitchFamily="18" charset="0"/>
                      </a:rPr>
                      <m:t> </m:t>
                    </m:r>
                    <m:r>
                      <a:rPr lang="ru-RU">
                        <a:latin typeface="Cambria Math" panose="02040503050406030204" pitchFamily="18" charset="0"/>
                      </a:rPr>
                      <m:t>≤</m:t>
                    </m:r>
                    <m:r>
                      <a:rPr lang="ru-RU" i="1">
                        <a:latin typeface="Cambria Math" panose="02040503050406030204" pitchFamily="18" charset="0"/>
                      </a:rPr>
                      <m:t>𝑃</m:t>
                    </m:r>
                    <m:d>
                      <m:dPr>
                        <m:ctrlPr>
                          <a:rPr lang="ru-RU" i="1">
                            <a:latin typeface="Cambria Math" panose="02040503050406030204" pitchFamily="18" charset="0"/>
                          </a:rPr>
                        </m:ctrlPr>
                      </m:dPr>
                      <m:e>
                        <m:r>
                          <a:rPr lang="ru-RU" i="1">
                            <a:latin typeface="Cambria Math" panose="02040503050406030204" pitchFamily="18" charset="0"/>
                          </a:rPr>
                          <m:t>𝑎</m:t>
                        </m:r>
                        <m:r>
                          <a:rPr lang="ru-RU">
                            <a:latin typeface="Cambria Math" panose="02040503050406030204" pitchFamily="18" charset="0"/>
                          </a:rPr>
                          <m:t>≤</m:t>
                        </m:r>
                        <m:r>
                          <m:rPr>
                            <m:sty m:val="p"/>
                          </m:rPr>
                          <a:rPr lang="ru-RU">
                            <a:latin typeface="Cambria Math" panose="02040503050406030204" pitchFamily="18" charset="0"/>
                          </a:rPr>
                          <m:t>ξ</m:t>
                        </m:r>
                        <m:r>
                          <a:rPr lang="ru-RU" i="1">
                            <a:latin typeface="Cambria Math" panose="02040503050406030204" pitchFamily="18" charset="0"/>
                          </a:rPr>
                          <m:t>&lt;</m:t>
                        </m:r>
                        <m:r>
                          <a:rPr lang="ru-RU" i="1">
                            <a:latin typeface="Cambria Math" panose="02040503050406030204" pitchFamily="18" charset="0"/>
                          </a:rPr>
                          <m:t>𝑎</m:t>
                        </m:r>
                        <m:r>
                          <a:rPr lang="ru-RU" i="1">
                            <a:latin typeface="Cambria Math" panose="02040503050406030204" pitchFamily="18" charset="0"/>
                          </a:rPr>
                          <m:t>+</m:t>
                        </m:r>
                        <m:f>
                          <m:fPr>
                            <m:ctrlPr>
                              <a:rPr lang="ru-RU" i="1">
                                <a:latin typeface="Cambria Math" panose="02040503050406030204" pitchFamily="18" charset="0"/>
                              </a:rPr>
                            </m:ctrlPr>
                          </m:fPr>
                          <m:num>
                            <m:r>
                              <a:rPr lang="ru-RU" i="1">
                                <a:latin typeface="Cambria Math" panose="02040503050406030204" pitchFamily="18" charset="0"/>
                              </a:rPr>
                              <m:t>1</m:t>
                            </m:r>
                          </m:num>
                          <m:den>
                            <m:r>
                              <a:rPr lang="ru-RU" i="1">
                                <a:latin typeface="Cambria Math" panose="02040503050406030204" pitchFamily="18" charset="0"/>
                              </a:rPr>
                              <m:t>𝑛</m:t>
                            </m:r>
                          </m:den>
                        </m:f>
                      </m:e>
                    </m:d>
                    <m:r>
                      <a:rPr lang="ru-RU" i="1">
                        <a:latin typeface="Cambria Math" panose="02040503050406030204" pitchFamily="18" charset="0"/>
                      </a:rPr>
                      <m:t>=</m:t>
                    </m:r>
                    <m:nary>
                      <m:naryPr>
                        <m:ctrlPr>
                          <a:rPr lang="ru-RU" i="1">
                            <a:latin typeface="Cambria Math" panose="02040503050406030204" pitchFamily="18" charset="0"/>
                          </a:rPr>
                        </m:ctrlPr>
                      </m:naryPr>
                      <m:sub>
                        <m:r>
                          <a:rPr lang="ru-RU" i="1">
                            <a:latin typeface="Cambria Math" panose="02040503050406030204" pitchFamily="18" charset="0"/>
                          </a:rPr>
                          <m:t>𝑎</m:t>
                        </m:r>
                      </m:sub>
                      <m:sup>
                        <m:r>
                          <a:rPr lang="ru-RU" i="1">
                            <a:latin typeface="Cambria Math" panose="02040503050406030204" pitchFamily="18" charset="0"/>
                          </a:rPr>
                          <m:t>𝑎</m:t>
                        </m:r>
                        <m:r>
                          <a:rPr lang="ru-RU" i="1">
                            <a:latin typeface="Cambria Math" panose="02040503050406030204" pitchFamily="18" charset="0"/>
                          </a:rPr>
                          <m:t>+1</m:t>
                        </m:r>
                        <m:r>
                          <m:rPr>
                            <m:lit/>
                          </m:rPr>
                          <a:rPr lang="ru-RU" i="1">
                            <a:latin typeface="Cambria Math" panose="02040503050406030204" pitchFamily="18" charset="0"/>
                          </a:rPr>
                          <m:t>/</m:t>
                        </m:r>
                        <m:r>
                          <a:rPr lang="ru-RU" i="1">
                            <a:latin typeface="Cambria Math" panose="02040503050406030204" pitchFamily="18" charset="0"/>
                          </a:rPr>
                          <m:t>𝑛</m:t>
                        </m:r>
                      </m:sup>
                      <m:e>
                        <m:sSub>
                          <m:sSubPr>
                            <m:ctrlPr>
                              <a:rPr lang="ru-RU" i="1">
                                <a:latin typeface="Cambria Math" panose="02040503050406030204" pitchFamily="18" charset="0"/>
                              </a:rPr>
                            </m:ctrlPr>
                          </m:sSubPr>
                          <m:e>
                            <m:r>
                              <a:rPr lang="ru-RU" i="1">
                                <a:latin typeface="Cambria Math" panose="02040503050406030204" pitchFamily="18" charset="0"/>
                              </a:rPr>
                              <m:t>𝑝</m:t>
                            </m:r>
                          </m:e>
                          <m:sub>
                            <m:r>
                              <m:rPr>
                                <m:sty m:val="p"/>
                              </m:rPr>
                              <a:rPr lang="ru-RU">
                                <a:latin typeface="Cambria Math" panose="02040503050406030204" pitchFamily="18" charset="0"/>
                              </a:rPr>
                              <m:t>ξ</m:t>
                            </m:r>
                          </m:sub>
                        </m:sSub>
                        <m:d>
                          <m:dPr>
                            <m:ctrlPr>
                              <a:rPr lang="ru-RU" i="1">
                                <a:latin typeface="Cambria Math" panose="02040503050406030204" pitchFamily="18" charset="0"/>
                              </a:rPr>
                            </m:ctrlPr>
                          </m:dPr>
                          <m:e>
                            <m:r>
                              <a:rPr lang="ru-RU" i="1">
                                <a:latin typeface="Cambria Math" panose="02040503050406030204" pitchFamily="18" charset="0"/>
                              </a:rPr>
                              <m:t>𝑥</m:t>
                            </m:r>
                          </m:e>
                        </m:d>
                      </m:e>
                    </m:nary>
                    <m:r>
                      <a:rPr lang="ru-RU" i="1">
                        <a:latin typeface="Cambria Math" panose="02040503050406030204" pitchFamily="18" charset="0"/>
                      </a:rPr>
                      <m:t> </m:t>
                    </m:r>
                    <m:r>
                      <a:rPr lang="ru-RU" i="1">
                        <a:latin typeface="Cambria Math" panose="02040503050406030204" pitchFamily="18" charset="0"/>
                      </a:rPr>
                      <m:t>𝑑𝑥</m:t>
                    </m:r>
                  </m:oMath>
                </a14:m>
                <a:r>
                  <a:rPr lang="ru-RU" dirty="0"/>
                  <a:t>. При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m:t>
                    </m:r>
                  </m:oMath>
                </a14:m>
                <a:r>
                  <a:rPr lang="ru-RU" dirty="0"/>
                  <a:t>интервал становится бесконечно малым, что приводит к нулевому значению вероятности. </a:t>
                </a:r>
              </a:p>
            </p:txBody>
          </p:sp>
        </mc:Choice>
        <mc:Fallback xmlns="">
          <p:sp>
            <p:nvSpPr>
              <p:cNvPr id="14" name="TextBox 13">
                <a:extLst>
                  <a:ext uri="{FF2B5EF4-FFF2-40B4-BE49-F238E27FC236}">
                    <a16:creationId xmlns:a16="http://schemas.microsoft.com/office/drawing/2014/main" id="{7CC87CB2-69FB-F7D3-BD99-999B1B30E43D}"/>
                  </a:ext>
                </a:extLst>
              </p:cNvPr>
              <p:cNvSpPr txBox="1">
                <a:spLocks noRot="1" noChangeAspect="1" noMove="1" noResize="1" noEditPoints="1" noAdjustHandles="1" noChangeArrowheads="1" noChangeShapeType="1" noTextEdit="1"/>
              </p:cNvSpPr>
              <p:nvPr/>
            </p:nvSpPr>
            <p:spPr>
              <a:xfrm>
                <a:off x="1" y="3886598"/>
                <a:ext cx="9143999" cy="2029786"/>
              </a:xfrm>
              <a:prstGeom prst="rect">
                <a:avLst/>
              </a:prstGeom>
              <a:blipFill>
                <a:blip r:embed="rId3"/>
                <a:stretch>
                  <a:fillRect l="-533" t="-1802" r="-533" b="-23724"/>
                </a:stretch>
              </a:blipFill>
            </p:spPr>
            <p:txBody>
              <a:bodyPr/>
              <a:lstStyle/>
              <a:p>
                <a:r>
                  <a:rPr lang="ru-RU">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8" name="Рукописный ввод 27">
                <a:extLst>
                  <a:ext uri="{FF2B5EF4-FFF2-40B4-BE49-F238E27FC236}">
                    <a16:creationId xmlns:a16="http://schemas.microsoft.com/office/drawing/2014/main" id="{48AE6C3F-2803-BA39-0451-FDDC831731F2}"/>
                  </a:ext>
                </a:extLst>
              </p14:cNvPr>
              <p14:cNvContentPartPr/>
              <p14:nvPr/>
            </p14:nvContentPartPr>
            <p14:xfrm>
              <a:off x="9955186" y="1072703"/>
              <a:ext cx="46440" cy="47160"/>
            </p14:xfrm>
          </p:contentPart>
        </mc:Choice>
        <mc:Fallback xmlns="">
          <p:pic>
            <p:nvPicPr>
              <p:cNvPr id="28" name="Рукописный ввод 27">
                <a:extLst>
                  <a:ext uri="{FF2B5EF4-FFF2-40B4-BE49-F238E27FC236}">
                    <a16:creationId xmlns:a16="http://schemas.microsoft.com/office/drawing/2014/main" id="{48AE6C3F-2803-BA39-0451-FDDC831731F2}"/>
                  </a:ext>
                </a:extLst>
              </p:cNvPr>
              <p:cNvPicPr/>
              <p:nvPr/>
            </p:nvPicPr>
            <p:blipFill>
              <a:blip r:embed="rId5"/>
              <a:stretch>
                <a:fillRect/>
              </a:stretch>
            </p:blipFill>
            <p:spPr>
              <a:xfrm>
                <a:off x="9949066" y="1066583"/>
                <a:ext cx="58680" cy="59400"/>
              </a:xfrm>
              <a:prstGeom prst="rect">
                <a:avLst/>
              </a:prstGeom>
            </p:spPr>
          </p:pic>
        </mc:Fallback>
      </mc:AlternateContent>
      <p:grpSp>
        <p:nvGrpSpPr>
          <p:cNvPr id="37" name="Группа 36">
            <a:extLst>
              <a:ext uri="{FF2B5EF4-FFF2-40B4-BE49-F238E27FC236}">
                <a16:creationId xmlns:a16="http://schemas.microsoft.com/office/drawing/2014/main" id="{EBFEF0BC-0A8A-FF30-F531-6405CB0921A7}"/>
              </a:ext>
            </a:extLst>
          </p:cNvPr>
          <p:cNvGrpSpPr/>
          <p:nvPr/>
        </p:nvGrpSpPr>
        <p:grpSpPr>
          <a:xfrm>
            <a:off x="6852706" y="579863"/>
            <a:ext cx="3960720" cy="1214640"/>
            <a:chOff x="6852706" y="579863"/>
            <a:chExt cx="3960720" cy="1214640"/>
          </a:xfrm>
        </p:grpSpPr>
        <mc:AlternateContent xmlns:mc="http://schemas.openxmlformats.org/markup-compatibility/2006" xmlns:p14="http://schemas.microsoft.com/office/powerpoint/2010/main">
          <mc:Choice Requires="p14">
            <p:contentPart p14:bwMode="auto" r:id="rId6">
              <p14:nvContentPartPr>
                <p14:cNvPr id="2" name="Рукописный ввод 1">
                  <a:extLst>
                    <a:ext uri="{FF2B5EF4-FFF2-40B4-BE49-F238E27FC236}">
                      <a16:creationId xmlns:a16="http://schemas.microsoft.com/office/drawing/2014/main" id="{0BD74206-0D5D-0CDE-8103-2BA3D76515AD}"/>
                    </a:ext>
                  </a:extLst>
                </p14:cNvPr>
                <p14:cNvContentPartPr/>
                <p14:nvPr/>
              </p14:nvContentPartPr>
              <p14:xfrm>
                <a:off x="6852706" y="1212383"/>
                <a:ext cx="194040" cy="410040"/>
              </p14:xfrm>
            </p:contentPart>
          </mc:Choice>
          <mc:Fallback xmlns="">
            <p:pic>
              <p:nvPicPr>
                <p:cNvPr id="2" name="Рукописный ввод 1">
                  <a:extLst>
                    <a:ext uri="{FF2B5EF4-FFF2-40B4-BE49-F238E27FC236}">
                      <a16:creationId xmlns:a16="http://schemas.microsoft.com/office/drawing/2014/main" id="{0BD74206-0D5D-0CDE-8103-2BA3D76515AD}"/>
                    </a:ext>
                  </a:extLst>
                </p:cNvPr>
                <p:cNvPicPr/>
                <p:nvPr/>
              </p:nvPicPr>
              <p:blipFill>
                <a:blip r:embed="rId7"/>
                <a:stretch>
                  <a:fillRect/>
                </a:stretch>
              </p:blipFill>
              <p:spPr>
                <a:xfrm>
                  <a:off x="6846586" y="1206263"/>
                  <a:ext cx="20628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Рукописный ввод 2">
                  <a:extLst>
                    <a:ext uri="{FF2B5EF4-FFF2-40B4-BE49-F238E27FC236}">
                      <a16:creationId xmlns:a16="http://schemas.microsoft.com/office/drawing/2014/main" id="{542820FD-EA24-2FD1-15A8-0F91A0F93B19}"/>
                    </a:ext>
                  </a:extLst>
                </p14:cNvPr>
                <p14:cNvContentPartPr/>
                <p14:nvPr/>
              </p14:nvContentPartPr>
              <p14:xfrm>
                <a:off x="7102546" y="1215623"/>
                <a:ext cx="99720" cy="453600"/>
              </p14:xfrm>
            </p:contentPart>
          </mc:Choice>
          <mc:Fallback xmlns="">
            <p:pic>
              <p:nvPicPr>
                <p:cNvPr id="3" name="Рукописный ввод 2">
                  <a:extLst>
                    <a:ext uri="{FF2B5EF4-FFF2-40B4-BE49-F238E27FC236}">
                      <a16:creationId xmlns:a16="http://schemas.microsoft.com/office/drawing/2014/main" id="{542820FD-EA24-2FD1-15A8-0F91A0F93B19}"/>
                    </a:ext>
                  </a:extLst>
                </p:cNvPr>
                <p:cNvPicPr/>
                <p:nvPr/>
              </p:nvPicPr>
              <p:blipFill>
                <a:blip r:embed="rId9"/>
                <a:stretch>
                  <a:fillRect/>
                </a:stretch>
              </p:blipFill>
              <p:spPr>
                <a:xfrm>
                  <a:off x="7096426" y="1209503"/>
                  <a:ext cx="111960" cy="465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Рукописный ввод 5">
                  <a:extLst>
                    <a:ext uri="{FF2B5EF4-FFF2-40B4-BE49-F238E27FC236}">
                      <a16:creationId xmlns:a16="http://schemas.microsoft.com/office/drawing/2014/main" id="{8C9B4D9A-8F13-6076-3140-2D641D735A1D}"/>
                    </a:ext>
                  </a:extLst>
                </p14:cNvPr>
                <p14:cNvContentPartPr/>
                <p14:nvPr/>
              </p14:nvContentPartPr>
              <p14:xfrm>
                <a:off x="7301266" y="1284023"/>
                <a:ext cx="118440" cy="226800"/>
              </p14:xfrm>
            </p:contentPart>
          </mc:Choice>
          <mc:Fallback xmlns="">
            <p:pic>
              <p:nvPicPr>
                <p:cNvPr id="6" name="Рукописный ввод 5">
                  <a:extLst>
                    <a:ext uri="{FF2B5EF4-FFF2-40B4-BE49-F238E27FC236}">
                      <a16:creationId xmlns:a16="http://schemas.microsoft.com/office/drawing/2014/main" id="{8C9B4D9A-8F13-6076-3140-2D641D735A1D}"/>
                    </a:ext>
                  </a:extLst>
                </p:cNvPr>
                <p:cNvPicPr/>
                <p:nvPr/>
              </p:nvPicPr>
              <p:blipFill>
                <a:blip r:embed="rId11"/>
                <a:stretch>
                  <a:fillRect/>
                </a:stretch>
              </p:blipFill>
              <p:spPr>
                <a:xfrm>
                  <a:off x="7295146" y="1277903"/>
                  <a:ext cx="13068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Рукописный ввод 8">
                  <a:extLst>
                    <a:ext uri="{FF2B5EF4-FFF2-40B4-BE49-F238E27FC236}">
                      <a16:creationId xmlns:a16="http://schemas.microsoft.com/office/drawing/2014/main" id="{1DA7BFA6-6AE1-2461-D63C-F8C2836EF9EA}"/>
                    </a:ext>
                  </a:extLst>
                </p14:cNvPr>
                <p14:cNvContentPartPr/>
                <p14:nvPr/>
              </p14:nvContentPartPr>
              <p14:xfrm>
                <a:off x="7546426" y="1298783"/>
                <a:ext cx="108360" cy="166320"/>
              </p14:xfrm>
            </p:contentPart>
          </mc:Choice>
          <mc:Fallback xmlns="">
            <p:pic>
              <p:nvPicPr>
                <p:cNvPr id="9" name="Рукописный ввод 8">
                  <a:extLst>
                    <a:ext uri="{FF2B5EF4-FFF2-40B4-BE49-F238E27FC236}">
                      <a16:creationId xmlns:a16="http://schemas.microsoft.com/office/drawing/2014/main" id="{1DA7BFA6-6AE1-2461-D63C-F8C2836EF9EA}"/>
                    </a:ext>
                  </a:extLst>
                </p:cNvPr>
                <p:cNvPicPr/>
                <p:nvPr/>
              </p:nvPicPr>
              <p:blipFill>
                <a:blip r:embed="rId13"/>
                <a:stretch>
                  <a:fillRect/>
                </a:stretch>
              </p:blipFill>
              <p:spPr>
                <a:xfrm>
                  <a:off x="7540306" y="1292663"/>
                  <a:ext cx="12060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Рукописный ввод 9">
                  <a:extLst>
                    <a:ext uri="{FF2B5EF4-FFF2-40B4-BE49-F238E27FC236}">
                      <a16:creationId xmlns:a16="http://schemas.microsoft.com/office/drawing/2014/main" id="{9A14A7B1-BF0F-84AF-D80A-FD0CE145EA33}"/>
                    </a:ext>
                  </a:extLst>
                </p14:cNvPr>
                <p14:cNvContentPartPr/>
                <p14:nvPr/>
              </p14:nvContentPartPr>
              <p14:xfrm>
                <a:off x="7551466" y="1512983"/>
                <a:ext cx="178200" cy="32760"/>
              </p14:xfrm>
            </p:contentPart>
          </mc:Choice>
          <mc:Fallback xmlns="">
            <p:pic>
              <p:nvPicPr>
                <p:cNvPr id="10" name="Рукописный ввод 9">
                  <a:extLst>
                    <a:ext uri="{FF2B5EF4-FFF2-40B4-BE49-F238E27FC236}">
                      <a16:creationId xmlns:a16="http://schemas.microsoft.com/office/drawing/2014/main" id="{9A14A7B1-BF0F-84AF-D80A-FD0CE145EA33}"/>
                    </a:ext>
                  </a:extLst>
                </p:cNvPr>
                <p:cNvPicPr/>
                <p:nvPr/>
              </p:nvPicPr>
              <p:blipFill>
                <a:blip r:embed="rId15"/>
                <a:stretch>
                  <a:fillRect/>
                </a:stretch>
              </p:blipFill>
              <p:spPr>
                <a:xfrm>
                  <a:off x="7545346" y="1506863"/>
                  <a:ext cx="19044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Рукописный ввод 10">
                  <a:extLst>
                    <a:ext uri="{FF2B5EF4-FFF2-40B4-BE49-F238E27FC236}">
                      <a16:creationId xmlns:a16="http://schemas.microsoft.com/office/drawing/2014/main" id="{CA48A321-B9C6-5A08-E6FD-B76C471F7408}"/>
                    </a:ext>
                  </a:extLst>
                </p14:cNvPr>
                <p14:cNvContentPartPr/>
                <p14:nvPr/>
              </p14:nvContentPartPr>
              <p14:xfrm>
                <a:off x="7811386" y="1271423"/>
                <a:ext cx="100440" cy="317880"/>
              </p14:xfrm>
            </p:contentPart>
          </mc:Choice>
          <mc:Fallback xmlns="">
            <p:pic>
              <p:nvPicPr>
                <p:cNvPr id="11" name="Рукописный ввод 10">
                  <a:extLst>
                    <a:ext uri="{FF2B5EF4-FFF2-40B4-BE49-F238E27FC236}">
                      <a16:creationId xmlns:a16="http://schemas.microsoft.com/office/drawing/2014/main" id="{CA48A321-B9C6-5A08-E6FD-B76C471F7408}"/>
                    </a:ext>
                  </a:extLst>
                </p:cNvPr>
                <p:cNvPicPr/>
                <p:nvPr/>
              </p:nvPicPr>
              <p:blipFill>
                <a:blip r:embed="rId17"/>
                <a:stretch>
                  <a:fillRect/>
                </a:stretch>
              </p:blipFill>
              <p:spPr>
                <a:xfrm>
                  <a:off x="7805266" y="1265303"/>
                  <a:ext cx="11268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Рукописный ввод 12">
                  <a:extLst>
                    <a:ext uri="{FF2B5EF4-FFF2-40B4-BE49-F238E27FC236}">
                      <a16:creationId xmlns:a16="http://schemas.microsoft.com/office/drawing/2014/main" id="{C5F4E6F1-BDF5-1FF3-6E00-041351DA8FB7}"/>
                    </a:ext>
                  </a:extLst>
                </p14:cNvPr>
                <p14:cNvContentPartPr/>
                <p14:nvPr/>
              </p14:nvContentPartPr>
              <p14:xfrm>
                <a:off x="8033146" y="1265303"/>
                <a:ext cx="158760" cy="170640"/>
              </p14:xfrm>
            </p:contentPart>
          </mc:Choice>
          <mc:Fallback xmlns="">
            <p:pic>
              <p:nvPicPr>
                <p:cNvPr id="13" name="Рукописный ввод 12">
                  <a:extLst>
                    <a:ext uri="{FF2B5EF4-FFF2-40B4-BE49-F238E27FC236}">
                      <a16:creationId xmlns:a16="http://schemas.microsoft.com/office/drawing/2014/main" id="{C5F4E6F1-BDF5-1FF3-6E00-041351DA8FB7}"/>
                    </a:ext>
                  </a:extLst>
                </p:cNvPr>
                <p:cNvPicPr/>
                <p:nvPr/>
              </p:nvPicPr>
              <p:blipFill>
                <a:blip r:embed="rId19"/>
                <a:stretch>
                  <a:fillRect/>
                </a:stretch>
              </p:blipFill>
              <p:spPr>
                <a:xfrm>
                  <a:off x="8027026" y="1259183"/>
                  <a:ext cx="17100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Рукописный ввод 14">
                  <a:extLst>
                    <a:ext uri="{FF2B5EF4-FFF2-40B4-BE49-F238E27FC236}">
                      <a16:creationId xmlns:a16="http://schemas.microsoft.com/office/drawing/2014/main" id="{ECD5CF6F-A059-C41F-3AAE-6BF675D98636}"/>
                    </a:ext>
                  </a:extLst>
                </p14:cNvPr>
                <p14:cNvContentPartPr/>
                <p14:nvPr/>
              </p14:nvContentPartPr>
              <p14:xfrm>
                <a:off x="8262106" y="1164503"/>
                <a:ext cx="186840" cy="328320"/>
              </p14:xfrm>
            </p:contentPart>
          </mc:Choice>
          <mc:Fallback xmlns="">
            <p:pic>
              <p:nvPicPr>
                <p:cNvPr id="15" name="Рукописный ввод 14">
                  <a:extLst>
                    <a:ext uri="{FF2B5EF4-FFF2-40B4-BE49-F238E27FC236}">
                      <a16:creationId xmlns:a16="http://schemas.microsoft.com/office/drawing/2014/main" id="{ECD5CF6F-A059-C41F-3AAE-6BF675D98636}"/>
                    </a:ext>
                  </a:extLst>
                </p:cNvPr>
                <p:cNvPicPr/>
                <p:nvPr/>
              </p:nvPicPr>
              <p:blipFill>
                <a:blip r:embed="rId21"/>
                <a:stretch>
                  <a:fillRect/>
                </a:stretch>
              </p:blipFill>
              <p:spPr>
                <a:xfrm>
                  <a:off x="8255986" y="1158383"/>
                  <a:ext cx="19908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Рукописный ввод 15">
                  <a:extLst>
                    <a:ext uri="{FF2B5EF4-FFF2-40B4-BE49-F238E27FC236}">
                      <a16:creationId xmlns:a16="http://schemas.microsoft.com/office/drawing/2014/main" id="{88AD6FC7-C8B9-FD8D-5EC4-A338DB8510F1}"/>
                    </a:ext>
                  </a:extLst>
                </p14:cNvPr>
                <p14:cNvContentPartPr/>
                <p14:nvPr/>
              </p14:nvContentPartPr>
              <p14:xfrm>
                <a:off x="8552626" y="1065863"/>
                <a:ext cx="137160" cy="485640"/>
              </p14:xfrm>
            </p:contentPart>
          </mc:Choice>
          <mc:Fallback xmlns="">
            <p:pic>
              <p:nvPicPr>
                <p:cNvPr id="16" name="Рукописный ввод 15">
                  <a:extLst>
                    <a:ext uri="{FF2B5EF4-FFF2-40B4-BE49-F238E27FC236}">
                      <a16:creationId xmlns:a16="http://schemas.microsoft.com/office/drawing/2014/main" id="{88AD6FC7-C8B9-FD8D-5EC4-A338DB8510F1}"/>
                    </a:ext>
                  </a:extLst>
                </p:cNvPr>
                <p:cNvPicPr/>
                <p:nvPr/>
              </p:nvPicPr>
              <p:blipFill>
                <a:blip r:embed="rId23"/>
                <a:stretch>
                  <a:fillRect/>
                </a:stretch>
              </p:blipFill>
              <p:spPr>
                <a:xfrm>
                  <a:off x="8546506" y="1059743"/>
                  <a:ext cx="14940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Рукописный ввод 16">
                  <a:extLst>
                    <a:ext uri="{FF2B5EF4-FFF2-40B4-BE49-F238E27FC236}">
                      <a16:creationId xmlns:a16="http://schemas.microsoft.com/office/drawing/2014/main" id="{8DA4B63E-F409-B16F-D3E9-8E4E180BE013}"/>
                    </a:ext>
                  </a:extLst>
                </p14:cNvPr>
                <p14:cNvContentPartPr/>
                <p14:nvPr/>
              </p14:nvContentPartPr>
              <p14:xfrm>
                <a:off x="8836666" y="1261703"/>
                <a:ext cx="140040" cy="8280"/>
              </p14:xfrm>
            </p:contentPart>
          </mc:Choice>
          <mc:Fallback xmlns="">
            <p:pic>
              <p:nvPicPr>
                <p:cNvPr id="17" name="Рукописный ввод 16">
                  <a:extLst>
                    <a:ext uri="{FF2B5EF4-FFF2-40B4-BE49-F238E27FC236}">
                      <a16:creationId xmlns:a16="http://schemas.microsoft.com/office/drawing/2014/main" id="{8DA4B63E-F409-B16F-D3E9-8E4E180BE013}"/>
                    </a:ext>
                  </a:extLst>
                </p:cNvPr>
                <p:cNvPicPr/>
                <p:nvPr/>
              </p:nvPicPr>
              <p:blipFill>
                <a:blip r:embed="rId25"/>
                <a:stretch>
                  <a:fillRect/>
                </a:stretch>
              </p:blipFill>
              <p:spPr>
                <a:xfrm>
                  <a:off x="8830546" y="1255583"/>
                  <a:ext cx="1522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Рукописный ввод 17">
                  <a:extLst>
                    <a:ext uri="{FF2B5EF4-FFF2-40B4-BE49-F238E27FC236}">
                      <a16:creationId xmlns:a16="http://schemas.microsoft.com/office/drawing/2014/main" id="{630F631D-75B8-C785-9177-B97CC323DD84}"/>
                    </a:ext>
                  </a:extLst>
                </p14:cNvPr>
                <p14:cNvContentPartPr/>
                <p14:nvPr/>
              </p14:nvContentPartPr>
              <p14:xfrm>
                <a:off x="8824066" y="1324703"/>
                <a:ext cx="262080" cy="29520"/>
              </p14:xfrm>
            </p:contentPart>
          </mc:Choice>
          <mc:Fallback xmlns="">
            <p:pic>
              <p:nvPicPr>
                <p:cNvPr id="18" name="Рукописный ввод 17">
                  <a:extLst>
                    <a:ext uri="{FF2B5EF4-FFF2-40B4-BE49-F238E27FC236}">
                      <a16:creationId xmlns:a16="http://schemas.microsoft.com/office/drawing/2014/main" id="{630F631D-75B8-C785-9177-B97CC323DD84}"/>
                    </a:ext>
                  </a:extLst>
                </p:cNvPr>
                <p:cNvPicPr/>
                <p:nvPr/>
              </p:nvPicPr>
              <p:blipFill>
                <a:blip r:embed="rId27"/>
                <a:stretch>
                  <a:fillRect/>
                </a:stretch>
              </p:blipFill>
              <p:spPr>
                <a:xfrm>
                  <a:off x="8817946" y="1318583"/>
                  <a:ext cx="2743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Рукописный ввод 18">
                  <a:extLst>
                    <a:ext uri="{FF2B5EF4-FFF2-40B4-BE49-F238E27FC236}">
                      <a16:creationId xmlns:a16="http://schemas.microsoft.com/office/drawing/2014/main" id="{A835A5EE-4000-F0AB-8129-BD6257B7EBAC}"/>
                    </a:ext>
                  </a:extLst>
                </p14:cNvPr>
                <p14:cNvContentPartPr/>
                <p14:nvPr/>
              </p14:nvContentPartPr>
              <p14:xfrm>
                <a:off x="9181546" y="881903"/>
                <a:ext cx="176400" cy="623520"/>
              </p14:xfrm>
            </p:contentPart>
          </mc:Choice>
          <mc:Fallback xmlns="">
            <p:pic>
              <p:nvPicPr>
                <p:cNvPr id="19" name="Рукописный ввод 18">
                  <a:extLst>
                    <a:ext uri="{FF2B5EF4-FFF2-40B4-BE49-F238E27FC236}">
                      <a16:creationId xmlns:a16="http://schemas.microsoft.com/office/drawing/2014/main" id="{A835A5EE-4000-F0AB-8129-BD6257B7EBAC}"/>
                    </a:ext>
                  </a:extLst>
                </p:cNvPr>
                <p:cNvPicPr/>
                <p:nvPr/>
              </p:nvPicPr>
              <p:blipFill>
                <a:blip r:embed="rId29"/>
                <a:stretch>
                  <a:fillRect/>
                </a:stretch>
              </p:blipFill>
              <p:spPr>
                <a:xfrm>
                  <a:off x="9175426" y="875783"/>
                  <a:ext cx="188640" cy="635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Рукописный ввод 20">
                  <a:extLst>
                    <a:ext uri="{FF2B5EF4-FFF2-40B4-BE49-F238E27FC236}">
                      <a16:creationId xmlns:a16="http://schemas.microsoft.com/office/drawing/2014/main" id="{0C08EE3E-FC7C-7BE9-A2D0-47472290C1B3}"/>
                    </a:ext>
                  </a:extLst>
                </p14:cNvPr>
                <p14:cNvContentPartPr/>
                <p14:nvPr/>
              </p14:nvContentPartPr>
              <p14:xfrm>
                <a:off x="9176506" y="1643663"/>
                <a:ext cx="137880" cy="150840"/>
              </p14:xfrm>
            </p:contentPart>
          </mc:Choice>
          <mc:Fallback xmlns="">
            <p:pic>
              <p:nvPicPr>
                <p:cNvPr id="21" name="Рукописный ввод 20">
                  <a:extLst>
                    <a:ext uri="{FF2B5EF4-FFF2-40B4-BE49-F238E27FC236}">
                      <a16:creationId xmlns:a16="http://schemas.microsoft.com/office/drawing/2014/main" id="{0C08EE3E-FC7C-7BE9-A2D0-47472290C1B3}"/>
                    </a:ext>
                  </a:extLst>
                </p:cNvPr>
                <p:cNvPicPr/>
                <p:nvPr/>
              </p:nvPicPr>
              <p:blipFill>
                <a:blip r:embed="rId31"/>
                <a:stretch>
                  <a:fillRect/>
                </a:stretch>
              </p:blipFill>
              <p:spPr>
                <a:xfrm>
                  <a:off x="9170386" y="1637543"/>
                  <a:ext cx="1501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Рукописный ввод 21">
                  <a:extLst>
                    <a:ext uri="{FF2B5EF4-FFF2-40B4-BE49-F238E27FC236}">
                      <a16:creationId xmlns:a16="http://schemas.microsoft.com/office/drawing/2014/main" id="{D324A53C-BE96-4514-9EEC-030EFB905AE5}"/>
                    </a:ext>
                  </a:extLst>
                </p14:cNvPr>
                <p14:cNvContentPartPr/>
                <p14:nvPr/>
              </p14:nvContentPartPr>
              <p14:xfrm>
                <a:off x="9286666" y="579863"/>
                <a:ext cx="137520" cy="291240"/>
              </p14:xfrm>
            </p:contentPart>
          </mc:Choice>
          <mc:Fallback xmlns="">
            <p:pic>
              <p:nvPicPr>
                <p:cNvPr id="22" name="Рукописный ввод 21">
                  <a:extLst>
                    <a:ext uri="{FF2B5EF4-FFF2-40B4-BE49-F238E27FC236}">
                      <a16:creationId xmlns:a16="http://schemas.microsoft.com/office/drawing/2014/main" id="{D324A53C-BE96-4514-9EEC-030EFB905AE5}"/>
                    </a:ext>
                  </a:extLst>
                </p:cNvPr>
                <p:cNvPicPr/>
                <p:nvPr/>
              </p:nvPicPr>
              <p:blipFill>
                <a:blip r:embed="rId33"/>
                <a:stretch>
                  <a:fillRect/>
                </a:stretch>
              </p:blipFill>
              <p:spPr>
                <a:xfrm>
                  <a:off x="9280546" y="573743"/>
                  <a:ext cx="14976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Рукописный ввод 23">
                  <a:extLst>
                    <a:ext uri="{FF2B5EF4-FFF2-40B4-BE49-F238E27FC236}">
                      <a16:creationId xmlns:a16="http://schemas.microsoft.com/office/drawing/2014/main" id="{FA6CA582-CD3A-48D5-0F1B-DDEB9E5BBFDF}"/>
                    </a:ext>
                  </a:extLst>
                </p14:cNvPr>
                <p14:cNvContentPartPr/>
                <p14:nvPr/>
              </p14:nvContentPartPr>
              <p14:xfrm>
                <a:off x="9497626" y="953183"/>
                <a:ext cx="144720" cy="407520"/>
              </p14:xfrm>
            </p:contentPart>
          </mc:Choice>
          <mc:Fallback xmlns="">
            <p:pic>
              <p:nvPicPr>
                <p:cNvPr id="24" name="Рукописный ввод 23">
                  <a:extLst>
                    <a:ext uri="{FF2B5EF4-FFF2-40B4-BE49-F238E27FC236}">
                      <a16:creationId xmlns:a16="http://schemas.microsoft.com/office/drawing/2014/main" id="{FA6CA582-CD3A-48D5-0F1B-DDEB9E5BBFDF}"/>
                    </a:ext>
                  </a:extLst>
                </p:cNvPr>
                <p:cNvPicPr/>
                <p:nvPr/>
              </p:nvPicPr>
              <p:blipFill>
                <a:blip r:embed="rId35"/>
                <a:stretch>
                  <a:fillRect/>
                </a:stretch>
              </p:blipFill>
              <p:spPr>
                <a:xfrm>
                  <a:off x="9491506" y="947063"/>
                  <a:ext cx="15696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Рукописный ввод 24">
                  <a:extLst>
                    <a:ext uri="{FF2B5EF4-FFF2-40B4-BE49-F238E27FC236}">
                      <a16:creationId xmlns:a16="http://schemas.microsoft.com/office/drawing/2014/main" id="{A7BD91A9-DAF0-22CD-0772-1AC223A557FA}"/>
                    </a:ext>
                  </a:extLst>
                </p14:cNvPr>
                <p14:cNvContentPartPr/>
                <p14:nvPr/>
              </p14:nvContentPartPr>
              <p14:xfrm>
                <a:off x="9607066" y="1214903"/>
                <a:ext cx="117000" cy="240840"/>
              </p14:xfrm>
            </p:contentPart>
          </mc:Choice>
          <mc:Fallback xmlns="">
            <p:pic>
              <p:nvPicPr>
                <p:cNvPr id="25" name="Рукописный ввод 24">
                  <a:extLst>
                    <a:ext uri="{FF2B5EF4-FFF2-40B4-BE49-F238E27FC236}">
                      <a16:creationId xmlns:a16="http://schemas.microsoft.com/office/drawing/2014/main" id="{A7BD91A9-DAF0-22CD-0772-1AC223A557FA}"/>
                    </a:ext>
                  </a:extLst>
                </p:cNvPr>
                <p:cNvPicPr/>
                <p:nvPr/>
              </p:nvPicPr>
              <p:blipFill>
                <a:blip r:embed="rId37"/>
                <a:stretch>
                  <a:fillRect/>
                </a:stretch>
              </p:blipFill>
              <p:spPr>
                <a:xfrm>
                  <a:off x="9600946" y="1208783"/>
                  <a:ext cx="12924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Рукописный ввод 25">
                  <a:extLst>
                    <a:ext uri="{FF2B5EF4-FFF2-40B4-BE49-F238E27FC236}">
                      <a16:creationId xmlns:a16="http://schemas.microsoft.com/office/drawing/2014/main" id="{02B7E504-1DDF-0BB7-1828-DFD38A15BEA9}"/>
                    </a:ext>
                  </a:extLst>
                </p14:cNvPr>
                <p14:cNvContentPartPr/>
                <p14:nvPr/>
              </p14:nvContentPartPr>
              <p14:xfrm>
                <a:off x="9795706" y="924743"/>
                <a:ext cx="142560" cy="437040"/>
              </p14:xfrm>
            </p:contentPart>
          </mc:Choice>
          <mc:Fallback xmlns="">
            <p:pic>
              <p:nvPicPr>
                <p:cNvPr id="26" name="Рукописный ввод 25">
                  <a:extLst>
                    <a:ext uri="{FF2B5EF4-FFF2-40B4-BE49-F238E27FC236}">
                      <a16:creationId xmlns:a16="http://schemas.microsoft.com/office/drawing/2014/main" id="{02B7E504-1DDF-0BB7-1828-DFD38A15BEA9}"/>
                    </a:ext>
                  </a:extLst>
                </p:cNvPr>
                <p:cNvPicPr/>
                <p:nvPr/>
              </p:nvPicPr>
              <p:blipFill>
                <a:blip r:embed="rId39"/>
                <a:stretch>
                  <a:fillRect/>
                </a:stretch>
              </p:blipFill>
              <p:spPr>
                <a:xfrm>
                  <a:off x="9789586" y="918623"/>
                  <a:ext cx="154800" cy="449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1" name="Рукописный ввод 30">
                  <a:extLst>
                    <a:ext uri="{FF2B5EF4-FFF2-40B4-BE49-F238E27FC236}">
                      <a16:creationId xmlns:a16="http://schemas.microsoft.com/office/drawing/2014/main" id="{0F81CAE0-5ABF-DC16-D407-432999FD3132}"/>
                    </a:ext>
                  </a:extLst>
                </p14:cNvPr>
                <p14:cNvContentPartPr/>
                <p14:nvPr/>
              </p14:nvContentPartPr>
              <p14:xfrm>
                <a:off x="9869146" y="1129583"/>
                <a:ext cx="172440" cy="198360"/>
              </p14:xfrm>
            </p:contentPart>
          </mc:Choice>
          <mc:Fallback xmlns="">
            <p:pic>
              <p:nvPicPr>
                <p:cNvPr id="31" name="Рукописный ввод 30">
                  <a:extLst>
                    <a:ext uri="{FF2B5EF4-FFF2-40B4-BE49-F238E27FC236}">
                      <a16:creationId xmlns:a16="http://schemas.microsoft.com/office/drawing/2014/main" id="{0F81CAE0-5ABF-DC16-D407-432999FD3132}"/>
                    </a:ext>
                  </a:extLst>
                </p:cNvPr>
                <p:cNvPicPr/>
                <p:nvPr/>
              </p:nvPicPr>
              <p:blipFill>
                <a:blip r:embed="rId41"/>
                <a:stretch>
                  <a:fillRect/>
                </a:stretch>
              </p:blipFill>
              <p:spPr>
                <a:xfrm>
                  <a:off x="9863026" y="1123463"/>
                  <a:ext cx="1846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2" name="Рукописный ввод 31">
                  <a:extLst>
                    <a:ext uri="{FF2B5EF4-FFF2-40B4-BE49-F238E27FC236}">
                      <a16:creationId xmlns:a16="http://schemas.microsoft.com/office/drawing/2014/main" id="{4D15B4B9-4629-322C-5903-F0A386F848CD}"/>
                    </a:ext>
                  </a:extLst>
                </p14:cNvPr>
                <p14:cNvContentPartPr/>
                <p14:nvPr/>
              </p14:nvContentPartPr>
              <p14:xfrm>
                <a:off x="9890746" y="1127063"/>
                <a:ext cx="196200" cy="249480"/>
              </p14:xfrm>
            </p:contentPart>
          </mc:Choice>
          <mc:Fallback xmlns="">
            <p:pic>
              <p:nvPicPr>
                <p:cNvPr id="32" name="Рукописный ввод 31">
                  <a:extLst>
                    <a:ext uri="{FF2B5EF4-FFF2-40B4-BE49-F238E27FC236}">
                      <a16:creationId xmlns:a16="http://schemas.microsoft.com/office/drawing/2014/main" id="{4D15B4B9-4629-322C-5903-F0A386F848CD}"/>
                    </a:ext>
                  </a:extLst>
                </p:cNvPr>
                <p:cNvPicPr/>
                <p:nvPr/>
              </p:nvPicPr>
              <p:blipFill>
                <a:blip r:embed="rId43"/>
                <a:stretch>
                  <a:fillRect/>
                </a:stretch>
              </p:blipFill>
              <p:spPr>
                <a:xfrm>
                  <a:off x="9884626" y="1120943"/>
                  <a:ext cx="20844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3" name="Рукописный ввод 32">
                  <a:extLst>
                    <a:ext uri="{FF2B5EF4-FFF2-40B4-BE49-F238E27FC236}">
                      <a16:creationId xmlns:a16="http://schemas.microsoft.com/office/drawing/2014/main" id="{8C85F693-D134-8F11-D114-5A9DF7752379}"/>
                    </a:ext>
                  </a:extLst>
                </p14:cNvPr>
                <p14:cNvContentPartPr/>
                <p14:nvPr/>
              </p14:nvContentPartPr>
              <p14:xfrm>
                <a:off x="10097026" y="961463"/>
                <a:ext cx="156240" cy="435600"/>
              </p14:xfrm>
            </p:contentPart>
          </mc:Choice>
          <mc:Fallback xmlns="">
            <p:pic>
              <p:nvPicPr>
                <p:cNvPr id="33" name="Рукописный ввод 32">
                  <a:extLst>
                    <a:ext uri="{FF2B5EF4-FFF2-40B4-BE49-F238E27FC236}">
                      <a16:creationId xmlns:a16="http://schemas.microsoft.com/office/drawing/2014/main" id="{8C85F693-D134-8F11-D114-5A9DF7752379}"/>
                    </a:ext>
                  </a:extLst>
                </p:cNvPr>
                <p:cNvPicPr/>
                <p:nvPr/>
              </p:nvPicPr>
              <p:blipFill>
                <a:blip r:embed="rId45"/>
                <a:stretch>
                  <a:fillRect/>
                </a:stretch>
              </p:blipFill>
              <p:spPr>
                <a:xfrm>
                  <a:off x="10090906" y="955343"/>
                  <a:ext cx="168480" cy="447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4" name="Рукописный ввод 33">
                  <a:extLst>
                    <a:ext uri="{FF2B5EF4-FFF2-40B4-BE49-F238E27FC236}">
                      <a16:creationId xmlns:a16="http://schemas.microsoft.com/office/drawing/2014/main" id="{2249B926-9234-0895-ACF5-E78F87B32AA0}"/>
                    </a:ext>
                  </a:extLst>
                </p14:cNvPr>
                <p14:cNvContentPartPr/>
                <p14:nvPr/>
              </p14:nvContentPartPr>
              <p14:xfrm>
                <a:off x="10297546" y="1021223"/>
                <a:ext cx="319320" cy="331200"/>
              </p14:xfrm>
            </p:contentPart>
          </mc:Choice>
          <mc:Fallback xmlns="">
            <p:pic>
              <p:nvPicPr>
                <p:cNvPr id="34" name="Рукописный ввод 33">
                  <a:extLst>
                    <a:ext uri="{FF2B5EF4-FFF2-40B4-BE49-F238E27FC236}">
                      <a16:creationId xmlns:a16="http://schemas.microsoft.com/office/drawing/2014/main" id="{2249B926-9234-0895-ACF5-E78F87B32AA0}"/>
                    </a:ext>
                  </a:extLst>
                </p:cNvPr>
                <p:cNvPicPr/>
                <p:nvPr/>
              </p:nvPicPr>
              <p:blipFill>
                <a:blip r:embed="rId47"/>
                <a:stretch>
                  <a:fillRect/>
                </a:stretch>
              </p:blipFill>
              <p:spPr>
                <a:xfrm>
                  <a:off x="10291426" y="1015103"/>
                  <a:ext cx="33156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Рукописный ввод 34">
                  <a:extLst>
                    <a:ext uri="{FF2B5EF4-FFF2-40B4-BE49-F238E27FC236}">
                      <a16:creationId xmlns:a16="http://schemas.microsoft.com/office/drawing/2014/main" id="{387ABC64-BAEE-031B-BF8B-78EE89478611}"/>
                    </a:ext>
                  </a:extLst>
                </p14:cNvPr>
                <p14:cNvContentPartPr/>
                <p14:nvPr/>
              </p14:nvContentPartPr>
              <p14:xfrm>
                <a:off x="10673746" y="1110863"/>
                <a:ext cx="106560" cy="209160"/>
              </p14:xfrm>
            </p:contentPart>
          </mc:Choice>
          <mc:Fallback xmlns="">
            <p:pic>
              <p:nvPicPr>
                <p:cNvPr id="35" name="Рукописный ввод 34">
                  <a:extLst>
                    <a:ext uri="{FF2B5EF4-FFF2-40B4-BE49-F238E27FC236}">
                      <a16:creationId xmlns:a16="http://schemas.microsoft.com/office/drawing/2014/main" id="{387ABC64-BAEE-031B-BF8B-78EE89478611}"/>
                    </a:ext>
                  </a:extLst>
                </p:cNvPr>
                <p:cNvPicPr/>
                <p:nvPr/>
              </p:nvPicPr>
              <p:blipFill>
                <a:blip r:embed="rId49"/>
                <a:stretch>
                  <a:fillRect/>
                </a:stretch>
              </p:blipFill>
              <p:spPr>
                <a:xfrm>
                  <a:off x="10667626" y="1104743"/>
                  <a:ext cx="11880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Рукописный ввод 35">
                  <a:extLst>
                    <a:ext uri="{FF2B5EF4-FFF2-40B4-BE49-F238E27FC236}">
                      <a16:creationId xmlns:a16="http://schemas.microsoft.com/office/drawing/2014/main" id="{BFD62E95-C8B0-AAFC-362D-7E5C109B136F}"/>
                    </a:ext>
                  </a:extLst>
                </p14:cNvPr>
                <p14:cNvContentPartPr/>
                <p14:nvPr/>
              </p14:nvContentPartPr>
              <p14:xfrm>
                <a:off x="10509226" y="1093943"/>
                <a:ext cx="304200" cy="292680"/>
              </p14:xfrm>
            </p:contentPart>
          </mc:Choice>
          <mc:Fallback xmlns="">
            <p:pic>
              <p:nvPicPr>
                <p:cNvPr id="36" name="Рукописный ввод 35">
                  <a:extLst>
                    <a:ext uri="{FF2B5EF4-FFF2-40B4-BE49-F238E27FC236}">
                      <a16:creationId xmlns:a16="http://schemas.microsoft.com/office/drawing/2014/main" id="{BFD62E95-C8B0-AAFC-362D-7E5C109B136F}"/>
                    </a:ext>
                  </a:extLst>
                </p:cNvPr>
                <p:cNvPicPr/>
                <p:nvPr/>
              </p:nvPicPr>
              <p:blipFill>
                <a:blip r:embed="rId51"/>
                <a:stretch>
                  <a:fillRect/>
                </a:stretch>
              </p:blipFill>
              <p:spPr>
                <a:xfrm>
                  <a:off x="10503106" y="1087823"/>
                  <a:ext cx="316440" cy="304920"/>
                </a:xfrm>
                <a:prstGeom prst="rect">
                  <a:avLst/>
                </a:prstGeom>
              </p:spPr>
            </p:pic>
          </mc:Fallback>
        </mc:AlternateContent>
      </p:grpSp>
    </p:spTree>
    <p:extLst>
      <p:ext uri="{BB962C8B-B14F-4D97-AF65-F5344CB8AC3E}">
        <p14:creationId xmlns:p14="http://schemas.microsoft.com/office/powerpoint/2010/main" val="1038171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1">
            <a:extLst>
              <a:ext uri="{FF2B5EF4-FFF2-40B4-BE49-F238E27FC236}">
                <a16:creationId xmlns:a16="http://schemas.microsoft.com/office/drawing/2014/main" id="{0A1AF557-CB67-706F-C887-C6B9E240DCEF}"/>
              </a:ext>
            </a:extLst>
          </p:cNvPr>
          <p:cNvSpPr txBox="1">
            <a:spLocks/>
          </p:cNvSpPr>
          <p:nvPr/>
        </p:nvSpPr>
        <p:spPr>
          <a:xfrm>
            <a:off x="7086600" y="6454582"/>
            <a:ext cx="2057400" cy="365125"/>
          </a:xfrm>
          <a:prstGeom prst="rect">
            <a:avLst/>
          </a:prstGeom>
        </p:spPr>
        <p:txBody>
          <a:bodyPr vert="horz" lIns="91440" tIns="45720" rIns="91440" bIns="45720" rtlCol="0" anchor="ctr"/>
          <a:lstStyle>
            <a:defPPr>
              <a:defRPr lang="ru-RU"/>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pPr/>
              <a:t>9</a:t>
            </a:fld>
            <a:endParaRPr lang="ru-RU" sz="1100" dirty="0">
              <a:solidFill>
                <a:srgbClr val="0070C0"/>
              </a:solidFill>
              <a:latin typeface="Arial" panose="020B0604020202020204" pitchFamily="34" charset="0"/>
              <a:cs typeface="Arial" panose="020B0604020202020204" pitchFamily="34" charset="0"/>
            </a:endParaRPr>
          </a:p>
        </p:txBody>
      </p:sp>
      <p:sp>
        <p:nvSpPr>
          <p:cNvPr id="6" name="Прямоугольник 5">
            <a:extLst>
              <a:ext uri="{FF2B5EF4-FFF2-40B4-BE49-F238E27FC236}">
                <a16:creationId xmlns:a16="http://schemas.microsoft.com/office/drawing/2014/main" id="{2150DE13-9538-312E-6DC6-9B8EDD482056}"/>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Числовые характеристики распределений</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196CCDE-7DE4-D9C1-F46B-93C2232FEA09}"/>
                  </a:ext>
                </a:extLst>
              </p:cNvPr>
              <p:cNvSpPr txBox="1"/>
              <p:nvPr/>
            </p:nvSpPr>
            <p:spPr>
              <a:xfrm>
                <a:off x="-1" y="517331"/>
                <a:ext cx="9143999" cy="6524607"/>
              </a:xfrm>
              <a:prstGeom prst="rect">
                <a:avLst/>
              </a:prstGeom>
              <a:noFill/>
            </p:spPr>
            <p:txBody>
              <a:bodyPr wrap="square" rtlCol="0">
                <a:spAutoFit/>
              </a:bodyPr>
              <a:lstStyle/>
              <a:p>
                <a:pPr algn="just">
                  <a:spcAft>
                    <a:spcPts val="600"/>
                  </a:spcAft>
                </a:pPr>
                <a:r>
                  <a:rPr lang="ru-RU" dirty="0"/>
                  <a:t>Числовые характеристики позволяют описывать наблюдаемую случайную величину. К таким характеристикам относятся </a:t>
                </a:r>
                <a:r>
                  <a:rPr lang="ru-RU" b="1" dirty="0">
                    <a:solidFill>
                      <a:srgbClr val="2B8911"/>
                    </a:solidFill>
                  </a:rPr>
                  <a:t>математическое ожидание </a:t>
                </a:r>
                <a:r>
                  <a:rPr lang="ru-RU" dirty="0"/>
                  <a:t>и </a:t>
                </a:r>
                <a:r>
                  <a:rPr lang="ru-RU" b="1" dirty="0">
                    <a:solidFill>
                      <a:srgbClr val="2B8911"/>
                    </a:solidFill>
                  </a:rPr>
                  <a:t>дисперсия.</a:t>
                </a:r>
              </a:p>
              <a:p>
                <a:pPr algn="just">
                  <a:spcAft>
                    <a:spcPts val="600"/>
                  </a:spcAft>
                </a:pPr>
                <a:r>
                  <a:rPr lang="ru-RU" b="1" dirty="0">
                    <a:solidFill>
                      <a:srgbClr val="3333FF"/>
                    </a:solidFill>
                  </a:rPr>
                  <a:t>Определение: </a:t>
                </a:r>
                <a:r>
                  <a:rPr lang="ru-RU" dirty="0"/>
                  <a:t>Математическим ожиданием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r>
                          <a:rPr lang="en-US" b="0" i="1" smtClean="0">
                            <a:latin typeface="Cambria Math" panose="02040503050406030204" pitchFamily="18" charset="0"/>
                          </a:rPr>
                          <m:t>𝜉</m:t>
                        </m:r>
                      </m:e>
                      <m:sub>
                        <m:r>
                          <a:rPr lang="en-US" b="0" i="1" smtClean="0">
                            <a:latin typeface="Cambria Math" panose="02040503050406030204" pitchFamily="18" charset="0"/>
                          </a:rPr>
                          <m:t> </m:t>
                        </m:r>
                      </m:sub>
                    </m:sSub>
                  </m:oMath>
                </a14:m>
                <a:r>
                  <a:rPr lang="en-US" b="1" dirty="0">
                    <a:solidFill>
                      <a:srgbClr val="3333FF"/>
                    </a:solidFill>
                  </a:rPr>
                  <a:t> </a:t>
                </a:r>
                <a:r>
                  <a:rPr lang="ru-RU" dirty="0"/>
                  <a:t>случайной величины </a:t>
                </a:r>
                <a14:m>
                  <m:oMath xmlns:m="http://schemas.openxmlformats.org/officeDocument/2006/math">
                    <m:r>
                      <a:rPr lang="ru-RU" b="0" i="1" smtClean="0">
                        <a:latin typeface="Cambria Math" panose="02040503050406030204" pitchFamily="18" charset="0"/>
                      </a:rPr>
                      <m:t>𝜉</m:t>
                    </m:r>
                  </m:oMath>
                </a14:m>
                <a:r>
                  <a:rPr lang="ru-RU" b="1" dirty="0">
                    <a:solidFill>
                      <a:srgbClr val="3333FF"/>
                    </a:solidFill>
                  </a:rPr>
                  <a:t> </a:t>
                </a:r>
                <a:r>
                  <a:rPr lang="ru-RU" dirty="0"/>
                  <a:t>с дискретным распределением называется число</a:t>
                </a:r>
                <a14:m>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𝜉</m:t>
                    </m:r>
                    <m:r>
                      <a:rPr lang="ru-RU"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𝑘</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𝑘</m:t>
                            </m:r>
                          </m:sub>
                        </m:sSub>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𝑘</m:t>
                            </m:r>
                          </m:sub>
                        </m:sSub>
                        <m:r>
                          <a:rPr lang="en-US" b="0" i="1" smtClean="0">
                            <a:latin typeface="Cambria Math" panose="02040503050406030204" pitchFamily="18" charset="0"/>
                          </a:rPr>
                          <m:t>)</m:t>
                        </m:r>
                      </m:e>
                    </m:nary>
                    <m:r>
                      <a:rPr lang="en-US" b="1" i="0" smtClean="0">
                        <a:latin typeface="Cambria Math" panose="02040503050406030204" pitchFamily="18" charset="0"/>
                      </a:rPr>
                      <m:t>,</m:t>
                    </m:r>
                  </m:oMath>
                </a14:m>
                <a:r>
                  <a:rPr lang="en-US" b="1" dirty="0">
                    <a:solidFill>
                      <a:srgbClr val="3333FF"/>
                    </a:solidFill>
                  </a:rPr>
                  <a:t> </a:t>
                </a:r>
                <a:r>
                  <a:rPr lang="ru-RU" dirty="0"/>
                  <a:t>если данный ряд абсолютно сходится, т.е. если </a:t>
                </a:r>
                <a14:m>
                  <m:oMath xmlns:m="http://schemas.openxmlformats.org/officeDocument/2006/math">
                    <m:nary>
                      <m:naryPr>
                        <m:chr m:val="∑"/>
                        <m:supHide m:val="on"/>
                        <m:ctrlPr>
                          <a:rPr lang="en-US" i="1">
                            <a:latin typeface="Cambria Math" panose="02040503050406030204" pitchFamily="18" charset="0"/>
                          </a:rPr>
                        </m:ctrlPr>
                      </m:naryPr>
                      <m:sub>
                        <m:r>
                          <a:rPr lang="en-US" i="1">
                            <a:latin typeface="Cambria Math" panose="02040503050406030204" pitchFamily="18" charset="0"/>
                          </a:rPr>
                          <m:t>𝑘</m:t>
                        </m:r>
                      </m:sub>
                      <m:sup/>
                      <m:e>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𝑘</m:t>
                            </m:r>
                          </m:sub>
                        </m:sSub>
                        <m:r>
                          <a:rPr lang="en-US" b="0" i="1" smtClean="0">
                            <a:latin typeface="Cambria Math" panose="02040503050406030204" pitchFamily="18" charset="0"/>
                          </a:rPr>
                          <m:t>&lt;∞</m:t>
                        </m:r>
                      </m:e>
                    </m:nary>
                    <m:r>
                      <a:rPr lang="en-US" b="0" i="0" smtClean="0">
                        <a:latin typeface="Cambria Math" panose="02040503050406030204" pitchFamily="18" charset="0"/>
                      </a:rPr>
                      <m:t>.</m:t>
                    </m:r>
                  </m:oMath>
                </a14:m>
                <a:r>
                  <a:rPr lang="en-US" b="1" dirty="0">
                    <a:solidFill>
                      <a:srgbClr val="3333FF"/>
                    </a:solidFill>
                  </a:rPr>
                  <a:t> </a:t>
                </a:r>
                <a:r>
                  <a:rPr lang="ru-RU" dirty="0"/>
                  <a:t>В противном случае говорят, что математическое ожидание не существует. </a:t>
                </a:r>
              </a:p>
              <a:p>
                <a:pPr algn="just">
                  <a:spcBef>
                    <a:spcPts val="600"/>
                  </a:spcBef>
                </a:pPr>
                <a:r>
                  <a:rPr lang="ru-RU" b="1" dirty="0">
                    <a:solidFill>
                      <a:srgbClr val="3333FF"/>
                    </a:solidFill>
                  </a:rPr>
                  <a:t>Определение: </a:t>
                </a:r>
                <a:r>
                  <a:rPr lang="ru-RU" dirty="0"/>
                  <a:t>Математическим ожиданием</a:t>
                </a:r>
                <a14:m>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𝜉</m:t>
                    </m:r>
                  </m:oMath>
                </a14:m>
                <a:r>
                  <a:rPr lang="ru-RU" dirty="0"/>
                  <a:t>случайной величины </a:t>
                </a:r>
                <a14:m>
                  <m:oMath xmlns:m="http://schemas.openxmlformats.org/officeDocument/2006/math">
                    <m:r>
                      <a:rPr lang="ru-RU" i="1">
                        <a:latin typeface="Cambria Math" panose="02040503050406030204" pitchFamily="18" charset="0"/>
                      </a:rPr>
                      <m:t>𝜉</m:t>
                    </m:r>
                  </m:oMath>
                </a14:m>
                <a:r>
                  <a:rPr lang="ru-RU" b="1" dirty="0">
                    <a:solidFill>
                      <a:srgbClr val="3333FF"/>
                    </a:solidFill>
                  </a:rPr>
                  <a:t> </a:t>
                </a:r>
                <a:r>
                  <a:rPr lang="ru-RU" dirty="0"/>
                  <a:t>с абсолютно непрерывным распределением с плотностью распределения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a:t>
                </a:r>
                <a:r>
                  <a:rPr lang="ru-RU" dirty="0"/>
                  <a:t>называется число </a:t>
                </a:r>
              </a:p>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𝜉</m:t>
                      </m:r>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m:t>
                          </m:r>
                        </m:sup>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e>
                      </m:nary>
                    </m:oMath>
                  </m:oMathPara>
                </a14:m>
                <a:endParaRPr lang="ru-RU" dirty="0"/>
              </a:p>
              <a:p>
                <a:pPr algn="just"/>
                <a:r>
                  <a:rPr lang="ru-RU" dirty="0"/>
                  <a:t>если этот интеграл абсолютно сходится, т.е. если </a:t>
                </a:r>
                <a14:m>
                  <m:oMath xmlns:m="http://schemas.openxmlformats.org/officeDocument/2006/math">
                    <m:nary>
                      <m:naryPr>
                        <m:ctrlPr>
                          <a:rPr lang="en-US" i="1">
                            <a:latin typeface="Cambria Math" panose="02040503050406030204" pitchFamily="18" charset="0"/>
                          </a:rPr>
                        </m:ctrlPr>
                      </m:naryPr>
                      <m:sub>
                        <m:r>
                          <m:rPr>
                            <m:brk m:alnAt="23"/>
                          </m:rPr>
                          <a:rPr lang="en-US" i="1">
                            <a:latin typeface="Cambria Math" panose="02040503050406030204" pitchFamily="18" charset="0"/>
                          </a:rPr>
                          <m:t>−</m:t>
                        </m:r>
                        <m:r>
                          <a:rPr lang="en-US" i="1">
                            <a:latin typeface="Cambria Math" panose="02040503050406030204" pitchFamily="18" charset="0"/>
                          </a:rPr>
                          <m:t>∞</m:t>
                        </m:r>
                      </m:sub>
                      <m:sup>
                        <m:r>
                          <a:rPr lang="en-US" i="1">
                            <a:latin typeface="Cambria Math" panose="02040503050406030204" pitchFamily="18" charset="0"/>
                          </a:rPr>
                          <m:t>∞</m:t>
                        </m:r>
                      </m:sup>
                      <m:e>
                        <m:d>
                          <m:dPr>
                            <m:begChr m:val="|"/>
                            <m:endChr m:val="|"/>
                            <m:ctrlPr>
                              <a:rPr lang="en-US" b="0" i="1" smtClean="0">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𝑑𝑥</m:t>
                        </m:r>
                        <m:r>
                          <a:rPr lang="en-US" b="0" i="1" smtClean="0">
                            <a:latin typeface="Cambria Math" panose="02040503050406030204" pitchFamily="18" charset="0"/>
                          </a:rPr>
                          <m:t>&lt;∞</m:t>
                        </m:r>
                      </m:e>
                    </m:nary>
                  </m:oMath>
                </a14:m>
                <a:r>
                  <a:rPr lang="ru-RU" dirty="0"/>
                  <a:t>.</a:t>
                </a:r>
              </a:p>
              <a:p>
                <a:pPr algn="just"/>
                <a:r>
                  <a:rPr lang="ru-RU" b="1" dirty="0">
                    <a:solidFill>
                      <a:srgbClr val="006400"/>
                    </a:solidFill>
                  </a:rPr>
                  <a:t>Свойства</a:t>
                </a:r>
                <a:r>
                  <a:rPr lang="ru-RU" dirty="0"/>
                  <a:t>: </a:t>
                </a:r>
              </a:p>
              <a:p>
                <a:pPr marL="342900" indent="-342900" algn="just">
                  <a:buFont typeface="+mj-lt"/>
                  <a:buAutoNum type="arabicPeriod"/>
                </a:pPr>
                <a:r>
                  <a:rPr lang="ru-RU" dirty="0"/>
                  <a:t>Для произвольной функции </a:t>
                </a:r>
                <a14:m>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ℝ</m:t>
                    </m:r>
                    <m:r>
                      <a:rPr lang="en-US" b="0" i="1" smtClean="0">
                        <a:latin typeface="Cambria Math" panose="02040503050406030204" pitchFamily="18" charset="0"/>
                      </a:rPr>
                      <m:t>→</m:t>
                    </m:r>
                    <m:r>
                      <a:rPr lang="en-US" b="0" i="1" smtClean="0">
                        <a:latin typeface="Cambria Math" panose="02040503050406030204" pitchFamily="18" charset="0"/>
                      </a:rPr>
                      <m:t>ℝ</m:t>
                    </m:r>
                    <m:r>
                      <a:rPr lang="en-US" b="0" i="1" smtClean="0">
                        <a:latin typeface="Cambria Math" panose="02040503050406030204" pitchFamily="18" charset="0"/>
                      </a:rPr>
                      <m:t>, </m:t>
                    </m:r>
                    <m:r>
                      <a:rPr lang="en-US" b="0" i="1" smtClean="0">
                        <a:latin typeface="Cambria Math" panose="02040503050406030204" pitchFamily="18" charset="0"/>
                      </a:rPr>
                      <m:t>𝑀𝑔</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m:t>
                                </m:r>
                              </m:sup>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r>
                                  <a:rPr lang="en-US" b="0" i="1" smtClean="0">
                                    <a:latin typeface="Cambria Math" panose="02040503050406030204" pitchFamily="18" charset="0"/>
                                  </a:rPr>
                                  <m:t> </m:t>
                                </m:r>
                              </m:e>
                            </m:nary>
                          </m:e>
                          <m:e>
                            <m:nary>
                              <m:naryPr>
                                <m:chr m:val="∑"/>
                                <m:supHide m:val="on"/>
                                <m:ctrlPr>
                                  <a:rPr lang="ru-RU" b="0" i="1" smtClean="0">
                                    <a:latin typeface="Cambria Math" panose="02040503050406030204" pitchFamily="18" charset="0"/>
                                  </a:rPr>
                                </m:ctrlPr>
                              </m:naryPr>
                              <m:sub>
                                <m:r>
                                  <a:rPr lang="en-US" b="0" i="1" smtClean="0">
                                    <a:latin typeface="Cambria Math" panose="02040503050406030204" pitchFamily="18" charset="0"/>
                                  </a:rPr>
                                  <m:t>𝑘</m:t>
                                </m:r>
                              </m:sub>
                              <m:sup/>
                              <m:e>
                                <m:r>
                                  <a:rPr lang="en-US" b="0" i="1" smtClean="0">
                                    <a:latin typeface="Cambria Math" panose="02040503050406030204" pitchFamily="18" charset="0"/>
                                  </a:rPr>
                                  <m:t>𝑔</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𝑘</m:t>
                                        </m:r>
                                      </m:sub>
                                    </m:sSub>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𝑘</m:t>
                                    </m:r>
                                  </m:sub>
                                </m:sSub>
                                <m:r>
                                  <a:rPr lang="en-US" b="0" i="1" smtClean="0">
                                    <a:latin typeface="Cambria Math" panose="02040503050406030204" pitchFamily="18" charset="0"/>
                                  </a:rPr>
                                  <m:t>)</m:t>
                                </m:r>
                              </m:e>
                            </m:nary>
                          </m:e>
                        </m:eqArr>
                      </m:e>
                    </m:d>
                  </m:oMath>
                </a14:m>
                <a:endParaRPr lang="ru-RU" dirty="0"/>
              </a:p>
              <a:p>
                <a:pPr marL="342900" indent="-342900" algn="just">
                  <a:buFont typeface="+mj-lt"/>
                  <a:buAutoNum type="arabicPeriod"/>
                </a:pPr>
                <a:r>
                  <a:rPr lang="ru-RU" dirty="0"/>
                  <a:t>Математическое ожидание константы, есть сама константа</a:t>
                </a:r>
                <a:r>
                  <a:rPr lang="en-US" dirty="0"/>
                  <a:t> </a:t>
                </a:r>
                <a14:m>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𝜉</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oMath>
                </a14:m>
                <a:r>
                  <a:rPr lang="ru-RU" b="0" dirty="0"/>
                  <a:t>;</a:t>
                </a:r>
                <a:endParaRPr lang="en-US" b="0" dirty="0"/>
              </a:p>
              <a:p>
                <a:pPr marL="342900" indent="-342900" algn="just">
                  <a:buFont typeface="+mj-lt"/>
                  <a:buAutoNum type="arabicPeriod"/>
                </a:pPr>
                <a:r>
                  <a:rPr lang="ru-RU" dirty="0"/>
                  <a:t>Константу можно вынести за знак мат. ожидания </a:t>
                </a:r>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i="1">
                            <a:latin typeface="Cambria Math" panose="02040503050406030204" pitchFamily="18" charset="0"/>
                          </a:rPr>
                          <m:t>𝑐</m:t>
                        </m:r>
                        <m:r>
                          <a:rPr lang="en-US" b="0" i="1" smtClean="0">
                            <a:latin typeface="Cambria Math" panose="02040503050406030204" pitchFamily="18" charset="0"/>
                          </a:rPr>
                          <m:t>𝜉</m:t>
                        </m:r>
                      </m:e>
                    </m:d>
                    <m:r>
                      <a:rPr lang="en-US" b="0" i="1" smtClean="0">
                        <a:latin typeface="Cambria Math" panose="02040503050406030204" pitchFamily="18" charset="0"/>
                      </a:rPr>
                      <m:t>=</m:t>
                    </m:r>
                    <m:r>
                      <a:rPr lang="en-US" b="0" i="1" smtClean="0">
                        <a:latin typeface="Cambria Math" panose="02040503050406030204" pitchFamily="18" charset="0"/>
                      </a:rPr>
                      <m:t>𝑐𝑀</m:t>
                    </m:r>
                    <m:r>
                      <a:rPr lang="en-US" b="0" i="1" smtClean="0">
                        <a:latin typeface="Cambria Math" panose="02040503050406030204" pitchFamily="18" charset="0"/>
                      </a:rPr>
                      <m:t>𝜉</m:t>
                    </m:r>
                    <m:r>
                      <a:rPr lang="ru-RU" b="0" i="0" smtClean="0">
                        <a:latin typeface="Cambria Math" panose="02040503050406030204" pitchFamily="18" charset="0"/>
                      </a:rPr>
                      <m:t>;</m:t>
                    </m:r>
                  </m:oMath>
                </a14:m>
                <a:endParaRPr lang="ru-RU" b="0" dirty="0"/>
              </a:p>
              <a:p>
                <a:pPr marL="342900" indent="-342900" algn="just">
                  <a:buFont typeface="+mj-lt"/>
                  <a:buAutoNum type="arabicPeriod"/>
                </a:pPr>
                <a:r>
                  <a:rPr lang="ru-RU" dirty="0"/>
                  <a:t>Математическое ожидание суммы любых случайных величин равно сумме их математических ожиданий (если они существуют): </a:t>
                </a:r>
                <a14:m>
                  <m:oMath xmlns:m="http://schemas.openxmlformats.org/officeDocument/2006/math">
                    <m:r>
                      <a:rPr lang="en-US" i="1">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𝜂</m:t>
                        </m:r>
                      </m:e>
                    </m:d>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𝜂</m:t>
                    </m:r>
                  </m:oMath>
                </a14:m>
                <a:r>
                  <a:rPr lang="en-US" dirty="0"/>
                  <a:t>;</a:t>
                </a:r>
              </a:p>
              <a:p>
                <a:pPr marL="342900" indent="-342900" algn="just">
                  <a:buFont typeface="+mj-lt"/>
                  <a:buAutoNum type="arabicPeriod"/>
                </a:pPr>
                <a:r>
                  <a:rPr lang="ru-RU" dirty="0"/>
                  <a:t>Если случайные величины </a:t>
                </a:r>
                <a:r>
                  <a:rPr lang="ru-RU" b="1" dirty="0"/>
                  <a:t>независимы</a:t>
                </a:r>
                <a:r>
                  <a:rPr lang="ru-RU" dirty="0"/>
                  <a:t>, то </a:t>
                </a:r>
                <a14:m>
                  <m:oMath xmlns:m="http://schemas.openxmlformats.org/officeDocument/2006/math">
                    <m:r>
                      <a:rPr lang="en-US" i="1">
                        <a:latin typeface="Cambria Math" panose="02040503050406030204" pitchFamily="18" charset="0"/>
                      </a:rPr>
                      <m:t>𝑀</m:t>
                    </m:r>
                    <m:d>
                      <m:dPr>
                        <m:ctrlPr>
                          <a:rPr lang="en-US" i="1">
                            <a:latin typeface="Cambria Math" panose="02040503050406030204" pitchFamily="18" charset="0"/>
                          </a:rPr>
                        </m:ctrlPr>
                      </m:dPr>
                      <m:e>
                        <m:r>
                          <a:rPr lang="en-US" i="1">
                            <a:latin typeface="Cambria Math" panose="02040503050406030204" pitchFamily="18" charset="0"/>
                          </a:rPr>
                          <m:t>𝜉</m:t>
                        </m:r>
                        <m:r>
                          <a:rPr lang="ru-RU" b="0" i="1" smtClean="0">
                            <a:latin typeface="Cambria Math" panose="02040503050406030204" pitchFamily="18" charset="0"/>
                          </a:rPr>
                          <m:t>⋅</m:t>
                        </m:r>
                        <m:r>
                          <a:rPr lang="en-US" i="1">
                            <a:latin typeface="Cambria Math" panose="02040503050406030204" pitchFamily="18" charset="0"/>
                          </a:rPr>
                          <m:t>𝜂</m:t>
                        </m:r>
                      </m:e>
                    </m:d>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𝜉</m:t>
                    </m:r>
                    <m:r>
                      <a:rPr lang="en-US" b="0" i="1" smtClean="0">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𝜂</m:t>
                    </m:r>
                  </m:oMath>
                </a14:m>
                <a:r>
                  <a:rPr lang="en-US" dirty="0"/>
                  <a:t>;</a:t>
                </a:r>
              </a:p>
              <a:p>
                <a:pPr marL="342900" indent="-342900" algn="just">
                  <a:buFont typeface="+mj-lt"/>
                  <a:buAutoNum type="arabicPeriod"/>
                </a:pPr>
                <a:r>
                  <a:rPr lang="en-US" dirty="0"/>
                  <a:t> </a:t>
                </a: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𝜔</m:t>
                    </m:r>
                    <m:r>
                      <a:rPr lang="en-US" b="0" i="1" smtClean="0">
                        <a:latin typeface="Cambria Math" panose="02040503050406030204" pitchFamily="18" charset="0"/>
                      </a:rPr>
                      <m:t>∈</m:t>
                    </m:r>
                    <m:r>
                      <m:rPr>
                        <m:sty m:val="p"/>
                      </m:rPr>
                      <a:rPr lang="en-US" b="0" i="0" smtClean="0">
                        <a:latin typeface="Cambria Math" panose="02040503050406030204" pitchFamily="18" charset="0"/>
                      </a:rPr>
                      <m:t>Ω</m:t>
                    </m:r>
                    <m:r>
                      <a:rPr lang="en-US" b="0" i="1" smtClean="0">
                        <a:latin typeface="Cambria Math" panose="02040503050406030204" pitchFamily="18" charset="0"/>
                      </a:rPr>
                      <m:t>    </m:t>
                    </m:r>
                    <m:r>
                      <a:rPr lang="en-US" b="0" i="1" smtClean="0">
                        <a:latin typeface="Cambria Math" panose="02040503050406030204" pitchFamily="18" charset="0"/>
                      </a:rPr>
                      <m:t>𝜉</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𝜔</m:t>
                    </m:r>
                    <m:r>
                      <a:rPr lang="en-US" b="0" i="1" smtClean="0">
                        <a:latin typeface="Cambria Math" panose="02040503050406030204" pitchFamily="18" charset="0"/>
                      </a:rPr>
                      <m:t>)</m:t>
                    </m:r>
                  </m:oMath>
                </a14:m>
                <a:r>
                  <a:rPr lang="en-US" dirty="0"/>
                  <a:t>, </a:t>
                </a:r>
                <a:r>
                  <a:rPr lang="ru-RU" dirty="0"/>
                  <a:t>то </a:t>
                </a:r>
                <a14:m>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𝜉</m:t>
                    </m:r>
                    <m:r>
                      <a:rPr lang="en-US" b="0" i="1" smtClean="0">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𝜂</m:t>
                    </m:r>
                  </m:oMath>
                </a14:m>
                <a:r>
                  <a:rPr lang="en-US" dirty="0"/>
                  <a:t> (</a:t>
                </a:r>
                <a:r>
                  <a:rPr lang="ru-RU" dirty="0"/>
                  <a:t>если одна случайная величина всегда не меньше другой, то и в среднем (по вероятностному пространству) она будет не меньше</a:t>
                </a:r>
                <a:r>
                  <a:rPr lang="en-US" dirty="0"/>
                  <a:t>)</a:t>
                </a:r>
                <a:r>
                  <a:rPr lang="ru-RU" dirty="0"/>
                  <a:t>.</a:t>
                </a:r>
              </a:p>
            </p:txBody>
          </p:sp>
        </mc:Choice>
        <mc:Fallback xmlns="">
          <p:sp>
            <p:nvSpPr>
              <p:cNvPr id="2" name="TextBox 1">
                <a:extLst>
                  <a:ext uri="{FF2B5EF4-FFF2-40B4-BE49-F238E27FC236}">
                    <a16:creationId xmlns:a16="http://schemas.microsoft.com/office/drawing/2014/main" id="{2196CCDE-7DE4-D9C1-F46B-93C2232FEA09}"/>
                  </a:ext>
                </a:extLst>
              </p:cNvPr>
              <p:cNvSpPr txBox="1">
                <a:spLocks noRot="1" noChangeAspect="1" noMove="1" noResize="1" noEditPoints="1" noAdjustHandles="1" noChangeArrowheads="1" noChangeShapeType="1" noTextEdit="1"/>
              </p:cNvSpPr>
              <p:nvPr/>
            </p:nvSpPr>
            <p:spPr>
              <a:xfrm>
                <a:off x="-1" y="517331"/>
                <a:ext cx="9143999" cy="6524607"/>
              </a:xfrm>
              <a:prstGeom prst="rect">
                <a:avLst/>
              </a:prstGeom>
              <a:blipFill>
                <a:blip r:embed="rId3"/>
                <a:stretch>
                  <a:fillRect l="-533" t="-561" r="-533"/>
                </a:stretch>
              </a:blipFill>
            </p:spPr>
            <p:txBody>
              <a:bodyPr/>
              <a:lstStyle/>
              <a:p>
                <a:r>
                  <a:rPr lang="ru-RU">
                    <a:noFill/>
                  </a:rPr>
                  <a:t> </a:t>
                </a:r>
              </a:p>
            </p:txBody>
          </p:sp>
        </mc:Fallback>
      </mc:AlternateContent>
      <p:grpSp>
        <p:nvGrpSpPr>
          <p:cNvPr id="8" name="Группа 7">
            <a:extLst>
              <a:ext uri="{FF2B5EF4-FFF2-40B4-BE49-F238E27FC236}">
                <a16:creationId xmlns:a16="http://schemas.microsoft.com/office/drawing/2014/main" id="{F53A9F2C-0694-213A-0EE0-4CAC8ED9FDAA}"/>
              </a:ext>
            </a:extLst>
          </p:cNvPr>
          <p:cNvGrpSpPr/>
          <p:nvPr/>
        </p:nvGrpSpPr>
        <p:grpSpPr>
          <a:xfrm>
            <a:off x="7280776" y="4216400"/>
            <a:ext cx="1669047" cy="738664"/>
            <a:chOff x="7280776" y="4216400"/>
            <a:chExt cx="1669047" cy="738664"/>
          </a:xfrm>
        </p:grpSpPr>
        <p:sp>
          <p:nvSpPr>
            <p:cNvPr id="3" name="TextBox 2">
              <a:extLst>
                <a:ext uri="{FF2B5EF4-FFF2-40B4-BE49-F238E27FC236}">
                  <a16:creationId xmlns:a16="http://schemas.microsoft.com/office/drawing/2014/main" id="{371A9A4D-ACD4-CFFD-2F68-27A48298DE0F}"/>
                </a:ext>
              </a:extLst>
            </p:cNvPr>
            <p:cNvSpPr txBox="1"/>
            <p:nvPr/>
          </p:nvSpPr>
          <p:spPr>
            <a:xfrm>
              <a:off x="7280776" y="4216400"/>
              <a:ext cx="1669047" cy="369332"/>
            </a:xfrm>
            <a:prstGeom prst="rect">
              <a:avLst/>
            </a:prstGeom>
            <a:noFill/>
          </p:spPr>
          <p:txBody>
            <a:bodyPr wrap="none" rtlCol="0">
              <a:spAutoFit/>
            </a:bodyPr>
            <a:lstStyle/>
            <a:p>
              <a:r>
                <a:rPr lang="en-US" dirty="0"/>
                <a:t>(</a:t>
              </a:r>
              <a:r>
                <a:rPr lang="ru-RU" dirty="0"/>
                <a:t>непрерывное</a:t>
              </a:r>
              <a:r>
                <a:rPr lang="en-US" dirty="0"/>
                <a:t>)</a:t>
              </a:r>
              <a:endParaRPr lang="ru-RU" dirty="0"/>
            </a:p>
          </p:txBody>
        </p:sp>
        <p:sp>
          <p:nvSpPr>
            <p:cNvPr id="7" name="TextBox 6">
              <a:extLst>
                <a:ext uri="{FF2B5EF4-FFF2-40B4-BE49-F238E27FC236}">
                  <a16:creationId xmlns:a16="http://schemas.microsoft.com/office/drawing/2014/main" id="{69218C63-217E-0D8A-CF97-D168D78DE25D}"/>
                </a:ext>
              </a:extLst>
            </p:cNvPr>
            <p:cNvSpPr txBox="1"/>
            <p:nvPr/>
          </p:nvSpPr>
          <p:spPr>
            <a:xfrm>
              <a:off x="7280776" y="4585732"/>
              <a:ext cx="1470980" cy="369332"/>
            </a:xfrm>
            <a:prstGeom prst="rect">
              <a:avLst/>
            </a:prstGeom>
            <a:noFill/>
          </p:spPr>
          <p:txBody>
            <a:bodyPr wrap="none" rtlCol="0">
              <a:spAutoFit/>
            </a:bodyPr>
            <a:lstStyle/>
            <a:p>
              <a:r>
                <a:rPr lang="en-US" dirty="0"/>
                <a:t>(</a:t>
              </a:r>
              <a:r>
                <a:rPr lang="ru-RU" dirty="0"/>
                <a:t>дискретное</a:t>
              </a:r>
              <a:r>
                <a:rPr lang="en-US" dirty="0"/>
                <a:t>)</a:t>
              </a:r>
              <a:endParaRPr lang="ru-RU" dirty="0"/>
            </a:p>
          </p:txBody>
        </p:sp>
      </p:grpSp>
      <mc:AlternateContent xmlns:mc="http://schemas.openxmlformats.org/markup-compatibility/2006" xmlns:p14="http://schemas.microsoft.com/office/powerpoint/2010/main">
        <mc:Choice Requires="p14">
          <p:contentPart p14:bwMode="auto" r:id="rId4">
            <p14:nvContentPartPr>
              <p14:cNvPr id="4" name="Рукописный ввод 3">
                <a:extLst>
                  <a:ext uri="{FF2B5EF4-FFF2-40B4-BE49-F238E27FC236}">
                    <a16:creationId xmlns:a16="http://schemas.microsoft.com/office/drawing/2014/main" id="{E351AC22-CE9C-C063-D2B5-CF91407F2041}"/>
                  </a:ext>
                </a:extLst>
              </p14:cNvPr>
              <p14:cNvContentPartPr/>
              <p14:nvPr/>
            </p14:nvContentPartPr>
            <p14:xfrm>
              <a:off x="3010066" y="971903"/>
              <a:ext cx="50400" cy="153720"/>
            </p14:xfrm>
          </p:contentPart>
        </mc:Choice>
        <mc:Fallback xmlns="">
          <p:pic>
            <p:nvPicPr>
              <p:cNvPr id="4" name="Рукописный ввод 3">
                <a:extLst>
                  <a:ext uri="{FF2B5EF4-FFF2-40B4-BE49-F238E27FC236}">
                    <a16:creationId xmlns:a16="http://schemas.microsoft.com/office/drawing/2014/main" id="{E351AC22-CE9C-C063-D2B5-CF91407F2041}"/>
                  </a:ext>
                </a:extLst>
              </p:cNvPr>
              <p:cNvPicPr/>
              <p:nvPr/>
            </p:nvPicPr>
            <p:blipFill>
              <a:blip r:embed="rId5"/>
              <a:stretch>
                <a:fillRect/>
              </a:stretch>
            </p:blipFill>
            <p:spPr>
              <a:xfrm>
                <a:off x="3003946" y="965783"/>
                <a:ext cx="62640" cy="165960"/>
              </a:xfrm>
              <a:prstGeom prst="rect">
                <a:avLst/>
              </a:prstGeom>
            </p:spPr>
          </p:pic>
        </mc:Fallback>
      </mc:AlternateContent>
    </p:spTree>
    <p:extLst>
      <p:ext uri="{BB962C8B-B14F-4D97-AF65-F5344CB8AC3E}">
        <p14:creationId xmlns:p14="http://schemas.microsoft.com/office/powerpoint/2010/main" val="1803116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a:extLst>
              <a:ext uri="{FF2B5EF4-FFF2-40B4-BE49-F238E27FC236}">
                <a16:creationId xmlns:a16="http://schemas.microsoft.com/office/drawing/2014/main" id="{73286452-7549-A743-66F4-5371B14198BD}"/>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Числовые характеристики распределений</a:t>
            </a:r>
            <a:endParaRPr lang="ru-RU" sz="2400" b="1" dirty="0">
              <a:solidFill>
                <a:schemeClr val="tx1"/>
              </a:solidFill>
              <a:latin typeface="Arial" panose="020B0604020202020204" pitchFamily="34" charset="0"/>
              <a:cs typeface="Arial" panose="020B0604020202020204" pitchFamily="34" charset="0"/>
            </a:endParaRPr>
          </a:p>
        </p:txBody>
      </p:sp>
      <p:sp>
        <p:nvSpPr>
          <p:cNvPr id="6" name="Номер слайда 1">
            <a:extLst>
              <a:ext uri="{FF2B5EF4-FFF2-40B4-BE49-F238E27FC236}">
                <a16:creationId xmlns:a16="http://schemas.microsoft.com/office/drawing/2014/main" id="{FCB3D6DC-BD01-55C2-72BC-A46485CE6A23}"/>
              </a:ext>
            </a:extLst>
          </p:cNvPr>
          <p:cNvSpPr>
            <a:spLocks noGrp="1"/>
          </p:cNvSpPr>
          <p:nvPr>
            <p:ph type="sldNum" sz="quarter" idx="12"/>
          </p:nvPr>
        </p:nvSpPr>
        <p:spPr>
          <a:xfrm>
            <a:off x="7086600" y="6454582"/>
            <a:ext cx="2057400" cy="365125"/>
          </a:xfrm>
        </p:spPr>
        <p:txBody>
          <a:body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t>10</a:t>
            </a:fld>
            <a:endParaRPr lang="ru-RU" sz="1100" dirty="0">
              <a:solidFill>
                <a:srgbClr val="0070C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04FA3BB-CB29-F75C-7A72-96C7EC5329B2}"/>
                  </a:ext>
                </a:extLst>
              </p:cNvPr>
              <p:cNvSpPr txBox="1"/>
              <p:nvPr/>
            </p:nvSpPr>
            <p:spPr>
              <a:xfrm>
                <a:off x="152400" y="419100"/>
                <a:ext cx="8991600" cy="5867247"/>
              </a:xfrm>
              <a:prstGeom prst="rect">
                <a:avLst/>
              </a:prstGeom>
              <a:noFill/>
            </p:spPr>
            <p:txBody>
              <a:bodyPr wrap="square" rtlCol="0">
                <a:spAutoFit/>
              </a:bodyPr>
              <a:lstStyle/>
              <a:p>
                <a:r>
                  <a:rPr lang="ru-RU" b="1" dirty="0">
                    <a:solidFill>
                      <a:srgbClr val="006400"/>
                    </a:solidFill>
                  </a:rPr>
                  <a:t>Доказательства</a:t>
                </a:r>
                <a:r>
                  <a:rPr lang="ru-RU" dirty="0"/>
                  <a:t> некоторых свойств математического ожидания:</a:t>
                </a:r>
              </a:p>
              <a:p>
                <a:pPr marL="342900" indent="-342900">
                  <a:buFont typeface="Arial" panose="020B0604020202020204" pitchFamily="34" charset="0"/>
                  <a:buChar char="•"/>
                </a:pPr>
                <a:r>
                  <a:rPr lang="ru-RU" b="1" dirty="0">
                    <a:solidFill>
                      <a:srgbClr val="3333FF"/>
                    </a:solidFill>
                  </a:rPr>
                  <a:t>Свойство 1 для дискретного случая</a:t>
                </a:r>
                <a:r>
                  <a:rPr lang="ru-RU" dirty="0"/>
                  <a:t>: пусть </a:t>
                </a:r>
                <a14:m>
                  <m:oMath xmlns:m="http://schemas.openxmlformats.org/officeDocument/2006/math">
                    <m:r>
                      <a:rPr lang="en-US" i="1">
                        <a:latin typeface="Cambria Math" panose="02040503050406030204" pitchFamily="18" charset="0"/>
                      </a:rPr>
                      <m:t>𝑔</m:t>
                    </m:r>
                    <m:d>
                      <m:dPr>
                        <m:ctrlPr>
                          <a:rPr lang="en-US" i="1">
                            <a:latin typeface="Cambria Math" panose="02040503050406030204" pitchFamily="18" charset="0"/>
                          </a:rPr>
                        </m:ctrlPr>
                      </m:dPr>
                      <m:e>
                        <m:r>
                          <a:rPr lang="ru-RU" b="0" i="1" smtClean="0">
                            <a:latin typeface="Cambria Math" panose="02040503050406030204" pitchFamily="18" charset="0"/>
                          </a:rPr>
                          <m:t>𝜉</m:t>
                        </m:r>
                      </m:e>
                    </m:d>
                  </m:oMath>
                </a14:m>
                <a:r>
                  <a:rPr lang="en-US" dirty="0"/>
                  <a:t> </a:t>
                </a:r>
                <a:r>
                  <a:rPr lang="ru-RU" dirty="0"/>
                  <a:t>принимает значения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m:rPr>
                            <m:sty m:val="p"/>
                          </m:rPr>
                          <a:rPr lang="en-US" b="0" i="1" smtClean="0">
                            <a:latin typeface="Cambria Math" panose="02040503050406030204" pitchFamily="18" charset="0"/>
                          </a:rPr>
                          <m:t>n</m:t>
                        </m:r>
                      </m:sub>
                    </m:sSub>
                    <m:r>
                      <a:rPr lang="en-US" b="0" i="1" smtClean="0">
                        <a:latin typeface="Cambria Math" panose="02040503050406030204" pitchFamily="18" charset="0"/>
                      </a:rPr>
                      <m:t> </m:t>
                    </m:r>
                  </m:oMath>
                </a14:m>
                <a:r>
                  <a:rPr lang="en-US" dirty="0"/>
                  <a:t> </a:t>
                </a:r>
                <a:r>
                  <a:rPr lang="ru-RU" dirty="0"/>
                  <a:t>с вероятностями</a:t>
                </a:r>
              </a:p>
              <a:p>
                <a:pPr algn="ct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𝑚</m:t>
                            </m:r>
                          </m:sub>
                        </m:sSub>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𝜉</m:t>
                                </m:r>
                              </m:e>
                              <m:sub>
                                <m:r>
                                  <a:rPr lang="en-US" b="0" i="1" smtClean="0">
                                    <a:latin typeface="Cambria Math" panose="02040503050406030204" pitchFamily="18" charset="0"/>
                                  </a:rPr>
                                  <m:t>𝑘</m:t>
                                </m:r>
                              </m:sub>
                            </m:sSub>
                          </m:e>
                        </m:d>
                        <m:r>
                          <m:rPr>
                            <m:brk m:alnAt="7"/>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𝑐</m:t>
                            </m:r>
                          </m:e>
                          <m:sub>
                            <m:r>
                              <m:rPr>
                                <m:brk m:alnAt="7"/>
                              </m:rPr>
                              <a:rPr lang="en-US" b="0" i="1" smtClean="0">
                                <a:latin typeface="Cambria Math" panose="02040503050406030204" pitchFamily="18" charset="0"/>
                              </a:rPr>
                              <m:t>𝑚</m:t>
                            </m:r>
                          </m:sub>
                        </m:sSub>
                      </m:sub>
                      <m:sup/>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𝑘</m:t>
                            </m:r>
                          </m:sub>
                        </m:sSub>
                        <m:r>
                          <a:rPr lang="en-US" b="0" i="1" smtClean="0">
                            <a:latin typeface="Cambria Math" panose="02040503050406030204" pitchFamily="18" charset="0"/>
                          </a:rPr>
                          <m:t>)</m:t>
                        </m:r>
                      </m:e>
                    </m:nary>
                  </m:oMath>
                </a14:m>
                <a:r>
                  <a:rPr lang="en-US" dirty="0"/>
                  <a:t>, </a:t>
                </a:r>
                <a:r>
                  <a:rPr lang="ru-RU" dirty="0"/>
                  <a:t>вычислим мат. ожидание</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𝑀𝑔</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𝑚</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𝑚</m:t>
                              </m:r>
                            </m:sub>
                          </m:sSub>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𝑚</m:t>
                                  </m:r>
                                </m:sub>
                              </m:sSub>
                            </m:e>
                          </m:d>
                          <m:r>
                            <a:rPr lang="en-US" b="0" i="1" smtClean="0">
                              <a:latin typeface="Cambria Math" panose="02040503050406030204" pitchFamily="18" charset="0"/>
                            </a:rPr>
                            <m:t>=</m:t>
                          </m:r>
                        </m:e>
                      </m:nary>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𝑚</m:t>
                          </m:r>
                        </m:sub>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𝑚</m:t>
                              </m:r>
                            </m:sub>
                          </m:sSub>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𝑔</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brk m:alnAt="7"/>
                                        </m:rPr>
                                        <a:rPr lang="en-US" i="1">
                                          <a:latin typeface="Cambria Math" panose="02040503050406030204" pitchFamily="18" charset="0"/>
                                        </a:rPr>
                                        <m:t>𝜉</m:t>
                                      </m:r>
                                    </m:e>
                                    <m:sub>
                                      <m:r>
                                        <a:rPr lang="en-US" i="1">
                                          <a:latin typeface="Cambria Math" panose="02040503050406030204" pitchFamily="18" charset="0"/>
                                        </a:rPr>
                                        <m:t>𝑘</m:t>
                                      </m:r>
                                    </m:sub>
                                  </m:sSub>
                                </m:e>
                              </m:d>
                              <m:r>
                                <m:rPr>
                                  <m:brk m:alnAt="7"/>
                                </m:rPr>
                                <a:rPr lang="en-US" i="1">
                                  <a:latin typeface="Cambria Math" panose="02040503050406030204" pitchFamily="18" charset="0"/>
                                </a:rPr>
                                <m:t>=</m:t>
                              </m:r>
                              <m:sSub>
                                <m:sSubPr>
                                  <m:ctrlPr>
                                    <a:rPr lang="en-US" i="1">
                                      <a:latin typeface="Cambria Math" panose="02040503050406030204" pitchFamily="18" charset="0"/>
                                    </a:rPr>
                                  </m:ctrlPr>
                                </m:sSubPr>
                                <m:e>
                                  <m:r>
                                    <m:rPr>
                                      <m:brk m:alnAt="7"/>
                                    </m:rPr>
                                    <a:rPr lang="en-US" i="1">
                                      <a:latin typeface="Cambria Math" panose="02040503050406030204" pitchFamily="18" charset="0"/>
                                    </a:rPr>
                                    <m:t>𝑐</m:t>
                                  </m:r>
                                </m:e>
                                <m:sub>
                                  <m:r>
                                    <m:rPr>
                                      <m:brk m:alnAt="7"/>
                                    </m:rPr>
                                    <a:rPr lang="en-US" i="1">
                                      <a:latin typeface="Cambria Math" panose="02040503050406030204" pitchFamily="18" charset="0"/>
                                    </a:rPr>
                                    <m:t>𝑚</m:t>
                                  </m:r>
                                </m:sub>
                              </m:sSub>
                            </m:sub>
                            <m:sup/>
                            <m:e>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𝑘</m:t>
                                  </m:r>
                                </m:sub>
                              </m:sSub>
                              <m:r>
                                <a:rPr lang="en-US" i="1">
                                  <a:latin typeface="Cambria Math" panose="02040503050406030204" pitchFamily="18" charset="0"/>
                                </a:rPr>
                                <m:t>)</m:t>
                              </m:r>
                            </m:e>
                          </m:nary>
                          <m:r>
                            <a:rPr lang="en-US" i="1">
                              <a:latin typeface="Cambria Math" panose="02040503050406030204" pitchFamily="18" charset="0"/>
                            </a:rPr>
                            <m:t>=</m:t>
                          </m:r>
                        </m:e>
                      </m:nary>
                    </m:oMath>
                  </m:oMathPara>
                </a14:m>
                <a:endParaRPr lang="en-US" dirty="0"/>
              </a:p>
              <a:p>
                <a:pPr algn="ct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i="1">
                            <a:latin typeface="Cambria Math" panose="02040503050406030204" pitchFamily="18" charset="0"/>
                          </a:rPr>
                          <m:t>𝑚</m:t>
                        </m:r>
                      </m:sub>
                      <m:sup/>
                      <m:e>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𝑔</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brk m:alnAt="7"/>
                                      </m:rPr>
                                      <a:rPr lang="en-US" i="1">
                                        <a:latin typeface="Cambria Math" panose="02040503050406030204" pitchFamily="18" charset="0"/>
                                      </a:rPr>
                                      <m:t>𝜉</m:t>
                                    </m:r>
                                  </m:e>
                                  <m:sub>
                                    <m:r>
                                      <a:rPr lang="en-US" i="1">
                                        <a:latin typeface="Cambria Math" panose="02040503050406030204" pitchFamily="18" charset="0"/>
                                      </a:rPr>
                                      <m:t>𝑘</m:t>
                                    </m:r>
                                  </m:sub>
                                </m:sSub>
                              </m:e>
                            </m:d>
                            <m:r>
                              <m:rPr>
                                <m:brk m:alnAt="7"/>
                              </m:rPr>
                              <a:rPr lang="en-US" i="1">
                                <a:latin typeface="Cambria Math" panose="02040503050406030204" pitchFamily="18" charset="0"/>
                              </a:rPr>
                              <m:t>=</m:t>
                            </m:r>
                            <m:sSub>
                              <m:sSubPr>
                                <m:ctrlPr>
                                  <a:rPr lang="en-US" i="1">
                                    <a:latin typeface="Cambria Math" panose="02040503050406030204" pitchFamily="18" charset="0"/>
                                  </a:rPr>
                                </m:ctrlPr>
                              </m:sSubPr>
                              <m:e>
                                <m:r>
                                  <m:rPr>
                                    <m:brk m:alnAt="7"/>
                                  </m:rPr>
                                  <a:rPr lang="en-US" i="1">
                                    <a:latin typeface="Cambria Math" panose="02040503050406030204" pitchFamily="18" charset="0"/>
                                  </a:rPr>
                                  <m:t>𝑐</m:t>
                                </m:r>
                              </m:e>
                              <m:sub>
                                <m:r>
                                  <m:rPr>
                                    <m:brk m:alnAt="7"/>
                                  </m:rPr>
                                  <a:rPr lang="en-US" i="1">
                                    <a:latin typeface="Cambria Math" panose="02040503050406030204" pitchFamily="18" charset="0"/>
                                  </a:rPr>
                                  <m:t>𝑚</m:t>
                                </m:r>
                              </m:sub>
                            </m:sSub>
                          </m:sub>
                          <m:sup/>
                          <m:e>
                            <m:r>
                              <a:rPr lang="en-US" i="1">
                                <a:latin typeface="Cambria Math" panose="02040503050406030204" pitchFamily="18" charset="0"/>
                              </a:rPr>
                              <m:t>𝑔</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𝑘</m:t>
                                </m:r>
                              </m:sub>
                            </m:sSub>
                            <m:r>
                              <a:rPr lang="en-US" i="1">
                                <a:latin typeface="Cambria Math" panose="02040503050406030204" pitchFamily="18" charset="0"/>
                              </a:rPr>
                              <m:t>)</m:t>
                            </m:r>
                          </m:e>
                        </m:nary>
                        <m:r>
                          <a:rPr lang="en-US" i="1">
                            <a:latin typeface="Cambria Math" panose="02040503050406030204" pitchFamily="18" charset="0"/>
                          </a:rPr>
                          <m:t>=</m:t>
                        </m:r>
                        <m:nary>
                          <m:naryPr>
                            <m:chr m:val="∑"/>
                            <m:limLoc m:val="subSup"/>
                            <m:supHide m:val="on"/>
                            <m:ctrlPr>
                              <a:rPr lang="en-US" i="1" smtClean="0">
                                <a:latin typeface="Cambria Math" panose="02040503050406030204" pitchFamily="18" charset="0"/>
                              </a:rPr>
                            </m:ctrlPr>
                          </m:naryPr>
                          <m:sub>
                            <m:r>
                              <m:rPr>
                                <m:brk m:alnAt="9"/>
                              </m:rPr>
                              <a:rPr lang="en-US" b="0" i="1" smtClean="0">
                                <a:latin typeface="Cambria Math" panose="02040503050406030204" pitchFamily="18" charset="0"/>
                              </a:rPr>
                              <m:t>𝑘</m:t>
                            </m:r>
                          </m:sub>
                          <m:sup/>
                          <m:e>
                            <m:r>
                              <a:rPr lang="en-US" b="0" i="1" smtClean="0">
                                <a:latin typeface="Cambria Math" panose="02040503050406030204" pitchFamily="18" charset="0"/>
                              </a:rPr>
                              <m:t>𝑔</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𝑘</m:t>
                                    </m:r>
                                  </m:sub>
                                </m:sSub>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𝑘</m:t>
                                </m:r>
                              </m:sub>
                            </m:sSub>
                            <m:r>
                              <a:rPr lang="en-US" b="0" i="1" smtClean="0">
                                <a:latin typeface="Cambria Math" panose="02040503050406030204" pitchFamily="18" charset="0"/>
                              </a:rPr>
                              <m:t>)</m:t>
                            </m:r>
                          </m:e>
                        </m:nary>
                      </m:e>
                    </m:nary>
                  </m:oMath>
                </a14:m>
                <a:r>
                  <a:rPr lang="ru-RU" dirty="0"/>
                  <a:t>.</a:t>
                </a:r>
                <a:endParaRPr lang="en-US" dirty="0"/>
              </a:p>
              <a:p>
                <a:pPr algn="ctr"/>
                <a:endParaRPr lang="ru-RU" dirty="0"/>
              </a:p>
              <a:p>
                <a:pPr marL="285750" indent="-285750" algn="just">
                  <a:buFont typeface="Arial" panose="020B0604020202020204" pitchFamily="34" charset="0"/>
                  <a:buChar char="•"/>
                </a:pPr>
                <a:r>
                  <a:rPr lang="ru-RU" b="1" dirty="0">
                    <a:solidFill>
                      <a:srgbClr val="3333FF"/>
                    </a:solidFill>
                  </a:rPr>
                  <a:t>Свойство 4</a:t>
                </a:r>
                <a:r>
                  <a:rPr lang="ru-RU" dirty="0"/>
                  <a:t>: Пусть случайные величины</a:t>
                </a:r>
                <a:r>
                  <a:rPr lang="en-US" dirty="0"/>
                  <a:t> </a:t>
                </a:r>
                <a14:m>
                  <m:oMath xmlns:m="http://schemas.openxmlformats.org/officeDocument/2006/math">
                    <m:r>
                      <a:rPr lang="en-US" b="0" i="1" smtClean="0">
                        <a:latin typeface="Cambria Math" panose="02040503050406030204" pitchFamily="18" charset="0"/>
                      </a:rPr>
                      <m:t>𝜉</m:t>
                    </m:r>
                    <m:r>
                      <a:rPr lang="en-US" b="0" i="1" smtClean="0">
                        <a:latin typeface="Cambria Math" panose="02040503050406030204" pitchFamily="18" charset="0"/>
                      </a:rPr>
                      <m:t> </m:t>
                    </m:r>
                  </m:oMath>
                </a14:m>
                <a:r>
                  <a:rPr lang="ru-RU" dirty="0"/>
                  <a:t>и </a:t>
                </a:r>
                <a14:m>
                  <m:oMath xmlns:m="http://schemas.openxmlformats.org/officeDocument/2006/math">
                    <m:r>
                      <a:rPr lang="ru-RU" b="0" i="1" smtClean="0">
                        <a:latin typeface="Cambria Math" panose="02040503050406030204" pitchFamily="18" charset="0"/>
                      </a:rPr>
                      <m:t>𝜂</m:t>
                    </m:r>
                    <m:r>
                      <a:rPr lang="en-US" b="0" i="1" smtClean="0">
                        <a:latin typeface="Cambria Math" panose="02040503050406030204" pitchFamily="18" charset="0"/>
                      </a:rPr>
                      <m:t> </m:t>
                    </m:r>
                  </m:oMath>
                </a14:m>
                <a:r>
                  <a:rPr lang="ru-RU" dirty="0"/>
                  <a:t>имеют дискретные распределения</a:t>
                </a: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ru-RU" b="1" dirty="0">
                    <a:solidFill>
                      <a:srgbClr val="3333FF"/>
                    </a:solidFill>
                  </a:rPr>
                  <a:t>Свойство 6</a:t>
                </a:r>
                <a:r>
                  <a:rPr lang="ru-RU" dirty="0"/>
                  <a:t>: Пусть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   ∀  </m:t>
                    </m:r>
                    <m:r>
                      <a:rPr lang="en-US" b="0" i="1" smtClean="0">
                        <a:latin typeface="Cambria Math" panose="02040503050406030204" pitchFamily="18" charset="0"/>
                      </a:rPr>
                      <m:t>𝜔</m:t>
                    </m:r>
                    <m:r>
                      <a:rPr lang="en-US" b="0" i="1" smtClean="0">
                        <a:latin typeface="Cambria Math" panose="02040503050406030204" pitchFamily="18" charset="0"/>
                      </a:rPr>
                      <m:t>∈</m:t>
                    </m:r>
                    <m:r>
                      <m:rPr>
                        <m:sty m:val="p"/>
                      </m:rPr>
                      <a:rPr lang="en-US" b="0" i="0" smtClean="0">
                        <a:latin typeface="Cambria Math" panose="02040503050406030204" pitchFamily="18" charset="0"/>
                      </a:rPr>
                      <m:t>Ω</m:t>
                    </m:r>
                    <m:r>
                      <a:rPr lang="en-US" b="0" i="1" smtClean="0">
                        <a:latin typeface="Cambria Math" panose="02040503050406030204" pitchFamily="18" charset="0"/>
                      </a:rPr>
                      <m:t>   </m:t>
                    </m:r>
                    <m:r>
                      <a:rPr lang="en-US" b="0" i="1" smtClean="0">
                        <a:latin typeface="Cambria Math" panose="02040503050406030204" pitchFamily="18" charset="0"/>
                      </a:rPr>
                      <m:t>𝜃</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≥0.</m:t>
                    </m:r>
                  </m:oMath>
                </a14:m>
                <a:r>
                  <a:rPr lang="en-US" dirty="0"/>
                  <a:t> </a:t>
                </a:r>
                <a:r>
                  <a:rPr lang="ru-RU" dirty="0"/>
                  <a:t>Тогда </a:t>
                </a:r>
                <a14:m>
                  <m:oMath xmlns:m="http://schemas.openxmlformats.org/officeDocument/2006/math">
                    <m:r>
                      <a:rPr lang="en-US" b="0" i="1" smtClean="0">
                        <a:latin typeface="Cambria Math" panose="02040503050406030204" pitchFamily="18" charset="0"/>
                      </a:rPr>
                      <m:t>𝑀</m:t>
                    </m:r>
                    <m:r>
                      <a:rPr lang="en-US" i="1">
                        <a:latin typeface="Cambria Math" panose="02040503050406030204" pitchFamily="18" charset="0"/>
                      </a:rPr>
                      <m:t>𝜃</m:t>
                    </m:r>
                    <m:r>
                      <a:rPr lang="en-US" b="0" i="1" smtClean="0">
                        <a:latin typeface="Cambria Math" panose="02040503050406030204" pitchFamily="18" charset="0"/>
                      </a:rPr>
                      <m:t>≥0</m:t>
                    </m:r>
                    <m:r>
                      <a:rPr lang="en-US" b="0" i="0" smtClean="0">
                        <a:latin typeface="Cambria Math" panose="02040503050406030204" pitchFamily="18" charset="0"/>
                      </a:rPr>
                      <m:t>,</m:t>
                    </m:r>
                  </m:oMath>
                </a14:m>
                <a:r>
                  <a:rPr lang="en-US" dirty="0"/>
                  <a:t> </a:t>
                </a:r>
                <a:r>
                  <a:rPr lang="ru-RU" dirty="0"/>
                  <a:t>но </a:t>
                </a:r>
                <a14:m>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𝜂</m:t>
                        </m:r>
                      </m:e>
                    </m:d>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𝜂</m:t>
                    </m:r>
                    <m:r>
                      <a:rPr lang="en-US" b="0" i="1" smtClean="0">
                        <a:latin typeface="Cambria Math" panose="02040503050406030204" pitchFamily="18" charset="0"/>
                      </a:rPr>
                      <m:t>≥0</m:t>
                    </m:r>
                  </m:oMath>
                </a14:m>
                <a:r>
                  <a:rPr lang="en-US" dirty="0"/>
                  <a:t>.</a:t>
                </a:r>
              </a:p>
              <a:p>
                <a:pPr marL="285750" indent="-285750" algn="just">
                  <a:buFont typeface="Arial" panose="020B0604020202020204" pitchFamily="34" charset="0"/>
                  <a:buChar char="•"/>
                </a:pPr>
                <a:endParaRPr lang="en-US" dirty="0"/>
              </a:p>
              <a:p>
                <a:pPr marL="742950" lvl="1" indent="-285750" algn="just">
                  <a:buFont typeface="Arial" panose="020B0604020202020204" pitchFamily="34" charset="0"/>
                  <a:buChar char="•"/>
                </a:pPr>
                <a:r>
                  <a:rPr lang="ru-RU" b="1" dirty="0">
                    <a:solidFill>
                      <a:srgbClr val="3333FF"/>
                    </a:solidFill>
                  </a:rPr>
                  <a:t>Следствие: </a:t>
                </a:r>
                <a:r>
                  <a:rPr lang="ru-RU" dirty="0"/>
                  <a:t>Если </a:t>
                </a:r>
                <a14:m>
                  <m:oMath xmlns:m="http://schemas.openxmlformats.org/officeDocument/2006/math">
                    <m:r>
                      <a:rPr lang="ru-RU"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𝜔</m:t>
                    </m:r>
                    <m:r>
                      <a:rPr lang="en-US" b="0" i="1" smtClean="0">
                        <a:latin typeface="Cambria Math" panose="02040503050406030204" pitchFamily="18" charset="0"/>
                      </a:rPr>
                      <m:t>∈ </m:t>
                    </m:r>
                    <m:r>
                      <m:rPr>
                        <m:sty m:val="p"/>
                      </m:rPr>
                      <a:rPr lang="en-US" b="0" i="0" smtClean="0">
                        <a:latin typeface="Cambria Math" panose="02040503050406030204" pitchFamily="18" charset="0"/>
                      </a:rPr>
                      <m:t>Ω</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1" smtClean="0">
                        <a:latin typeface="Cambria Math" panose="02040503050406030204" pitchFamily="18" charset="0"/>
                      </a:rPr>
                      <m:t>≤</m:t>
                    </m:r>
                    <m:r>
                      <a:rPr lang="en-US" b="0" i="1" smtClean="0">
                        <a:latin typeface="Cambria Math" panose="02040503050406030204" pitchFamily="18" charset="0"/>
                      </a:rPr>
                      <m:t>𝜉</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   </m:t>
                    </m:r>
                  </m:oMath>
                </a14:m>
                <a:r>
                  <a:rPr lang="ru-RU" dirty="0"/>
                  <a:t>то </a:t>
                </a:r>
                <a14:m>
                  <m:oMath xmlns:m="http://schemas.openxmlformats.org/officeDocument/2006/math">
                    <m:r>
                      <m:rPr>
                        <m:sty m:val="p"/>
                      </m:rPr>
                      <a:rPr lang="en-US">
                        <a:latin typeface="Cambria Math" panose="02040503050406030204" pitchFamily="18" charset="0"/>
                      </a:rPr>
                      <m:t>a</m:t>
                    </m:r>
                    <m:r>
                      <a:rPr lang="en-US" i="1">
                        <a:latin typeface="Cambria Math" panose="02040503050406030204" pitchFamily="18" charset="0"/>
                      </a:rPr>
                      <m:t>≤</m:t>
                    </m:r>
                    <m:r>
                      <a:rPr lang="en-US" b="0" i="1" smtClean="0">
                        <a:latin typeface="Cambria Math" panose="02040503050406030204" pitchFamily="18" charset="0"/>
                      </a:rPr>
                      <m:t>𝑀</m:t>
                    </m:r>
                    <m:r>
                      <a:rPr lang="en-US" i="1">
                        <a:latin typeface="Cambria Math" panose="02040503050406030204" pitchFamily="18" charset="0"/>
                      </a:rPr>
                      <m:t>𝜉</m:t>
                    </m:r>
                    <m:r>
                      <a:rPr lang="en-US" i="1">
                        <a:latin typeface="Cambria Math" panose="02040503050406030204" pitchFamily="18" charset="0"/>
                      </a:rPr>
                      <m:t>≤</m:t>
                    </m:r>
                    <m:r>
                      <a:rPr lang="en-US" i="1">
                        <a:latin typeface="Cambria Math" panose="02040503050406030204" pitchFamily="18" charset="0"/>
                      </a:rPr>
                      <m:t>𝑏</m:t>
                    </m:r>
                  </m:oMath>
                </a14:m>
                <a:endParaRPr lang="en-US" dirty="0"/>
              </a:p>
            </p:txBody>
          </p:sp>
        </mc:Choice>
        <mc:Fallback xmlns="">
          <p:sp>
            <p:nvSpPr>
              <p:cNvPr id="7" name="TextBox 6">
                <a:extLst>
                  <a:ext uri="{FF2B5EF4-FFF2-40B4-BE49-F238E27FC236}">
                    <a16:creationId xmlns:a16="http://schemas.microsoft.com/office/drawing/2014/main" id="{004FA3BB-CB29-F75C-7A72-96C7EC5329B2}"/>
                  </a:ext>
                </a:extLst>
              </p:cNvPr>
              <p:cNvSpPr txBox="1">
                <a:spLocks noRot="1" noChangeAspect="1" noMove="1" noResize="1" noEditPoints="1" noAdjustHandles="1" noChangeArrowheads="1" noChangeShapeType="1" noTextEdit="1"/>
              </p:cNvSpPr>
              <p:nvPr/>
            </p:nvSpPr>
            <p:spPr>
              <a:xfrm>
                <a:off x="152400" y="419100"/>
                <a:ext cx="8991600" cy="5867247"/>
              </a:xfrm>
              <a:prstGeom prst="rect">
                <a:avLst/>
              </a:prstGeom>
              <a:blipFill>
                <a:blip r:embed="rId3"/>
                <a:stretch>
                  <a:fillRect l="-542" t="-624" b="-728"/>
                </a:stretch>
              </a:blipFill>
            </p:spPr>
            <p:txBody>
              <a:bodyPr/>
              <a:lstStyle/>
              <a:p>
                <a:r>
                  <a:rPr lang="ru-RU">
                    <a:noFill/>
                  </a:rPr>
                  <a:t> </a:t>
                </a:r>
              </a:p>
            </p:txBody>
          </p:sp>
        </mc:Fallback>
      </mc:AlternateContent>
      <p:grpSp>
        <p:nvGrpSpPr>
          <p:cNvPr id="13" name="Группа 12">
            <a:extLst>
              <a:ext uri="{FF2B5EF4-FFF2-40B4-BE49-F238E27FC236}">
                <a16:creationId xmlns:a16="http://schemas.microsoft.com/office/drawing/2014/main" id="{527A291E-2110-4754-C471-B1B629D38356}"/>
              </a:ext>
            </a:extLst>
          </p:cNvPr>
          <p:cNvGrpSpPr/>
          <p:nvPr/>
        </p:nvGrpSpPr>
        <p:grpSpPr>
          <a:xfrm>
            <a:off x="3835400" y="3332289"/>
            <a:ext cx="5067299" cy="1271305"/>
            <a:chOff x="3441700" y="2922200"/>
            <a:chExt cx="5067299" cy="1271305"/>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5A4812-848A-36D8-821F-7B65DEE06727}"/>
                    </a:ext>
                  </a:extLst>
                </p:cNvPr>
                <p:cNvSpPr txBox="1"/>
                <p:nvPr/>
              </p:nvSpPr>
              <p:spPr>
                <a:xfrm>
                  <a:off x="3616183" y="2922200"/>
                  <a:ext cx="4499117" cy="6933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𝜂</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sub>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e>
                            </m:d>
                          </m:e>
                        </m:nary>
                        <m:r>
                          <a:rPr lang="en-US" b="1">
                            <a:highlight>
                              <a:srgbClr val="FF0000"/>
                            </a:highlight>
                            <a:latin typeface="Cambria Math" panose="02040503050406030204" pitchFamily="18" charset="0"/>
                          </a:rPr>
                          <m:t>=</m:t>
                        </m:r>
                      </m:oMath>
                    </m:oMathPara>
                  </a14:m>
                  <a:endParaRPr lang="ru-RU" dirty="0">
                    <a:highlight>
                      <a:srgbClr val="FF0000"/>
                    </a:highlight>
                  </a:endParaRPr>
                </a:p>
              </p:txBody>
            </p:sp>
          </mc:Choice>
          <mc:Fallback xmlns="">
            <p:sp>
              <p:nvSpPr>
                <p:cNvPr id="8" name="TextBox 7">
                  <a:extLst>
                    <a:ext uri="{FF2B5EF4-FFF2-40B4-BE49-F238E27FC236}">
                      <a16:creationId xmlns:a16="http://schemas.microsoft.com/office/drawing/2014/main" id="{0C5A4812-848A-36D8-821F-7B65DEE06727}"/>
                    </a:ext>
                  </a:extLst>
                </p:cNvPr>
                <p:cNvSpPr txBox="1">
                  <a:spLocks noRot="1" noChangeAspect="1" noMove="1" noResize="1" noEditPoints="1" noAdjustHandles="1" noChangeArrowheads="1" noChangeShapeType="1" noTextEdit="1"/>
                </p:cNvSpPr>
                <p:nvPr/>
              </p:nvSpPr>
              <p:spPr>
                <a:xfrm>
                  <a:off x="3616183" y="2922200"/>
                  <a:ext cx="4499117" cy="693395"/>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B2F2DA-07AF-60D4-1CA9-5EEF2633017C}"/>
                    </a:ext>
                  </a:extLst>
                </p:cNvPr>
                <p:cNvSpPr txBox="1"/>
                <p:nvPr/>
              </p:nvSpPr>
              <p:spPr>
                <a:xfrm>
                  <a:off x="3441700" y="3429000"/>
                  <a:ext cx="5067299" cy="764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highlight>
                              <a:srgbClr val="FF0000"/>
                            </a:highlight>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𝑘</m:t>
                            </m:r>
                          </m:sub>
                          <m:sup/>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𝑘</m:t>
                                </m:r>
                              </m:sub>
                            </m:sSub>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𝑘</m:t>
                                    </m:r>
                                  </m:sub>
                                </m:sSub>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𝑛</m:t>
                                </m:r>
                              </m:sub>
                              <m:sup/>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𝑛</m:t>
                                    </m:r>
                                  </m:sub>
                                </m:sSub>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𝜂</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𝑛</m:t>
                                        </m:r>
                                      </m:sub>
                                    </m:sSub>
                                  </m:e>
                                </m:d>
                              </m:e>
                            </m:nary>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𝜂</m:t>
                            </m:r>
                          </m:e>
                        </m:nary>
                      </m:oMath>
                    </m:oMathPara>
                  </a14:m>
                  <a:endParaRPr lang="ru-RU" dirty="0"/>
                </a:p>
              </p:txBody>
            </p:sp>
          </mc:Choice>
          <mc:Fallback xmlns="">
            <p:sp>
              <p:nvSpPr>
                <p:cNvPr id="10" name="TextBox 9">
                  <a:extLst>
                    <a:ext uri="{FF2B5EF4-FFF2-40B4-BE49-F238E27FC236}">
                      <a16:creationId xmlns:a16="http://schemas.microsoft.com/office/drawing/2014/main" id="{82B2F2DA-07AF-60D4-1CA9-5EEF2633017C}"/>
                    </a:ext>
                  </a:extLst>
                </p:cNvPr>
                <p:cNvSpPr txBox="1">
                  <a:spLocks noRot="1" noChangeAspect="1" noMove="1" noResize="1" noEditPoints="1" noAdjustHandles="1" noChangeArrowheads="1" noChangeShapeType="1" noTextEdit="1"/>
                </p:cNvSpPr>
                <p:nvPr/>
              </p:nvSpPr>
              <p:spPr>
                <a:xfrm>
                  <a:off x="3441700" y="3429000"/>
                  <a:ext cx="5067299" cy="764505"/>
                </a:xfrm>
                <a:prstGeom prst="rect">
                  <a:avLst/>
                </a:prstGeom>
                <a:blipFill>
                  <a:blip r:embed="rId5"/>
                  <a:stretch>
                    <a:fillRect/>
                  </a:stretch>
                </a:blipFill>
              </p:spPr>
              <p:txBody>
                <a:bodyPr/>
                <a:lstStyle/>
                <a:p>
                  <a:r>
                    <a:rPr lang="ru-RU">
                      <a:noFill/>
                    </a:rPr>
                    <a:t> </a:t>
                  </a:r>
                </a:p>
              </p:txBody>
            </p:sp>
          </mc:Fallback>
        </mc:AlternateContent>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9CA9BB-7848-D86B-68B9-CBCEE1D78715}"/>
                  </a:ext>
                </a:extLst>
              </p:cNvPr>
              <p:cNvSpPr txBox="1"/>
              <p:nvPr/>
            </p:nvSpPr>
            <p:spPr>
              <a:xfrm>
                <a:off x="241301" y="3307346"/>
                <a:ext cx="4578350" cy="1436675"/>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ru-RU" b="0" i="1" smtClean="0">
                          <a:latin typeface="Cambria Math" panose="02040503050406030204" pitchFamily="18" charset="0"/>
                        </a:rPr>
                        <m:t>∃</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𝑘</m:t>
                          </m:r>
                        </m:sub>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e>
                          </m:d>
                          <m:r>
                            <a:rPr lang="en-US" b="0" i="1" smtClean="0">
                              <a:latin typeface="Cambria Math" panose="02040503050406030204" pitchFamily="18" charset="0"/>
                            </a:rPr>
                            <m:t>=1</m:t>
                          </m:r>
                        </m:e>
                      </m:nary>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algn="just"/>
                <a14:m>
                  <m:oMathPara xmlns:m="http://schemas.openxmlformats.org/officeDocument/2006/math">
                    <m:oMathParaPr>
                      <m:jc m:val="left"/>
                    </m:oMathParaPr>
                    <m:oMath xmlns:m="http://schemas.openxmlformats.org/officeDocument/2006/math">
                      <m:r>
                        <a:rPr lang="ru-RU" i="1">
                          <a:latin typeface="Cambria Math" panose="02040503050406030204" pitchFamily="18" charset="0"/>
                        </a:rPr>
                        <m:t>∃</m:t>
                      </m:r>
                      <m:r>
                        <a:rPr lang="en-US" i="1">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𝑛</m:t>
                          </m:r>
                        </m:sub>
                      </m:sSub>
                      <m:r>
                        <a:rPr lang="en-US" i="1">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𝑛</m:t>
                          </m:r>
                        </m:sub>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𝜂</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e>
                          </m:d>
                          <m:r>
                            <a:rPr lang="en-US" b="0" i="1" smtClean="0">
                              <a:latin typeface="Cambria Math" panose="02040503050406030204" pitchFamily="18" charset="0"/>
                            </a:rPr>
                            <m:t>=1</m:t>
                          </m:r>
                        </m:e>
                      </m:nary>
                    </m:oMath>
                  </m:oMathPara>
                </a14:m>
                <a:endParaRPr lang="en-US" dirty="0"/>
              </a:p>
            </p:txBody>
          </p:sp>
        </mc:Choice>
        <mc:Fallback xmlns="">
          <p:sp>
            <p:nvSpPr>
              <p:cNvPr id="12" name="TextBox 11">
                <a:extLst>
                  <a:ext uri="{FF2B5EF4-FFF2-40B4-BE49-F238E27FC236}">
                    <a16:creationId xmlns:a16="http://schemas.microsoft.com/office/drawing/2014/main" id="{149CA9BB-7848-D86B-68B9-CBCEE1D78715}"/>
                  </a:ext>
                </a:extLst>
              </p:cNvPr>
              <p:cNvSpPr txBox="1">
                <a:spLocks noRot="1" noChangeAspect="1" noMove="1" noResize="1" noEditPoints="1" noAdjustHandles="1" noChangeArrowheads="1" noChangeShapeType="1" noTextEdit="1"/>
              </p:cNvSpPr>
              <p:nvPr/>
            </p:nvSpPr>
            <p:spPr>
              <a:xfrm>
                <a:off x="241301" y="3307346"/>
                <a:ext cx="4578350" cy="1436675"/>
              </a:xfrm>
              <a:prstGeom prst="rect">
                <a:avLst/>
              </a:prstGeom>
              <a:blipFill>
                <a:blip r:embed="rId6"/>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4197299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1">
            <a:extLst>
              <a:ext uri="{FF2B5EF4-FFF2-40B4-BE49-F238E27FC236}">
                <a16:creationId xmlns:a16="http://schemas.microsoft.com/office/drawing/2014/main" id="{CE340C15-D6DB-3669-01CD-E52EF3FB79B5}"/>
              </a:ext>
            </a:extLst>
          </p:cNvPr>
          <p:cNvSpPr txBox="1">
            <a:spLocks/>
          </p:cNvSpPr>
          <p:nvPr/>
        </p:nvSpPr>
        <p:spPr>
          <a:xfrm>
            <a:off x="7086600" y="6454582"/>
            <a:ext cx="2057400" cy="365125"/>
          </a:xfrm>
          <a:prstGeom prst="rect">
            <a:avLst/>
          </a:prstGeom>
        </p:spPr>
        <p:txBody>
          <a:bodyPr vert="horz" lIns="91440" tIns="45720" rIns="91440" bIns="45720" rtlCol="0" anchor="ctr"/>
          <a:lstStyle>
            <a:defPPr>
              <a:defRPr lang="ru-RU"/>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pPr/>
              <a:t>11</a:t>
            </a:fld>
            <a:endParaRPr lang="ru-RU" sz="1100" dirty="0">
              <a:solidFill>
                <a:srgbClr val="0070C0"/>
              </a:solidFill>
              <a:latin typeface="Arial" panose="020B0604020202020204" pitchFamily="34" charset="0"/>
              <a:cs typeface="Arial" panose="020B0604020202020204" pitchFamily="34" charset="0"/>
            </a:endParaRPr>
          </a:p>
        </p:txBody>
      </p:sp>
      <p:sp>
        <p:nvSpPr>
          <p:cNvPr id="6" name="Прямоугольник 5">
            <a:extLst>
              <a:ext uri="{FF2B5EF4-FFF2-40B4-BE49-F238E27FC236}">
                <a16:creationId xmlns:a16="http://schemas.microsoft.com/office/drawing/2014/main" id="{331F7E21-8751-3AE0-8B88-41FF7BEC4780}"/>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Числовые характеристики распределений</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4AF22D5-B12E-C965-F7BA-AE545ED6DD95}"/>
                  </a:ext>
                </a:extLst>
              </p:cNvPr>
              <p:cNvSpPr txBox="1"/>
              <p:nvPr/>
            </p:nvSpPr>
            <p:spPr>
              <a:xfrm>
                <a:off x="0" y="419100"/>
                <a:ext cx="9144000" cy="1482265"/>
              </a:xfrm>
              <a:prstGeom prst="rect">
                <a:avLst/>
              </a:prstGeom>
              <a:noFill/>
            </p:spPr>
            <p:txBody>
              <a:bodyPr wrap="square">
                <a:spAutoFit/>
              </a:bodyPr>
              <a:lstStyle/>
              <a:p>
                <a:pPr algn="just"/>
                <a:r>
                  <a:rPr lang="ru-RU" dirty="0"/>
                  <a:t>Пусть </a:t>
                </a:r>
                <a14:m>
                  <m:oMath xmlns:m="http://schemas.openxmlformats.org/officeDocument/2006/math">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𝜉</m:t>
                            </m:r>
                          </m:e>
                        </m:d>
                      </m:e>
                      <m:sup>
                        <m:r>
                          <a:rPr lang="en-US" b="0" i="1" smtClean="0">
                            <a:latin typeface="Cambria Math" panose="02040503050406030204" pitchFamily="18" charset="0"/>
                          </a:rPr>
                          <m:t>𝑘</m:t>
                        </m:r>
                      </m:sup>
                    </m:sSup>
                    <m:r>
                      <a:rPr lang="en-US" b="0" i="1" smtClean="0">
                        <a:latin typeface="Cambria Math" panose="02040503050406030204" pitchFamily="18" charset="0"/>
                      </a:rPr>
                      <m:t>&lt;∞.</m:t>
                    </m:r>
                  </m:oMath>
                </a14:m>
                <a:r>
                  <a:rPr lang="en-US" dirty="0"/>
                  <a:t> </a:t>
                </a:r>
                <a:r>
                  <a:rPr lang="ru-RU" dirty="0"/>
                  <a:t>Число </a:t>
                </a:r>
                <a14:m>
                  <m:oMath xmlns:m="http://schemas.openxmlformats.org/officeDocument/2006/math">
                    <m:r>
                      <a:rPr lang="en-US" i="1">
                        <a:latin typeface="Cambria Math" panose="02040503050406030204" pitchFamily="18" charset="0"/>
                      </a:rPr>
                      <m:t>𝑀</m:t>
                    </m:r>
                    <m:sSup>
                      <m:sSupPr>
                        <m:ctrlPr>
                          <a:rPr lang="en-US" i="1">
                            <a:latin typeface="Cambria Math" panose="02040503050406030204" pitchFamily="18" charset="0"/>
                          </a:rPr>
                        </m:ctrlPr>
                      </m:sSupPr>
                      <m:e>
                        <m:r>
                          <a:rPr lang="en-US" b="0" i="1" smtClean="0">
                            <a:latin typeface="Cambria Math" panose="02040503050406030204" pitchFamily="18" charset="0"/>
                          </a:rPr>
                          <m:t>𝜉</m:t>
                        </m:r>
                      </m:e>
                      <m:sup>
                        <m:r>
                          <a:rPr lang="en-US" i="1">
                            <a:latin typeface="Cambria Math" panose="02040503050406030204" pitchFamily="18" charset="0"/>
                          </a:rPr>
                          <m:t>𝑘</m:t>
                        </m:r>
                      </m:sup>
                    </m:sSup>
                  </m:oMath>
                </a14:m>
                <a:r>
                  <a:rPr lang="en-US" dirty="0"/>
                  <a:t> </a:t>
                </a:r>
                <a:r>
                  <a:rPr lang="ru-RU" dirty="0"/>
                  <a:t>называют моментом порядка </a:t>
                </a:r>
                <a:r>
                  <a:rPr lang="en-US" dirty="0"/>
                  <a:t>k </a:t>
                </a:r>
                <a:r>
                  <a:rPr lang="ru-RU" dirty="0"/>
                  <a:t>или </a:t>
                </a:r>
                <a:r>
                  <a:rPr lang="en-US" dirty="0"/>
                  <a:t>k-</a:t>
                </a:r>
                <a:r>
                  <a:rPr lang="ru-RU" dirty="0" err="1"/>
                  <a:t>ым</a:t>
                </a:r>
                <a:r>
                  <a:rPr lang="ru-RU" dirty="0"/>
                  <a:t> моментом случайной величины </a:t>
                </a:r>
                <a14:m>
                  <m:oMath xmlns:m="http://schemas.openxmlformats.org/officeDocument/2006/math">
                    <m:r>
                      <a:rPr lang="en-US" b="0" i="1" smtClean="0">
                        <a:latin typeface="Cambria Math" panose="02040503050406030204" pitchFamily="18" charset="0"/>
                      </a:rPr>
                      <m:t>𝜉</m:t>
                    </m:r>
                  </m:oMath>
                </a14:m>
                <a:r>
                  <a:rPr lang="ru-RU" dirty="0"/>
                  <a:t>.</a:t>
                </a:r>
                <a:r>
                  <a:rPr lang="en-US" dirty="0"/>
                  <a:t> </a:t>
                </a:r>
                <a:r>
                  <a:rPr lang="ru-RU" dirty="0"/>
                  <a:t>Величина</a:t>
                </a:r>
                <a:r>
                  <a:rPr lang="en-US" dirty="0"/>
                  <a:t> </a:t>
                </a:r>
                <a14:m>
                  <m:oMath xmlns:m="http://schemas.openxmlformats.org/officeDocument/2006/math">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𝜉</m:t>
                            </m:r>
                          </m:e>
                        </m:d>
                      </m:e>
                      <m:sup>
                        <m:r>
                          <a:rPr lang="en-US" b="0" i="1" smtClean="0">
                            <a:latin typeface="Cambria Math" panose="02040503050406030204" pitchFamily="18" charset="0"/>
                          </a:rPr>
                          <m:t>2</m:t>
                        </m:r>
                      </m:sup>
                    </m:sSup>
                  </m:oMath>
                </a14:m>
                <a:r>
                  <a:rPr lang="en-US" dirty="0"/>
                  <a:t> </a:t>
                </a:r>
                <a:r>
                  <a:rPr lang="ru-RU" dirty="0"/>
                  <a:t>называется центральным </a:t>
                </a:r>
                <a:r>
                  <a:rPr lang="en-US" dirty="0"/>
                  <a:t>k-</a:t>
                </a:r>
                <a:r>
                  <a:rPr lang="ru-RU" dirty="0"/>
                  <a:t>м моментом случайной величины </a:t>
                </a:r>
                <a14:m>
                  <m:oMath xmlns:m="http://schemas.openxmlformats.org/officeDocument/2006/math">
                    <m:r>
                      <a:rPr lang="en-US" i="1">
                        <a:latin typeface="Cambria Math" panose="02040503050406030204" pitchFamily="18" charset="0"/>
                      </a:rPr>
                      <m:t>𝜉</m:t>
                    </m:r>
                  </m:oMath>
                </a14:m>
                <a:r>
                  <a:rPr lang="ru-RU" dirty="0"/>
                  <a:t>.</a:t>
                </a:r>
                <a:r>
                  <a:rPr lang="en-US" dirty="0"/>
                  <a:t> </a:t>
                </a:r>
                <a:r>
                  <a:rPr lang="ru-RU" dirty="0"/>
                  <a:t> Число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𝜉</m:t>
                            </m:r>
                          </m:e>
                        </m:d>
                      </m:e>
                      <m:sup>
                        <m:r>
                          <a:rPr lang="en-US" b="0" i="1" smtClean="0">
                            <a:latin typeface="Cambria Math" panose="02040503050406030204" pitchFamily="18" charset="0"/>
                          </a:rPr>
                          <m:t>2</m:t>
                        </m:r>
                      </m:sup>
                    </m:sSup>
                    <m:r>
                      <a:rPr lang="en-US" b="0" i="1" smtClean="0">
                        <a:latin typeface="Cambria Math" panose="02040503050406030204" pitchFamily="18" charset="0"/>
                      </a:rPr>
                      <m:t> </m:t>
                    </m:r>
                  </m:oMath>
                </a14:m>
                <a:r>
                  <a:rPr lang="en-US" dirty="0"/>
                  <a:t>(</a:t>
                </a:r>
                <a:r>
                  <a:rPr lang="ru-RU" dirty="0"/>
                  <a:t>центральный момент 2-го порядка</a:t>
                </a:r>
                <a:r>
                  <a:rPr lang="en-US" dirty="0"/>
                  <a:t>)</a:t>
                </a:r>
                <a:r>
                  <a:rPr lang="ru-RU" dirty="0"/>
                  <a:t> называется </a:t>
                </a:r>
                <a:r>
                  <a:rPr lang="ru-RU" b="1" dirty="0">
                    <a:solidFill>
                      <a:srgbClr val="006400"/>
                    </a:solidFill>
                  </a:rPr>
                  <a:t>дисперсией</a:t>
                </a:r>
                <a:r>
                  <a:rPr lang="ru-RU" dirty="0"/>
                  <a:t> случайной величины </a:t>
                </a:r>
                <a14:m>
                  <m:oMath xmlns:m="http://schemas.openxmlformats.org/officeDocument/2006/math">
                    <m:r>
                      <a:rPr lang="en-US" i="1">
                        <a:latin typeface="Cambria Math" panose="02040503050406030204" pitchFamily="18" charset="0"/>
                      </a:rPr>
                      <m:t>𝜉</m:t>
                    </m:r>
                  </m:oMath>
                </a14:m>
                <a:r>
                  <a:rPr lang="ru-RU" dirty="0"/>
                  <a:t> и характеризует меру ее разброса вокруг математического ожидания.</a:t>
                </a:r>
                <a:r>
                  <a:rPr lang="en-US" dirty="0"/>
                  <a:t> </a:t>
                </a:r>
                <a:endParaRPr lang="ru-RU" dirty="0"/>
              </a:p>
            </p:txBody>
          </p:sp>
        </mc:Choice>
        <mc:Fallback xmlns="">
          <p:sp>
            <p:nvSpPr>
              <p:cNvPr id="8" name="TextBox 7">
                <a:extLst>
                  <a:ext uri="{FF2B5EF4-FFF2-40B4-BE49-F238E27FC236}">
                    <a16:creationId xmlns:a16="http://schemas.microsoft.com/office/drawing/2014/main" id="{D4AF22D5-B12E-C965-F7BA-AE545ED6DD95}"/>
                  </a:ext>
                </a:extLst>
              </p:cNvPr>
              <p:cNvSpPr txBox="1">
                <a:spLocks noRot="1" noChangeAspect="1" noMove="1" noResize="1" noEditPoints="1" noAdjustHandles="1" noChangeArrowheads="1" noChangeShapeType="1" noTextEdit="1"/>
              </p:cNvSpPr>
              <p:nvPr/>
            </p:nvSpPr>
            <p:spPr>
              <a:xfrm>
                <a:off x="0" y="419100"/>
                <a:ext cx="9144000" cy="1482265"/>
              </a:xfrm>
              <a:prstGeom prst="rect">
                <a:avLst/>
              </a:prstGeom>
              <a:blipFill>
                <a:blip r:embed="rId2"/>
                <a:stretch>
                  <a:fillRect l="-533" t="-2058" r="-533" b="-576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B9E1286-7BFF-5513-4898-C266124626BA}"/>
                  </a:ext>
                </a:extLst>
              </p:cNvPr>
              <p:cNvSpPr txBox="1"/>
              <p:nvPr/>
            </p:nvSpPr>
            <p:spPr>
              <a:xfrm>
                <a:off x="0" y="1864119"/>
                <a:ext cx="9144000" cy="4524315"/>
              </a:xfrm>
              <a:prstGeom prst="rect">
                <a:avLst/>
              </a:prstGeom>
              <a:noFill/>
            </p:spPr>
            <p:txBody>
              <a:bodyPr wrap="square" rtlCol="0">
                <a:spAutoFit/>
              </a:bodyPr>
              <a:lstStyle/>
              <a:p>
                <a:pPr algn="just"/>
                <a:r>
                  <a:rPr lang="ru-RU" b="1" dirty="0">
                    <a:solidFill>
                      <a:srgbClr val="006400"/>
                    </a:solidFill>
                  </a:rPr>
                  <a:t>Свойства:</a:t>
                </a:r>
              </a:p>
              <a:p>
                <a:pPr marL="342900" indent="-342900" algn="just">
                  <a:buFont typeface="+mj-lt"/>
                  <a:buAutoNum type="arabicPeriod"/>
                </a:pPr>
                <a:r>
                  <a:rPr lang="ru-RU" dirty="0"/>
                  <a:t>Дисперсия может быть вычислена по формуле: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𝑀</m:t>
                            </m:r>
                            <m:r>
                              <a:rPr lang="en-US" b="0" i="1" smtClean="0">
                                <a:latin typeface="Cambria Math" panose="02040503050406030204" pitchFamily="18" charset="0"/>
                              </a:rPr>
                              <m:t>𝜉</m:t>
                            </m:r>
                          </m:e>
                        </m:d>
                      </m:e>
                      <m:sup>
                        <m:r>
                          <a:rPr lang="en-US" b="0" i="1" smtClean="0">
                            <a:latin typeface="Cambria Math" panose="02040503050406030204" pitchFamily="18" charset="0"/>
                          </a:rPr>
                          <m:t>2</m:t>
                        </m:r>
                      </m:sup>
                    </m:sSup>
                  </m:oMath>
                </a14:m>
                <a:r>
                  <a:rPr lang="en-US" dirty="0"/>
                  <a:t>;</a:t>
                </a:r>
              </a:p>
              <a:p>
                <a:pPr marL="800100" lvl="1" indent="-342900" algn="just">
                  <a:buFont typeface="Arial" panose="020B0604020202020204" pitchFamily="34" charset="0"/>
                  <a:buChar char="•"/>
                </a:pPr>
                <a:r>
                  <a:rPr lang="ru-RU" b="1" dirty="0">
                    <a:solidFill>
                      <a:srgbClr val="3333FF"/>
                    </a:solidFill>
                  </a:rPr>
                  <a:t>Доказательство (используя свойство линейности): </a:t>
                </a:r>
                <a:endParaRPr lang="en-US" b="1" dirty="0">
                  <a:solidFill>
                    <a:srgbClr val="3333FF"/>
                  </a:solidFill>
                </a:endParaRPr>
              </a:p>
              <a:p>
                <a:pPr marL="800100" lvl="1" indent="-342900" algn="just">
                  <a:buFont typeface="Arial" panose="020B0604020202020204" pitchFamily="34" charset="0"/>
                  <a:buChar char="•"/>
                </a:pPr>
                <a:endParaRPr lang="en-US" b="1" dirty="0">
                  <a:solidFill>
                    <a:srgbClr val="3333FF"/>
                  </a:solidFill>
                </a:endParaRPr>
              </a:p>
              <a:p>
                <a:pPr lvl="1" algn="just"/>
                <a:endParaRPr lang="en-US" b="1" dirty="0">
                  <a:solidFill>
                    <a:srgbClr val="3333FF"/>
                  </a:solidFill>
                </a:endParaRPr>
              </a:p>
              <a:p>
                <a:pPr marL="342900" indent="-342900" algn="just">
                  <a:buFont typeface="+mj-lt"/>
                  <a:buAutoNum type="arabicPeriod"/>
                </a:pPr>
                <a:r>
                  <a:rPr lang="ru-RU" dirty="0"/>
                  <a:t>При умножении случайной величины на константу дисперсия умножается на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oMath>
                </a14:m>
                <a:r>
                  <a:rPr lang="ru-RU" dirty="0"/>
                  <a:t> раз </a:t>
                </a:r>
                <a14:m>
                  <m:oMath xmlns:m="http://schemas.openxmlformats.org/officeDocument/2006/math">
                    <m:r>
                      <a:rPr lang="en-US" b="0" i="1" smtClean="0">
                        <a:latin typeface="Cambria Math" panose="02040503050406030204" pitchFamily="18" charset="0"/>
                      </a:rPr>
                      <m:t>𝐷</m:t>
                    </m:r>
                    <m:d>
                      <m:dPr>
                        <m:ctrlPr>
                          <a:rPr lang="en-US" b="0" i="1" smtClean="0">
                            <a:latin typeface="Cambria Math" panose="02040503050406030204" pitchFamily="18" charset="0"/>
                          </a:rPr>
                        </m:ctrlPr>
                      </m:dPr>
                      <m:e>
                        <m:r>
                          <a:rPr lang="en-US" b="0" i="1" smtClean="0">
                            <a:latin typeface="Cambria Math" panose="02040503050406030204" pitchFamily="18" charset="0"/>
                          </a:rPr>
                          <m:t>𝑐</m:t>
                        </m:r>
                        <m:r>
                          <a:rPr lang="en-US" b="0" i="1" smtClean="0">
                            <a:latin typeface="Cambria Math" panose="02040503050406030204" pitchFamily="18" charset="0"/>
                          </a:rPr>
                          <m:t>𝜉</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r>
                      <a:rPr lang="en-US" b="0" i="1" smtClean="0">
                        <a:latin typeface="Cambria Math" panose="02040503050406030204" pitchFamily="18" charset="0"/>
                      </a:rPr>
                      <m:t>𝐷</m:t>
                    </m:r>
                    <m:r>
                      <a:rPr lang="en-US" b="0" i="1" smtClean="0">
                        <a:latin typeface="Cambria Math" panose="02040503050406030204" pitchFamily="18" charset="0"/>
                      </a:rPr>
                      <m:t>𝜉</m:t>
                    </m:r>
                  </m:oMath>
                </a14:m>
                <a:endParaRPr lang="en-US" dirty="0"/>
              </a:p>
              <a:p>
                <a:pPr marL="800100" lvl="1" indent="-342900" algn="just">
                  <a:buFont typeface="Arial" panose="020B0604020202020204" pitchFamily="34" charset="0"/>
                  <a:buChar char="•"/>
                </a:pPr>
                <a:r>
                  <a:rPr lang="ru-RU" b="1" dirty="0">
                    <a:solidFill>
                      <a:srgbClr val="3333FF"/>
                    </a:solidFill>
                  </a:rPr>
                  <a:t>Доказательство</a:t>
                </a:r>
                <a:r>
                  <a:rPr lang="en-US" b="1" dirty="0">
                    <a:solidFill>
                      <a:srgbClr val="3333FF"/>
                    </a:solidFill>
                  </a:rPr>
                  <a:t>: </a:t>
                </a:r>
                <a14:m>
                  <m:oMath xmlns:m="http://schemas.openxmlformats.org/officeDocument/2006/math">
                    <m:r>
                      <a:rPr lang="en-US" i="1">
                        <a:latin typeface="Cambria Math" panose="02040503050406030204" pitchFamily="18" charset="0"/>
                      </a:rPr>
                      <m:t>𝐷𝑐</m:t>
                    </m:r>
                    <m:r>
                      <a:rPr lang="en-US" i="1">
                        <a:latin typeface="Cambria Math" panose="02040503050406030204" pitchFamily="18" charset="0"/>
                      </a:rPr>
                      <m:t>𝜉</m:t>
                    </m:r>
                    <m:r>
                      <a:rPr lang="en-US" i="1">
                        <a:latin typeface="Cambria Math" panose="02040503050406030204" pitchFamily="18" charset="0"/>
                      </a:rPr>
                      <m:t>=</m:t>
                    </m:r>
                    <m:r>
                      <a:rPr lang="en-US" i="1">
                        <a:latin typeface="Cambria Math" panose="02040503050406030204" pitchFamily="18" charset="0"/>
                      </a:rPr>
                      <m:t>𝑀</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𝑐</m:t>
                            </m:r>
                            <m:r>
                              <a:rPr lang="en-US" i="1">
                                <a:latin typeface="Cambria Math" panose="02040503050406030204" pitchFamily="18" charset="0"/>
                              </a:rPr>
                              <m:t>𝜉</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𝜉</m:t>
                            </m:r>
                            <m:r>
                              <a:rPr lang="en-US" i="1">
                                <a:latin typeface="Cambria Math" panose="02040503050406030204" pitchFamily="18" charset="0"/>
                              </a:rPr>
                              <m:t>)</m:t>
                            </m:r>
                          </m:e>
                        </m:d>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𝑀</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𝜉</m:t>
                                </m:r>
                              </m:e>
                              <m:sup>
                                <m:r>
                                  <a:rPr lang="en-US" i="1">
                                    <a:latin typeface="Cambria Math" panose="02040503050406030204" pitchFamily="18" charset="0"/>
                                  </a:rPr>
                                  <m:t> </m:t>
                                </m:r>
                              </m:sup>
                            </m:sSup>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𝜉</m:t>
                            </m:r>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r>
                      <a:rPr lang="en-US" i="1">
                        <a:latin typeface="Cambria Math" panose="02040503050406030204" pitchFamily="18" charset="0"/>
                      </a:rPr>
                      <m:t>𝐷</m:t>
                    </m:r>
                    <m:r>
                      <a:rPr lang="en-US" i="1">
                        <a:latin typeface="Cambria Math" panose="02040503050406030204" pitchFamily="18" charset="0"/>
                      </a:rPr>
                      <m:t>𝜉</m:t>
                    </m:r>
                  </m:oMath>
                </a14:m>
                <a:endParaRPr lang="ru-RU" b="1" dirty="0">
                  <a:solidFill>
                    <a:srgbClr val="3333FF"/>
                  </a:solidFill>
                </a:endParaRPr>
              </a:p>
              <a:p>
                <a:pPr marL="342900" indent="-342900" algn="just">
                  <a:buFont typeface="+mj-lt"/>
                  <a:buAutoNum type="arabicPeriod" startAt="3"/>
                </a:pPr>
                <a:r>
                  <a:rPr lang="ru-RU" dirty="0"/>
                  <a:t>Дисперсия всегда неотрицательна: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𝜉</m:t>
                    </m:r>
                    <m:r>
                      <a:rPr lang="en-US" b="0" i="1" smtClean="0">
                        <a:latin typeface="Cambria Math" panose="02040503050406030204" pitchFamily="18" charset="0"/>
                      </a:rPr>
                      <m:t>≥0.</m:t>
                    </m:r>
                  </m:oMath>
                </a14:m>
                <a:r>
                  <a:rPr lang="en-US" dirty="0"/>
                  <a:t> </a:t>
                </a:r>
                <a:r>
                  <a:rPr lang="ru-RU" dirty="0"/>
                  <a:t>Дисперсия обращается в нуль лишь для вырожденного распределения, если </a:t>
                </a:r>
                <a14:m>
                  <m:oMath xmlns:m="http://schemas.openxmlformats.org/officeDocument/2006/math">
                    <m:r>
                      <a:rPr lang="en-US" i="1">
                        <a:latin typeface="Cambria Math" panose="02040503050406030204" pitchFamily="18" charset="0"/>
                      </a:rPr>
                      <m:t>𝐷</m:t>
                    </m:r>
                    <m:r>
                      <a:rPr lang="en-US" i="1" smtClean="0">
                        <a:latin typeface="Cambria Math" panose="02040503050406030204" pitchFamily="18" charset="0"/>
                      </a:rPr>
                      <m:t>𝜉</m:t>
                    </m:r>
                    <m:r>
                      <a:rPr lang="ru-RU" b="0" i="1" smtClean="0">
                        <a:latin typeface="Cambria Math" panose="02040503050406030204" pitchFamily="18" charset="0"/>
                      </a:rPr>
                      <m:t>=</m:t>
                    </m:r>
                    <m:r>
                      <a:rPr lang="en-US" i="1">
                        <a:latin typeface="Cambria Math" panose="02040503050406030204" pitchFamily="18" charset="0"/>
                      </a:rPr>
                      <m:t>0</m:t>
                    </m:r>
                  </m:oMath>
                </a14:m>
                <a:r>
                  <a:rPr lang="ru-RU" dirty="0"/>
                  <a:t>, то </a:t>
                </a:r>
                <a14:m>
                  <m:oMath xmlns:m="http://schemas.openxmlformats.org/officeDocument/2006/math">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𝑐𝑜𝑛𝑠𝑡</m:t>
                    </m:r>
                  </m:oMath>
                </a14:m>
                <a:r>
                  <a:rPr lang="en-US" dirty="0"/>
                  <a:t> </a:t>
                </a:r>
                <a:r>
                  <a:rPr lang="ru-RU" dirty="0"/>
                  <a:t>и наоборот.</a:t>
                </a:r>
              </a:p>
              <a:p>
                <a:pPr marL="342900" indent="-342900" algn="just">
                  <a:buFont typeface="+mj-lt"/>
                  <a:buAutoNum type="arabicPeriod" startAt="3"/>
                </a:pPr>
                <a:r>
                  <a:rPr lang="ru-RU" dirty="0"/>
                  <a:t>Дисперсия не зависит от сдвига случайной величины на константу: </a:t>
                </a:r>
                <a14:m>
                  <m:oMath xmlns:m="http://schemas.openxmlformats.org/officeDocument/2006/math">
                    <m:r>
                      <a:rPr lang="en-US" b="0" i="1" smtClean="0">
                        <a:latin typeface="Cambria Math" panose="02040503050406030204" pitchFamily="18" charset="0"/>
                      </a:rPr>
                      <m:t>𝐷</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𝜉</m:t>
                    </m:r>
                  </m:oMath>
                </a14:m>
                <a:endParaRPr lang="en-US" dirty="0"/>
              </a:p>
              <a:p>
                <a:pPr marL="800100" lvl="1" indent="-342900" algn="just">
                  <a:buFont typeface="Arial" panose="020B0604020202020204" pitchFamily="34" charset="0"/>
                  <a:buChar char="•"/>
                </a:pPr>
                <a:r>
                  <a:rPr lang="ru-RU" b="1" dirty="0">
                    <a:solidFill>
                      <a:srgbClr val="3333FF"/>
                    </a:solidFill>
                  </a:rPr>
                  <a:t>Доказательство</a:t>
                </a:r>
                <a:r>
                  <a:rPr lang="en-US" b="1" dirty="0">
                    <a:solidFill>
                      <a:srgbClr val="3333FF"/>
                    </a:solidFill>
                  </a:rPr>
                  <a:t>:</a:t>
                </a:r>
              </a:p>
              <a:p>
                <a:pPr marL="800100" lvl="1" indent="-342900" algn="just">
                  <a:buFont typeface="Arial" panose="020B0604020202020204" pitchFamily="34" charset="0"/>
                  <a:buChar char="•"/>
                </a:pPr>
                <a:endParaRPr lang="en-US" b="1" dirty="0">
                  <a:solidFill>
                    <a:srgbClr val="3333FF"/>
                  </a:solidFill>
                </a:endParaRPr>
              </a:p>
              <a:p>
                <a:pPr lvl="1" algn="just"/>
                <a:endParaRPr lang="en-US" b="1" dirty="0">
                  <a:solidFill>
                    <a:srgbClr val="3333FF"/>
                  </a:solidFill>
                </a:endParaRPr>
              </a:p>
              <a:p>
                <a:pPr marL="342900" indent="-342900" algn="just">
                  <a:buFont typeface="+mj-lt"/>
                  <a:buAutoNum type="arabicPeriod" startAt="5"/>
                </a:pPr>
                <a:r>
                  <a:rPr lang="ru-RU" dirty="0"/>
                  <a:t>Если </a:t>
                </a:r>
                <a14:m>
                  <m:oMath xmlns:m="http://schemas.openxmlformats.org/officeDocument/2006/math">
                    <m:r>
                      <a:rPr lang="en-US" i="1">
                        <a:latin typeface="Cambria Math" panose="02040503050406030204" pitchFamily="18" charset="0"/>
                      </a:rPr>
                      <m:t>𝜉</m:t>
                    </m:r>
                  </m:oMath>
                </a14:m>
                <a:r>
                  <a:rPr lang="ru-RU" dirty="0"/>
                  <a:t> и </a:t>
                </a:r>
                <a14:m>
                  <m:oMath xmlns:m="http://schemas.openxmlformats.org/officeDocument/2006/math">
                    <m:r>
                      <a:rPr lang="ru-RU" b="0" i="1" smtClean="0">
                        <a:latin typeface="Cambria Math" panose="02040503050406030204" pitchFamily="18" charset="0"/>
                      </a:rPr>
                      <m:t>𝜂</m:t>
                    </m:r>
                    <m:r>
                      <a:rPr lang="en-US" b="0" i="1" smtClean="0">
                        <a:latin typeface="Cambria Math" panose="02040503050406030204" pitchFamily="18" charset="0"/>
                      </a:rPr>
                      <m:t> </m:t>
                    </m:r>
                  </m:oMath>
                </a14:m>
                <a:r>
                  <a:rPr lang="ru-RU" dirty="0"/>
                  <a:t>независимы, то </a:t>
                </a:r>
                <a14:m>
                  <m:oMath xmlns:m="http://schemas.openxmlformats.org/officeDocument/2006/math">
                    <m:r>
                      <a:rPr lang="en-US" i="1">
                        <a:latin typeface="Cambria Math" panose="02040503050406030204" pitchFamily="18" charset="0"/>
                      </a:rPr>
                      <m:t>𝐷</m:t>
                    </m:r>
                    <m:d>
                      <m:dPr>
                        <m:ctrlPr>
                          <a:rPr lang="en-US" i="1">
                            <a:latin typeface="Cambria Math" panose="02040503050406030204" pitchFamily="18" charset="0"/>
                          </a:rPr>
                        </m:ctrlPr>
                      </m:dPr>
                      <m:e>
                        <m:r>
                          <a:rPr lang="en-US" i="1">
                            <a:latin typeface="Cambria Math" panose="02040503050406030204" pitchFamily="18" charset="0"/>
                          </a:rPr>
                          <m:t>𝜉</m:t>
                        </m:r>
                        <m:r>
                          <a:rPr lang="en-US" i="1">
                            <a:latin typeface="Cambria Math" panose="02040503050406030204" pitchFamily="18" charset="0"/>
                          </a:rPr>
                          <m:t>+</m:t>
                        </m:r>
                        <m:r>
                          <a:rPr lang="en-US" b="0" i="1" smtClean="0">
                            <a:latin typeface="Cambria Math" panose="02040503050406030204" pitchFamily="18" charset="0"/>
                          </a:rPr>
                          <m:t>𝜂</m:t>
                        </m:r>
                      </m:e>
                    </m:d>
                    <m:r>
                      <a:rPr lang="en-US" b="0" i="1" smtClean="0">
                        <a:latin typeface="Cambria Math" panose="02040503050406030204" pitchFamily="18" charset="0"/>
                      </a:rPr>
                      <m:t>=</m:t>
                    </m:r>
                    <m:r>
                      <a:rPr lang="en-US" b="0" i="1" smtClean="0">
                        <a:latin typeface="Cambria Math" panose="02040503050406030204" pitchFamily="18" charset="0"/>
                      </a:rPr>
                      <m:t>𝐷</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𝜂</m:t>
                        </m:r>
                      </m:e>
                    </m:d>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𝜂</m:t>
                    </m:r>
                  </m:oMath>
                </a14:m>
                <a:endParaRPr lang="en-US" dirty="0"/>
              </a:p>
              <a:p>
                <a:pPr marL="800100" lvl="1" indent="-342900" algn="just">
                  <a:buFont typeface="Arial" panose="020B0604020202020204" pitchFamily="34" charset="0"/>
                  <a:buChar char="•"/>
                </a:pPr>
                <a:r>
                  <a:rPr lang="ru-RU" b="1" dirty="0">
                    <a:solidFill>
                      <a:srgbClr val="3333FF"/>
                    </a:solidFill>
                  </a:rPr>
                  <a:t>Доказательство</a:t>
                </a:r>
                <a:r>
                  <a:rPr lang="en-US" b="1" dirty="0">
                    <a:solidFill>
                      <a:srgbClr val="3333FF"/>
                    </a:solidFill>
                  </a:rPr>
                  <a:t>:</a:t>
                </a:r>
              </a:p>
            </p:txBody>
          </p:sp>
        </mc:Choice>
        <mc:Fallback xmlns="">
          <p:sp>
            <p:nvSpPr>
              <p:cNvPr id="9" name="TextBox 8">
                <a:extLst>
                  <a:ext uri="{FF2B5EF4-FFF2-40B4-BE49-F238E27FC236}">
                    <a16:creationId xmlns:a16="http://schemas.microsoft.com/office/drawing/2014/main" id="{1B9E1286-7BFF-5513-4898-C266124626BA}"/>
                  </a:ext>
                </a:extLst>
              </p:cNvPr>
              <p:cNvSpPr txBox="1">
                <a:spLocks noRot="1" noChangeAspect="1" noMove="1" noResize="1" noEditPoints="1" noAdjustHandles="1" noChangeArrowheads="1" noChangeShapeType="1" noTextEdit="1"/>
              </p:cNvSpPr>
              <p:nvPr/>
            </p:nvSpPr>
            <p:spPr>
              <a:xfrm>
                <a:off x="0" y="1864119"/>
                <a:ext cx="9144000" cy="4524315"/>
              </a:xfrm>
              <a:prstGeom prst="rect">
                <a:avLst/>
              </a:prstGeom>
              <a:blipFill>
                <a:blip r:embed="rId3"/>
                <a:stretch>
                  <a:fillRect l="-533" t="-809" r="-533" b="-1213"/>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07139D6-3BE0-1DE5-ED62-29F06335BF73}"/>
                  </a:ext>
                </a:extLst>
              </p:cNvPr>
              <p:cNvSpPr txBox="1"/>
              <p:nvPr/>
            </p:nvSpPr>
            <p:spPr>
              <a:xfrm>
                <a:off x="0" y="2783516"/>
                <a:ext cx="9258300" cy="369332"/>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US" b="0" i="1" smtClean="0">
                          <a:solidFill>
                            <a:schemeClr val="tx1"/>
                          </a:solidFill>
                          <a:latin typeface="Cambria Math" panose="02040503050406030204" pitchFamily="18" charset="0"/>
                        </a:rPr>
                        <m:t>𝐷</m:t>
                      </m:r>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𝜉</m:t>
                              </m:r>
                            </m:e>
                          </m:d>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d>
                        <m:dPr>
                          <m:ctrlPr>
                            <a:rPr lang="en-US" b="0" i="1" smtClean="0">
                              <a:solidFill>
                                <a:schemeClr val="tx1"/>
                              </a:solidFill>
                              <a:latin typeface="Cambria Math" panose="02040503050406030204" pitchFamily="18" charset="0"/>
                            </a:rPr>
                          </m:ctrlPr>
                        </m:dPr>
                        <m:e>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𝜉</m:t>
                              </m:r>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𝜉</m:t>
                                  </m:r>
                                </m:e>
                              </m:d>
                            </m:e>
                            <m:sup>
                              <m:r>
                                <a:rPr lang="en-US" b="0" i="1" smtClean="0">
                                  <a:solidFill>
                                    <a:schemeClr val="tx1"/>
                                  </a:solidFill>
                                  <a:latin typeface="Cambria Math" panose="02040503050406030204" pitchFamily="18" charset="0"/>
                                </a:rPr>
                                <m:t>2</m:t>
                              </m:r>
                            </m:sup>
                          </m:sSup>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𝜉</m:t>
                          </m:r>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𝜉</m:t>
                              </m:r>
                            </m:e>
                          </m:d>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𝜉</m:t>
                          </m:r>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𝜉</m:t>
                              </m:r>
                            </m:e>
                          </m:d>
                        </m:e>
                        <m:sup>
                          <m:r>
                            <a:rPr lang="en-US" b="0" i="1" smtClean="0">
                              <a:solidFill>
                                <a:schemeClr val="tx1"/>
                              </a:solidFill>
                              <a:latin typeface="Cambria Math" panose="02040503050406030204" pitchFamily="18" charset="0"/>
                            </a:rPr>
                            <m:t>2</m:t>
                          </m:r>
                        </m:sup>
                      </m:sSup>
                    </m:oMath>
                  </m:oMathPara>
                </a14:m>
                <a:endParaRPr lang="ru-RU" dirty="0"/>
              </a:p>
            </p:txBody>
          </p:sp>
        </mc:Choice>
        <mc:Fallback xmlns="">
          <p:sp>
            <p:nvSpPr>
              <p:cNvPr id="11" name="TextBox 10">
                <a:extLst>
                  <a:ext uri="{FF2B5EF4-FFF2-40B4-BE49-F238E27FC236}">
                    <a16:creationId xmlns:a16="http://schemas.microsoft.com/office/drawing/2014/main" id="{807139D6-3BE0-1DE5-ED62-29F06335BF73}"/>
                  </a:ext>
                </a:extLst>
              </p:cNvPr>
              <p:cNvSpPr txBox="1">
                <a:spLocks noRot="1" noChangeAspect="1" noMove="1" noResize="1" noEditPoints="1" noAdjustHandles="1" noChangeArrowheads="1" noChangeShapeType="1" noTextEdit="1"/>
              </p:cNvSpPr>
              <p:nvPr/>
            </p:nvSpPr>
            <p:spPr>
              <a:xfrm>
                <a:off x="0" y="2783516"/>
                <a:ext cx="9258300" cy="369332"/>
              </a:xfrm>
              <a:prstGeom prst="rect">
                <a:avLst/>
              </a:prstGeom>
              <a:blipFill>
                <a:blip r:embed="rId4"/>
                <a:stretch>
                  <a:fillRect l="-197" b="-13333"/>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0B3254D-D4E0-DFC5-2FB0-B7AADF7D1483}"/>
                  </a:ext>
                </a:extLst>
              </p:cNvPr>
              <p:cNvSpPr txBox="1"/>
              <p:nvPr/>
            </p:nvSpPr>
            <p:spPr>
              <a:xfrm>
                <a:off x="0" y="5188591"/>
                <a:ext cx="9144000" cy="459678"/>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US" b="0" i="1" smtClean="0">
                          <a:solidFill>
                            <a:schemeClr val="tx1"/>
                          </a:solidFill>
                          <a:latin typeface="Cambria Math" panose="02040503050406030204" pitchFamily="18" charset="0"/>
                        </a:rPr>
                        <m:t>𝐷</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𝑐</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𝑐</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𝑐</m:t>
                                  </m:r>
                                </m:e>
                              </m:d>
                            </m:e>
                          </m:d>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𝑐</m:t>
                                  </m:r>
                                </m:e>
                                <m:sup>
                                  <m:r>
                                    <a:rPr lang="en-US" b="0" i="1" smtClean="0">
                                      <a:solidFill>
                                        <a:schemeClr val="tx1"/>
                                      </a:solidFill>
                                      <a:latin typeface="Cambria Math" panose="02040503050406030204" pitchFamily="18" charset="0"/>
                                    </a:rPr>
                                    <m:t> </m:t>
                                  </m:r>
                                </m:sup>
                              </m:sSup>
                              <m:r>
                                <a:rPr lang="en-US" b="0" i="1" smtClean="0">
                                  <a:solidFill>
                                    <a:schemeClr val="tx1"/>
                                  </a:solidFill>
                                  <a:latin typeface="Cambria Math" panose="02040503050406030204" pitchFamily="18" charset="0"/>
                                </a:rPr>
                                <m:t>−</m:t>
                              </m:r>
                              <m:r>
                                <a:rPr lang="ru-RU"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𝑐</m:t>
                              </m:r>
                              <m:r>
                                <a:rPr lang="ru-RU" b="0" i="1" smtClean="0">
                                  <a:solidFill>
                                    <a:schemeClr val="tx1"/>
                                  </a:solidFill>
                                  <a:latin typeface="Cambria Math" panose="02040503050406030204" pitchFamily="18" charset="0"/>
                                </a:rPr>
                                <m:t>)</m:t>
                              </m:r>
                            </m:e>
                          </m:d>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𝜉</m:t>
                              </m:r>
                            </m:e>
                          </m:d>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𝐷</m:t>
                      </m:r>
                      <m:r>
                        <a:rPr lang="en-US" b="0" i="1" smtClean="0">
                          <a:solidFill>
                            <a:schemeClr val="tx1"/>
                          </a:solidFill>
                          <a:latin typeface="Cambria Math" panose="02040503050406030204" pitchFamily="18" charset="0"/>
                        </a:rPr>
                        <m:t>𝜉</m:t>
                      </m:r>
                    </m:oMath>
                  </m:oMathPara>
                </a14:m>
                <a:endParaRPr lang="ru-RU" dirty="0"/>
              </a:p>
            </p:txBody>
          </p:sp>
        </mc:Choice>
        <mc:Fallback xmlns="">
          <p:sp>
            <p:nvSpPr>
              <p:cNvPr id="13" name="TextBox 12">
                <a:extLst>
                  <a:ext uri="{FF2B5EF4-FFF2-40B4-BE49-F238E27FC236}">
                    <a16:creationId xmlns:a16="http://schemas.microsoft.com/office/drawing/2014/main" id="{A0B3254D-D4E0-DFC5-2FB0-B7AADF7D1483}"/>
                  </a:ext>
                </a:extLst>
              </p:cNvPr>
              <p:cNvSpPr txBox="1">
                <a:spLocks noRot="1" noChangeAspect="1" noMove="1" noResize="1" noEditPoints="1" noAdjustHandles="1" noChangeArrowheads="1" noChangeShapeType="1" noTextEdit="1"/>
              </p:cNvSpPr>
              <p:nvPr/>
            </p:nvSpPr>
            <p:spPr>
              <a:xfrm>
                <a:off x="0" y="5188591"/>
                <a:ext cx="9144000" cy="459678"/>
              </a:xfrm>
              <a:prstGeom prst="rect">
                <a:avLst/>
              </a:prstGeom>
              <a:blipFill>
                <a:blip r:embed="rId5"/>
                <a:stretch>
                  <a:fillRect b="-7895"/>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1920E40-F82D-ABAB-A5B9-ED837DEFC8B9}"/>
                  </a:ext>
                </a:extLst>
              </p:cNvPr>
              <p:cNvSpPr txBox="1"/>
              <p:nvPr/>
            </p:nvSpPr>
            <p:spPr>
              <a:xfrm>
                <a:off x="0" y="6370778"/>
                <a:ext cx="9144000" cy="369332"/>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US" b="0" i="1" smtClean="0">
                          <a:solidFill>
                            <a:schemeClr val="tx1"/>
                          </a:solidFill>
                          <a:latin typeface="Cambria Math" panose="02040503050406030204" pitchFamily="18" charset="0"/>
                        </a:rPr>
                        <m:t>𝐷</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𝜂</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𝜂</m:t>
                              </m:r>
                              <m:r>
                                <a:rPr lang="en-US" b="0" i="1" smtClean="0">
                                  <a:solidFill>
                                    <a:schemeClr val="tx1"/>
                                  </a:solidFill>
                                  <a:latin typeface="Cambria Math" panose="02040503050406030204" pitchFamily="18" charset="0"/>
                                </a:rPr>
                                <m:t>)</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𝐷</m:t>
                          </m:r>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𝐷</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𝜂</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𝐷</m:t>
                          </m:r>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e>
                              </m:d>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𝐷</m:t>
                          </m:r>
                          <m:r>
                            <a:rPr lang="en-US" b="0" i="1" smtClean="0">
                              <a:solidFill>
                                <a:schemeClr val="tx1"/>
                              </a:solidFill>
                              <a:latin typeface="Cambria Math" panose="02040503050406030204" pitchFamily="18" charset="0"/>
                            </a:rPr>
                            <m:t>𝜂</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𝐷</m:t>
                          </m:r>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𝐷</m:t>
                          </m:r>
                          <m:r>
                            <a:rPr lang="en-US" b="0" i="1" smtClean="0">
                              <a:solidFill>
                                <a:schemeClr val="tx1"/>
                              </a:solidFill>
                              <a:latin typeface="Cambria Math" panose="02040503050406030204" pitchFamily="18" charset="0"/>
                            </a:rPr>
                            <m:t>𝜂</m:t>
                          </m:r>
                        </m:e>
                        <m:sup>
                          <m:r>
                            <a:rPr lang="en-US" b="0" i="1" smtClean="0">
                              <a:solidFill>
                                <a:schemeClr val="tx1"/>
                              </a:solidFill>
                              <a:latin typeface="Cambria Math" panose="02040503050406030204" pitchFamily="18" charset="0"/>
                            </a:rPr>
                            <m:t> </m:t>
                          </m:r>
                        </m:sup>
                      </m:sSup>
                    </m:oMath>
                  </m:oMathPara>
                </a14:m>
                <a:endParaRPr lang="ru-RU" dirty="0"/>
              </a:p>
            </p:txBody>
          </p:sp>
        </mc:Choice>
        <mc:Fallback xmlns="">
          <p:sp>
            <p:nvSpPr>
              <p:cNvPr id="14" name="TextBox 13">
                <a:extLst>
                  <a:ext uri="{FF2B5EF4-FFF2-40B4-BE49-F238E27FC236}">
                    <a16:creationId xmlns:a16="http://schemas.microsoft.com/office/drawing/2014/main" id="{E1920E40-F82D-ABAB-A5B9-ED837DEFC8B9}"/>
                  </a:ext>
                </a:extLst>
              </p:cNvPr>
              <p:cNvSpPr txBox="1">
                <a:spLocks noRot="1" noChangeAspect="1" noMove="1" noResize="1" noEditPoints="1" noAdjustHandles="1" noChangeArrowheads="1" noChangeShapeType="1" noTextEdit="1"/>
              </p:cNvSpPr>
              <p:nvPr/>
            </p:nvSpPr>
            <p:spPr>
              <a:xfrm>
                <a:off x="0" y="6370778"/>
                <a:ext cx="9144000" cy="369332"/>
              </a:xfrm>
              <a:prstGeom prst="rect">
                <a:avLst/>
              </a:prstGeom>
              <a:blipFill>
                <a:blip r:embed="rId6"/>
                <a:stretch>
                  <a:fillRect b="-13115"/>
                </a:stretch>
              </a:blipFill>
            </p:spPr>
            <p:txBody>
              <a:bodyPr/>
              <a:lstStyle/>
              <a:p>
                <a:r>
                  <a:rPr lang="ru-RU">
                    <a:noFill/>
                  </a:rPr>
                  <a:t> </a:t>
                </a:r>
              </a:p>
            </p:txBody>
          </p:sp>
        </mc:Fallback>
      </mc:AlternateContent>
      <mc:AlternateContent xmlns:mc="http://schemas.openxmlformats.org/markup-compatibility/2006" xmlns:p14="http://schemas.microsoft.com/office/powerpoint/2010/main">
        <mc:Choice Requires="p14">
          <p:contentPart p14:bwMode="auto" r:id="rId7">
            <p14:nvContentPartPr>
              <p14:cNvPr id="2" name="Рукописный ввод 1">
                <a:extLst>
                  <a:ext uri="{FF2B5EF4-FFF2-40B4-BE49-F238E27FC236}">
                    <a16:creationId xmlns:a16="http://schemas.microsoft.com/office/drawing/2014/main" id="{66C71C03-0F2F-24FC-280B-AA49361BA5C3}"/>
                  </a:ext>
                </a:extLst>
              </p14:cNvPr>
              <p14:cNvContentPartPr/>
              <p14:nvPr/>
            </p14:nvContentPartPr>
            <p14:xfrm>
              <a:off x="-2074214" y="1706303"/>
              <a:ext cx="273600" cy="337320"/>
            </p14:xfrm>
          </p:contentPart>
        </mc:Choice>
        <mc:Fallback xmlns="">
          <p:pic>
            <p:nvPicPr>
              <p:cNvPr id="2" name="Рукописный ввод 1">
                <a:extLst>
                  <a:ext uri="{FF2B5EF4-FFF2-40B4-BE49-F238E27FC236}">
                    <a16:creationId xmlns:a16="http://schemas.microsoft.com/office/drawing/2014/main" id="{66C71C03-0F2F-24FC-280B-AA49361BA5C3}"/>
                  </a:ext>
                </a:extLst>
              </p:cNvPr>
              <p:cNvPicPr/>
              <p:nvPr/>
            </p:nvPicPr>
            <p:blipFill>
              <a:blip r:embed="rId8"/>
              <a:stretch>
                <a:fillRect/>
              </a:stretch>
            </p:blipFill>
            <p:spPr>
              <a:xfrm>
                <a:off x="-2080334" y="1700183"/>
                <a:ext cx="28584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Рукописный ввод 2">
                <a:extLst>
                  <a:ext uri="{FF2B5EF4-FFF2-40B4-BE49-F238E27FC236}">
                    <a16:creationId xmlns:a16="http://schemas.microsoft.com/office/drawing/2014/main" id="{3513F700-6F2C-8551-3EE5-7710704655E1}"/>
                  </a:ext>
                </a:extLst>
              </p14:cNvPr>
              <p14:cNvContentPartPr/>
              <p14:nvPr/>
            </p14:nvContentPartPr>
            <p14:xfrm>
              <a:off x="-1766414" y="1660583"/>
              <a:ext cx="110520" cy="394920"/>
            </p14:xfrm>
          </p:contentPart>
        </mc:Choice>
        <mc:Fallback xmlns="">
          <p:pic>
            <p:nvPicPr>
              <p:cNvPr id="3" name="Рукописный ввод 2">
                <a:extLst>
                  <a:ext uri="{FF2B5EF4-FFF2-40B4-BE49-F238E27FC236}">
                    <a16:creationId xmlns:a16="http://schemas.microsoft.com/office/drawing/2014/main" id="{3513F700-6F2C-8551-3EE5-7710704655E1}"/>
                  </a:ext>
                </a:extLst>
              </p:cNvPr>
              <p:cNvPicPr/>
              <p:nvPr/>
            </p:nvPicPr>
            <p:blipFill>
              <a:blip r:embed="rId10"/>
              <a:stretch>
                <a:fillRect/>
              </a:stretch>
            </p:blipFill>
            <p:spPr>
              <a:xfrm>
                <a:off x="-1772534" y="1654463"/>
                <a:ext cx="122760" cy="407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 name="Рукописный ввод 3">
                <a:extLst>
                  <a:ext uri="{FF2B5EF4-FFF2-40B4-BE49-F238E27FC236}">
                    <a16:creationId xmlns:a16="http://schemas.microsoft.com/office/drawing/2014/main" id="{2850CCE9-0B12-81AA-15E8-A8FC348A2E0F}"/>
                  </a:ext>
                </a:extLst>
              </p14:cNvPr>
              <p14:cNvContentPartPr/>
              <p14:nvPr/>
            </p14:nvContentPartPr>
            <p14:xfrm>
              <a:off x="-1684334" y="1749143"/>
              <a:ext cx="159840" cy="282240"/>
            </p14:xfrm>
          </p:contentPart>
        </mc:Choice>
        <mc:Fallback xmlns="">
          <p:pic>
            <p:nvPicPr>
              <p:cNvPr id="4" name="Рукописный ввод 3">
                <a:extLst>
                  <a:ext uri="{FF2B5EF4-FFF2-40B4-BE49-F238E27FC236}">
                    <a16:creationId xmlns:a16="http://schemas.microsoft.com/office/drawing/2014/main" id="{2850CCE9-0B12-81AA-15E8-A8FC348A2E0F}"/>
                  </a:ext>
                </a:extLst>
              </p:cNvPr>
              <p:cNvPicPr/>
              <p:nvPr/>
            </p:nvPicPr>
            <p:blipFill>
              <a:blip r:embed="rId12"/>
              <a:stretch>
                <a:fillRect/>
              </a:stretch>
            </p:blipFill>
            <p:spPr>
              <a:xfrm>
                <a:off x="-1690454" y="1743023"/>
                <a:ext cx="1720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 name="Рукописный ввод 6">
                <a:extLst>
                  <a:ext uri="{FF2B5EF4-FFF2-40B4-BE49-F238E27FC236}">
                    <a16:creationId xmlns:a16="http://schemas.microsoft.com/office/drawing/2014/main" id="{49FF4726-E791-E6DC-CB9B-99A08183A33F}"/>
                  </a:ext>
                </a:extLst>
              </p14:cNvPr>
              <p14:cNvContentPartPr/>
              <p14:nvPr/>
            </p14:nvContentPartPr>
            <p14:xfrm>
              <a:off x="-1443134" y="1716023"/>
              <a:ext cx="102960" cy="91080"/>
            </p14:xfrm>
          </p:contentPart>
        </mc:Choice>
        <mc:Fallback xmlns="">
          <p:pic>
            <p:nvPicPr>
              <p:cNvPr id="7" name="Рукописный ввод 6">
                <a:extLst>
                  <a:ext uri="{FF2B5EF4-FFF2-40B4-BE49-F238E27FC236}">
                    <a16:creationId xmlns:a16="http://schemas.microsoft.com/office/drawing/2014/main" id="{49FF4726-E791-E6DC-CB9B-99A08183A33F}"/>
                  </a:ext>
                </a:extLst>
              </p:cNvPr>
              <p:cNvPicPr/>
              <p:nvPr/>
            </p:nvPicPr>
            <p:blipFill>
              <a:blip r:embed="rId14"/>
              <a:stretch>
                <a:fillRect/>
              </a:stretch>
            </p:blipFill>
            <p:spPr>
              <a:xfrm>
                <a:off x="-1449254" y="1709903"/>
                <a:ext cx="1152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Рукописный ввод 9">
                <a:extLst>
                  <a:ext uri="{FF2B5EF4-FFF2-40B4-BE49-F238E27FC236}">
                    <a16:creationId xmlns:a16="http://schemas.microsoft.com/office/drawing/2014/main" id="{F31DD0BF-9295-68B8-AACC-024C271B14E4}"/>
                  </a:ext>
                </a:extLst>
              </p14:cNvPr>
              <p14:cNvContentPartPr/>
              <p14:nvPr/>
            </p14:nvContentPartPr>
            <p14:xfrm>
              <a:off x="-1464374" y="1712063"/>
              <a:ext cx="118440" cy="88560"/>
            </p14:xfrm>
          </p:contentPart>
        </mc:Choice>
        <mc:Fallback xmlns="">
          <p:pic>
            <p:nvPicPr>
              <p:cNvPr id="10" name="Рукописный ввод 9">
                <a:extLst>
                  <a:ext uri="{FF2B5EF4-FFF2-40B4-BE49-F238E27FC236}">
                    <a16:creationId xmlns:a16="http://schemas.microsoft.com/office/drawing/2014/main" id="{F31DD0BF-9295-68B8-AACC-024C271B14E4}"/>
                  </a:ext>
                </a:extLst>
              </p:cNvPr>
              <p:cNvPicPr/>
              <p:nvPr/>
            </p:nvPicPr>
            <p:blipFill>
              <a:blip r:embed="rId16"/>
              <a:stretch>
                <a:fillRect/>
              </a:stretch>
            </p:blipFill>
            <p:spPr>
              <a:xfrm>
                <a:off x="-1470494" y="1705943"/>
                <a:ext cx="13068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Рукописный ввод 11">
                <a:extLst>
                  <a:ext uri="{FF2B5EF4-FFF2-40B4-BE49-F238E27FC236}">
                    <a16:creationId xmlns:a16="http://schemas.microsoft.com/office/drawing/2014/main" id="{E694E241-1AA4-FDD1-518C-64C931FF090B}"/>
                  </a:ext>
                </a:extLst>
              </p14:cNvPr>
              <p14:cNvContentPartPr/>
              <p14:nvPr/>
            </p14:nvContentPartPr>
            <p14:xfrm>
              <a:off x="-1222454" y="1604063"/>
              <a:ext cx="196560" cy="259200"/>
            </p14:xfrm>
          </p:contentPart>
        </mc:Choice>
        <mc:Fallback xmlns="">
          <p:pic>
            <p:nvPicPr>
              <p:cNvPr id="12" name="Рукописный ввод 11">
                <a:extLst>
                  <a:ext uri="{FF2B5EF4-FFF2-40B4-BE49-F238E27FC236}">
                    <a16:creationId xmlns:a16="http://schemas.microsoft.com/office/drawing/2014/main" id="{E694E241-1AA4-FDD1-518C-64C931FF090B}"/>
                  </a:ext>
                </a:extLst>
              </p:cNvPr>
              <p:cNvPicPr/>
              <p:nvPr/>
            </p:nvPicPr>
            <p:blipFill>
              <a:blip r:embed="rId18"/>
              <a:stretch>
                <a:fillRect/>
              </a:stretch>
            </p:blipFill>
            <p:spPr>
              <a:xfrm>
                <a:off x="-1228574" y="1597943"/>
                <a:ext cx="20880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Рукописный ввод 14">
                <a:extLst>
                  <a:ext uri="{FF2B5EF4-FFF2-40B4-BE49-F238E27FC236}">
                    <a16:creationId xmlns:a16="http://schemas.microsoft.com/office/drawing/2014/main" id="{FAD3A6A0-37B5-8CEA-B477-D9E92A81482A}"/>
                  </a:ext>
                </a:extLst>
              </p14:cNvPr>
              <p14:cNvContentPartPr/>
              <p14:nvPr/>
            </p14:nvContentPartPr>
            <p14:xfrm>
              <a:off x="-1167734" y="1449623"/>
              <a:ext cx="228960" cy="357120"/>
            </p14:xfrm>
          </p:contentPart>
        </mc:Choice>
        <mc:Fallback xmlns="">
          <p:pic>
            <p:nvPicPr>
              <p:cNvPr id="15" name="Рукописный ввод 14">
                <a:extLst>
                  <a:ext uri="{FF2B5EF4-FFF2-40B4-BE49-F238E27FC236}">
                    <a16:creationId xmlns:a16="http://schemas.microsoft.com/office/drawing/2014/main" id="{FAD3A6A0-37B5-8CEA-B477-D9E92A81482A}"/>
                  </a:ext>
                </a:extLst>
              </p:cNvPr>
              <p:cNvPicPr/>
              <p:nvPr/>
            </p:nvPicPr>
            <p:blipFill>
              <a:blip r:embed="rId20"/>
              <a:stretch>
                <a:fillRect/>
              </a:stretch>
            </p:blipFill>
            <p:spPr>
              <a:xfrm>
                <a:off x="-1173854" y="1443503"/>
                <a:ext cx="24120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Рукописный ввод 15">
                <a:extLst>
                  <a:ext uri="{FF2B5EF4-FFF2-40B4-BE49-F238E27FC236}">
                    <a16:creationId xmlns:a16="http://schemas.microsoft.com/office/drawing/2014/main" id="{B38672C7-D434-B419-E2A2-7D7D0301FB9B}"/>
                  </a:ext>
                </a:extLst>
              </p14:cNvPr>
              <p14:cNvContentPartPr/>
              <p14:nvPr/>
            </p14:nvContentPartPr>
            <p14:xfrm>
              <a:off x="-867854" y="1420463"/>
              <a:ext cx="106920" cy="64800"/>
            </p14:xfrm>
          </p:contentPart>
        </mc:Choice>
        <mc:Fallback xmlns="">
          <p:pic>
            <p:nvPicPr>
              <p:cNvPr id="16" name="Рукописный ввод 15">
                <a:extLst>
                  <a:ext uri="{FF2B5EF4-FFF2-40B4-BE49-F238E27FC236}">
                    <a16:creationId xmlns:a16="http://schemas.microsoft.com/office/drawing/2014/main" id="{B38672C7-D434-B419-E2A2-7D7D0301FB9B}"/>
                  </a:ext>
                </a:extLst>
              </p:cNvPr>
              <p:cNvPicPr/>
              <p:nvPr/>
            </p:nvPicPr>
            <p:blipFill>
              <a:blip r:embed="rId22"/>
              <a:stretch>
                <a:fillRect/>
              </a:stretch>
            </p:blipFill>
            <p:spPr>
              <a:xfrm>
                <a:off x="-873974" y="1414343"/>
                <a:ext cx="11916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Рукописный ввод 16">
                <a:extLst>
                  <a:ext uri="{FF2B5EF4-FFF2-40B4-BE49-F238E27FC236}">
                    <a16:creationId xmlns:a16="http://schemas.microsoft.com/office/drawing/2014/main" id="{8665F68D-3C2B-741C-F759-9D6904BF3BE5}"/>
                  </a:ext>
                </a:extLst>
              </p14:cNvPr>
              <p14:cNvContentPartPr/>
              <p14:nvPr/>
            </p14:nvContentPartPr>
            <p14:xfrm>
              <a:off x="-847334" y="1509023"/>
              <a:ext cx="96840" cy="57960"/>
            </p14:xfrm>
          </p:contentPart>
        </mc:Choice>
        <mc:Fallback xmlns="">
          <p:pic>
            <p:nvPicPr>
              <p:cNvPr id="17" name="Рукописный ввод 16">
                <a:extLst>
                  <a:ext uri="{FF2B5EF4-FFF2-40B4-BE49-F238E27FC236}">
                    <a16:creationId xmlns:a16="http://schemas.microsoft.com/office/drawing/2014/main" id="{8665F68D-3C2B-741C-F759-9D6904BF3BE5}"/>
                  </a:ext>
                </a:extLst>
              </p:cNvPr>
              <p:cNvPicPr/>
              <p:nvPr/>
            </p:nvPicPr>
            <p:blipFill>
              <a:blip r:embed="rId24"/>
              <a:stretch>
                <a:fillRect/>
              </a:stretch>
            </p:blipFill>
            <p:spPr>
              <a:xfrm>
                <a:off x="-853454" y="1502903"/>
                <a:ext cx="10908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Рукописный ввод 17">
                <a:extLst>
                  <a:ext uri="{FF2B5EF4-FFF2-40B4-BE49-F238E27FC236}">
                    <a16:creationId xmlns:a16="http://schemas.microsoft.com/office/drawing/2014/main" id="{998BC6FA-1957-F746-2826-6C97E3ABEC0A}"/>
                  </a:ext>
                </a:extLst>
              </p14:cNvPr>
              <p14:cNvContentPartPr/>
              <p14:nvPr/>
            </p14:nvContentPartPr>
            <p14:xfrm>
              <a:off x="-1996094" y="2562023"/>
              <a:ext cx="92160" cy="96480"/>
            </p14:xfrm>
          </p:contentPart>
        </mc:Choice>
        <mc:Fallback xmlns="">
          <p:pic>
            <p:nvPicPr>
              <p:cNvPr id="18" name="Рукописный ввод 17">
                <a:extLst>
                  <a:ext uri="{FF2B5EF4-FFF2-40B4-BE49-F238E27FC236}">
                    <a16:creationId xmlns:a16="http://schemas.microsoft.com/office/drawing/2014/main" id="{998BC6FA-1957-F746-2826-6C97E3ABEC0A}"/>
                  </a:ext>
                </a:extLst>
              </p:cNvPr>
              <p:cNvPicPr/>
              <p:nvPr/>
            </p:nvPicPr>
            <p:blipFill>
              <a:blip r:embed="rId26"/>
              <a:stretch>
                <a:fillRect/>
              </a:stretch>
            </p:blipFill>
            <p:spPr>
              <a:xfrm>
                <a:off x="-2002214" y="2555903"/>
                <a:ext cx="10440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Рукописный ввод 18">
                <a:extLst>
                  <a:ext uri="{FF2B5EF4-FFF2-40B4-BE49-F238E27FC236}">
                    <a16:creationId xmlns:a16="http://schemas.microsoft.com/office/drawing/2014/main" id="{05A14AAA-73CA-8343-D54F-DEE5D7E64986}"/>
                  </a:ext>
                </a:extLst>
              </p14:cNvPr>
              <p14:cNvContentPartPr/>
              <p14:nvPr/>
            </p14:nvContentPartPr>
            <p14:xfrm>
              <a:off x="-1948934" y="2657423"/>
              <a:ext cx="99360" cy="74880"/>
            </p14:xfrm>
          </p:contentPart>
        </mc:Choice>
        <mc:Fallback xmlns="">
          <p:pic>
            <p:nvPicPr>
              <p:cNvPr id="19" name="Рукописный ввод 18">
                <a:extLst>
                  <a:ext uri="{FF2B5EF4-FFF2-40B4-BE49-F238E27FC236}">
                    <a16:creationId xmlns:a16="http://schemas.microsoft.com/office/drawing/2014/main" id="{05A14AAA-73CA-8343-D54F-DEE5D7E64986}"/>
                  </a:ext>
                </a:extLst>
              </p:cNvPr>
              <p:cNvPicPr/>
              <p:nvPr/>
            </p:nvPicPr>
            <p:blipFill>
              <a:blip r:embed="rId28"/>
              <a:stretch>
                <a:fillRect/>
              </a:stretch>
            </p:blipFill>
            <p:spPr>
              <a:xfrm>
                <a:off x="-1955054" y="2651303"/>
                <a:ext cx="1116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Рукописный ввод 19">
                <a:extLst>
                  <a:ext uri="{FF2B5EF4-FFF2-40B4-BE49-F238E27FC236}">
                    <a16:creationId xmlns:a16="http://schemas.microsoft.com/office/drawing/2014/main" id="{289981FD-FE5F-201F-6C6D-072778951D13}"/>
                  </a:ext>
                </a:extLst>
              </p14:cNvPr>
              <p14:cNvContentPartPr/>
              <p14:nvPr/>
            </p14:nvContentPartPr>
            <p14:xfrm>
              <a:off x="-1647974" y="2225063"/>
              <a:ext cx="179280" cy="255960"/>
            </p14:xfrm>
          </p:contentPart>
        </mc:Choice>
        <mc:Fallback xmlns="">
          <p:pic>
            <p:nvPicPr>
              <p:cNvPr id="20" name="Рукописный ввод 19">
                <a:extLst>
                  <a:ext uri="{FF2B5EF4-FFF2-40B4-BE49-F238E27FC236}">
                    <a16:creationId xmlns:a16="http://schemas.microsoft.com/office/drawing/2014/main" id="{289981FD-FE5F-201F-6C6D-072778951D13}"/>
                  </a:ext>
                </a:extLst>
              </p:cNvPr>
              <p:cNvPicPr/>
              <p:nvPr/>
            </p:nvPicPr>
            <p:blipFill>
              <a:blip r:embed="rId30"/>
              <a:stretch>
                <a:fillRect/>
              </a:stretch>
            </p:blipFill>
            <p:spPr>
              <a:xfrm>
                <a:off x="-1654094" y="2218943"/>
                <a:ext cx="19152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Рукописный ввод 20">
                <a:extLst>
                  <a:ext uri="{FF2B5EF4-FFF2-40B4-BE49-F238E27FC236}">
                    <a16:creationId xmlns:a16="http://schemas.microsoft.com/office/drawing/2014/main" id="{AB3D266E-7462-9214-AA4E-C478E209F68B}"/>
                  </a:ext>
                </a:extLst>
              </p14:cNvPr>
              <p14:cNvContentPartPr/>
              <p14:nvPr/>
            </p14:nvContentPartPr>
            <p14:xfrm>
              <a:off x="-1418294" y="2146223"/>
              <a:ext cx="91080" cy="387360"/>
            </p14:xfrm>
          </p:contentPart>
        </mc:Choice>
        <mc:Fallback xmlns="">
          <p:pic>
            <p:nvPicPr>
              <p:cNvPr id="21" name="Рукописный ввод 20">
                <a:extLst>
                  <a:ext uri="{FF2B5EF4-FFF2-40B4-BE49-F238E27FC236}">
                    <a16:creationId xmlns:a16="http://schemas.microsoft.com/office/drawing/2014/main" id="{AB3D266E-7462-9214-AA4E-C478E209F68B}"/>
                  </a:ext>
                </a:extLst>
              </p:cNvPr>
              <p:cNvPicPr/>
              <p:nvPr/>
            </p:nvPicPr>
            <p:blipFill>
              <a:blip r:embed="rId32"/>
              <a:stretch>
                <a:fillRect/>
              </a:stretch>
            </p:blipFill>
            <p:spPr>
              <a:xfrm>
                <a:off x="-1424414" y="2140103"/>
                <a:ext cx="103320" cy="399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Рукописный ввод 21">
                <a:extLst>
                  <a:ext uri="{FF2B5EF4-FFF2-40B4-BE49-F238E27FC236}">
                    <a16:creationId xmlns:a16="http://schemas.microsoft.com/office/drawing/2014/main" id="{042341EE-DAC7-F5D0-5945-EF0C7449F421}"/>
                  </a:ext>
                </a:extLst>
              </p14:cNvPr>
              <p14:cNvContentPartPr/>
              <p14:nvPr/>
            </p14:nvContentPartPr>
            <p14:xfrm>
              <a:off x="-1243694" y="2222183"/>
              <a:ext cx="74520" cy="261000"/>
            </p14:xfrm>
          </p:contentPart>
        </mc:Choice>
        <mc:Fallback xmlns="">
          <p:pic>
            <p:nvPicPr>
              <p:cNvPr id="22" name="Рукописный ввод 21">
                <a:extLst>
                  <a:ext uri="{FF2B5EF4-FFF2-40B4-BE49-F238E27FC236}">
                    <a16:creationId xmlns:a16="http://schemas.microsoft.com/office/drawing/2014/main" id="{042341EE-DAC7-F5D0-5945-EF0C7449F421}"/>
                  </a:ext>
                </a:extLst>
              </p:cNvPr>
              <p:cNvPicPr/>
              <p:nvPr/>
            </p:nvPicPr>
            <p:blipFill>
              <a:blip r:embed="rId34"/>
              <a:stretch>
                <a:fillRect/>
              </a:stretch>
            </p:blipFill>
            <p:spPr>
              <a:xfrm>
                <a:off x="-1249814" y="2216063"/>
                <a:ext cx="8676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Рукописный ввод 22">
                <a:extLst>
                  <a:ext uri="{FF2B5EF4-FFF2-40B4-BE49-F238E27FC236}">
                    <a16:creationId xmlns:a16="http://schemas.microsoft.com/office/drawing/2014/main" id="{A976CE7B-F447-AE6F-7518-2C34D7EB6F76}"/>
                  </a:ext>
                </a:extLst>
              </p14:cNvPr>
              <p14:cNvContentPartPr/>
              <p14:nvPr/>
            </p14:nvContentPartPr>
            <p14:xfrm>
              <a:off x="-1149374" y="2121743"/>
              <a:ext cx="172800" cy="302040"/>
            </p14:xfrm>
          </p:contentPart>
        </mc:Choice>
        <mc:Fallback xmlns="">
          <p:pic>
            <p:nvPicPr>
              <p:cNvPr id="23" name="Рукописный ввод 22">
                <a:extLst>
                  <a:ext uri="{FF2B5EF4-FFF2-40B4-BE49-F238E27FC236}">
                    <a16:creationId xmlns:a16="http://schemas.microsoft.com/office/drawing/2014/main" id="{A976CE7B-F447-AE6F-7518-2C34D7EB6F76}"/>
                  </a:ext>
                </a:extLst>
              </p:cNvPr>
              <p:cNvPicPr/>
              <p:nvPr/>
            </p:nvPicPr>
            <p:blipFill>
              <a:blip r:embed="rId36"/>
              <a:stretch>
                <a:fillRect/>
              </a:stretch>
            </p:blipFill>
            <p:spPr>
              <a:xfrm>
                <a:off x="-1155494" y="2115623"/>
                <a:ext cx="18504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Рукописный ввод 23">
                <a:extLst>
                  <a:ext uri="{FF2B5EF4-FFF2-40B4-BE49-F238E27FC236}">
                    <a16:creationId xmlns:a16="http://schemas.microsoft.com/office/drawing/2014/main" id="{620E1E5A-C2C3-ED74-4FB6-1D288AED92B1}"/>
                  </a:ext>
                </a:extLst>
              </p14:cNvPr>
              <p14:cNvContentPartPr/>
              <p14:nvPr/>
            </p14:nvContentPartPr>
            <p14:xfrm>
              <a:off x="-916454" y="2105903"/>
              <a:ext cx="38160" cy="181440"/>
            </p14:xfrm>
          </p:contentPart>
        </mc:Choice>
        <mc:Fallback xmlns="">
          <p:pic>
            <p:nvPicPr>
              <p:cNvPr id="24" name="Рукописный ввод 23">
                <a:extLst>
                  <a:ext uri="{FF2B5EF4-FFF2-40B4-BE49-F238E27FC236}">
                    <a16:creationId xmlns:a16="http://schemas.microsoft.com/office/drawing/2014/main" id="{620E1E5A-C2C3-ED74-4FB6-1D288AED92B1}"/>
                  </a:ext>
                </a:extLst>
              </p:cNvPr>
              <p:cNvPicPr/>
              <p:nvPr/>
            </p:nvPicPr>
            <p:blipFill>
              <a:blip r:embed="rId38"/>
              <a:stretch>
                <a:fillRect/>
              </a:stretch>
            </p:blipFill>
            <p:spPr>
              <a:xfrm>
                <a:off x="-922574" y="2099783"/>
                <a:ext cx="5040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Рукописный ввод 24">
                <a:extLst>
                  <a:ext uri="{FF2B5EF4-FFF2-40B4-BE49-F238E27FC236}">
                    <a16:creationId xmlns:a16="http://schemas.microsoft.com/office/drawing/2014/main" id="{683BE6FB-A8BB-EBF7-6FF4-DEF7E9FFE249}"/>
                  </a:ext>
                </a:extLst>
              </p14:cNvPr>
              <p14:cNvContentPartPr/>
              <p14:nvPr/>
            </p14:nvContentPartPr>
            <p14:xfrm>
              <a:off x="-981614" y="2169263"/>
              <a:ext cx="134280" cy="87480"/>
            </p14:xfrm>
          </p:contentPart>
        </mc:Choice>
        <mc:Fallback xmlns="">
          <p:pic>
            <p:nvPicPr>
              <p:cNvPr id="25" name="Рукописный ввод 24">
                <a:extLst>
                  <a:ext uri="{FF2B5EF4-FFF2-40B4-BE49-F238E27FC236}">
                    <a16:creationId xmlns:a16="http://schemas.microsoft.com/office/drawing/2014/main" id="{683BE6FB-A8BB-EBF7-6FF4-DEF7E9FFE249}"/>
                  </a:ext>
                </a:extLst>
              </p:cNvPr>
              <p:cNvPicPr/>
              <p:nvPr/>
            </p:nvPicPr>
            <p:blipFill>
              <a:blip r:embed="rId40"/>
              <a:stretch>
                <a:fillRect/>
              </a:stretch>
            </p:blipFill>
            <p:spPr>
              <a:xfrm>
                <a:off x="-987734" y="2163143"/>
                <a:ext cx="14652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Рукописный ввод 25">
                <a:extLst>
                  <a:ext uri="{FF2B5EF4-FFF2-40B4-BE49-F238E27FC236}">
                    <a16:creationId xmlns:a16="http://schemas.microsoft.com/office/drawing/2014/main" id="{29D39E70-2281-BF1B-C03C-2739043D11E7}"/>
                  </a:ext>
                </a:extLst>
              </p14:cNvPr>
              <p14:cNvContentPartPr/>
              <p14:nvPr/>
            </p14:nvContentPartPr>
            <p14:xfrm>
              <a:off x="-798734" y="1994663"/>
              <a:ext cx="202320" cy="340560"/>
            </p14:xfrm>
          </p:contentPart>
        </mc:Choice>
        <mc:Fallback xmlns="">
          <p:pic>
            <p:nvPicPr>
              <p:cNvPr id="26" name="Рукописный ввод 25">
                <a:extLst>
                  <a:ext uri="{FF2B5EF4-FFF2-40B4-BE49-F238E27FC236}">
                    <a16:creationId xmlns:a16="http://schemas.microsoft.com/office/drawing/2014/main" id="{29D39E70-2281-BF1B-C03C-2739043D11E7}"/>
                  </a:ext>
                </a:extLst>
              </p:cNvPr>
              <p:cNvPicPr/>
              <p:nvPr/>
            </p:nvPicPr>
            <p:blipFill>
              <a:blip r:embed="rId42"/>
              <a:stretch>
                <a:fillRect/>
              </a:stretch>
            </p:blipFill>
            <p:spPr>
              <a:xfrm>
                <a:off x="-804854" y="1988543"/>
                <a:ext cx="21456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Рукописный ввод 26">
                <a:extLst>
                  <a:ext uri="{FF2B5EF4-FFF2-40B4-BE49-F238E27FC236}">
                    <a16:creationId xmlns:a16="http://schemas.microsoft.com/office/drawing/2014/main" id="{DCBD9872-ACBF-E758-C856-F1DE6199D2F6}"/>
                  </a:ext>
                </a:extLst>
              </p14:cNvPr>
              <p14:cNvContentPartPr/>
              <p14:nvPr/>
            </p14:nvContentPartPr>
            <p14:xfrm>
              <a:off x="-653654" y="1882343"/>
              <a:ext cx="168840" cy="426240"/>
            </p14:xfrm>
          </p:contentPart>
        </mc:Choice>
        <mc:Fallback xmlns="">
          <p:pic>
            <p:nvPicPr>
              <p:cNvPr id="27" name="Рукописный ввод 26">
                <a:extLst>
                  <a:ext uri="{FF2B5EF4-FFF2-40B4-BE49-F238E27FC236}">
                    <a16:creationId xmlns:a16="http://schemas.microsoft.com/office/drawing/2014/main" id="{DCBD9872-ACBF-E758-C856-F1DE6199D2F6}"/>
                  </a:ext>
                </a:extLst>
              </p:cNvPr>
              <p:cNvPicPr/>
              <p:nvPr/>
            </p:nvPicPr>
            <p:blipFill>
              <a:blip r:embed="rId44"/>
              <a:stretch>
                <a:fillRect/>
              </a:stretch>
            </p:blipFill>
            <p:spPr>
              <a:xfrm>
                <a:off x="-659774" y="1876223"/>
                <a:ext cx="18108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Рукописный ввод 27">
                <a:extLst>
                  <a:ext uri="{FF2B5EF4-FFF2-40B4-BE49-F238E27FC236}">
                    <a16:creationId xmlns:a16="http://schemas.microsoft.com/office/drawing/2014/main" id="{321A218E-D4A5-A71A-7222-C09282B7E1E7}"/>
                  </a:ext>
                </a:extLst>
              </p14:cNvPr>
              <p14:cNvContentPartPr/>
              <p14:nvPr/>
            </p14:nvContentPartPr>
            <p14:xfrm>
              <a:off x="-492734" y="1790543"/>
              <a:ext cx="192960" cy="172440"/>
            </p14:xfrm>
          </p:contentPart>
        </mc:Choice>
        <mc:Fallback xmlns="">
          <p:pic>
            <p:nvPicPr>
              <p:cNvPr id="28" name="Рукописный ввод 27">
                <a:extLst>
                  <a:ext uri="{FF2B5EF4-FFF2-40B4-BE49-F238E27FC236}">
                    <a16:creationId xmlns:a16="http://schemas.microsoft.com/office/drawing/2014/main" id="{321A218E-D4A5-A71A-7222-C09282B7E1E7}"/>
                  </a:ext>
                </a:extLst>
              </p:cNvPr>
              <p:cNvPicPr/>
              <p:nvPr/>
            </p:nvPicPr>
            <p:blipFill>
              <a:blip r:embed="rId46"/>
              <a:stretch>
                <a:fillRect/>
              </a:stretch>
            </p:blipFill>
            <p:spPr>
              <a:xfrm>
                <a:off x="-498854" y="1784423"/>
                <a:ext cx="2052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Рукописный ввод 28">
                <a:extLst>
                  <a:ext uri="{FF2B5EF4-FFF2-40B4-BE49-F238E27FC236}">
                    <a16:creationId xmlns:a16="http://schemas.microsoft.com/office/drawing/2014/main" id="{DB71B0E7-52D5-D5F4-E226-2DEC330ACD09}"/>
                  </a:ext>
                </a:extLst>
              </p14:cNvPr>
              <p14:cNvContentPartPr/>
              <p14:nvPr/>
            </p14:nvContentPartPr>
            <p14:xfrm>
              <a:off x="-2038934" y="3271583"/>
              <a:ext cx="146520" cy="54360"/>
            </p14:xfrm>
          </p:contentPart>
        </mc:Choice>
        <mc:Fallback xmlns="">
          <p:pic>
            <p:nvPicPr>
              <p:cNvPr id="29" name="Рукописный ввод 28">
                <a:extLst>
                  <a:ext uri="{FF2B5EF4-FFF2-40B4-BE49-F238E27FC236}">
                    <a16:creationId xmlns:a16="http://schemas.microsoft.com/office/drawing/2014/main" id="{DB71B0E7-52D5-D5F4-E226-2DEC330ACD09}"/>
                  </a:ext>
                </a:extLst>
              </p:cNvPr>
              <p:cNvPicPr/>
              <p:nvPr/>
            </p:nvPicPr>
            <p:blipFill>
              <a:blip r:embed="rId48"/>
              <a:stretch>
                <a:fillRect/>
              </a:stretch>
            </p:blipFill>
            <p:spPr>
              <a:xfrm>
                <a:off x="-2045054" y="3265463"/>
                <a:ext cx="1587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Рукописный ввод 29">
                <a:extLst>
                  <a:ext uri="{FF2B5EF4-FFF2-40B4-BE49-F238E27FC236}">
                    <a16:creationId xmlns:a16="http://schemas.microsoft.com/office/drawing/2014/main" id="{0BCD52DF-91BF-2A34-2B13-0EEB7136770F}"/>
                  </a:ext>
                </a:extLst>
              </p14:cNvPr>
              <p14:cNvContentPartPr/>
              <p14:nvPr/>
            </p14:nvContentPartPr>
            <p14:xfrm>
              <a:off x="-1780454" y="2973503"/>
              <a:ext cx="312480" cy="354600"/>
            </p14:xfrm>
          </p:contentPart>
        </mc:Choice>
        <mc:Fallback xmlns="">
          <p:pic>
            <p:nvPicPr>
              <p:cNvPr id="30" name="Рукописный ввод 29">
                <a:extLst>
                  <a:ext uri="{FF2B5EF4-FFF2-40B4-BE49-F238E27FC236}">
                    <a16:creationId xmlns:a16="http://schemas.microsoft.com/office/drawing/2014/main" id="{0BCD52DF-91BF-2A34-2B13-0EEB7136770F}"/>
                  </a:ext>
                </a:extLst>
              </p:cNvPr>
              <p:cNvPicPr/>
              <p:nvPr/>
            </p:nvPicPr>
            <p:blipFill>
              <a:blip r:embed="rId50"/>
              <a:stretch>
                <a:fillRect/>
              </a:stretch>
            </p:blipFill>
            <p:spPr>
              <a:xfrm>
                <a:off x="-1786574" y="2967383"/>
                <a:ext cx="32472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Рукописный ввод 30">
                <a:extLst>
                  <a:ext uri="{FF2B5EF4-FFF2-40B4-BE49-F238E27FC236}">
                    <a16:creationId xmlns:a16="http://schemas.microsoft.com/office/drawing/2014/main" id="{E12FEDDB-D8D7-B69F-9C46-545CA146C944}"/>
                  </a:ext>
                </a:extLst>
              </p14:cNvPr>
              <p14:cNvContentPartPr/>
              <p14:nvPr/>
            </p14:nvContentPartPr>
            <p14:xfrm>
              <a:off x="-1365014" y="2886383"/>
              <a:ext cx="119160" cy="381240"/>
            </p14:xfrm>
          </p:contentPart>
        </mc:Choice>
        <mc:Fallback xmlns="">
          <p:pic>
            <p:nvPicPr>
              <p:cNvPr id="31" name="Рукописный ввод 30">
                <a:extLst>
                  <a:ext uri="{FF2B5EF4-FFF2-40B4-BE49-F238E27FC236}">
                    <a16:creationId xmlns:a16="http://schemas.microsoft.com/office/drawing/2014/main" id="{E12FEDDB-D8D7-B69F-9C46-545CA146C944}"/>
                  </a:ext>
                </a:extLst>
              </p:cNvPr>
              <p:cNvPicPr/>
              <p:nvPr/>
            </p:nvPicPr>
            <p:blipFill>
              <a:blip r:embed="rId52"/>
              <a:stretch>
                <a:fillRect/>
              </a:stretch>
            </p:blipFill>
            <p:spPr>
              <a:xfrm>
                <a:off x="-1371134" y="2880263"/>
                <a:ext cx="13140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Рукописный ввод 31">
                <a:extLst>
                  <a:ext uri="{FF2B5EF4-FFF2-40B4-BE49-F238E27FC236}">
                    <a16:creationId xmlns:a16="http://schemas.microsoft.com/office/drawing/2014/main" id="{8DC71144-C0A3-D89A-8119-C2789BDCDCB0}"/>
                  </a:ext>
                </a:extLst>
              </p14:cNvPr>
              <p14:cNvContentPartPr/>
              <p14:nvPr/>
            </p14:nvContentPartPr>
            <p14:xfrm>
              <a:off x="-1208774" y="2895743"/>
              <a:ext cx="191160" cy="275760"/>
            </p14:xfrm>
          </p:contentPart>
        </mc:Choice>
        <mc:Fallback xmlns="">
          <p:pic>
            <p:nvPicPr>
              <p:cNvPr id="32" name="Рукописный ввод 31">
                <a:extLst>
                  <a:ext uri="{FF2B5EF4-FFF2-40B4-BE49-F238E27FC236}">
                    <a16:creationId xmlns:a16="http://schemas.microsoft.com/office/drawing/2014/main" id="{8DC71144-C0A3-D89A-8119-C2789BDCDCB0}"/>
                  </a:ext>
                </a:extLst>
              </p:cNvPr>
              <p:cNvPicPr/>
              <p:nvPr/>
            </p:nvPicPr>
            <p:blipFill>
              <a:blip r:embed="rId54"/>
              <a:stretch>
                <a:fillRect/>
              </a:stretch>
            </p:blipFill>
            <p:spPr>
              <a:xfrm>
                <a:off x="-1214894" y="2889623"/>
                <a:ext cx="20340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Рукописный ввод 32">
                <a:extLst>
                  <a:ext uri="{FF2B5EF4-FFF2-40B4-BE49-F238E27FC236}">
                    <a16:creationId xmlns:a16="http://schemas.microsoft.com/office/drawing/2014/main" id="{A90B8808-6727-E20D-D5FD-058C8B8D6A4D}"/>
                  </a:ext>
                </a:extLst>
              </p14:cNvPr>
              <p14:cNvContentPartPr/>
              <p14:nvPr/>
            </p14:nvContentPartPr>
            <p14:xfrm>
              <a:off x="-984494" y="2830943"/>
              <a:ext cx="65880" cy="139680"/>
            </p14:xfrm>
          </p:contentPart>
        </mc:Choice>
        <mc:Fallback xmlns="">
          <p:pic>
            <p:nvPicPr>
              <p:cNvPr id="33" name="Рукописный ввод 32">
                <a:extLst>
                  <a:ext uri="{FF2B5EF4-FFF2-40B4-BE49-F238E27FC236}">
                    <a16:creationId xmlns:a16="http://schemas.microsoft.com/office/drawing/2014/main" id="{A90B8808-6727-E20D-D5FD-058C8B8D6A4D}"/>
                  </a:ext>
                </a:extLst>
              </p:cNvPr>
              <p:cNvPicPr/>
              <p:nvPr/>
            </p:nvPicPr>
            <p:blipFill>
              <a:blip r:embed="rId56"/>
              <a:stretch>
                <a:fillRect/>
              </a:stretch>
            </p:blipFill>
            <p:spPr>
              <a:xfrm>
                <a:off x="-990614" y="2824823"/>
                <a:ext cx="7812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 name="Рукописный ввод 33">
                <a:extLst>
                  <a:ext uri="{FF2B5EF4-FFF2-40B4-BE49-F238E27FC236}">
                    <a16:creationId xmlns:a16="http://schemas.microsoft.com/office/drawing/2014/main" id="{D3843316-B0F2-56F8-564E-1F02BDF8193C}"/>
                  </a:ext>
                </a:extLst>
              </p14:cNvPr>
              <p14:cNvContentPartPr/>
              <p14:nvPr/>
            </p14:nvContentPartPr>
            <p14:xfrm>
              <a:off x="-1040654" y="2870903"/>
              <a:ext cx="133200" cy="33120"/>
            </p14:xfrm>
          </p:contentPart>
        </mc:Choice>
        <mc:Fallback xmlns="">
          <p:pic>
            <p:nvPicPr>
              <p:cNvPr id="34" name="Рукописный ввод 33">
                <a:extLst>
                  <a:ext uri="{FF2B5EF4-FFF2-40B4-BE49-F238E27FC236}">
                    <a16:creationId xmlns:a16="http://schemas.microsoft.com/office/drawing/2014/main" id="{D3843316-B0F2-56F8-564E-1F02BDF8193C}"/>
                  </a:ext>
                </a:extLst>
              </p:cNvPr>
              <p:cNvPicPr/>
              <p:nvPr/>
            </p:nvPicPr>
            <p:blipFill>
              <a:blip r:embed="rId58"/>
              <a:stretch>
                <a:fillRect/>
              </a:stretch>
            </p:blipFill>
            <p:spPr>
              <a:xfrm>
                <a:off x="-1046774" y="2864783"/>
                <a:ext cx="1454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5" name="Рукописный ввод 34">
                <a:extLst>
                  <a:ext uri="{FF2B5EF4-FFF2-40B4-BE49-F238E27FC236}">
                    <a16:creationId xmlns:a16="http://schemas.microsoft.com/office/drawing/2014/main" id="{9CE7F3CB-C707-B09D-ABF6-42D111A3BDA6}"/>
                  </a:ext>
                </a:extLst>
              </p14:cNvPr>
              <p14:cNvContentPartPr/>
              <p14:nvPr/>
            </p14:nvContentPartPr>
            <p14:xfrm>
              <a:off x="-844094" y="2762903"/>
              <a:ext cx="187920" cy="284040"/>
            </p14:xfrm>
          </p:contentPart>
        </mc:Choice>
        <mc:Fallback xmlns="">
          <p:pic>
            <p:nvPicPr>
              <p:cNvPr id="35" name="Рукописный ввод 34">
                <a:extLst>
                  <a:ext uri="{FF2B5EF4-FFF2-40B4-BE49-F238E27FC236}">
                    <a16:creationId xmlns:a16="http://schemas.microsoft.com/office/drawing/2014/main" id="{9CE7F3CB-C707-B09D-ABF6-42D111A3BDA6}"/>
                  </a:ext>
                </a:extLst>
              </p:cNvPr>
              <p:cNvPicPr/>
              <p:nvPr/>
            </p:nvPicPr>
            <p:blipFill>
              <a:blip r:embed="rId60"/>
              <a:stretch>
                <a:fillRect/>
              </a:stretch>
            </p:blipFill>
            <p:spPr>
              <a:xfrm>
                <a:off x="-850214" y="2756783"/>
                <a:ext cx="20016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6" name="Рукописный ввод 35">
                <a:extLst>
                  <a:ext uri="{FF2B5EF4-FFF2-40B4-BE49-F238E27FC236}">
                    <a16:creationId xmlns:a16="http://schemas.microsoft.com/office/drawing/2014/main" id="{1F8332BF-4AED-51A1-D9B8-147207F2850E}"/>
                  </a:ext>
                </a:extLst>
              </p14:cNvPr>
              <p14:cNvContentPartPr/>
              <p14:nvPr/>
            </p14:nvContentPartPr>
            <p14:xfrm>
              <a:off x="-795854" y="2651663"/>
              <a:ext cx="225000" cy="278640"/>
            </p14:xfrm>
          </p:contentPart>
        </mc:Choice>
        <mc:Fallback xmlns="">
          <p:pic>
            <p:nvPicPr>
              <p:cNvPr id="36" name="Рукописный ввод 35">
                <a:extLst>
                  <a:ext uri="{FF2B5EF4-FFF2-40B4-BE49-F238E27FC236}">
                    <a16:creationId xmlns:a16="http://schemas.microsoft.com/office/drawing/2014/main" id="{1F8332BF-4AED-51A1-D9B8-147207F2850E}"/>
                  </a:ext>
                </a:extLst>
              </p:cNvPr>
              <p:cNvPicPr/>
              <p:nvPr/>
            </p:nvPicPr>
            <p:blipFill>
              <a:blip r:embed="rId62"/>
              <a:stretch>
                <a:fillRect/>
              </a:stretch>
            </p:blipFill>
            <p:spPr>
              <a:xfrm>
                <a:off x="-801974" y="2645543"/>
                <a:ext cx="2372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7" name="Рукописный ввод 36">
                <a:extLst>
                  <a:ext uri="{FF2B5EF4-FFF2-40B4-BE49-F238E27FC236}">
                    <a16:creationId xmlns:a16="http://schemas.microsoft.com/office/drawing/2014/main" id="{149B0383-001E-C2E3-2AA6-BE80E3D48F54}"/>
                  </a:ext>
                </a:extLst>
              </p14:cNvPr>
              <p14:cNvContentPartPr/>
              <p14:nvPr/>
            </p14:nvContentPartPr>
            <p14:xfrm>
              <a:off x="-691454" y="2531783"/>
              <a:ext cx="220680" cy="371880"/>
            </p14:xfrm>
          </p:contentPart>
        </mc:Choice>
        <mc:Fallback xmlns="">
          <p:pic>
            <p:nvPicPr>
              <p:cNvPr id="37" name="Рукописный ввод 36">
                <a:extLst>
                  <a:ext uri="{FF2B5EF4-FFF2-40B4-BE49-F238E27FC236}">
                    <a16:creationId xmlns:a16="http://schemas.microsoft.com/office/drawing/2014/main" id="{149B0383-001E-C2E3-2AA6-BE80E3D48F54}"/>
                  </a:ext>
                </a:extLst>
              </p:cNvPr>
              <p:cNvPicPr/>
              <p:nvPr/>
            </p:nvPicPr>
            <p:blipFill>
              <a:blip r:embed="rId64"/>
              <a:stretch>
                <a:fillRect/>
              </a:stretch>
            </p:blipFill>
            <p:spPr>
              <a:xfrm>
                <a:off x="-697574" y="2525663"/>
                <a:ext cx="23292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8" name="Рукописный ввод 37">
                <a:extLst>
                  <a:ext uri="{FF2B5EF4-FFF2-40B4-BE49-F238E27FC236}">
                    <a16:creationId xmlns:a16="http://schemas.microsoft.com/office/drawing/2014/main" id="{18743EA6-2FA0-8D8E-06E1-0F007318AFBD}"/>
                  </a:ext>
                </a:extLst>
              </p14:cNvPr>
              <p14:cNvContentPartPr/>
              <p14:nvPr/>
            </p14:nvContentPartPr>
            <p14:xfrm>
              <a:off x="-537014" y="2501903"/>
              <a:ext cx="155880" cy="114840"/>
            </p14:xfrm>
          </p:contentPart>
        </mc:Choice>
        <mc:Fallback xmlns="">
          <p:pic>
            <p:nvPicPr>
              <p:cNvPr id="38" name="Рукописный ввод 37">
                <a:extLst>
                  <a:ext uri="{FF2B5EF4-FFF2-40B4-BE49-F238E27FC236}">
                    <a16:creationId xmlns:a16="http://schemas.microsoft.com/office/drawing/2014/main" id="{18743EA6-2FA0-8D8E-06E1-0F007318AFBD}"/>
                  </a:ext>
                </a:extLst>
              </p:cNvPr>
              <p:cNvPicPr/>
              <p:nvPr/>
            </p:nvPicPr>
            <p:blipFill>
              <a:blip r:embed="rId66"/>
              <a:stretch>
                <a:fillRect/>
              </a:stretch>
            </p:blipFill>
            <p:spPr>
              <a:xfrm>
                <a:off x="-543134" y="2495783"/>
                <a:ext cx="16812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9" name="Рукописный ввод 38">
                <a:extLst>
                  <a:ext uri="{FF2B5EF4-FFF2-40B4-BE49-F238E27FC236}">
                    <a16:creationId xmlns:a16="http://schemas.microsoft.com/office/drawing/2014/main" id="{CD69BD76-D6E1-5075-BF44-7186412F6B07}"/>
                  </a:ext>
                </a:extLst>
              </p14:cNvPr>
              <p14:cNvContentPartPr/>
              <p14:nvPr/>
            </p14:nvContentPartPr>
            <p14:xfrm>
              <a:off x="-2125334" y="3865943"/>
              <a:ext cx="257760" cy="257040"/>
            </p14:xfrm>
          </p:contentPart>
        </mc:Choice>
        <mc:Fallback xmlns="">
          <p:pic>
            <p:nvPicPr>
              <p:cNvPr id="39" name="Рукописный ввод 38">
                <a:extLst>
                  <a:ext uri="{FF2B5EF4-FFF2-40B4-BE49-F238E27FC236}">
                    <a16:creationId xmlns:a16="http://schemas.microsoft.com/office/drawing/2014/main" id="{CD69BD76-D6E1-5075-BF44-7186412F6B07}"/>
                  </a:ext>
                </a:extLst>
              </p:cNvPr>
              <p:cNvPicPr/>
              <p:nvPr/>
            </p:nvPicPr>
            <p:blipFill>
              <a:blip r:embed="rId68"/>
              <a:stretch>
                <a:fillRect/>
              </a:stretch>
            </p:blipFill>
            <p:spPr>
              <a:xfrm>
                <a:off x="-2131454" y="3859823"/>
                <a:ext cx="27000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0" name="Рукописный ввод 39">
                <a:extLst>
                  <a:ext uri="{FF2B5EF4-FFF2-40B4-BE49-F238E27FC236}">
                    <a16:creationId xmlns:a16="http://schemas.microsoft.com/office/drawing/2014/main" id="{D0272DD3-E457-4DEA-BDB9-81EE103C1C02}"/>
                  </a:ext>
                </a:extLst>
              </p14:cNvPr>
              <p14:cNvContentPartPr/>
              <p14:nvPr/>
            </p14:nvContentPartPr>
            <p14:xfrm>
              <a:off x="-1767854" y="3892223"/>
              <a:ext cx="115560" cy="47880"/>
            </p14:xfrm>
          </p:contentPart>
        </mc:Choice>
        <mc:Fallback xmlns="">
          <p:pic>
            <p:nvPicPr>
              <p:cNvPr id="40" name="Рукописный ввод 39">
                <a:extLst>
                  <a:ext uri="{FF2B5EF4-FFF2-40B4-BE49-F238E27FC236}">
                    <a16:creationId xmlns:a16="http://schemas.microsoft.com/office/drawing/2014/main" id="{D0272DD3-E457-4DEA-BDB9-81EE103C1C02}"/>
                  </a:ext>
                </a:extLst>
              </p:cNvPr>
              <p:cNvPicPr/>
              <p:nvPr/>
            </p:nvPicPr>
            <p:blipFill>
              <a:blip r:embed="rId70"/>
              <a:stretch>
                <a:fillRect/>
              </a:stretch>
            </p:blipFill>
            <p:spPr>
              <a:xfrm>
                <a:off x="-1773974" y="3886103"/>
                <a:ext cx="1278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1" name="Рукописный ввод 40">
                <a:extLst>
                  <a:ext uri="{FF2B5EF4-FFF2-40B4-BE49-F238E27FC236}">
                    <a16:creationId xmlns:a16="http://schemas.microsoft.com/office/drawing/2014/main" id="{33DFD600-EF4B-3145-4B33-A4F55494E2C4}"/>
                  </a:ext>
                </a:extLst>
              </p14:cNvPr>
              <p14:cNvContentPartPr/>
              <p14:nvPr/>
            </p14:nvContentPartPr>
            <p14:xfrm>
              <a:off x="-1702334" y="3991583"/>
              <a:ext cx="106200" cy="26280"/>
            </p14:xfrm>
          </p:contentPart>
        </mc:Choice>
        <mc:Fallback xmlns="">
          <p:pic>
            <p:nvPicPr>
              <p:cNvPr id="41" name="Рукописный ввод 40">
                <a:extLst>
                  <a:ext uri="{FF2B5EF4-FFF2-40B4-BE49-F238E27FC236}">
                    <a16:creationId xmlns:a16="http://schemas.microsoft.com/office/drawing/2014/main" id="{33DFD600-EF4B-3145-4B33-A4F55494E2C4}"/>
                  </a:ext>
                </a:extLst>
              </p:cNvPr>
              <p:cNvPicPr/>
              <p:nvPr/>
            </p:nvPicPr>
            <p:blipFill>
              <a:blip r:embed="rId72"/>
              <a:stretch>
                <a:fillRect/>
              </a:stretch>
            </p:blipFill>
            <p:spPr>
              <a:xfrm>
                <a:off x="-1708454" y="3985463"/>
                <a:ext cx="1184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2" name="Рукописный ввод 41">
                <a:extLst>
                  <a:ext uri="{FF2B5EF4-FFF2-40B4-BE49-F238E27FC236}">
                    <a16:creationId xmlns:a16="http://schemas.microsoft.com/office/drawing/2014/main" id="{B3A5C2C5-33E3-8FBA-51CF-ED59CEFA57BE}"/>
                  </a:ext>
                </a:extLst>
              </p14:cNvPr>
              <p14:cNvContentPartPr/>
              <p14:nvPr/>
            </p14:nvContentPartPr>
            <p14:xfrm>
              <a:off x="-1471214" y="3700343"/>
              <a:ext cx="241920" cy="314280"/>
            </p14:xfrm>
          </p:contentPart>
        </mc:Choice>
        <mc:Fallback xmlns="">
          <p:pic>
            <p:nvPicPr>
              <p:cNvPr id="42" name="Рукописный ввод 41">
                <a:extLst>
                  <a:ext uri="{FF2B5EF4-FFF2-40B4-BE49-F238E27FC236}">
                    <a16:creationId xmlns:a16="http://schemas.microsoft.com/office/drawing/2014/main" id="{B3A5C2C5-33E3-8FBA-51CF-ED59CEFA57BE}"/>
                  </a:ext>
                </a:extLst>
              </p:cNvPr>
              <p:cNvPicPr/>
              <p:nvPr/>
            </p:nvPicPr>
            <p:blipFill>
              <a:blip r:embed="rId74"/>
              <a:stretch>
                <a:fillRect/>
              </a:stretch>
            </p:blipFill>
            <p:spPr>
              <a:xfrm>
                <a:off x="-1477334" y="3694223"/>
                <a:ext cx="25416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3" name="Рукописный ввод 42">
                <a:extLst>
                  <a:ext uri="{FF2B5EF4-FFF2-40B4-BE49-F238E27FC236}">
                    <a16:creationId xmlns:a16="http://schemas.microsoft.com/office/drawing/2014/main" id="{3863BFF4-5D81-53A2-4774-0DB0F5B4621E}"/>
                  </a:ext>
                </a:extLst>
              </p14:cNvPr>
              <p14:cNvContentPartPr/>
              <p14:nvPr/>
            </p14:nvContentPartPr>
            <p14:xfrm>
              <a:off x="-1173494" y="3588023"/>
              <a:ext cx="118800" cy="402840"/>
            </p14:xfrm>
          </p:contentPart>
        </mc:Choice>
        <mc:Fallback xmlns="">
          <p:pic>
            <p:nvPicPr>
              <p:cNvPr id="43" name="Рукописный ввод 42">
                <a:extLst>
                  <a:ext uri="{FF2B5EF4-FFF2-40B4-BE49-F238E27FC236}">
                    <a16:creationId xmlns:a16="http://schemas.microsoft.com/office/drawing/2014/main" id="{3863BFF4-5D81-53A2-4774-0DB0F5B4621E}"/>
                  </a:ext>
                </a:extLst>
              </p:cNvPr>
              <p:cNvPicPr/>
              <p:nvPr/>
            </p:nvPicPr>
            <p:blipFill>
              <a:blip r:embed="rId76"/>
              <a:stretch>
                <a:fillRect/>
              </a:stretch>
            </p:blipFill>
            <p:spPr>
              <a:xfrm>
                <a:off x="-1179614" y="3581903"/>
                <a:ext cx="13104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4" name="Рукописный ввод 43">
                <a:extLst>
                  <a:ext uri="{FF2B5EF4-FFF2-40B4-BE49-F238E27FC236}">
                    <a16:creationId xmlns:a16="http://schemas.microsoft.com/office/drawing/2014/main" id="{D54F827F-FC51-B464-19A6-FFCC76B017FB}"/>
                  </a:ext>
                </a:extLst>
              </p14:cNvPr>
              <p14:cNvContentPartPr/>
              <p14:nvPr/>
            </p14:nvContentPartPr>
            <p14:xfrm>
              <a:off x="-961094" y="3575423"/>
              <a:ext cx="55440" cy="272880"/>
            </p14:xfrm>
          </p:contentPart>
        </mc:Choice>
        <mc:Fallback xmlns="">
          <p:pic>
            <p:nvPicPr>
              <p:cNvPr id="44" name="Рукописный ввод 43">
                <a:extLst>
                  <a:ext uri="{FF2B5EF4-FFF2-40B4-BE49-F238E27FC236}">
                    <a16:creationId xmlns:a16="http://schemas.microsoft.com/office/drawing/2014/main" id="{D54F827F-FC51-B464-19A6-FFCC76B017FB}"/>
                  </a:ext>
                </a:extLst>
              </p:cNvPr>
              <p:cNvPicPr/>
              <p:nvPr/>
            </p:nvPicPr>
            <p:blipFill>
              <a:blip r:embed="rId78"/>
              <a:stretch>
                <a:fillRect/>
              </a:stretch>
            </p:blipFill>
            <p:spPr>
              <a:xfrm>
                <a:off x="-967214" y="3569303"/>
                <a:ext cx="6768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5" name="Рукописный ввод 44">
                <a:extLst>
                  <a:ext uri="{FF2B5EF4-FFF2-40B4-BE49-F238E27FC236}">
                    <a16:creationId xmlns:a16="http://schemas.microsoft.com/office/drawing/2014/main" id="{3780690F-F204-418D-4A77-989271A739CB}"/>
                  </a:ext>
                </a:extLst>
              </p14:cNvPr>
              <p14:cNvContentPartPr/>
              <p14:nvPr/>
            </p14:nvContentPartPr>
            <p14:xfrm>
              <a:off x="-888734" y="3678023"/>
              <a:ext cx="142560" cy="210600"/>
            </p14:xfrm>
          </p:contentPart>
        </mc:Choice>
        <mc:Fallback xmlns="">
          <p:pic>
            <p:nvPicPr>
              <p:cNvPr id="45" name="Рукописный ввод 44">
                <a:extLst>
                  <a:ext uri="{FF2B5EF4-FFF2-40B4-BE49-F238E27FC236}">
                    <a16:creationId xmlns:a16="http://schemas.microsoft.com/office/drawing/2014/main" id="{3780690F-F204-418D-4A77-989271A739CB}"/>
                  </a:ext>
                </a:extLst>
              </p:cNvPr>
              <p:cNvPicPr/>
              <p:nvPr/>
            </p:nvPicPr>
            <p:blipFill>
              <a:blip r:embed="rId80"/>
              <a:stretch>
                <a:fillRect/>
              </a:stretch>
            </p:blipFill>
            <p:spPr>
              <a:xfrm>
                <a:off x="-894854" y="3671903"/>
                <a:ext cx="15480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6" name="Рукописный ввод 45">
                <a:extLst>
                  <a:ext uri="{FF2B5EF4-FFF2-40B4-BE49-F238E27FC236}">
                    <a16:creationId xmlns:a16="http://schemas.microsoft.com/office/drawing/2014/main" id="{2F40A0BE-4B6C-54F9-3DB8-3F931F15F198}"/>
                  </a:ext>
                </a:extLst>
              </p14:cNvPr>
              <p14:cNvContentPartPr/>
              <p14:nvPr/>
            </p14:nvContentPartPr>
            <p14:xfrm>
              <a:off x="-725294" y="3616103"/>
              <a:ext cx="87480" cy="132120"/>
            </p14:xfrm>
          </p:contentPart>
        </mc:Choice>
        <mc:Fallback xmlns="">
          <p:pic>
            <p:nvPicPr>
              <p:cNvPr id="46" name="Рукописный ввод 45">
                <a:extLst>
                  <a:ext uri="{FF2B5EF4-FFF2-40B4-BE49-F238E27FC236}">
                    <a16:creationId xmlns:a16="http://schemas.microsoft.com/office/drawing/2014/main" id="{2F40A0BE-4B6C-54F9-3DB8-3F931F15F198}"/>
                  </a:ext>
                </a:extLst>
              </p:cNvPr>
              <p:cNvPicPr/>
              <p:nvPr/>
            </p:nvPicPr>
            <p:blipFill>
              <a:blip r:embed="rId82"/>
              <a:stretch>
                <a:fillRect/>
              </a:stretch>
            </p:blipFill>
            <p:spPr>
              <a:xfrm>
                <a:off x="-731414" y="3609983"/>
                <a:ext cx="997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7" name="Рукописный ввод 46">
                <a:extLst>
                  <a:ext uri="{FF2B5EF4-FFF2-40B4-BE49-F238E27FC236}">
                    <a16:creationId xmlns:a16="http://schemas.microsoft.com/office/drawing/2014/main" id="{3034C38F-F895-B41B-1ACE-D9D94C3316C0}"/>
                  </a:ext>
                </a:extLst>
              </p14:cNvPr>
              <p14:cNvContentPartPr/>
              <p14:nvPr/>
            </p14:nvContentPartPr>
            <p14:xfrm>
              <a:off x="-580214" y="3542303"/>
              <a:ext cx="163800" cy="276480"/>
            </p14:xfrm>
          </p:contentPart>
        </mc:Choice>
        <mc:Fallback xmlns="">
          <p:pic>
            <p:nvPicPr>
              <p:cNvPr id="47" name="Рукописный ввод 46">
                <a:extLst>
                  <a:ext uri="{FF2B5EF4-FFF2-40B4-BE49-F238E27FC236}">
                    <a16:creationId xmlns:a16="http://schemas.microsoft.com/office/drawing/2014/main" id="{3034C38F-F895-B41B-1ACE-D9D94C3316C0}"/>
                  </a:ext>
                </a:extLst>
              </p:cNvPr>
              <p:cNvPicPr/>
              <p:nvPr/>
            </p:nvPicPr>
            <p:blipFill>
              <a:blip r:embed="rId84"/>
              <a:stretch>
                <a:fillRect/>
              </a:stretch>
            </p:blipFill>
            <p:spPr>
              <a:xfrm>
                <a:off x="-586334" y="3536183"/>
                <a:ext cx="17604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8" name="Рукописный ввод 47">
                <a:extLst>
                  <a:ext uri="{FF2B5EF4-FFF2-40B4-BE49-F238E27FC236}">
                    <a16:creationId xmlns:a16="http://schemas.microsoft.com/office/drawing/2014/main" id="{574FA424-68BE-968D-9A39-175D697559FE}"/>
                  </a:ext>
                </a:extLst>
              </p14:cNvPr>
              <p14:cNvContentPartPr/>
              <p14:nvPr/>
            </p14:nvContentPartPr>
            <p14:xfrm>
              <a:off x="-470774" y="3397223"/>
              <a:ext cx="146880" cy="326520"/>
            </p14:xfrm>
          </p:contentPart>
        </mc:Choice>
        <mc:Fallback xmlns="">
          <p:pic>
            <p:nvPicPr>
              <p:cNvPr id="48" name="Рукописный ввод 47">
                <a:extLst>
                  <a:ext uri="{FF2B5EF4-FFF2-40B4-BE49-F238E27FC236}">
                    <a16:creationId xmlns:a16="http://schemas.microsoft.com/office/drawing/2014/main" id="{574FA424-68BE-968D-9A39-175D697559FE}"/>
                  </a:ext>
                </a:extLst>
              </p:cNvPr>
              <p:cNvPicPr/>
              <p:nvPr/>
            </p:nvPicPr>
            <p:blipFill>
              <a:blip r:embed="rId86"/>
              <a:stretch>
                <a:fillRect/>
              </a:stretch>
            </p:blipFill>
            <p:spPr>
              <a:xfrm>
                <a:off x="-476894" y="3391103"/>
                <a:ext cx="15912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9" name="Рукописный ввод 48">
                <a:extLst>
                  <a:ext uri="{FF2B5EF4-FFF2-40B4-BE49-F238E27FC236}">
                    <a16:creationId xmlns:a16="http://schemas.microsoft.com/office/drawing/2014/main" id="{C5BC28F6-1C83-C972-9DA9-61D7A0CD70C0}"/>
                  </a:ext>
                </a:extLst>
              </p14:cNvPr>
              <p14:cNvContentPartPr/>
              <p14:nvPr/>
            </p14:nvContentPartPr>
            <p14:xfrm>
              <a:off x="-249374" y="3468143"/>
              <a:ext cx="112320" cy="58320"/>
            </p14:xfrm>
          </p:contentPart>
        </mc:Choice>
        <mc:Fallback xmlns="">
          <p:pic>
            <p:nvPicPr>
              <p:cNvPr id="49" name="Рукописный ввод 48">
                <a:extLst>
                  <a:ext uri="{FF2B5EF4-FFF2-40B4-BE49-F238E27FC236}">
                    <a16:creationId xmlns:a16="http://schemas.microsoft.com/office/drawing/2014/main" id="{C5BC28F6-1C83-C972-9DA9-61D7A0CD70C0}"/>
                  </a:ext>
                </a:extLst>
              </p:cNvPr>
              <p:cNvPicPr/>
              <p:nvPr/>
            </p:nvPicPr>
            <p:blipFill>
              <a:blip r:embed="rId88"/>
              <a:stretch>
                <a:fillRect/>
              </a:stretch>
            </p:blipFill>
            <p:spPr>
              <a:xfrm>
                <a:off x="-255494" y="3462023"/>
                <a:ext cx="12456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0" name="Рукописный ввод 49">
                <a:extLst>
                  <a:ext uri="{FF2B5EF4-FFF2-40B4-BE49-F238E27FC236}">
                    <a16:creationId xmlns:a16="http://schemas.microsoft.com/office/drawing/2014/main" id="{C3E83F56-6624-7251-3B77-08D69D20569C}"/>
                  </a:ext>
                </a:extLst>
              </p14:cNvPr>
              <p14:cNvContentPartPr/>
              <p14:nvPr/>
            </p14:nvContentPartPr>
            <p14:xfrm>
              <a:off x="-2049014" y="4581263"/>
              <a:ext cx="230760" cy="60120"/>
            </p14:xfrm>
          </p:contentPart>
        </mc:Choice>
        <mc:Fallback xmlns="">
          <p:pic>
            <p:nvPicPr>
              <p:cNvPr id="50" name="Рукописный ввод 49">
                <a:extLst>
                  <a:ext uri="{FF2B5EF4-FFF2-40B4-BE49-F238E27FC236}">
                    <a16:creationId xmlns:a16="http://schemas.microsoft.com/office/drawing/2014/main" id="{C3E83F56-6624-7251-3B77-08D69D20569C}"/>
                  </a:ext>
                </a:extLst>
              </p:cNvPr>
              <p:cNvPicPr/>
              <p:nvPr/>
            </p:nvPicPr>
            <p:blipFill>
              <a:blip r:embed="rId90"/>
              <a:stretch>
                <a:fillRect/>
              </a:stretch>
            </p:blipFill>
            <p:spPr>
              <a:xfrm>
                <a:off x="-2055134" y="4575143"/>
                <a:ext cx="2430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1" name="Рукописный ввод 50">
                <a:extLst>
                  <a:ext uri="{FF2B5EF4-FFF2-40B4-BE49-F238E27FC236}">
                    <a16:creationId xmlns:a16="http://schemas.microsoft.com/office/drawing/2014/main" id="{F32AF78A-5F58-6370-8618-FED974FDC899}"/>
                  </a:ext>
                </a:extLst>
              </p14:cNvPr>
              <p14:cNvContentPartPr/>
              <p14:nvPr/>
            </p14:nvContentPartPr>
            <p14:xfrm>
              <a:off x="-1587494" y="4308743"/>
              <a:ext cx="112680" cy="454680"/>
            </p14:xfrm>
          </p:contentPart>
        </mc:Choice>
        <mc:Fallback xmlns="">
          <p:pic>
            <p:nvPicPr>
              <p:cNvPr id="51" name="Рукописный ввод 50">
                <a:extLst>
                  <a:ext uri="{FF2B5EF4-FFF2-40B4-BE49-F238E27FC236}">
                    <a16:creationId xmlns:a16="http://schemas.microsoft.com/office/drawing/2014/main" id="{F32AF78A-5F58-6370-8618-FED974FDC899}"/>
                  </a:ext>
                </a:extLst>
              </p:cNvPr>
              <p:cNvPicPr/>
              <p:nvPr/>
            </p:nvPicPr>
            <p:blipFill>
              <a:blip r:embed="rId92"/>
              <a:stretch>
                <a:fillRect/>
              </a:stretch>
            </p:blipFill>
            <p:spPr>
              <a:xfrm>
                <a:off x="-1593614" y="4302623"/>
                <a:ext cx="124920" cy="4669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2" name="Рукописный ввод 51">
                <a:extLst>
                  <a:ext uri="{FF2B5EF4-FFF2-40B4-BE49-F238E27FC236}">
                    <a16:creationId xmlns:a16="http://schemas.microsoft.com/office/drawing/2014/main" id="{AC306409-E7DD-EA09-DB12-C468DD2288FC}"/>
                  </a:ext>
                </a:extLst>
              </p14:cNvPr>
              <p14:cNvContentPartPr/>
              <p14:nvPr/>
            </p14:nvContentPartPr>
            <p14:xfrm>
              <a:off x="-1403174" y="4304423"/>
              <a:ext cx="217080" cy="254520"/>
            </p14:xfrm>
          </p:contentPart>
        </mc:Choice>
        <mc:Fallback xmlns="">
          <p:pic>
            <p:nvPicPr>
              <p:cNvPr id="52" name="Рукописный ввод 51">
                <a:extLst>
                  <a:ext uri="{FF2B5EF4-FFF2-40B4-BE49-F238E27FC236}">
                    <a16:creationId xmlns:a16="http://schemas.microsoft.com/office/drawing/2014/main" id="{AC306409-E7DD-EA09-DB12-C468DD2288FC}"/>
                  </a:ext>
                </a:extLst>
              </p:cNvPr>
              <p:cNvPicPr/>
              <p:nvPr/>
            </p:nvPicPr>
            <p:blipFill>
              <a:blip r:embed="rId94"/>
              <a:stretch>
                <a:fillRect/>
              </a:stretch>
            </p:blipFill>
            <p:spPr>
              <a:xfrm>
                <a:off x="-1409294" y="4298303"/>
                <a:ext cx="22932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3" name="Рукописный ввод 52">
                <a:extLst>
                  <a:ext uri="{FF2B5EF4-FFF2-40B4-BE49-F238E27FC236}">
                    <a16:creationId xmlns:a16="http://schemas.microsoft.com/office/drawing/2014/main" id="{9FA1EDF2-76D6-DC62-6436-BC4F0CB8DA24}"/>
                  </a:ext>
                </a:extLst>
              </p14:cNvPr>
              <p14:cNvContentPartPr/>
              <p14:nvPr/>
            </p14:nvContentPartPr>
            <p14:xfrm>
              <a:off x="-1154414" y="4251863"/>
              <a:ext cx="182160" cy="282960"/>
            </p14:xfrm>
          </p:contentPart>
        </mc:Choice>
        <mc:Fallback xmlns="">
          <p:pic>
            <p:nvPicPr>
              <p:cNvPr id="53" name="Рукописный ввод 52">
                <a:extLst>
                  <a:ext uri="{FF2B5EF4-FFF2-40B4-BE49-F238E27FC236}">
                    <a16:creationId xmlns:a16="http://schemas.microsoft.com/office/drawing/2014/main" id="{9FA1EDF2-76D6-DC62-6436-BC4F0CB8DA24}"/>
                  </a:ext>
                </a:extLst>
              </p:cNvPr>
              <p:cNvPicPr/>
              <p:nvPr/>
            </p:nvPicPr>
            <p:blipFill>
              <a:blip r:embed="rId96"/>
              <a:stretch>
                <a:fillRect/>
              </a:stretch>
            </p:blipFill>
            <p:spPr>
              <a:xfrm>
                <a:off x="-1160534" y="4245743"/>
                <a:ext cx="19440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4" name="Рукописный ввод 53">
                <a:extLst>
                  <a:ext uri="{FF2B5EF4-FFF2-40B4-BE49-F238E27FC236}">
                    <a16:creationId xmlns:a16="http://schemas.microsoft.com/office/drawing/2014/main" id="{A4E4509D-D880-6B30-1A60-F528F0EE8B78}"/>
                  </a:ext>
                </a:extLst>
              </p14:cNvPr>
              <p14:cNvContentPartPr/>
              <p14:nvPr/>
            </p14:nvContentPartPr>
            <p14:xfrm>
              <a:off x="-911414" y="4205423"/>
              <a:ext cx="151200" cy="194040"/>
            </p14:xfrm>
          </p:contentPart>
        </mc:Choice>
        <mc:Fallback xmlns="">
          <p:pic>
            <p:nvPicPr>
              <p:cNvPr id="54" name="Рукописный ввод 53">
                <a:extLst>
                  <a:ext uri="{FF2B5EF4-FFF2-40B4-BE49-F238E27FC236}">
                    <a16:creationId xmlns:a16="http://schemas.microsoft.com/office/drawing/2014/main" id="{A4E4509D-D880-6B30-1A60-F528F0EE8B78}"/>
                  </a:ext>
                </a:extLst>
              </p:cNvPr>
              <p:cNvPicPr/>
              <p:nvPr/>
            </p:nvPicPr>
            <p:blipFill>
              <a:blip r:embed="rId98"/>
              <a:stretch>
                <a:fillRect/>
              </a:stretch>
            </p:blipFill>
            <p:spPr>
              <a:xfrm>
                <a:off x="-917534" y="4199303"/>
                <a:ext cx="16344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5" name="Рукописный ввод 54">
                <a:extLst>
                  <a:ext uri="{FF2B5EF4-FFF2-40B4-BE49-F238E27FC236}">
                    <a16:creationId xmlns:a16="http://schemas.microsoft.com/office/drawing/2014/main" id="{35B2982D-511D-CD1F-26EB-D80E6D5CF13A}"/>
                  </a:ext>
                </a:extLst>
              </p14:cNvPr>
              <p14:cNvContentPartPr/>
              <p14:nvPr/>
            </p14:nvContentPartPr>
            <p14:xfrm>
              <a:off x="-719534" y="4102103"/>
              <a:ext cx="218520" cy="251640"/>
            </p14:xfrm>
          </p:contentPart>
        </mc:Choice>
        <mc:Fallback xmlns="">
          <p:pic>
            <p:nvPicPr>
              <p:cNvPr id="55" name="Рукописный ввод 54">
                <a:extLst>
                  <a:ext uri="{FF2B5EF4-FFF2-40B4-BE49-F238E27FC236}">
                    <a16:creationId xmlns:a16="http://schemas.microsoft.com/office/drawing/2014/main" id="{35B2982D-511D-CD1F-26EB-D80E6D5CF13A}"/>
                  </a:ext>
                </a:extLst>
              </p:cNvPr>
              <p:cNvPicPr/>
              <p:nvPr/>
            </p:nvPicPr>
            <p:blipFill>
              <a:blip r:embed="rId100"/>
              <a:stretch>
                <a:fillRect/>
              </a:stretch>
            </p:blipFill>
            <p:spPr>
              <a:xfrm>
                <a:off x="-725654" y="4095983"/>
                <a:ext cx="23076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6" name="Рукописный ввод 55">
                <a:extLst>
                  <a:ext uri="{FF2B5EF4-FFF2-40B4-BE49-F238E27FC236}">
                    <a16:creationId xmlns:a16="http://schemas.microsoft.com/office/drawing/2014/main" id="{8F11A8D2-A846-E6FA-5C91-C454D0F36D5F}"/>
                  </a:ext>
                </a:extLst>
              </p14:cNvPr>
              <p14:cNvContentPartPr/>
              <p14:nvPr/>
            </p14:nvContentPartPr>
            <p14:xfrm>
              <a:off x="-485534" y="4111463"/>
              <a:ext cx="196200" cy="255960"/>
            </p14:xfrm>
          </p:contentPart>
        </mc:Choice>
        <mc:Fallback xmlns="">
          <p:pic>
            <p:nvPicPr>
              <p:cNvPr id="56" name="Рукописный ввод 55">
                <a:extLst>
                  <a:ext uri="{FF2B5EF4-FFF2-40B4-BE49-F238E27FC236}">
                    <a16:creationId xmlns:a16="http://schemas.microsoft.com/office/drawing/2014/main" id="{8F11A8D2-A846-E6FA-5C91-C454D0F36D5F}"/>
                  </a:ext>
                </a:extLst>
              </p:cNvPr>
              <p:cNvPicPr/>
              <p:nvPr/>
            </p:nvPicPr>
            <p:blipFill>
              <a:blip r:embed="rId102"/>
              <a:stretch>
                <a:fillRect/>
              </a:stretch>
            </p:blipFill>
            <p:spPr>
              <a:xfrm>
                <a:off x="-491654" y="4105343"/>
                <a:ext cx="20844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9" name="Рукописный ввод 58">
                <a:extLst>
                  <a:ext uri="{FF2B5EF4-FFF2-40B4-BE49-F238E27FC236}">
                    <a16:creationId xmlns:a16="http://schemas.microsoft.com/office/drawing/2014/main" id="{7BE590C8-CC71-E21E-824E-C309D1F0FFFC}"/>
                  </a:ext>
                </a:extLst>
              </p14:cNvPr>
              <p14:cNvContentPartPr/>
              <p14:nvPr/>
            </p14:nvContentPartPr>
            <p14:xfrm>
              <a:off x="-183854" y="3744263"/>
              <a:ext cx="138240" cy="445680"/>
            </p14:xfrm>
          </p:contentPart>
        </mc:Choice>
        <mc:Fallback xmlns="">
          <p:pic>
            <p:nvPicPr>
              <p:cNvPr id="59" name="Рукописный ввод 58">
                <a:extLst>
                  <a:ext uri="{FF2B5EF4-FFF2-40B4-BE49-F238E27FC236}">
                    <a16:creationId xmlns:a16="http://schemas.microsoft.com/office/drawing/2014/main" id="{7BE590C8-CC71-E21E-824E-C309D1F0FFFC}"/>
                  </a:ext>
                </a:extLst>
              </p:cNvPr>
              <p:cNvPicPr/>
              <p:nvPr/>
            </p:nvPicPr>
            <p:blipFill>
              <a:blip r:embed="rId104"/>
              <a:stretch>
                <a:fillRect/>
              </a:stretch>
            </p:blipFill>
            <p:spPr>
              <a:xfrm>
                <a:off x="-189974" y="3738143"/>
                <a:ext cx="150480" cy="4579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8" name="Рукописный ввод 57">
                <a:extLst>
                  <a:ext uri="{FF2B5EF4-FFF2-40B4-BE49-F238E27FC236}">
                    <a16:creationId xmlns:a16="http://schemas.microsoft.com/office/drawing/2014/main" id="{BD3BC5E9-2AFC-13C0-6FE5-9488BFCBFFD8}"/>
                  </a:ext>
                </a:extLst>
              </p14:cNvPr>
              <p14:cNvContentPartPr/>
              <p14:nvPr/>
            </p14:nvContentPartPr>
            <p14:xfrm>
              <a:off x="-286454" y="3820583"/>
              <a:ext cx="161280" cy="176760"/>
            </p14:xfrm>
          </p:contentPart>
        </mc:Choice>
        <mc:Fallback xmlns="">
          <p:pic>
            <p:nvPicPr>
              <p:cNvPr id="58" name="Рукописный ввод 57">
                <a:extLst>
                  <a:ext uri="{FF2B5EF4-FFF2-40B4-BE49-F238E27FC236}">
                    <a16:creationId xmlns:a16="http://schemas.microsoft.com/office/drawing/2014/main" id="{BD3BC5E9-2AFC-13C0-6FE5-9488BFCBFFD8}"/>
                  </a:ext>
                </a:extLst>
              </p:cNvPr>
              <p:cNvPicPr/>
              <p:nvPr/>
            </p:nvPicPr>
            <p:blipFill>
              <a:blip r:embed="rId106"/>
              <a:stretch>
                <a:fillRect/>
              </a:stretch>
            </p:blipFill>
            <p:spPr>
              <a:xfrm>
                <a:off x="-292574" y="3814463"/>
                <a:ext cx="173520" cy="189000"/>
              </a:xfrm>
              <a:prstGeom prst="rect">
                <a:avLst/>
              </a:prstGeom>
            </p:spPr>
          </p:pic>
        </mc:Fallback>
      </mc:AlternateContent>
      <p:grpSp>
        <p:nvGrpSpPr>
          <p:cNvPr id="65" name="Группа 64">
            <a:extLst>
              <a:ext uri="{FF2B5EF4-FFF2-40B4-BE49-F238E27FC236}">
                <a16:creationId xmlns:a16="http://schemas.microsoft.com/office/drawing/2014/main" id="{76BB2F19-3204-FA35-569F-03E228EFCEC5}"/>
              </a:ext>
            </a:extLst>
          </p:cNvPr>
          <p:cNvGrpSpPr/>
          <p:nvPr/>
        </p:nvGrpSpPr>
        <p:grpSpPr>
          <a:xfrm>
            <a:off x="-413894" y="3818783"/>
            <a:ext cx="536760" cy="523080"/>
            <a:chOff x="-413894" y="3818783"/>
            <a:chExt cx="536760" cy="523080"/>
          </a:xfrm>
        </p:grpSpPr>
        <mc:AlternateContent xmlns:mc="http://schemas.openxmlformats.org/markup-compatibility/2006" xmlns:p14="http://schemas.microsoft.com/office/powerpoint/2010/main">
          <mc:Choice Requires="p14">
            <p:contentPart p14:bwMode="auto" r:id="rId107">
              <p14:nvContentPartPr>
                <p14:cNvPr id="57" name="Рукописный ввод 56">
                  <a:extLst>
                    <a:ext uri="{FF2B5EF4-FFF2-40B4-BE49-F238E27FC236}">
                      <a16:creationId xmlns:a16="http://schemas.microsoft.com/office/drawing/2014/main" id="{4D5A0A73-090D-064E-F203-BB6F102E6D32}"/>
                    </a:ext>
                  </a:extLst>
                </p14:cNvPr>
                <p14:cNvContentPartPr/>
                <p14:nvPr/>
              </p14:nvContentPartPr>
              <p14:xfrm>
                <a:off x="-413894" y="3984023"/>
                <a:ext cx="191520" cy="357840"/>
              </p14:xfrm>
            </p:contentPart>
          </mc:Choice>
          <mc:Fallback xmlns="">
            <p:pic>
              <p:nvPicPr>
                <p:cNvPr id="57" name="Рукописный ввод 56">
                  <a:extLst>
                    <a:ext uri="{FF2B5EF4-FFF2-40B4-BE49-F238E27FC236}">
                      <a16:creationId xmlns:a16="http://schemas.microsoft.com/office/drawing/2014/main" id="{4D5A0A73-090D-064E-F203-BB6F102E6D32}"/>
                    </a:ext>
                  </a:extLst>
                </p:cNvPr>
                <p:cNvPicPr/>
                <p:nvPr/>
              </p:nvPicPr>
              <p:blipFill>
                <a:blip r:embed="rId108"/>
                <a:stretch>
                  <a:fillRect/>
                </a:stretch>
              </p:blipFill>
              <p:spPr>
                <a:xfrm>
                  <a:off x="-420014" y="3977903"/>
                  <a:ext cx="20376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0" name="Рукописный ввод 59">
                  <a:extLst>
                    <a:ext uri="{FF2B5EF4-FFF2-40B4-BE49-F238E27FC236}">
                      <a16:creationId xmlns:a16="http://schemas.microsoft.com/office/drawing/2014/main" id="{6B775DD4-D380-02C2-AC92-14976D65D377}"/>
                    </a:ext>
                  </a:extLst>
                </p14:cNvPr>
                <p14:cNvContentPartPr/>
                <p14:nvPr/>
              </p14:nvContentPartPr>
              <p14:xfrm>
                <a:off x="-37334" y="3818783"/>
                <a:ext cx="93240" cy="60120"/>
              </p14:xfrm>
            </p:contentPart>
          </mc:Choice>
          <mc:Fallback xmlns="">
            <p:pic>
              <p:nvPicPr>
                <p:cNvPr id="60" name="Рукописный ввод 59">
                  <a:extLst>
                    <a:ext uri="{FF2B5EF4-FFF2-40B4-BE49-F238E27FC236}">
                      <a16:creationId xmlns:a16="http://schemas.microsoft.com/office/drawing/2014/main" id="{6B775DD4-D380-02C2-AC92-14976D65D377}"/>
                    </a:ext>
                  </a:extLst>
                </p:cNvPr>
                <p:cNvPicPr/>
                <p:nvPr/>
              </p:nvPicPr>
              <p:blipFill>
                <a:blip r:embed="rId110"/>
                <a:stretch>
                  <a:fillRect/>
                </a:stretch>
              </p:blipFill>
              <p:spPr>
                <a:xfrm>
                  <a:off x="-43454" y="3812663"/>
                  <a:ext cx="1054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1" name="Рукописный ввод 60">
                  <a:extLst>
                    <a:ext uri="{FF2B5EF4-FFF2-40B4-BE49-F238E27FC236}">
                      <a16:creationId xmlns:a16="http://schemas.microsoft.com/office/drawing/2014/main" id="{080035EE-6AEE-6305-9B67-B162C25253CC}"/>
                    </a:ext>
                  </a:extLst>
                </p14:cNvPr>
                <p14:cNvContentPartPr/>
                <p14:nvPr/>
              </p14:nvContentPartPr>
              <p14:xfrm>
                <a:off x="29626" y="3899063"/>
                <a:ext cx="93240" cy="43200"/>
              </p14:xfrm>
            </p:contentPart>
          </mc:Choice>
          <mc:Fallback xmlns="">
            <p:pic>
              <p:nvPicPr>
                <p:cNvPr id="61" name="Рукописный ввод 60">
                  <a:extLst>
                    <a:ext uri="{FF2B5EF4-FFF2-40B4-BE49-F238E27FC236}">
                      <a16:creationId xmlns:a16="http://schemas.microsoft.com/office/drawing/2014/main" id="{080035EE-6AEE-6305-9B67-B162C25253CC}"/>
                    </a:ext>
                  </a:extLst>
                </p:cNvPr>
                <p:cNvPicPr/>
                <p:nvPr/>
              </p:nvPicPr>
              <p:blipFill>
                <a:blip r:embed="rId112"/>
                <a:stretch>
                  <a:fillRect/>
                </a:stretch>
              </p:blipFill>
              <p:spPr>
                <a:xfrm>
                  <a:off x="23506" y="3892943"/>
                  <a:ext cx="105480" cy="5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3">
            <p14:nvContentPartPr>
              <p14:cNvPr id="66" name="Рукописный ввод 65">
                <a:extLst>
                  <a:ext uri="{FF2B5EF4-FFF2-40B4-BE49-F238E27FC236}">
                    <a16:creationId xmlns:a16="http://schemas.microsoft.com/office/drawing/2014/main" id="{00F3B733-8C71-AC9B-683C-81C1016AD47B}"/>
                  </a:ext>
                </a:extLst>
              </p14:cNvPr>
              <p14:cNvContentPartPr/>
              <p14:nvPr/>
            </p14:nvContentPartPr>
            <p14:xfrm>
              <a:off x="-2172134" y="5167703"/>
              <a:ext cx="187560" cy="17280"/>
            </p14:xfrm>
          </p:contentPart>
        </mc:Choice>
        <mc:Fallback xmlns="">
          <p:pic>
            <p:nvPicPr>
              <p:cNvPr id="66" name="Рукописный ввод 65">
                <a:extLst>
                  <a:ext uri="{FF2B5EF4-FFF2-40B4-BE49-F238E27FC236}">
                    <a16:creationId xmlns:a16="http://schemas.microsoft.com/office/drawing/2014/main" id="{00F3B733-8C71-AC9B-683C-81C1016AD47B}"/>
                  </a:ext>
                </a:extLst>
              </p:cNvPr>
              <p:cNvPicPr/>
              <p:nvPr/>
            </p:nvPicPr>
            <p:blipFill>
              <a:blip r:embed="rId114"/>
              <a:stretch>
                <a:fillRect/>
              </a:stretch>
            </p:blipFill>
            <p:spPr>
              <a:xfrm>
                <a:off x="-2178254" y="5161583"/>
                <a:ext cx="1998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7" name="Рукописный ввод 66">
                <a:extLst>
                  <a:ext uri="{FF2B5EF4-FFF2-40B4-BE49-F238E27FC236}">
                    <a16:creationId xmlns:a16="http://schemas.microsoft.com/office/drawing/2014/main" id="{576C91CD-AD56-4ED0-8214-02C92E017AFD}"/>
                  </a:ext>
                </a:extLst>
              </p14:cNvPr>
              <p14:cNvContentPartPr/>
              <p14:nvPr/>
            </p14:nvContentPartPr>
            <p14:xfrm>
              <a:off x="-2054178" y="5215223"/>
              <a:ext cx="152280" cy="20520"/>
            </p14:xfrm>
          </p:contentPart>
        </mc:Choice>
        <mc:Fallback xmlns="">
          <p:pic>
            <p:nvPicPr>
              <p:cNvPr id="67" name="Рукописный ввод 66">
                <a:extLst>
                  <a:ext uri="{FF2B5EF4-FFF2-40B4-BE49-F238E27FC236}">
                    <a16:creationId xmlns:a16="http://schemas.microsoft.com/office/drawing/2014/main" id="{576C91CD-AD56-4ED0-8214-02C92E017AFD}"/>
                  </a:ext>
                </a:extLst>
              </p:cNvPr>
              <p:cNvPicPr/>
              <p:nvPr/>
            </p:nvPicPr>
            <p:blipFill>
              <a:blip r:embed="rId116"/>
              <a:stretch>
                <a:fillRect/>
              </a:stretch>
            </p:blipFill>
            <p:spPr>
              <a:xfrm>
                <a:off x="-2060298" y="5209103"/>
                <a:ext cx="1645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8" name="Рукописный ввод 67">
                <a:extLst>
                  <a:ext uri="{FF2B5EF4-FFF2-40B4-BE49-F238E27FC236}">
                    <a16:creationId xmlns:a16="http://schemas.microsoft.com/office/drawing/2014/main" id="{A2893BCF-B4C3-46CA-B0E2-C754374123EA}"/>
                  </a:ext>
                </a:extLst>
              </p14:cNvPr>
              <p14:cNvContentPartPr/>
              <p14:nvPr/>
            </p14:nvContentPartPr>
            <p14:xfrm>
              <a:off x="-1786338" y="5022623"/>
              <a:ext cx="295920" cy="267840"/>
            </p14:xfrm>
          </p:contentPart>
        </mc:Choice>
        <mc:Fallback xmlns="">
          <p:pic>
            <p:nvPicPr>
              <p:cNvPr id="68" name="Рукописный ввод 67">
                <a:extLst>
                  <a:ext uri="{FF2B5EF4-FFF2-40B4-BE49-F238E27FC236}">
                    <a16:creationId xmlns:a16="http://schemas.microsoft.com/office/drawing/2014/main" id="{A2893BCF-B4C3-46CA-B0E2-C754374123EA}"/>
                  </a:ext>
                </a:extLst>
              </p:cNvPr>
              <p:cNvPicPr/>
              <p:nvPr/>
            </p:nvPicPr>
            <p:blipFill>
              <a:blip r:embed="rId118"/>
              <a:stretch>
                <a:fillRect/>
              </a:stretch>
            </p:blipFill>
            <p:spPr>
              <a:xfrm>
                <a:off x="-1792458" y="5016503"/>
                <a:ext cx="30816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9" name="Рукописный ввод 68">
                <a:extLst>
                  <a:ext uri="{FF2B5EF4-FFF2-40B4-BE49-F238E27FC236}">
                    <a16:creationId xmlns:a16="http://schemas.microsoft.com/office/drawing/2014/main" id="{204070B8-B5AD-C850-927B-5448A01CB7DB}"/>
                  </a:ext>
                </a:extLst>
              </p14:cNvPr>
              <p14:cNvContentPartPr/>
              <p14:nvPr/>
            </p14:nvContentPartPr>
            <p14:xfrm>
              <a:off x="-1346778" y="4891943"/>
              <a:ext cx="155160" cy="504360"/>
            </p14:xfrm>
          </p:contentPart>
        </mc:Choice>
        <mc:Fallback xmlns="">
          <p:pic>
            <p:nvPicPr>
              <p:cNvPr id="69" name="Рукописный ввод 68">
                <a:extLst>
                  <a:ext uri="{FF2B5EF4-FFF2-40B4-BE49-F238E27FC236}">
                    <a16:creationId xmlns:a16="http://schemas.microsoft.com/office/drawing/2014/main" id="{204070B8-B5AD-C850-927B-5448A01CB7DB}"/>
                  </a:ext>
                </a:extLst>
              </p:cNvPr>
              <p:cNvPicPr/>
              <p:nvPr/>
            </p:nvPicPr>
            <p:blipFill>
              <a:blip r:embed="rId120"/>
              <a:stretch>
                <a:fillRect/>
              </a:stretch>
            </p:blipFill>
            <p:spPr>
              <a:xfrm>
                <a:off x="-1352898" y="4885823"/>
                <a:ext cx="167400" cy="5166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0" name="Рукописный ввод 69">
                <a:extLst>
                  <a:ext uri="{FF2B5EF4-FFF2-40B4-BE49-F238E27FC236}">
                    <a16:creationId xmlns:a16="http://schemas.microsoft.com/office/drawing/2014/main" id="{D6D27A24-189F-1524-45D0-DC31F1BFF57B}"/>
                  </a:ext>
                </a:extLst>
              </p14:cNvPr>
              <p14:cNvContentPartPr/>
              <p14:nvPr/>
            </p14:nvContentPartPr>
            <p14:xfrm>
              <a:off x="-1188738" y="4976903"/>
              <a:ext cx="68040" cy="231840"/>
            </p14:xfrm>
          </p:contentPart>
        </mc:Choice>
        <mc:Fallback xmlns="">
          <p:pic>
            <p:nvPicPr>
              <p:cNvPr id="70" name="Рукописный ввод 69">
                <a:extLst>
                  <a:ext uri="{FF2B5EF4-FFF2-40B4-BE49-F238E27FC236}">
                    <a16:creationId xmlns:a16="http://schemas.microsoft.com/office/drawing/2014/main" id="{D6D27A24-189F-1524-45D0-DC31F1BFF57B}"/>
                  </a:ext>
                </a:extLst>
              </p:cNvPr>
              <p:cNvPicPr/>
              <p:nvPr/>
            </p:nvPicPr>
            <p:blipFill>
              <a:blip r:embed="rId122"/>
              <a:stretch>
                <a:fillRect/>
              </a:stretch>
            </p:blipFill>
            <p:spPr>
              <a:xfrm>
                <a:off x="-1194858" y="4970783"/>
                <a:ext cx="8028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1" name="Рукописный ввод 70">
                <a:extLst>
                  <a:ext uri="{FF2B5EF4-FFF2-40B4-BE49-F238E27FC236}">
                    <a16:creationId xmlns:a16="http://schemas.microsoft.com/office/drawing/2014/main" id="{B3DBA582-CA32-6733-8466-8A385C146AE9}"/>
                  </a:ext>
                </a:extLst>
              </p14:cNvPr>
              <p14:cNvContentPartPr/>
              <p14:nvPr/>
            </p14:nvContentPartPr>
            <p14:xfrm>
              <a:off x="-1060938" y="4941983"/>
              <a:ext cx="241200" cy="270360"/>
            </p14:xfrm>
          </p:contentPart>
        </mc:Choice>
        <mc:Fallback xmlns="">
          <p:pic>
            <p:nvPicPr>
              <p:cNvPr id="71" name="Рукописный ввод 70">
                <a:extLst>
                  <a:ext uri="{FF2B5EF4-FFF2-40B4-BE49-F238E27FC236}">
                    <a16:creationId xmlns:a16="http://schemas.microsoft.com/office/drawing/2014/main" id="{B3DBA582-CA32-6733-8466-8A385C146AE9}"/>
                  </a:ext>
                </a:extLst>
              </p:cNvPr>
              <p:cNvPicPr/>
              <p:nvPr/>
            </p:nvPicPr>
            <p:blipFill>
              <a:blip r:embed="rId124"/>
              <a:stretch>
                <a:fillRect/>
              </a:stretch>
            </p:blipFill>
            <p:spPr>
              <a:xfrm>
                <a:off x="-1067058" y="4935863"/>
                <a:ext cx="25344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2" name="Рукописный ввод 71">
                <a:extLst>
                  <a:ext uri="{FF2B5EF4-FFF2-40B4-BE49-F238E27FC236}">
                    <a16:creationId xmlns:a16="http://schemas.microsoft.com/office/drawing/2014/main" id="{70E3C6BF-E37F-E4F3-DB20-9FDB1A2F6FFE}"/>
                  </a:ext>
                </a:extLst>
              </p14:cNvPr>
              <p14:cNvContentPartPr/>
              <p14:nvPr/>
            </p14:nvContentPartPr>
            <p14:xfrm>
              <a:off x="-792018" y="4917143"/>
              <a:ext cx="169200" cy="91440"/>
            </p14:xfrm>
          </p:contentPart>
        </mc:Choice>
        <mc:Fallback xmlns="">
          <p:pic>
            <p:nvPicPr>
              <p:cNvPr id="72" name="Рукописный ввод 71">
                <a:extLst>
                  <a:ext uri="{FF2B5EF4-FFF2-40B4-BE49-F238E27FC236}">
                    <a16:creationId xmlns:a16="http://schemas.microsoft.com/office/drawing/2014/main" id="{70E3C6BF-E37F-E4F3-DB20-9FDB1A2F6FFE}"/>
                  </a:ext>
                </a:extLst>
              </p:cNvPr>
              <p:cNvPicPr/>
              <p:nvPr/>
            </p:nvPicPr>
            <p:blipFill>
              <a:blip r:embed="rId126"/>
              <a:stretch>
                <a:fillRect/>
              </a:stretch>
            </p:blipFill>
            <p:spPr>
              <a:xfrm>
                <a:off x="-798138" y="4911023"/>
                <a:ext cx="1814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3" name="Рукописный ввод 72">
                <a:extLst>
                  <a:ext uri="{FF2B5EF4-FFF2-40B4-BE49-F238E27FC236}">
                    <a16:creationId xmlns:a16="http://schemas.microsoft.com/office/drawing/2014/main" id="{CAFB500F-AD4F-28A7-0690-FE5F127E4099}"/>
                  </a:ext>
                </a:extLst>
              </p14:cNvPr>
              <p14:cNvContentPartPr/>
              <p14:nvPr/>
            </p14:nvContentPartPr>
            <p14:xfrm>
              <a:off x="-570618" y="4723823"/>
              <a:ext cx="233640" cy="312840"/>
            </p14:xfrm>
          </p:contentPart>
        </mc:Choice>
        <mc:Fallback xmlns="">
          <p:pic>
            <p:nvPicPr>
              <p:cNvPr id="73" name="Рукописный ввод 72">
                <a:extLst>
                  <a:ext uri="{FF2B5EF4-FFF2-40B4-BE49-F238E27FC236}">
                    <a16:creationId xmlns:a16="http://schemas.microsoft.com/office/drawing/2014/main" id="{CAFB500F-AD4F-28A7-0690-FE5F127E4099}"/>
                  </a:ext>
                </a:extLst>
              </p:cNvPr>
              <p:cNvPicPr/>
              <p:nvPr/>
            </p:nvPicPr>
            <p:blipFill>
              <a:blip r:embed="rId128"/>
              <a:stretch>
                <a:fillRect/>
              </a:stretch>
            </p:blipFill>
            <p:spPr>
              <a:xfrm>
                <a:off x="-576738" y="4717703"/>
                <a:ext cx="24588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4" name="Рукописный ввод 73">
                <a:extLst>
                  <a:ext uri="{FF2B5EF4-FFF2-40B4-BE49-F238E27FC236}">
                    <a16:creationId xmlns:a16="http://schemas.microsoft.com/office/drawing/2014/main" id="{202ED3E3-6DBC-8556-D2BB-A6B51378C041}"/>
                  </a:ext>
                </a:extLst>
              </p14:cNvPr>
              <p14:cNvContentPartPr/>
              <p14:nvPr/>
            </p14:nvContentPartPr>
            <p14:xfrm>
              <a:off x="-334098" y="4705463"/>
              <a:ext cx="174600" cy="255600"/>
            </p14:xfrm>
          </p:contentPart>
        </mc:Choice>
        <mc:Fallback xmlns="">
          <p:pic>
            <p:nvPicPr>
              <p:cNvPr id="74" name="Рукописный ввод 73">
                <a:extLst>
                  <a:ext uri="{FF2B5EF4-FFF2-40B4-BE49-F238E27FC236}">
                    <a16:creationId xmlns:a16="http://schemas.microsoft.com/office/drawing/2014/main" id="{202ED3E3-6DBC-8556-D2BB-A6B51378C041}"/>
                  </a:ext>
                </a:extLst>
              </p:cNvPr>
              <p:cNvPicPr/>
              <p:nvPr/>
            </p:nvPicPr>
            <p:blipFill>
              <a:blip r:embed="rId130"/>
              <a:stretch>
                <a:fillRect/>
              </a:stretch>
            </p:blipFill>
            <p:spPr>
              <a:xfrm>
                <a:off x="-340218" y="4699343"/>
                <a:ext cx="18684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5" name="Рукописный ввод 74">
                <a:extLst>
                  <a:ext uri="{FF2B5EF4-FFF2-40B4-BE49-F238E27FC236}">
                    <a16:creationId xmlns:a16="http://schemas.microsoft.com/office/drawing/2014/main" id="{8077DCE4-F070-3375-CD6C-85483BAFAD16}"/>
                  </a:ext>
                </a:extLst>
              </p14:cNvPr>
              <p14:cNvContentPartPr/>
              <p14:nvPr/>
            </p14:nvContentPartPr>
            <p14:xfrm>
              <a:off x="-340218" y="4597463"/>
              <a:ext cx="232920" cy="410760"/>
            </p14:xfrm>
          </p:contentPart>
        </mc:Choice>
        <mc:Fallback xmlns="">
          <p:pic>
            <p:nvPicPr>
              <p:cNvPr id="75" name="Рукописный ввод 74">
                <a:extLst>
                  <a:ext uri="{FF2B5EF4-FFF2-40B4-BE49-F238E27FC236}">
                    <a16:creationId xmlns:a16="http://schemas.microsoft.com/office/drawing/2014/main" id="{8077DCE4-F070-3375-CD6C-85483BAFAD16}"/>
                  </a:ext>
                </a:extLst>
              </p:cNvPr>
              <p:cNvPicPr/>
              <p:nvPr/>
            </p:nvPicPr>
            <p:blipFill>
              <a:blip r:embed="rId132"/>
              <a:stretch>
                <a:fillRect/>
              </a:stretch>
            </p:blipFill>
            <p:spPr>
              <a:xfrm>
                <a:off x="-346338" y="4591343"/>
                <a:ext cx="245160" cy="423000"/>
              </a:xfrm>
              <a:prstGeom prst="rect">
                <a:avLst/>
              </a:prstGeom>
            </p:spPr>
          </p:pic>
        </mc:Fallback>
      </mc:AlternateContent>
      <p:grpSp>
        <p:nvGrpSpPr>
          <p:cNvPr id="78" name="Группа 77">
            <a:extLst>
              <a:ext uri="{FF2B5EF4-FFF2-40B4-BE49-F238E27FC236}">
                <a16:creationId xmlns:a16="http://schemas.microsoft.com/office/drawing/2014/main" id="{61534DCB-02D0-9401-6BE4-9777CD32D9FD}"/>
              </a:ext>
            </a:extLst>
          </p:cNvPr>
          <p:cNvGrpSpPr/>
          <p:nvPr/>
        </p:nvGrpSpPr>
        <p:grpSpPr>
          <a:xfrm>
            <a:off x="-55458" y="4519703"/>
            <a:ext cx="169560" cy="216000"/>
            <a:chOff x="-55458" y="4519703"/>
            <a:chExt cx="169560" cy="216000"/>
          </a:xfrm>
        </p:grpSpPr>
        <mc:AlternateContent xmlns:mc="http://schemas.openxmlformats.org/markup-compatibility/2006" xmlns:p14="http://schemas.microsoft.com/office/powerpoint/2010/main">
          <mc:Choice Requires="p14">
            <p:contentPart p14:bwMode="auto" r:id="rId133">
              <p14:nvContentPartPr>
                <p14:cNvPr id="76" name="Рукописный ввод 75">
                  <a:extLst>
                    <a:ext uri="{FF2B5EF4-FFF2-40B4-BE49-F238E27FC236}">
                      <a16:creationId xmlns:a16="http://schemas.microsoft.com/office/drawing/2014/main" id="{5523E247-BF25-2B70-CE09-7A00624D2E36}"/>
                    </a:ext>
                  </a:extLst>
                </p14:cNvPr>
                <p14:cNvContentPartPr/>
                <p14:nvPr/>
              </p14:nvContentPartPr>
              <p14:xfrm>
                <a:off x="-55458" y="4519703"/>
                <a:ext cx="117360" cy="216000"/>
              </p14:xfrm>
            </p:contentPart>
          </mc:Choice>
          <mc:Fallback xmlns="">
            <p:pic>
              <p:nvPicPr>
                <p:cNvPr id="76" name="Рукописный ввод 75">
                  <a:extLst>
                    <a:ext uri="{FF2B5EF4-FFF2-40B4-BE49-F238E27FC236}">
                      <a16:creationId xmlns:a16="http://schemas.microsoft.com/office/drawing/2014/main" id="{5523E247-BF25-2B70-CE09-7A00624D2E36}"/>
                    </a:ext>
                  </a:extLst>
                </p:cNvPr>
                <p:cNvPicPr/>
                <p:nvPr/>
              </p:nvPicPr>
              <p:blipFill>
                <a:blip r:embed="rId134"/>
                <a:stretch>
                  <a:fillRect/>
                </a:stretch>
              </p:blipFill>
              <p:spPr>
                <a:xfrm>
                  <a:off x="-61578" y="4513583"/>
                  <a:ext cx="12960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7" name="Рукописный ввод 76">
                  <a:extLst>
                    <a:ext uri="{FF2B5EF4-FFF2-40B4-BE49-F238E27FC236}">
                      <a16:creationId xmlns:a16="http://schemas.microsoft.com/office/drawing/2014/main" id="{07599D25-7C1A-64C3-9F21-649A2713CB55}"/>
                    </a:ext>
                  </a:extLst>
                </p14:cNvPr>
                <p14:cNvContentPartPr/>
                <p14:nvPr/>
              </p14:nvContentPartPr>
              <p14:xfrm>
                <a:off x="-38898" y="4605023"/>
                <a:ext cx="153000" cy="105480"/>
              </p14:xfrm>
            </p:contentPart>
          </mc:Choice>
          <mc:Fallback xmlns="">
            <p:pic>
              <p:nvPicPr>
                <p:cNvPr id="77" name="Рукописный ввод 76">
                  <a:extLst>
                    <a:ext uri="{FF2B5EF4-FFF2-40B4-BE49-F238E27FC236}">
                      <a16:creationId xmlns:a16="http://schemas.microsoft.com/office/drawing/2014/main" id="{07599D25-7C1A-64C3-9F21-649A2713CB55}"/>
                    </a:ext>
                  </a:extLst>
                </p:cNvPr>
                <p:cNvPicPr/>
                <p:nvPr/>
              </p:nvPicPr>
              <p:blipFill>
                <a:blip r:embed="rId136"/>
                <a:stretch>
                  <a:fillRect/>
                </a:stretch>
              </p:blipFill>
              <p:spPr>
                <a:xfrm>
                  <a:off x="-45018" y="4598903"/>
                  <a:ext cx="165240" cy="117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7">
            <p14:nvContentPartPr>
              <p14:cNvPr id="79" name="Рукописный ввод 78">
                <a:extLst>
                  <a:ext uri="{FF2B5EF4-FFF2-40B4-BE49-F238E27FC236}">
                    <a16:creationId xmlns:a16="http://schemas.microsoft.com/office/drawing/2014/main" id="{44ED1237-374C-FEBD-1637-E1C760C94993}"/>
                  </a:ext>
                </a:extLst>
              </p14:cNvPr>
              <p14:cNvContentPartPr/>
              <p14:nvPr/>
            </p14:nvContentPartPr>
            <p14:xfrm>
              <a:off x="-2057418" y="5709863"/>
              <a:ext cx="86760" cy="226080"/>
            </p14:xfrm>
          </p:contentPart>
        </mc:Choice>
        <mc:Fallback xmlns="">
          <p:pic>
            <p:nvPicPr>
              <p:cNvPr id="79" name="Рукописный ввод 78">
                <a:extLst>
                  <a:ext uri="{FF2B5EF4-FFF2-40B4-BE49-F238E27FC236}">
                    <a16:creationId xmlns:a16="http://schemas.microsoft.com/office/drawing/2014/main" id="{44ED1237-374C-FEBD-1637-E1C760C94993}"/>
                  </a:ext>
                </a:extLst>
              </p:cNvPr>
              <p:cNvPicPr/>
              <p:nvPr/>
            </p:nvPicPr>
            <p:blipFill>
              <a:blip r:embed="rId138"/>
              <a:stretch>
                <a:fillRect/>
              </a:stretch>
            </p:blipFill>
            <p:spPr>
              <a:xfrm>
                <a:off x="-2063538" y="5703743"/>
                <a:ext cx="9900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0" name="Рукописный ввод 79">
                <a:extLst>
                  <a:ext uri="{FF2B5EF4-FFF2-40B4-BE49-F238E27FC236}">
                    <a16:creationId xmlns:a16="http://schemas.microsoft.com/office/drawing/2014/main" id="{609E7BC3-DCC6-F026-E1CF-3FF16EEA88A8}"/>
                  </a:ext>
                </a:extLst>
              </p14:cNvPr>
              <p14:cNvContentPartPr/>
              <p14:nvPr/>
            </p14:nvContentPartPr>
            <p14:xfrm>
              <a:off x="-2053818" y="5800583"/>
              <a:ext cx="151560" cy="62640"/>
            </p14:xfrm>
          </p:contentPart>
        </mc:Choice>
        <mc:Fallback xmlns="">
          <p:pic>
            <p:nvPicPr>
              <p:cNvPr id="80" name="Рукописный ввод 79">
                <a:extLst>
                  <a:ext uri="{FF2B5EF4-FFF2-40B4-BE49-F238E27FC236}">
                    <a16:creationId xmlns:a16="http://schemas.microsoft.com/office/drawing/2014/main" id="{609E7BC3-DCC6-F026-E1CF-3FF16EEA88A8}"/>
                  </a:ext>
                </a:extLst>
              </p:cNvPr>
              <p:cNvPicPr/>
              <p:nvPr/>
            </p:nvPicPr>
            <p:blipFill>
              <a:blip r:embed="rId140"/>
              <a:stretch>
                <a:fillRect/>
              </a:stretch>
            </p:blipFill>
            <p:spPr>
              <a:xfrm>
                <a:off x="-2059938" y="5794463"/>
                <a:ext cx="16380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1" name="Рукописный ввод 80">
                <a:extLst>
                  <a:ext uri="{FF2B5EF4-FFF2-40B4-BE49-F238E27FC236}">
                    <a16:creationId xmlns:a16="http://schemas.microsoft.com/office/drawing/2014/main" id="{2D8A0D75-C494-BAA9-A9A4-6326805AF6D8}"/>
                  </a:ext>
                </a:extLst>
              </p14:cNvPr>
              <p14:cNvContentPartPr/>
              <p14:nvPr/>
            </p14:nvContentPartPr>
            <p14:xfrm>
              <a:off x="-1741338" y="5530223"/>
              <a:ext cx="307440" cy="454320"/>
            </p14:xfrm>
          </p:contentPart>
        </mc:Choice>
        <mc:Fallback xmlns="">
          <p:pic>
            <p:nvPicPr>
              <p:cNvPr id="81" name="Рукописный ввод 80">
                <a:extLst>
                  <a:ext uri="{FF2B5EF4-FFF2-40B4-BE49-F238E27FC236}">
                    <a16:creationId xmlns:a16="http://schemas.microsoft.com/office/drawing/2014/main" id="{2D8A0D75-C494-BAA9-A9A4-6326805AF6D8}"/>
                  </a:ext>
                </a:extLst>
              </p:cNvPr>
              <p:cNvPicPr/>
              <p:nvPr/>
            </p:nvPicPr>
            <p:blipFill>
              <a:blip r:embed="rId142"/>
              <a:stretch>
                <a:fillRect/>
              </a:stretch>
            </p:blipFill>
            <p:spPr>
              <a:xfrm>
                <a:off x="-1747458" y="5524103"/>
                <a:ext cx="319680" cy="4665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2" name="Рукописный ввод 81">
                <a:extLst>
                  <a:ext uri="{FF2B5EF4-FFF2-40B4-BE49-F238E27FC236}">
                    <a16:creationId xmlns:a16="http://schemas.microsoft.com/office/drawing/2014/main" id="{C391879A-E5AD-E5A1-8AE0-985CE06D0EF2}"/>
                  </a:ext>
                </a:extLst>
              </p14:cNvPr>
              <p14:cNvContentPartPr/>
              <p14:nvPr/>
            </p14:nvContentPartPr>
            <p14:xfrm>
              <a:off x="-1375938" y="5523383"/>
              <a:ext cx="301680" cy="465120"/>
            </p14:xfrm>
          </p:contentPart>
        </mc:Choice>
        <mc:Fallback xmlns="">
          <p:pic>
            <p:nvPicPr>
              <p:cNvPr id="82" name="Рукописный ввод 81">
                <a:extLst>
                  <a:ext uri="{FF2B5EF4-FFF2-40B4-BE49-F238E27FC236}">
                    <a16:creationId xmlns:a16="http://schemas.microsoft.com/office/drawing/2014/main" id="{C391879A-E5AD-E5A1-8AE0-985CE06D0EF2}"/>
                  </a:ext>
                </a:extLst>
              </p:cNvPr>
              <p:cNvPicPr/>
              <p:nvPr/>
            </p:nvPicPr>
            <p:blipFill>
              <a:blip r:embed="rId144"/>
              <a:stretch>
                <a:fillRect/>
              </a:stretch>
            </p:blipFill>
            <p:spPr>
              <a:xfrm>
                <a:off x="-1382058" y="5517263"/>
                <a:ext cx="313920" cy="4773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3" name="Рукописный ввод 82">
                <a:extLst>
                  <a:ext uri="{FF2B5EF4-FFF2-40B4-BE49-F238E27FC236}">
                    <a16:creationId xmlns:a16="http://schemas.microsoft.com/office/drawing/2014/main" id="{46969062-7E8B-850D-D013-B4163EF27560}"/>
                  </a:ext>
                </a:extLst>
              </p14:cNvPr>
              <p14:cNvContentPartPr/>
              <p14:nvPr/>
            </p14:nvContentPartPr>
            <p14:xfrm>
              <a:off x="-1074258" y="5589983"/>
              <a:ext cx="214560" cy="79200"/>
            </p14:xfrm>
          </p:contentPart>
        </mc:Choice>
        <mc:Fallback xmlns="">
          <p:pic>
            <p:nvPicPr>
              <p:cNvPr id="83" name="Рукописный ввод 82">
                <a:extLst>
                  <a:ext uri="{FF2B5EF4-FFF2-40B4-BE49-F238E27FC236}">
                    <a16:creationId xmlns:a16="http://schemas.microsoft.com/office/drawing/2014/main" id="{46969062-7E8B-850D-D013-B4163EF27560}"/>
                  </a:ext>
                </a:extLst>
              </p:cNvPr>
              <p:cNvPicPr/>
              <p:nvPr/>
            </p:nvPicPr>
            <p:blipFill>
              <a:blip r:embed="rId146"/>
              <a:stretch>
                <a:fillRect/>
              </a:stretch>
            </p:blipFill>
            <p:spPr>
              <a:xfrm>
                <a:off x="-1080378" y="5583863"/>
                <a:ext cx="22680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4" name="Рукописный ввод 83">
                <a:extLst>
                  <a:ext uri="{FF2B5EF4-FFF2-40B4-BE49-F238E27FC236}">
                    <a16:creationId xmlns:a16="http://schemas.microsoft.com/office/drawing/2014/main" id="{31CDE092-CA9D-F6C4-32CB-E0626A925AB9}"/>
                  </a:ext>
                </a:extLst>
              </p14:cNvPr>
              <p14:cNvContentPartPr/>
              <p14:nvPr/>
            </p14:nvContentPartPr>
            <p14:xfrm>
              <a:off x="-816138" y="5301263"/>
              <a:ext cx="296280" cy="346680"/>
            </p14:xfrm>
          </p:contentPart>
        </mc:Choice>
        <mc:Fallback xmlns="">
          <p:pic>
            <p:nvPicPr>
              <p:cNvPr id="84" name="Рукописный ввод 83">
                <a:extLst>
                  <a:ext uri="{FF2B5EF4-FFF2-40B4-BE49-F238E27FC236}">
                    <a16:creationId xmlns:a16="http://schemas.microsoft.com/office/drawing/2014/main" id="{31CDE092-CA9D-F6C4-32CB-E0626A925AB9}"/>
                  </a:ext>
                </a:extLst>
              </p:cNvPr>
              <p:cNvPicPr/>
              <p:nvPr/>
            </p:nvPicPr>
            <p:blipFill>
              <a:blip r:embed="rId148"/>
              <a:stretch>
                <a:fillRect/>
              </a:stretch>
            </p:blipFill>
            <p:spPr>
              <a:xfrm>
                <a:off x="-822258" y="5295143"/>
                <a:ext cx="30852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5" name="Рукописный ввод 84">
                <a:extLst>
                  <a:ext uri="{FF2B5EF4-FFF2-40B4-BE49-F238E27FC236}">
                    <a16:creationId xmlns:a16="http://schemas.microsoft.com/office/drawing/2014/main" id="{FB5A97F1-136D-585E-0CB0-B428E5D9D07E}"/>
                  </a:ext>
                </a:extLst>
              </p14:cNvPr>
              <p14:cNvContentPartPr/>
              <p14:nvPr/>
            </p14:nvContentPartPr>
            <p14:xfrm>
              <a:off x="-436338" y="5323223"/>
              <a:ext cx="226800" cy="372240"/>
            </p14:xfrm>
          </p:contentPart>
        </mc:Choice>
        <mc:Fallback xmlns="">
          <p:pic>
            <p:nvPicPr>
              <p:cNvPr id="85" name="Рукописный ввод 84">
                <a:extLst>
                  <a:ext uri="{FF2B5EF4-FFF2-40B4-BE49-F238E27FC236}">
                    <a16:creationId xmlns:a16="http://schemas.microsoft.com/office/drawing/2014/main" id="{FB5A97F1-136D-585E-0CB0-B428E5D9D07E}"/>
                  </a:ext>
                </a:extLst>
              </p:cNvPr>
              <p:cNvPicPr/>
              <p:nvPr/>
            </p:nvPicPr>
            <p:blipFill>
              <a:blip r:embed="rId150"/>
              <a:stretch>
                <a:fillRect/>
              </a:stretch>
            </p:blipFill>
            <p:spPr>
              <a:xfrm>
                <a:off x="-442458" y="5317103"/>
                <a:ext cx="239040" cy="384480"/>
              </a:xfrm>
              <a:prstGeom prst="rect">
                <a:avLst/>
              </a:prstGeom>
            </p:spPr>
          </p:pic>
        </mc:Fallback>
      </mc:AlternateContent>
      <p:grpSp>
        <p:nvGrpSpPr>
          <p:cNvPr id="90" name="Группа 89">
            <a:extLst>
              <a:ext uri="{FF2B5EF4-FFF2-40B4-BE49-F238E27FC236}">
                <a16:creationId xmlns:a16="http://schemas.microsoft.com/office/drawing/2014/main" id="{1E3B4A60-1225-ABA9-266E-4D76FFE634BE}"/>
              </a:ext>
            </a:extLst>
          </p:cNvPr>
          <p:cNvGrpSpPr/>
          <p:nvPr/>
        </p:nvGrpSpPr>
        <p:grpSpPr>
          <a:xfrm>
            <a:off x="-256698" y="5000663"/>
            <a:ext cx="443520" cy="501120"/>
            <a:chOff x="-256698" y="5000663"/>
            <a:chExt cx="443520" cy="501120"/>
          </a:xfrm>
        </p:grpSpPr>
        <mc:AlternateContent xmlns:mc="http://schemas.openxmlformats.org/markup-compatibility/2006" xmlns:p14="http://schemas.microsoft.com/office/powerpoint/2010/main">
          <mc:Choice Requires="p14">
            <p:contentPart p14:bwMode="auto" r:id="rId151">
              <p14:nvContentPartPr>
                <p14:cNvPr id="86" name="Рукописный ввод 85">
                  <a:extLst>
                    <a:ext uri="{FF2B5EF4-FFF2-40B4-BE49-F238E27FC236}">
                      <a16:creationId xmlns:a16="http://schemas.microsoft.com/office/drawing/2014/main" id="{7954EBB9-DBC9-4B3A-B481-0198159D6B11}"/>
                    </a:ext>
                  </a:extLst>
                </p14:cNvPr>
                <p14:cNvContentPartPr/>
                <p14:nvPr/>
              </p14:nvContentPartPr>
              <p14:xfrm>
                <a:off x="-256698" y="5202623"/>
                <a:ext cx="242280" cy="299160"/>
              </p14:xfrm>
            </p:contentPart>
          </mc:Choice>
          <mc:Fallback xmlns="">
            <p:pic>
              <p:nvPicPr>
                <p:cNvPr id="86" name="Рукописный ввод 85">
                  <a:extLst>
                    <a:ext uri="{FF2B5EF4-FFF2-40B4-BE49-F238E27FC236}">
                      <a16:creationId xmlns:a16="http://schemas.microsoft.com/office/drawing/2014/main" id="{7954EBB9-DBC9-4B3A-B481-0198159D6B11}"/>
                    </a:ext>
                  </a:extLst>
                </p:cNvPr>
                <p:cNvPicPr/>
                <p:nvPr/>
              </p:nvPicPr>
              <p:blipFill>
                <a:blip r:embed="rId152"/>
                <a:stretch>
                  <a:fillRect/>
                </a:stretch>
              </p:blipFill>
              <p:spPr>
                <a:xfrm>
                  <a:off x="-262818" y="5196503"/>
                  <a:ext cx="25452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7" name="Рукописный ввод 86">
                  <a:extLst>
                    <a:ext uri="{FF2B5EF4-FFF2-40B4-BE49-F238E27FC236}">
                      <a16:creationId xmlns:a16="http://schemas.microsoft.com/office/drawing/2014/main" id="{B2DA0099-1C93-80DB-8394-56FCCB8A3AF6}"/>
                    </a:ext>
                  </a:extLst>
                </p14:cNvPr>
                <p14:cNvContentPartPr/>
                <p14:nvPr/>
              </p14:nvContentPartPr>
              <p14:xfrm>
                <a:off x="-204498" y="5110823"/>
                <a:ext cx="298080" cy="385560"/>
              </p14:xfrm>
            </p:contentPart>
          </mc:Choice>
          <mc:Fallback xmlns="">
            <p:pic>
              <p:nvPicPr>
                <p:cNvPr id="87" name="Рукописный ввод 86">
                  <a:extLst>
                    <a:ext uri="{FF2B5EF4-FFF2-40B4-BE49-F238E27FC236}">
                      <a16:creationId xmlns:a16="http://schemas.microsoft.com/office/drawing/2014/main" id="{B2DA0099-1C93-80DB-8394-56FCCB8A3AF6}"/>
                    </a:ext>
                  </a:extLst>
                </p:cNvPr>
                <p:cNvPicPr/>
                <p:nvPr/>
              </p:nvPicPr>
              <p:blipFill>
                <a:blip r:embed="rId154"/>
                <a:stretch>
                  <a:fillRect/>
                </a:stretch>
              </p:blipFill>
              <p:spPr>
                <a:xfrm>
                  <a:off x="-210618" y="5104703"/>
                  <a:ext cx="31032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8" name="Рукописный ввод 87">
                  <a:extLst>
                    <a:ext uri="{FF2B5EF4-FFF2-40B4-BE49-F238E27FC236}">
                      <a16:creationId xmlns:a16="http://schemas.microsoft.com/office/drawing/2014/main" id="{702958B3-FA71-3102-1119-131A1405AD46}"/>
                    </a:ext>
                  </a:extLst>
                </p14:cNvPr>
                <p14:cNvContentPartPr/>
                <p14:nvPr/>
              </p14:nvContentPartPr>
              <p14:xfrm>
                <a:off x="-54018" y="5000663"/>
                <a:ext cx="240840" cy="157680"/>
              </p14:xfrm>
            </p:contentPart>
          </mc:Choice>
          <mc:Fallback xmlns="">
            <p:pic>
              <p:nvPicPr>
                <p:cNvPr id="88" name="Рукописный ввод 87">
                  <a:extLst>
                    <a:ext uri="{FF2B5EF4-FFF2-40B4-BE49-F238E27FC236}">
                      <a16:creationId xmlns:a16="http://schemas.microsoft.com/office/drawing/2014/main" id="{702958B3-FA71-3102-1119-131A1405AD46}"/>
                    </a:ext>
                  </a:extLst>
                </p:cNvPr>
                <p:cNvPicPr/>
                <p:nvPr/>
              </p:nvPicPr>
              <p:blipFill>
                <a:blip r:embed="rId156"/>
                <a:stretch>
                  <a:fillRect/>
                </a:stretch>
              </p:blipFill>
              <p:spPr>
                <a:xfrm>
                  <a:off x="-60138" y="4994543"/>
                  <a:ext cx="253080" cy="169920"/>
                </a:xfrm>
                <a:prstGeom prst="rect">
                  <a:avLst/>
                </a:prstGeom>
              </p:spPr>
            </p:pic>
          </mc:Fallback>
        </mc:AlternateContent>
      </p:grpSp>
      <p:grpSp>
        <p:nvGrpSpPr>
          <p:cNvPr id="105" name="Группа 104">
            <a:extLst>
              <a:ext uri="{FF2B5EF4-FFF2-40B4-BE49-F238E27FC236}">
                <a16:creationId xmlns:a16="http://schemas.microsoft.com/office/drawing/2014/main" id="{45D37E8A-82A4-D07A-287D-915AB0556707}"/>
              </a:ext>
            </a:extLst>
          </p:cNvPr>
          <p:cNvGrpSpPr/>
          <p:nvPr/>
        </p:nvGrpSpPr>
        <p:grpSpPr>
          <a:xfrm>
            <a:off x="9099342" y="994943"/>
            <a:ext cx="1714320" cy="501840"/>
            <a:chOff x="9099342" y="994943"/>
            <a:chExt cx="1714320" cy="501840"/>
          </a:xfrm>
        </p:grpSpPr>
        <mc:AlternateContent xmlns:mc="http://schemas.openxmlformats.org/markup-compatibility/2006" xmlns:p14="http://schemas.microsoft.com/office/powerpoint/2010/main">
          <mc:Choice Requires="p14">
            <p:contentPart p14:bwMode="auto" r:id="rId157">
              <p14:nvContentPartPr>
                <p14:cNvPr id="91" name="Рукописный ввод 90">
                  <a:extLst>
                    <a:ext uri="{FF2B5EF4-FFF2-40B4-BE49-F238E27FC236}">
                      <a16:creationId xmlns:a16="http://schemas.microsoft.com/office/drawing/2014/main" id="{DADE21AD-45CD-241E-2955-C10D007CE0A0}"/>
                    </a:ext>
                  </a:extLst>
                </p14:cNvPr>
                <p14:cNvContentPartPr/>
                <p14:nvPr/>
              </p14:nvContentPartPr>
              <p14:xfrm>
                <a:off x="9099342" y="994943"/>
                <a:ext cx="240480" cy="323280"/>
              </p14:xfrm>
            </p:contentPart>
          </mc:Choice>
          <mc:Fallback xmlns="">
            <p:pic>
              <p:nvPicPr>
                <p:cNvPr id="91" name="Рукописный ввод 90">
                  <a:extLst>
                    <a:ext uri="{FF2B5EF4-FFF2-40B4-BE49-F238E27FC236}">
                      <a16:creationId xmlns:a16="http://schemas.microsoft.com/office/drawing/2014/main" id="{DADE21AD-45CD-241E-2955-C10D007CE0A0}"/>
                    </a:ext>
                  </a:extLst>
                </p:cNvPr>
                <p:cNvPicPr/>
                <p:nvPr/>
              </p:nvPicPr>
              <p:blipFill>
                <a:blip r:embed="rId158"/>
                <a:stretch>
                  <a:fillRect/>
                </a:stretch>
              </p:blipFill>
              <p:spPr>
                <a:xfrm>
                  <a:off x="9093222" y="988823"/>
                  <a:ext cx="25272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2" name="Рукописный ввод 91">
                  <a:extLst>
                    <a:ext uri="{FF2B5EF4-FFF2-40B4-BE49-F238E27FC236}">
                      <a16:creationId xmlns:a16="http://schemas.microsoft.com/office/drawing/2014/main" id="{6D232B61-3377-E19A-E3D0-3A1681A1BE5D}"/>
                    </a:ext>
                  </a:extLst>
                </p14:cNvPr>
                <p14:cNvContentPartPr/>
                <p14:nvPr/>
              </p14:nvContentPartPr>
              <p14:xfrm>
                <a:off x="9351342" y="1024463"/>
                <a:ext cx="182880" cy="409680"/>
              </p14:xfrm>
            </p:contentPart>
          </mc:Choice>
          <mc:Fallback xmlns="">
            <p:pic>
              <p:nvPicPr>
                <p:cNvPr id="92" name="Рукописный ввод 91">
                  <a:extLst>
                    <a:ext uri="{FF2B5EF4-FFF2-40B4-BE49-F238E27FC236}">
                      <a16:creationId xmlns:a16="http://schemas.microsoft.com/office/drawing/2014/main" id="{6D232B61-3377-E19A-E3D0-3A1681A1BE5D}"/>
                    </a:ext>
                  </a:extLst>
                </p:cNvPr>
                <p:cNvPicPr/>
                <p:nvPr/>
              </p:nvPicPr>
              <p:blipFill>
                <a:blip r:embed="rId160"/>
                <a:stretch>
                  <a:fillRect/>
                </a:stretch>
              </p:blipFill>
              <p:spPr>
                <a:xfrm>
                  <a:off x="9345222" y="1018343"/>
                  <a:ext cx="19512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3" name="Рукописный ввод 92">
                  <a:extLst>
                    <a:ext uri="{FF2B5EF4-FFF2-40B4-BE49-F238E27FC236}">
                      <a16:creationId xmlns:a16="http://schemas.microsoft.com/office/drawing/2014/main" id="{459D6E65-7348-F0B2-0C13-1691AE4D70F7}"/>
                    </a:ext>
                  </a:extLst>
                </p14:cNvPr>
                <p14:cNvContentPartPr/>
                <p14:nvPr/>
              </p14:nvContentPartPr>
              <p14:xfrm>
                <a:off x="9539262" y="1130663"/>
                <a:ext cx="139320" cy="275400"/>
              </p14:xfrm>
            </p:contentPart>
          </mc:Choice>
          <mc:Fallback xmlns="">
            <p:pic>
              <p:nvPicPr>
                <p:cNvPr id="93" name="Рукописный ввод 92">
                  <a:extLst>
                    <a:ext uri="{FF2B5EF4-FFF2-40B4-BE49-F238E27FC236}">
                      <a16:creationId xmlns:a16="http://schemas.microsoft.com/office/drawing/2014/main" id="{459D6E65-7348-F0B2-0C13-1691AE4D70F7}"/>
                    </a:ext>
                  </a:extLst>
                </p:cNvPr>
                <p:cNvPicPr/>
                <p:nvPr/>
              </p:nvPicPr>
              <p:blipFill>
                <a:blip r:embed="rId162"/>
                <a:stretch>
                  <a:fillRect/>
                </a:stretch>
              </p:blipFill>
              <p:spPr>
                <a:xfrm>
                  <a:off x="9533142" y="1124543"/>
                  <a:ext cx="15156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4" name="Рукописный ввод 93">
                  <a:extLst>
                    <a:ext uri="{FF2B5EF4-FFF2-40B4-BE49-F238E27FC236}">
                      <a16:creationId xmlns:a16="http://schemas.microsoft.com/office/drawing/2014/main" id="{69DFB3F1-4389-61E3-7908-EC0227C0CC35}"/>
                    </a:ext>
                  </a:extLst>
                </p14:cNvPr>
                <p14:cNvContentPartPr/>
                <p14:nvPr/>
              </p14:nvContentPartPr>
              <p14:xfrm>
                <a:off x="9420102" y="1037423"/>
                <a:ext cx="230760" cy="422640"/>
              </p14:xfrm>
            </p:contentPart>
          </mc:Choice>
          <mc:Fallback xmlns="">
            <p:pic>
              <p:nvPicPr>
                <p:cNvPr id="94" name="Рукописный ввод 93">
                  <a:extLst>
                    <a:ext uri="{FF2B5EF4-FFF2-40B4-BE49-F238E27FC236}">
                      <a16:creationId xmlns:a16="http://schemas.microsoft.com/office/drawing/2014/main" id="{69DFB3F1-4389-61E3-7908-EC0227C0CC35}"/>
                    </a:ext>
                  </a:extLst>
                </p:cNvPr>
                <p:cNvPicPr/>
                <p:nvPr/>
              </p:nvPicPr>
              <p:blipFill>
                <a:blip r:embed="rId164"/>
                <a:stretch>
                  <a:fillRect/>
                </a:stretch>
              </p:blipFill>
              <p:spPr>
                <a:xfrm>
                  <a:off x="9413982" y="1031303"/>
                  <a:ext cx="243000" cy="4348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5" name="Рукописный ввод 94">
                  <a:extLst>
                    <a:ext uri="{FF2B5EF4-FFF2-40B4-BE49-F238E27FC236}">
                      <a16:creationId xmlns:a16="http://schemas.microsoft.com/office/drawing/2014/main" id="{F8DF7A88-4121-2D29-6602-7C4EF10133AD}"/>
                    </a:ext>
                  </a:extLst>
                </p14:cNvPr>
                <p14:cNvContentPartPr/>
                <p14:nvPr/>
              </p14:nvContentPartPr>
              <p14:xfrm>
                <a:off x="9789462" y="1273583"/>
                <a:ext cx="132840" cy="54360"/>
              </p14:xfrm>
            </p:contentPart>
          </mc:Choice>
          <mc:Fallback xmlns="">
            <p:pic>
              <p:nvPicPr>
                <p:cNvPr id="95" name="Рукописный ввод 94">
                  <a:extLst>
                    <a:ext uri="{FF2B5EF4-FFF2-40B4-BE49-F238E27FC236}">
                      <a16:creationId xmlns:a16="http://schemas.microsoft.com/office/drawing/2014/main" id="{F8DF7A88-4121-2D29-6602-7C4EF10133AD}"/>
                    </a:ext>
                  </a:extLst>
                </p:cNvPr>
                <p:cNvPicPr/>
                <p:nvPr/>
              </p:nvPicPr>
              <p:blipFill>
                <a:blip r:embed="rId166"/>
                <a:stretch>
                  <a:fillRect/>
                </a:stretch>
              </p:blipFill>
              <p:spPr>
                <a:xfrm>
                  <a:off x="9783342" y="1267463"/>
                  <a:ext cx="14508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6" name="Рукописный ввод 95">
                  <a:extLst>
                    <a:ext uri="{FF2B5EF4-FFF2-40B4-BE49-F238E27FC236}">
                      <a16:creationId xmlns:a16="http://schemas.microsoft.com/office/drawing/2014/main" id="{76D76949-4B6E-0FD5-9615-DC681F1E4F96}"/>
                    </a:ext>
                  </a:extLst>
                </p14:cNvPr>
                <p14:cNvContentPartPr/>
                <p14:nvPr/>
              </p14:nvContentPartPr>
              <p14:xfrm>
                <a:off x="9912582" y="1151903"/>
                <a:ext cx="258120" cy="247320"/>
              </p14:xfrm>
            </p:contentPart>
          </mc:Choice>
          <mc:Fallback xmlns="">
            <p:pic>
              <p:nvPicPr>
                <p:cNvPr id="96" name="Рукописный ввод 95">
                  <a:extLst>
                    <a:ext uri="{FF2B5EF4-FFF2-40B4-BE49-F238E27FC236}">
                      <a16:creationId xmlns:a16="http://schemas.microsoft.com/office/drawing/2014/main" id="{76D76949-4B6E-0FD5-9615-DC681F1E4F96}"/>
                    </a:ext>
                  </a:extLst>
                </p:cNvPr>
                <p:cNvPicPr/>
                <p:nvPr/>
              </p:nvPicPr>
              <p:blipFill>
                <a:blip r:embed="rId168"/>
                <a:stretch>
                  <a:fillRect/>
                </a:stretch>
              </p:blipFill>
              <p:spPr>
                <a:xfrm>
                  <a:off x="9906462" y="1145783"/>
                  <a:ext cx="2703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7" name="Рукописный ввод 96">
                  <a:extLst>
                    <a:ext uri="{FF2B5EF4-FFF2-40B4-BE49-F238E27FC236}">
                      <a16:creationId xmlns:a16="http://schemas.microsoft.com/office/drawing/2014/main" id="{B0D041EE-8058-E8EE-ED17-F7D9385FDC61}"/>
                    </a:ext>
                  </a:extLst>
                </p14:cNvPr>
                <p14:cNvContentPartPr/>
                <p14:nvPr/>
              </p14:nvContentPartPr>
              <p14:xfrm>
                <a:off x="10243062" y="1211303"/>
                <a:ext cx="118080" cy="227160"/>
              </p14:xfrm>
            </p:contentPart>
          </mc:Choice>
          <mc:Fallback xmlns="">
            <p:pic>
              <p:nvPicPr>
                <p:cNvPr id="97" name="Рукописный ввод 96">
                  <a:extLst>
                    <a:ext uri="{FF2B5EF4-FFF2-40B4-BE49-F238E27FC236}">
                      <a16:creationId xmlns:a16="http://schemas.microsoft.com/office/drawing/2014/main" id="{B0D041EE-8058-E8EE-ED17-F7D9385FDC61}"/>
                    </a:ext>
                  </a:extLst>
                </p:cNvPr>
                <p:cNvPicPr/>
                <p:nvPr/>
              </p:nvPicPr>
              <p:blipFill>
                <a:blip r:embed="rId170"/>
                <a:stretch>
                  <a:fillRect/>
                </a:stretch>
              </p:blipFill>
              <p:spPr>
                <a:xfrm>
                  <a:off x="10236942" y="1205183"/>
                  <a:ext cx="13032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8" name="Рукописный ввод 97">
                  <a:extLst>
                    <a:ext uri="{FF2B5EF4-FFF2-40B4-BE49-F238E27FC236}">
                      <a16:creationId xmlns:a16="http://schemas.microsoft.com/office/drawing/2014/main" id="{06C92F4A-12CE-362A-8C53-4A4D71898A1E}"/>
                    </a:ext>
                  </a:extLst>
                </p14:cNvPr>
                <p14:cNvContentPartPr/>
                <p14:nvPr/>
              </p14:nvContentPartPr>
              <p14:xfrm>
                <a:off x="10325142" y="1065503"/>
                <a:ext cx="201240" cy="431280"/>
              </p14:xfrm>
            </p:contentPart>
          </mc:Choice>
          <mc:Fallback xmlns="">
            <p:pic>
              <p:nvPicPr>
                <p:cNvPr id="98" name="Рукописный ввод 97">
                  <a:extLst>
                    <a:ext uri="{FF2B5EF4-FFF2-40B4-BE49-F238E27FC236}">
                      <a16:creationId xmlns:a16="http://schemas.microsoft.com/office/drawing/2014/main" id="{06C92F4A-12CE-362A-8C53-4A4D71898A1E}"/>
                    </a:ext>
                  </a:extLst>
                </p:cNvPr>
                <p:cNvPicPr/>
                <p:nvPr/>
              </p:nvPicPr>
              <p:blipFill>
                <a:blip r:embed="rId172"/>
                <a:stretch>
                  <a:fillRect/>
                </a:stretch>
              </p:blipFill>
              <p:spPr>
                <a:xfrm>
                  <a:off x="10319022" y="1059383"/>
                  <a:ext cx="213480" cy="4435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99" name="Рукописный ввод 98">
                  <a:extLst>
                    <a:ext uri="{FF2B5EF4-FFF2-40B4-BE49-F238E27FC236}">
                      <a16:creationId xmlns:a16="http://schemas.microsoft.com/office/drawing/2014/main" id="{33466E80-08C6-C8DA-09C8-3D5E243C0855}"/>
                    </a:ext>
                  </a:extLst>
                </p14:cNvPr>
                <p14:cNvContentPartPr/>
                <p14:nvPr/>
              </p14:nvContentPartPr>
              <p14:xfrm>
                <a:off x="10758942" y="1161623"/>
                <a:ext cx="19440" cy="222840"/>
              </p14:xfrm>
            </p:contentPart>
          </mc:Choice>
          <mc:Fallback xmlns="">
            <p:pic>
              <p:nvPicPr>
                <p:cNvPr id="99" name="Рукописный ввод 98">
                  <a:extLst>
                    <a:ext uri="{FF2B5EF4-FFF2-40B4-BE49-F238E27FC236}">
                      <a16:creationId xmlns:a16="http://schemas.microsoft.com/office/drawing/2014/main" id="{33466E80-08C6-C8DA-09C8-3D5E243C0855}"/>
                    </a:ext>
                  </a:extLst>
                </p:cNvPr>
                <p:cNvPicPr/>
                <p:nvPr/>
              </p:nvPicPr>
              <p:blipFill>
                <a:blip r:embed="rId174"/>
                <a:stretch>
                  <a:fillRect/>
                </a:stretch>
              </p:blipFill>
              <p:spPr>
                <a:xfrm>
                  <a:off x="10752822" y="1155503"/>
                  <a:ext cx="3168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0" name="Рукописный ввод 99">
                  <a:extLst>
                    <a:ext uri="{FF2B5EF4-FFF2-40B4-BE49-F238E27FC236}">
                      <a16:creationId xmlns:a16="http://schemas.microsoft.com/office/drawing/2014/main" id="{085F2FF3-3455-B5AB-33BB-A66A10CFDE18}"/>
                    </a:ext>
                  </a:extLst>
                </p14:cNvPr>
                <p14:cNvContentPartPr/>
                <p14:nvPr/>
              </p14:nvContentPartPr>
              <p14:xfrm>
                <a:off x="10665702" y="1302023"/>
                <a:ext cx="147960" cy="70560"/>
              </p14:xfrm>
            </p:contentPart>
          </mc:Choice>
          <mc:Fallback xmlns="">
            <p:pic>
              <p:nvPicPr>
                <p:cNvPr id="100" name="Рукописный ввод 99">
                  <a:extLst>
                    <a:ext uri="{FF2B5EF4-FFF2-40B4-BE49-F238E27FC236}">
                      <a16:creationId xmlns:a16="http://schemas.microsoft.com/office/drawing/2014/main" id="{085F2FF3-3455-B5AB-33BB-A66A10CFDE18}"/>
                    </a:ext>
                  </a:extLst>
                </p:cNvPr>
                <p:cNvPicPr/>
                <p:nvPr/>
              </p:nvPicPr>
              <p:blipFill>
                <a:blip r:embed="rId176"/>
                <a:stretch>
                  <a:fillRect/>
                </a:stretch>
              </p:blipFill>
              <p:spPr>
                <a:xfrm>
                  <a:off x="10659582" y="1295903"/>
                  <a:ext cx="160200" cy="82800"/>
                </a:xfrm>
                <a:prstGeom prst="rect">
                  <a:avLst/>
                </a:prstGeom>
              </p:spPr>
            </p:pic>
          </mc:Fallback>
        </mc:AlternateContent>
      </p:grpSp>
      <p:grpSp>
        <p:nvGrpSpPr>
          <p:cNvPr id="135" name="Группа 134">
            <a:extLst>
              <a:ext uri="{FF2B5EF4-FFF2-40B4-BE49-F238E27FC236}">
                <a16:creationId xmlns:a16="http://schemas.microsoft.com/office/drawing/2014/main" id="{F23F6383-88D7-6BC1-005E-622912FEC833}"/>
              </a:ext>
            </a:extLst>
          </p:cNvPr>
          <p:cNvGrpSpPr/>
          <p:nvPr/>
        </p:nvGrpSpPr>
        <p:grpSpPr>
          <a:xfrm>
            <a:off x="8717382" y="1650143"/>
            <a:ext cx="2577600" cy="1222560"/>
            <a:chOff x="8717382" y="1650143"/>
            <a:chExt cx="2577600" cy="1222560"/>
          </a:xfrm>
        </p:grpSpPr>
        <mc:AlternateContent xmlns:mc="http://schemas.openxmlformats.org/markup-compatibility/2006" xmlns:p14="http://schemas.microsoft.com/office/powerpoint/2010/main">
          <mc:Choice Requires="p14">
            <p:contentPart p14:bwMode="auto" r:id="rId177">
              <p14:nvContentPartPr>
                <p14:cNvPr id="101" name="Рукописный ввод 100">
                  <a:extLst>
                    <a:ext uri="{FF2B5EF4-FFF2-40B4-BE49-F238E27FC236}">
                      <a16:creationId xmlns:a16="http://schemas.microsoft.com/office/drawing/2014/main" id="{12C4B75F-E3F5-6AB3-EE46-1F02780B738C}"/>
                    </a:ext>
                  </a:extLst>
                </p14:cNvPr>
                <p14:cNvContentPartPr/>
                <p14:nvPr/>
              </p14:nvContentPartPr>
              <p14:xfrm>
                <a:off x="9171342" y="1691543"/>
                <a:ext cx="59760" cy="276840"/>
              </p14:xfrm>
            </p:contentPart>
          </mc:Choice>
          <mc:Fallback xmlns="">
            <p:pic>
              <p:nvPicPr>
                <p:cNvPr id="101" name="Рукописный ввод 100">
                  <a:extLst>
                    <a:ext uri="{FF2B5EF4-FFF2-40B4-BE49-F238E27FC236}">
                      <a16:creationId xmlns:a16="http://schemas.microsoft.com/office/drawing/2014/main" id="{12C4B75F-E3F5-6AB3-EE46-1F02780B738C}"/>
                    </a:ext>
                  </a:extLst>
                </p:cNvPr>
                <p:cNvPicPr/>
                <p:nvPr/>
              </p:nvPicPr>
              <p:blipFill>
                <a:blip r:embed="rId178"/>
                <a:stretch>
                  <a:fillRect/>
                </a:stretch>
              </p:blipFill>
              <p:spPr>
                <a:xfrm>
                  <a:off x="9165222" y="1685423"/>
                  <a:ext cx="7200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2" name="Рукописный ввод 101">
                  <a:extLst>
                    <a:ext uri="{FF2B5EF4-FFF2-40B4-BE49-F238E27FC236}">
                      <a16:creationId xmlns:a16="http://schemas.microsoft.com/office/drawing/2014/main" id="{1425E90F-9B70-B97D-9680-3F39C0564711}"/>
                    </a:ext>
                  </a:extLst>
                </p14:cNvPr>
                <p14:cNvContentPartPr/>
                <p14:nvPr/>
              </p14:nvContentPartPr>
              <p14:xfrm>
                <a:off x="9095742" y="1860383"/>
                <a:ext cx="263520" cy="24120"/>
              </p14:xfrm>
            </p:contentPart>
          </mc:Choice>
          <mc:Fallback xmlns="">
            <p:pic>
              <p:nvPicPr>
                <p:cNvPr id="102" name="Рукописный ввод 101">
                  <a:extLst>
                    <a:ext uri="{FF2B5EF4-FFF2-40B4-BE49-F238E27FC236}">
                      <a16:creationId xmlns:a16="http://schemas.microsoft.com/office/drawing/2014/main" id="{1425E90F-9B70-B97D-9680-3F39C0564711}"/>
                    </a:ext>
                  </a:extLst>
                </p:cNvPr>
                <p:cNvPicPr/>
                <p:nvPr/>
              </p:nvPicPr>
              <p:blipFill>
                <a:blip r:embed="rId180"/>
                <a:stretch>
                  <a:fillRect/>
                </a:stretch>
              </p:blipFill>
              <p:spPr>
                <a:xfrm>
                  <a:off x="9089622" y="1854263"/>
                  <a:ext cx="2757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03" name="Рукописный ввод 102">
                  <a:extLst>
                    <a:ext uri="{FF2B5EF4-FFF2-40B4-BE49-F238E27FC236}">
                      <a16:creationId xmlns:a16="http://schemas.microsoft.com/office/drawing/2014/main" id="{2C220192-5DA4-6F51-7C98-A6F98EB2A5A1}"/>
                    </a:ext>
                  </a:extLst>
                </p14:cNvPr>
                <p14:cNvContentPartPr/>
                <p14:nvPr/>
              </p14:nvContentPartPr>
              <p14:xfrm>
                <a:off x="9417942" y="1650143"/>
                <a:ext cx="137520" cy="516600"/>
              </p14:xfrm>
            </p:contentPart>
          </mc:Choice>
          <mc:Fallback xmlns="">
            <p:pic>
              <p:nvPicPr>
                <p:cNvPr id="103" name="Рукописный ввод 102">
                  <a:extLst>
                    <a:ext uri="{FF2B5EF4-FFF2-40B4-BE49-F238E27FC236}">
                      <a16:creationId xmlns:a16="http://schemas.microsoft.com/office/drawing/2014/main" id="{2C220192-5DA4-6F51-7C98-A6F98EB2A5A1}"/>
                    </a:ext>
                  </a:extLst>
                </p:cNvPr>
                <p:cNvPicPr/>
                <p:nvPr/>
              </p:nvPicPr>
              <p:blipFill>
                <a:blip r:embed="rId182"/>
                <a:stretch>
                  <a:fillRect/>
                </a:stretch>
              </p:blipFill>
              <p:spPr>
                <a:xfrm>
                  <a:off x="9411822" y="1644023"/>
                  <a:ext cx="149760" cy="52884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06" name="Рукописный ввод 105">
                  <a:extLst>
                    <a:ext uri="{FF2B5EF4-FFF2-40B4-BE49-F238E27FC236}">
                      <a16:creationId xmlns:a16="http://schemas.microsoft.com/office/drawing/2014/main" id="{1EE1652B-D7EF-D35F-0F5D-D940D713FE91}"/>
                    </a:ext>
                  </a:extLst>
                </p14:cNvPr>
                <p14:cNvContentPartPr/>
                <p14:nvPr/>
              </p14:nvContentPartPr>
              <p14:xfrm>
                <a:off x="9639702" y="1791623"/>
                <a:ext cx="238320" cy="336960"/>
              </p14:xfrm>
            </p:contentPart>
          </mc:Choice>
          <mc:Fallback xmlns="">
            <p:pic>
              <p:nvPicPr>
                <p:cNvPr id="106" name="Рукописный ввод 105">
                  <a:extLst>
                    <a:ext uri="{FF2B5EF4-FFF2-40B4-BE49-F238E27FC236}">
                      <a16:creationId xmlns:a16="http://schemas.microsoft.com/office/drawing/2014/main" id="{1EE1652B-D7EF-D35F-0F5D-D940D713FE91}"/>
                    </a:ext>
                  </a:extLst>
                </p:cNvPr>
                <p:cNvPicPr/>
                <p:nvPr/>
              </p:nvPicPr>
              <p:blipFill>
                <a:blip r:embed="rId184"/>
                <a:stretch>
                  <a:fillRect/>
                </a:stretch>
              </p:blipFill>
              <p:spPr>
                <a:xfrm>
                  <a:off x="9633582" y="1785503"/>
                  <a:ext cx="25056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07" name="Рукописный ввод 106">
                  <a:extLst>
                    <a:ext uri="{FF2B5EF4-FFF2-40B4-BE49-F238E27FC236}">
                      <a16:creationId xmlns:a16="http://schemas.microsoft.com/office/drawing/2014/main" id="{8BEBA63C-D67A-729A-D880-F95501F74C8A}"/>
                    </a:ext>
                  </a:extLst>
                </p14:cNvPr>
                <p14:cNvContentPartPr/>
                <p14:nvPr/>
              </p14:nvContentPartPr>
              <p14:xfrm>
                <a:off x="10058022" y="1856783"/>
                <a:ext cx="231480" cy="104040"/>
              </p14:xfrm>
            </p:contentPart>
          </mc:Choice>
          <mc:Fallback xmlns="">
            <p:pic>
              <p:nvPicPr>
                <p:cNvPr id="107" name="Рукописный ввод 106">
                  <a:extLst>
                    <a:ext uri="{FF2B5EF4-FFF2-40B4-BE49-F238E27FC236}">
                      <a16:creationId xmlns:a16="http://schemas.microsoft.com/office/drawing/2014/main" id="{8BEBA63C-D67A-729A-D880-F95501F74C8A}"/>
                    </a:ext>
                  </a:extLst>
                </p:cNvPr>
                <p:cNvPicPr/>
                <p:nvPr/>
              </p:nvPicPr>
              <p:blipFill>
                <a:blip r:embed="rId186"/>
                <a:stretch>
                  <a:fillRect/>
                </a:stretch>
              </p:blipFill>
              <p:spPr>
                <a:xfrm>
                  <a:off x="10051902" y="1850663"/>
                  <a:ext cx="24372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08" name="Рукописный ввод 107">
                  <a:extLst>
                    <a:ext uri="{FF2B5EF4-FFF2-40B4-BE49-F238E27FC236}">
                      <a16:creationId xmlns:a16="http://schemas.microsoft.com/office/drawing/2014/main" id="{FB62862C-8F3C-AE25-7BB6-8997A25876B6}"/>
                    </a:ext>
                  </a:extLst>
                </p14:cNvPr>
                <p14:cNvContentPartPr/>
                <p14:nvPr/>
              </p14:nvContentPartPr>
              <p14:xfrm>
                <a:off x="10286622" y="1765703"/>
                <a:ext cx="372600" cy="312120"/>
              </p14:xfrm>
            </p:contentPart>
          </mc:Choice>
          <mc:Fallback xmlns="">
            <p:pic>
              <p:nvPicPr>
                <p:cNvPr id="108" name="Рукописный ввод 107">
                  <a:extLst>
                    <a:ext uri="{FF2B5EF4-FFF2-40B4-BE49-F238E27FC236}">
                      <a16:creationId xmlns:a16="http://schemas.microsoft.com/office/drawing/2014/main" id="{FB62862C-8F3C-AE25-7BB6-8997A25876B6}"/>
                    </a:ext>
                  </a:extLst>
                </p:cNvPr>
                <p:cNvPicPr/>
                <p:nvPr/>
              </p:nvPicPr>
              <p:blipFill>
                <a:blip r:embed="rId188"/>
                <a:stretch>
                  <a:fillRect/>
                </a:stretch>
              </p:blipFill>
              <p:spPr>
                <a:xfrm>
                  <a:off x="10280502" y="1759583"/>
                  <a:ext cx="38484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09" name="Рукописный ввод 108">
                  <a:extLst>
                    <a:ext uri="{FF2B5EF4-FFF2-40B4-BE49-F238E27FC236}">
                      <a16:creationId xmlns:a16="http://schemas.microsoft.com/office/drawing/2014/main" id="{F4961CAF-65EB-9505-31AE-EB25ECF82578}"/>
                    </a:ext>
                  </a:extLst>
                </p14:cNvPr>
                <p14:cNvContentPartPr/>
                <p14:nvPr/>
              </p14:nvContentPartPr>
              <p14:xfrm>
                <a:off x="10668942" y="1874423"/>
                <a:ext cx="181440" cy="338040"/>
              </p14:xfrm>
            </p:contentPart>
          </mc:Choice>
          <mc:Fallback xmlns="">
            <p:pic>
              <p:nvPicPr>
                <p:cNvPr id="109" name="Рукописный ввод 108">
                  <a:extLst>
                    <a:ext uri="{FF2B5EF4-FFF2-40B4-BE49-F238E27FC236}">
                      <a16:creationId xmlns:a16="http://schemas.microsoft.com/office/drawing/2014/main" id="{F4961CAF-65EB-9505-31AE-EB25ECF82578}"/>
                    </a:ext>
                  </a:extLst>
                </p:cNvPr>
                <p:cNvPicPr/>
                <p:nvPr/>
              </p:nvPicPr>
              <p:blipFill>
                <a:blip r:embed="rId190"/>
                <a:stretch>
                  <a:fillRect/>
                </a:stretch>
              </p:blipFill>
              <p:spPr>
                <a:xfrm>
                  <a:off x="10662822" y="1868303"/>
                  <a:ext cx="19368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0" name="Рукописный ввод 109">
                  <a:extLst>
                    <a:ext uri="{FF2B5EF4-FFF2-40B4-BE49-F238E27FC236}">
                      <a16:creationId xmlns:a16="http://schemas.microsoft.com/office/drawing/2014/main" id="{17C51C2D-618F-9B08-4748-42F8E39FDA4D}"/>
                    </a:ext>
                  </a:extLst>
                </p14:cNvPr>
                <p14:cNvContentPartPr/>
                <p14:nvPr/>
              </p14:nvContentPartPr>
              <p14:xfrm>
                <a:off x="10893222" y="1719983"/>
                <a:ext cx="103320" cy="464040"/>
              </p14:xfrm>
            </p:contentPart>
          </mc:Choice>
          <mc:Fallback xmlns="">
            <p:pic>
              <p:nvPicPr>
                <p:cNvPr id="110" name="Рукописный ввод 109">
                  <a:extLst>
                    <a:ext uri="{FF2B5EF4-FFF2-40B4-BE49-F238E27FC236}">
                      <a16:creationId xmlns:a16="http://schemas.microsoft.com/office/drawing/2014/main" id="{17C51C2D-618F-9B08-4748-42F8E39FDA4D}"/>
                    </a:ext>
                  </a:extLst>
                </p:cNvPr>
                <p:cNvPicPr/>
                <p:nvPr/>
              </p:nvPicPr>
              <p:blipFill>
                <a:blip r:embed="rId192"/>
                <a:stretch>
                  <a:fillRect/>
                </a:stretch>
              </p:blipFill>
              <p:spPr>
                <a:xfrm>
                  <a:off x="10887102" y="1713863"/>
                  <a:ext cx="115560" cy="4762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11" name="Рукописный ввод 110">
                  <a:extLst>
                    <a:ext uri="{FF2B5EF4-FFF2-40B4-BE49-F238E27FC236}">
                      <a16:creationId xmlns:a16="http://schemas.microsoft.com/office/drawing/2014/main" id="{B3105C5B-B118-E070-5096-78418755220F}"/>
                    </a:ext>
                  </a:extLst>
                </p14:cNvPr>
                <p14:cNvContentPartPr/>
                <p14:nvPr/>
              </p14:nvContentPartPr>
              <p14:xfrm>
                <a:off x="11026062" y="1759583"/>
                <a:ext cx="92880" cy="407160"/>
              </p14:xfrm>
            </p:contentPart>
          </mc:Choice>
          <mc:Fallback xmlns="">
            <p:pic>
              <p:nvPicPr>
                <p:cNvPr id="111" name="Рукописный ввод 110">
                  <a:extLst>
                    <a:ext uri="{FF2B5EF4-FFF2-40B4-BE49-F238E27FC236}">
                      <a16:creationId xmlns:a16="http://schemas.microsoft.com/office/drawing/2014/main" id="{B3105C5B-B118-E070-5096-78418755220F}"/>
                    </a:ext>
                  </a:extLst>
                </p:cNvPr>
                <p:cNvPicPr/>
                <p:nvPr/>
              </p:nvPicPr>
              <p:blipFill>
                <a:blip r:embed="rId194"/>
                <a:stretch>
                  <a:fillRect/>
                </a:stretch>
              </p:blipFill>
              <p:spPr>
                <a:xfrm>
                  <a:off x="11019942" y="1753463"/>
                  <a:ext cx="10512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2" name="Рукописный ввод 111">
                  <a:extLst>
                    <a:ext uri="{FF2B5EF4-FFF2-40B4-BE49-F238E27FC236}">
                      <a16:creationId xmlns:a16="http://schemas.microsoft.com/office/drawing/2014/main" id="{472A15C0-837A-E189-4250-8B9073D5942A}"/>
                    </a:ext>
                  </a:extLst>
                </p14:cNvPr>
                <p14:cNvContentPartPr/>
                <p14:nvPr/>
              </p14:nvContentPartPr>
              <p14:xfrm>
                <a:off x="11177982" y="1697663"/>
                <a:ext cx="117000" cy="146880"/>
              </p14:xfrm>
            </p:contentPart>
          </mc:Choice>
          <mc:Fallback xmlns="">
            <p:pic>
              <p:nvPicPr>
                <p:cNvPr id="112" name="Рукописный ввод 111">
                  <a:extLst>
                    <a:ext uri="{FF2B5EF4-FFF2-40B4-BE49-F238E27FC236}">
                      <a16:creationId xmlns:a16="http://schemas.microsoft.com/office/drawing/2014/main" id="{472A15C0-837A-E189-4250-8B9073D5942A}"/>
                    </a:ext>
                  </a:extLst>
                </p:cNvPr>
                <p:cNvPicPr/>
                <p:nvPr/>
              </p:nvPicPr>
              <p:blipFill>
                <a:blip r:embed="rId196"/>
                <a:stretch>
                  <a:fillRect/>
                </a:stretch>
              </p:blipFill>
              <p:spPr>
                <a:xfrm>
                  <a:off x="11171862" y="1691543"/>
                  <a:ext cx="1292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14" name="Рукописный ввод 113">
                  <a:extLst>
                    <a:ext uri="{FF2B5EF4-FFF2-40B4-BE49-F238E27FC236}">
                      <a16:creationId xmlns:a16="http://schemas.microsoft.com/office/drawing/2014/main" id="{86C4886F-9EAC-59C1-B615-85EC9E9DF959}"/>
                    </a:ext>
                  </a:extLst>
                </p14:cNvPr>
                <p14:cNvContentPartPr/>
                <p14:nvPr/>
              </p14:nvContentPartPr>
              <p14:xfrm>
                <a:off x="8717742" y="2457983"/>
                <a:ext cx="153360" cy="52560"/>
              </p14:xfrm>
            </p:contentPart>
          </mc:Choice>
          <mc:Fallback xmlns="">
            <p:pic>
              <p:nvPicPr>
                <p:cNvPr id="114" name="Рукописный ввод 113">
                  <a:extLst>
                    <a:ext uri="{FF2B5EF4-FFF2-40B4-BE49-F238E27FC236}">
                      <a16:creationId xmlns:a16="http://schemas.microsoft.com/office/drawing/2014/main" id="{86C4886F-9EAC-59C1-B615-85EC9E9DF959}"/>
                    </a:ext>
                  </a:extLst>
                </p:cNvPr>
                <p:cNvPicPr/>
                <p:nvPr/>
              </p:nvPicPr>
              <p:blipFill>
                <a:blip r:embed="rId198"/>
                <a:stretch>
                  <a:fillRect/>
                </a:stretch>
              </p:blipFill>
              <p:spPr>
                <a:xfrm>
                  <a:off x="8711622" y="2451863"/>
                  <a:ext cx="1656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5" name="Рукописный ввод 114">
                  <a:extLst>
                    <a:ext uri="{FF2B5EF4-FFF2-40B4-BE49-F238E27FC236}">
                      <a16:creationId xmlns:a16="http://schemas.microsoft.com/office/drawing/2014/main" id="{233020C0-4BCA-A2BB-7CB6-E2A097BDAF2E}"/>
                    </a:ext>
                  </a:extLst>
                </p14:cNvPr>
                <p14:cNvContentPartPr/>
                <p14:nvPr/>
              </p14:nvContentPartPr>
              <p14:xfrm>
                <a:off x="8717382" y="2581823"/>
                <a:ext cx="189360" cy="61200"/>
              </p14:xfrm>
            </p:contentPart>
          </mc:Choice>
          <mc:Fallback xmlns="">
            <p:pic>
              <p:nvPicPr>
                <p:cNvPr id="115" name="Рукописный ввод 114">
                  <a:extLst>
                    <a:ext uri="{FF2B5EF4-FFF2-40B4-BE49-F238E27FC236}">
                      <a16:creationId xmlns:a16="http://schemas.microsoft.com/office/drawing/2014/main" id="{233020C0-4BCA-A2BB-7CB6-E2A097BDAF2E}"/>
                    </a:ext>
                  </a:extLst>
                </p:cNvPr>
                <p:cNvPicPr/>
                <p:nvPr/>
              </p:nvPicPr>
              <p:blipFill>
                <a:blip r:embed="rId200"/>
                <a:stretch>
                  <a:fillRect/>
                </a:stretch>
              </p:blipFill>
              <p:spPr>
                <a:xfrm>
                  <a:off x="8711262" y="2575703"/>
                  <a:ext cx="2016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17" name="Рукописный ввод 116">
                  <a:extLst>
                    <a:ext uri="{FF2B5EF4-FFF2-40B4-BE49-F238E27FC236}">
                      <a16:creationId xmlns:a16="http://schemas.microsoft.com/office/drawing/2014/main" id="{B8DC26B4-05D5-44F2-FD91-40020518CE6D}"/>
                    </a:ext>
                  </a:extLst>
                </p14:cNvPr>
                <p14:cNvContentPartPr/>
                <p14:nvPr/>
              </p14:nvContentPartPr>
              <p14:xfrm>
                <a:off x="9147582" y="2378423"/>
                <a:ext cx="230040" cy="287640"/>
              </p14:xfrm>
            </p:contentPart>
          </mc:Choice>
          <mc:Fallback xmlns="">
            <p:pic>
              <p:nvPicPr>
                <p:cNvPr id="117" name="Рукописный ввод 116">
                  <a:extLst>
                    <a:ext uri="{FF2B5EF4-FFF2-40B4-BE49-F238E27FC236}">
                      <a16:creationId xmlns:a16="http://schemas.microsoft.com/office/drawing/2014/main" id="{B8DC26B4-05D5-44F2-FD91-40020518CE6D}"/>
                    </a:ext>
                  </a:extLst>
                </p:cNvPr>
                <p:cNvPicPr/>
                <p:nvPr/>
              </p:nvPicPr>
              <p:blipFill>
                <a:blip r:embed="rId202"/>
                <a:stretch>
                  <a:fillRect/>
                </a:stretch>
              </p:blipFill>
              <p:spPr>
                <a:xfrm>
                  <a:off x="9141462" y="2372303"/>
                  <a:ext cx="24228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18" name="Рукописный ввод 117">
                  <a:extLst>
                    <a:ext uri="{FF2B5EF4-FFF2-40B4-BE49-F238E27FC236}">
                      <a16:creationId xmlns:a16="http://schemas.microsoft.com/office/drawing/2014/main" id="{73FF15DA-BF51-8A06-0BE7-13DC2D52CEA3}"/>
                    </a:ext>
                  </a:extLst>
                </p14:cNvPr>
                <p14:cNvContentPartPr/>
                <p14:nvPr/>
              </p14:nvContentPartPr>
              <p14:xfrm>
                <a:off x="9459342" y="2295623"/>
                <a:ext cx="119520" cy="401760"/>
              </p14:xfrm>
            </p:contentPart>
          </mc:Choice>
          <mc:Fallback xmlns="">
            <p:pic>
              <p:nvPicPr>
                <p:cNvPr id="118" name="Рукописный ввод 117">
                  <a:extLst>
                    <a:ext uri="{FF2B5EF4-FFF2-40B4-BE49-F238E27FC236}">
                      <a16:creationId xmlns:a16="http://schemas.microsoft.com/office/drawing/2014/main" id="{73FF15DA-BF51-8A06-0BE7-13DC2D52CEA3}"/>
                    </a:ext>
                  </a:extLst>
                </p:cNvPr>
                <p:cNvPicPr/>
                <p:nvPr/>
              </p:nvPicPr>
              <p:blipFill>
                <a:blip r:embed="rId204"/>
                <a:stretch>
                  <a:fillRect/>
                </a:stretch>
              </p:blipFill>
              <p:spPr>
                <a:xfrm>
                  <a:off x="9453222" y="2289503"/>
                  <a:ext cx="13176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19" name="Рукописный ввод 118">
                  <a:extLst>
                    <a:ext uri="{FF2B5EF4-FFF2-40B4-BE49-F238E27FC236}">
                      <a16:creationId xmlns:a16="http://schemas.microsoft.com/office/drawing/2014/main" id="{754E8604-4DFD-4574-695F-838CB3738F2F}"/>
                    </a:ext>
                  </a:extLst>
                </p14:cNvPr>
                <p14:cNvContentPartPr/>
                <p14:nvPr/>
              </p14:nvContentPartPr>
              <p14:xfrm>
                <a:off x="9559422" y="2472383"/>
                <a:ext cx="165960" cy="278280"/>
              </p14:xfrm>
            </p:contentPart>
          </mc:Choice>
          <mc:Fallback xmlns="">
            <p:pic>
              <p:nvPicPr>
                <p:cNvPr id="119" name="Рукописный ввод 118">
                  <a:extLst>
                    <a:ext uri="{FF2B5EF4-FFF2-40B4-BE49-F238E27FC236}">
                      <a16:creationId xmlns:a16="http://schemas.microsoft.com/office/drawing/2014/main" id="{754E8604-4DFD-4574-695F-838CB3738F2F}"/>
                    </a:ext>
                  </a:extLst>
                </p:cNvPr>
                <p:cNvPicPr/>
                <p:nvPr/>
              </p:nvPicPr>
              <p:blipFill>
                <a:blip r:embed="rId206"/>
                <a:stretch>
                  <a:fillRect/>
                </a:stretch>
              </p:blipFill>
              <p:spPr>
                <a:xfrm>
                  <a:off x="9553302" y="2466263"/>
                  <a:ext cx="17820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20" name="Рукописный ввод 119">
                  <a:extLst>
                    <a:ext uri="{FF2B5EF4-FFF2-40B4-BE49-F238E27FC236}">
                      <a16:creationId xmlns:a16="http://schemas.microsoft.com/office/drawing/2014/main" id="{4AA28D91-7EF1-59B4-04B5-81820E5823AA}"/>
                    </a:ext>
                  </a:extLst>
                </p14:cNvPr>
                <p14:cNvContentPartPr/>
                <p14:nvPr/>
              </p14:nvContentPartPr>
              <p14:xfrm>
                <a:off x="9835182" y="2599103"/>
                <a:ext cx="153720" cy="11160"/>
              </p14:xfrm>
            </p:contentPart>
          </mc:Choice>
          <mc:Fallback xmlns="">
            <p:pic>
              <p:nvPicPr>
                <p:cNvPr id="120" name="Рукописный ввод 119">
                  <a:extLst>
                    <a:ext uri="{FF2B5EF4-FFF2-40B4-BE49-F238E27FC236}">
                      <a16:creationId xmlns:a16="http://schemas.microsoft.com/office/drawing/2014/main" id="{4AA28D91-7EF1-59B4-04B5-81820E5823AA}"/>
                    </a:ext>
                  </a:extLst>
                </p:cNvPr>
                <p:cNvPicPr/>
                <p:nvPr/>
              </p:nvPicPr>
              <p:blipFill>
                <a:blip r:embed="rId208"/>
                <a:stretch>
                  <a:fillRect/>
                </a:stretch>
              </p:blipFill>
              <p:spPr>
                <a:xfrm>
                  <a:off x="9829062" y="2592983"/>
                  <a:ext cx="1659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1" name="Рукописный ввод 120">
                  <a:extLst>
                    <a:ext uri="{FF2B5EF4-FFF2-40B4-BE49-F238E27FC236}">
                      <a16:creationId xmlns:a16="http://schemas.microsoft.com/office/drawing/2014/main" id="{919889EC-C4DF-E158-9787-1320AD2404EE}"/>
                    </a:ext>
                  </a:extLst>
                </p14:cNvPr>
                <p14:cNvContentPartPr/>
                <p14:nvPr/>
              </p14:nvContentPartPr>
              <p14:xfrm>
                <a:off x="10018062" y="2470943"/>
                <a:ext cx="280080" cy="254880"/>
              </p14:xfrm>
            </p:contentPart>
          </mc:Choice>
          <mc:Fallback xmlns="">
            <p:pic>
              <p:nvPicPr>
                <p:cNvPr id="121" name="Рукописный ввод 120">
                  <a:extLst>
                    <a:ext uri="{FF2B5EF4-FFF2-40B4-BE49-F238E27FC236}">
                      <a16:creationId xmlns:a16="http://schemas.microsoft.com/office/drawing/2014/main" id="{919889EC-C4DF-E158-9787-1320AD2404EE}"/>
                    </a:ext>
                  </a:extLst>
                </p:cNvPr>
                <p:cNvPicPr/>
                <p:nvPr/>
              </p:nvPicPr>
              <p:blipFill>
                <a:blip r:embed="rId210"/>
                <a:stretch>
                  <a:fillRect/>
                </a:stretch>
              </p:blipFill>
              <p:spPr>
                <a:xfrm>
                  <a:off x="10011942" y="2464823"/>
                  <a:ext cx="29232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2" name="Рукописный ввод 121">
                  <a:extLst>
                    <a:ext uri="{FF2B5EF4-FFF2-40B4-BE49-F238E27FC236}">
                      <a16:creationId xmlns:a16="http://schemas.microsoft.com/office/drawing/2014/main" id="{50829083-5634-9D65-753E-B7DC6EB107A2}"/>
                    </a:ext>
                  </a:extLst>
                </p14:cNvPr>
                <p14:cNvContentPartPr/>
                <p14:nvPr/>
              </p14:nvContentPartPr>
              <p14:xfrm>
                <a:off x="10364742" y="2521343"/>
                <a:ext cx="186480" cy="243000"/>
              </p14:xfrm>
            </p:contentPart>
          </mc:Choice>
          <mc:Fallback xmlns="">
            <p:pic>
              <p:nvPicPr>
                <p:cNvPr id="122" name="Рукописный ввод 121">
                  <a:extLst>
                    <a:ext uri="{FF2B5EF4-FFF2-40B4-BE49-F238E27FC236}">
                      <a16:creationId xmlns:a16="http://schemas.microsoft.com/office/drawing/2014/main" id="{50829083-5634-9D65-753E-B7DC6EB107A2}"/>
                    </a:ext>
                  </a:extLst>
                </p:cNvPr>
                <p:cNvPicPr/>
                <p:nvPr/>
              </p:nvPicPr>
              <p:blipFill>
                <a:blip r:embed="rId212"/>
                <a:stretch>
                  <a:fillRect/>
                </a:stretch>
              </p:blipFill>
              <p:spPr>
                <a:xfrm>
                  <a:off x="10358622" y="2515223"/>
                  <a:ext cx="19872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3" name="Рукописный ввод 122">
                  <a:extLst>
                    <a:ext uri="{FF2B5EF4-FFF2-40B4-BE49-F238E27FC236}">
                      <a16:creationId xmlns:a16="http://schemas.microsoft.com/office/drawing/2014/main" id="{4BB617CA-01F6-BB5E-5493-DABAB3C34D2E}"/>
                    </a:ext>
                  </a:extLst>
                </p14:cNvPr>
                <p14:cNvContentPartPr/>
                <p14:nvPr/>
              </p14:nvContentPartPr>
              <p14:xfrm>
                <a:off x="10551942" y="2379143"/>
                <a:ext cx="223200" cy="434520"/>
              </p14:xfrm>
            </p:contentPart>
          </mc:Choice>
          <mc:Fallback xmlns="">
            <p:pic>
              <p:nvPicPr>
                <p:cNvPr id="123" name="Рукописный ввод 122">
                  <a:extLst>
                    <a:ext uri="{FF2B5EF4-FFF2-40B4-BE49-F238E27FC236}">
                      <a16:creationId xmlns:a16="http://schemas.microsoft.com/office/drawing/2014/main" id="{4BB617CA-01F6-BB5E-5493-DABAB3C34D2E}"/>
                    </a:ext>
                  </a:extLst>
                </p:cNvPr>
                <p:cNvPicPr/>
                <p:nvPr/>
              </p:nvPicPr>
              <p:blipFill>
                <a:blip r:embed="rId214"/>
                <a:stretch>
                  <a:fillRect/>
                </a:stretch>
              </p:blipFill>
              <p:spPr>
                <a:xfrm>
                  <a:off x="10545822" y="2373023"/>
                  <a:ext cx="23544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25" name="Рукописный ввод 124">
                  <a:extLst>
                    <a:ext uri="{FF2B5EF4-FFF2-40B4-BE49-F238E27FC236}">
                      <a16:creationId xmlns:a16="http://schemas.microsoft.com/office/drawing/2014/main" id="{5684309D-EE29-DD23-D6F8-1EA1397C8183}"/>
                    </a:ext>
                  </a:extLst>
                </p14:cNvPr>
                <p14:cNvContentPartPr/>
                <p14:nvPr/>
              </p14:nvContentPartPr>
              <p14:xfrm>
                <a:off x="10845702" y="2361503"/>
                <a:ext cx="267120" cy="169560"/>
              </p14:xfrm>
            </p:contentPart>
          </mc:Choice>
          <mc:Fallback xmlns="">
            <p:pic>
              <p:nvPicPr>
                <p:cNvPr id="125" name="Рукописный ввод 124">
                  <a:extLst>
                    <a:ext uri="{FF2B5EF4-FFF2-40B4-BE49-F238E27FC236}">
                      <a16:creationId xmlns:a16="http://schemas.microsoft.com/office/drawing/2014/main" id="{5684309D-EE29-DD23-D6F8-1EA1397C8183}"/>
                    </a:ext>
                  </a:extLst>
                </p:cNvPr>
                <p:cNvPicPr/>
                <p:nvPr/>
              </p:nvPicPr>
              <p:blipFill>
                <a:blip r:embed="rId216"/>
                <a:stretch>
                  <a:fillRect/>
                </a:stretch>
              </p:blipFill>
              <p:spPr>
                <a:xfrm>
                  <a:off x="10839582" y="2355383"/>
                  <a:ext cx="27936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26" name="Рукописный ввод 125">
                  <a:extLst>
                    <a:ext uri="{FF2B5EF4-FFF2-40B4-BE49-F238E27FC236}">
                      <a16:creationId xmlns:a16="http://schemas.microsoft.com/office/drawing/2014/main" id="{050EC8EF-11C4-2BD5-6653-43C9E69E288E}"/>
                    </a:ext>
                  </a:extLst>
                </p14:cNvPr>
                <p14:cNvContentPartPr/>
                <p14:nvPr/>
              </p14:nvContentPartPr>
              <p14:xfrm>
                <a:off x="10990422" y="2749583"/>
                <a:ext cx="63360" cy="98280"/>
              </p14:xfrm>
            </p:contentPart>
          </mc:Choice>
          <mc:Fallback xmlns="">
            <p:pic>
              <p:nvPicPr>
                <p:cNvPr id="126" name="Рукописный ввод 125">
                  <a:extLst>
                    <a:ext uri="{FF2B5EF4-FFF2-40B4-BE49-F238E27FC236}">
                      <a16:creationId xmlns:a16="http://schemas.microsoft.com/office/drawing/2014/main" id="{050EC8EF-11C4-2BD5-6653-43C9E69E288E}"/>
                    </a:ext>
                  </a:extLst>
                </p:cNvPr>
                <p:cNvPicPr/>
                <p:nvPr/>
              </p:nvPicPr>
              <p:blipFill>
                <a:blip r:embed="rId218"/>
                <a:stretch>
                  <a:fillRect/>
                </a:stretch>
              </p:blipFill>
              <p:spPr>
                <a:xfrm>
                  <a:off x="10984302" y="2743463"/>
                  <a:ext cx="756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27" name="Рукописный ввод 126">
                  <a:extLst>
                    <a:ext uri="{FF2B5EF4-FFF2-40B4-BE49-F238E27FC236}">
                      <a16:creationId xmlns:a16="http://schemas.microsoft.com/office/drawing/2014/main" id="{F7E7DC01-C6A4-4E10-F479-C81B449D724C}"/>
                    </a:ext>
                  </a:extLst>
                </p14:cNvPr>
                <p14:cNvContentPartPr/>
                <p14:nvPr/>
              </p14:nvContentPartPr>
              <p14:xfrm>
                <a:off x="10925622" y="2816183"/>
                <a:ext cx="174600" cy="56520"/>
              </p14:xfrm>
            </p:contentPart>
          </mc:Choice>
          <mc:Fallback xmlns="">
            <p:pic>
              <p:nvPicPr>
                <p:cNvPr id="127" name="Рукописный ввод 126">
                  <a:extLst>
                    <a:ext uri="{FF2B5EF4-FFF2-40B4-BE49-F238E27FC236}">
                      <a16:creationId xmlns:a16="http://schemas.microsoft.com/office/drawing/2014/main" id="{F7E7DC01-C6A4-4E10-F479-C81B449D724C}"/>
                    </a:ext>
                  </a:extLst>
                </p:cNvPr>
                <p:cNvPicPr/>
                <p:nvPr/>
              </p:nvPicPr>
              <p:blipFill>
                <a:blip r:embed="rId220"/>
                <a:stretch>
                  <a:fillRect/>
                </a:stretch>
              </p:blipFill>
              <p:spPr>
                <a:xfrm>
                  <a:off x="10919502" y="2810063"/>
                  <a:ext cx="186840" cy="68760"/>
                </a:xfrm>
                <a:prstGeom prst="rect">
                  <a:avLst/>
                </a:prstGeom>
              </p:spPr>
            </p:pic>
          </mc:Fallback>
        </mc:AlternateContent>
      </p:grpSp>
      <p:grpSp>
        <p:nvGrpSpPr>
          <p:cNvPr id="156" name="Группа 155">
            <a:extLst>
              <a:ext uri="{FF2B5EF4-FFF2-40B4-BE49-F238E27FC236}">
                <a16:creationId xmlns:a16="http://schemas.microsoft.com/office/drawing/2014/main" id="{ABD3A601-2F73-8E7E-D6A6-87A865FBEF8E}"/>
              </a:ext>
            </a:extLst>
          </p:cNvPr>
          <p:cNvGrpSpPr/>
          <p:nvPr/>
        </p:nvGrpSpPr>
        <p:grpSpPr>
          <a:xfrm>
            <a:off x="9240822" y="3027863"/>
            <a:ext cx="2168640" cy="1187280"/>
            <a:chOff x="9240822" y="3027863"/>
            <a:chExt cx="2168640" cy="1187280"/>
          </a:xfrm>
        </p:grpSpPr>
        <mc:AlternateContent xmlns:mc="http://schemas.openxmlformats.org/markup-compatibility/2006" xmlns:p14="http://schemas.microsoft.com/office/powerpoint/2010/main">
          <mc:Choice Requires="p14">
            <p:contentPart p14:bwMode="auto" r:id="rId221">
              <p14:nvContentPartPr>
                <p14:cNvPr id="128" name="Рукописный ввод 127">
                  <a:extLst>
                    <a:ext uri="{FF2B5EF4-FFF2-40B4-BE49-F238E27FC236}">
                      <a16:creationId xmlns:a16="http://schemas.microsoft.com/office/drawing/2014/main" id="{0247D35E-4999-E47A-7756-4BE07A175092}"/>
                    </a:ext>
                  </a:extLst>
                </p14:cNvPr>
                <p14:cNvContentPartPr/>
                <p14:nvPr/>
              </p14:nvContentPartPr>
              <p14:xfrm>
                <a:off x="9302382" y="3171503"/>
                <a:ext cx="21600" cy="211680"/>
              </p14:xfrm>
            </p:contentPart>
          </mc:Choice>
          <mc:Fallback xmlns="">
            <p:pic>
              <p:nvPicPr>
                <p:cNvPr id="128" name="Рукописный ввод 127">
                  <a:extLst>
                    <a:ext uri="{FF2B5EF4-FFF2-40B4-BE49-F238E27FC236}">
                      <a16:creationId xmlns:a16="http://schemas.microsoft.com/office/drawing/2014/main" id="{0247D35E-4999-E47A-7756-4BE07A175092}"/>
                    </a:ext>
                  </a:extLst>
                </p:cNvPr>
                <p:cNvPicPr/>
                <p:nvPr/>
              </p:nvPicPr>
              <p:blipFill>
                <a:blip r:embed="rId222"/>
                <a:stretch>
                  <a:fillRect/>
                </a:stretch>
              </p:blipFill>
              <p:spPr>
                <a:xfrm>
                  <a:off x="9296262" y="3165383"/>
                  <a:ext cx="3384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29" name="Рукописный ввод 128">
                  <a:extLst>
                    <a:ext uri="{FF2B5EF4-FFF2-40B4-BE49-F238E27FC236}">
                      <a16:creationId xmlns:a16="http://schemas.microsoft.com/office/drawing/2014/main" id="{F7C67A9D-BD7D-E6B0-DD29-D7FF73369845}"/>
                    </a:ext>
                  </a:extLst>
                </p14:cNvPr>
                <p14:cNvContentPartPr/>
                <p14:nvPr/>
              </p14:nvContentPartPr>
              <p14:xfrm>
                <a:off x="9240822" y="3297503"/>
                <a:ext cx="219600" cy="29520"/>
              </p14:xfrm>
            </p:contentPart>
          </mc:Choice>
          <mc:Fallback xmlns="">
            <p:pic>
              <p:nvPicPr>
                <p:cNvPr id="129" name="Рукописный ввод 128">
                  <a:extLst>
                    <a:ext uri="{FF2B5EF4-FFF2-40B4-BE49-F238E27FC236}">
                      <a16:creationId xmlns:a16="http://schemas.microsoft.com/office/drawing/2014/main" id="{F7C67A9D-BD7D-E6B0-DD29-D7FF73369845}"/>
                    </a:ext>
                  </a:extLst>
                </p:cNvPr>
                <p:cNvPicPr/>
                <p:nvPr/>
              </p:nvPicPr>
              <p:blipFill>
                <a:blip r:embed="rId224"/>
                <a:stretch>
                  <a:fillRect/>
                </a:stretch>
              </p:blipFill>
              <p:spPr>
                <a:xfrm>
                  <a:off x="9234702" y="3291383"/>
                  <a:ext cx="2318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30" name="Рукописный ввод 129">
                  <a:extLst>
                    <a:ext uri="{FF2B5EF4-FFF2-40B4-BE49-F238E27FC236}">
                      <a16:creationId xmlns:a16="http://schemas.microsoft.com/office/drawing/2014/main" id="{6AC70E17-236C-7832-27DF-8986AB13F66D}"/>
                    </a:ext>
                  </a:extLst>
                </p14:cNvPr>
                <p14:cNvContentPartPr/>
                <p14:nvPr/>
              </p14:nvContentPartPr>
              <p14:xfrm>
                <a:off x="9452142" y="3153863"/>
                <a:ext cx="234000" cy="261000"/>
              </p14:xfrm>
            </p:contentPart>
          </mc:Choice>
          <mc:Fallback xmlns="">
            <p:pic>
              <p:nvPicPr>
                <p:cNvPr id="130" name="Рукописный ввод 129">
                  <a:extLst>
                    <a:ext uri="{FF2B5EF4-FFF2-40B4-BE49-F238E27FC236}">
                      <a16:creationId xmlns:a16="http://schemas.microsoft.com/office/drawing/2014/main" id="{6AC70E17-236C-7832-27DF-8986AB13F66D}"/>
                    </a:ext>
                  </a:extLst>
                </p:cNvPr>
                <p:cNvPicPr/>
                <p:nvPr/>
              </p:nvPicPr>
              <p:blipFill>
                <a:blip r:embed="rId226"/>
                <a:stretch>
                  <a:fillRect/>
                </a:stretch>
              </p:blipFill>
              <p:spPr>
                <a:xfrm>
                  <a:off x="9446022" y="3147743"/>
                  <a:ext cx="24624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31" name="Рукописный ввод 130">
                  <a:extLst>
                    <a:ext uri="{FF2B5EF4-FFF2-40B4-BE49-F238E27FC236}">
                      <a16:creationId xmlns:a16="http://schemas.microsoft.com/office/drawing/2014/main" id="{63A5311A-CA4A-788B-5E8D-0F890F02EAEB}"/>
                    </a:ext>
                  </a:extLst>
                </p14:cNvPr>
                <p14:cNvContentPartPr/>
                <p14:nvPr/>
              </p14:nvContentPartPr>
              <p14:xfrm>
                <a:off x="9693342" y="3148463"/>
                <a:ext cx="276480" cy="283680"/>
              </p14:xfrm>
            </p:contentPart>
          </mc:Choice>
          <mc:Fallback xmlns="">
            <p:pic>
              <p:nvPicPr>
                <p:cNvPr id="131" name="Рукописный ввод 130">
                  <a:extLst>
                    <a:ext uri="{FF2B5EF4-FFF2-40B4-BE49-F238E27FC236}">
                      <a16:creationId xmlns:a16="http://schemas.microsoft.com/office/drawing/2014/main" id="{63A5311A-CA4A-788B-5E8D-0F890F02EAEB}"/>
                    </a:ext>
                  </a:extLst>
                </p:cNvPr>
                <p:cNvPicPr/>
                <p:nvPr/>
              </p:nvPicPr>
              <p:blipFill>
                <a:blip r:embed="rId228"/>
                <a:stretch>
                  <a:fillRect/>
                </a:stretch>
              </p:blipFill>
              <p:spPr>
                <a:xfrm>
                  <a:off x="9687222" y="3142343"/>
                  <a:ext cx="28872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2" name="Рукописный ввод 131">
                  <a:extLst>
                    <a:ext uri="{FF2B5EF4-FFF2-40B4-BE49-F238E27FC236}">
                      <a16:creationId xmlns:a16="http://schemas.microsoft.com/office/drawing/2014/main" id="{ACB3537E-E944-72AF-32C1-1B93648DF2C4}"/>
                    </a:ext>
                  </a:extLst>
                </p14:cNvPr>
                <p14:cNvContentPartPr/>
                <p14:nvPr/>
              </p14:nvContentPartPr>
              <p14:xfrm>
                <a:off x="10052262" y="3130103"/>
                <a:ext cx="121320" cy="348480"/>
              </p14:xfrm>
            </p:contentPart>
          </mc:Choice>
          <mc:Fallback xmlns="">
            <p:pic>
              <p:nvPicPr>
                <p:cNvPr id="132" name="Рукописный ввод 131">
                  <a:extLst>
                    <a:ext uri="{FF2B5EF4-FFF2-40B4-BE49-F238E27FC236}">
                      <a16:creationId xmlns:a16="http://schemas.microsoft.com/office/drawing/2014/main" id="{ACB3537E-E944-72AF-32C1-1B93648DF2C4}"/>
                    </a:ext>
                  </a:extLst>
                </p:cNvPr>
                <p:cNvPicPr/>
                <p:nvPr/>
              </p:nvPicPr>
              <p:blipFill>
                <a:blip r:embed="rId230"/>
                <a:stretch>
                  <a:fillRect/>
                </a:stretch>
              </p:blipFill>
              <p:spPr>
                <a:xfrm>
                  <a:off x="10046142" y="3123983"/>
                  <a:ext cx="13356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3" name="Рукописный ввод 132">
                  <a:extLst>
                    <a:ext uri="{FF2B5EF4-FFF2-40B4-BE49-F238E27FC236}">
                      <a16:creationId xmlns:a16="http://schemas.microsoft.com/office/drawing/2014/main" id="{0F921F33-4DAC-196D-33CA-C1C7AD134DB3}"/>
                    </a:ext>
                  </a:extLst>
                </p14:cNvPr>
                <p14:cNvContentPartPr/>
                <p14:nvPr/>
              </p14:nvContentPartPr>
              <p14:xfrm>
                <a:off x="10193022" y="3121103"/>
                <a:ext cx="164520" cy="363600"/>
              </p14:xfrm>
            </p:contentPart>
          </mc:Choice>
          <mc:Fallback xmlns="">
            <p:pic>
              <p:nvPicPr>
                <p:cNvPr id="133" name="Рукописный ввод 132">
                  <a:extLst>
                    <a:ext uri="{FF2B5EF4-FFF2-40B4-BE49-F238E27FC236}">
                      <a16:creationId xmlns:a16="http://schemas.microsoft.com/office/drawing/2014/main" id="{0F921F33-4DAC-196D-33CA-C1C7AD134DB3}"/>
                    </a:ext>
                  </a:extLst>
                </p:cNvPr>
                <p:cNvPicPr/>
                <p:nvPr/>
              </p:nvPicPr>
              <p:blipFill>
                <a:blip r:embed="rId232"/>
                <a:stretch>
                  <a:fillRect/>
                </a:stretch>
              </p:blipFill>
              <p:spPr>
                <a:xfrm>
                  <a:off x="10186902" y="3114983"/>
                  <a:ext cx="17676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6" name="Рукописный ввод 135">
                  <a:extLst>
                    <a:ext uri="{FF2B5EF4-FFF2-40B4-BE49-F238E27FC236}">
                      <a16:creationId xmlns:a16="http://schemas.microsoft.com/office/drawing/2014/main" id="{A628D3D0-0687-498F-7CB9-535C84E0F188}"/>
                    </a:ext>
                  </a:extLst>
                </p14:cNvPr>
                <p14:cNvContentPartPr/>
                <p14:nvPr/>
              </p14:nvContentPartPr>
              <p14:xfrm>
                <a:off x="10298502" y="3189143"/>
                <a:ext cx="172800" cy="308160"/>
              </p14:xfrm>
            </p:contentPart>
          </mc:Choice>
          <mc:Fallback xmlns="">
            <p:pic>
              <p:nvPicPr>
                <p:cNvPr id="136" name="Рукописный ввод 135">
                  <a:extLst>
                    <a:ext uri="{FF2B5EF4-FFF2-40B4-BE49-F238E27FC236}">
                      <a16:creationId xmlns:a16="http://schemas.microsoft.com/office/drawing/2014/main" id="{A628D3D0-0687-498F-7CB9-535C84E0F188}"/>
                    </a:ext>
                  </a:extLst>
                </p:cNvPr>
                <p:cNvPicPr/>
                <p:nvPr/>
              </p:nvPicPr>
              <p:blipFill>
                <a:blip r:embed="rId234"/>
                <a:stretch>
                  <a:fillRect/>
                </a:stretch>
              </p:blipFill>
              <p:spPr>
                <a:xfrm>
                  <a:off x="10292382" y="3183023"/>
                  <a:ext cx="18504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37" name="Рукописный ввод 136">
                  <a:extLst>
                    <a:ext uri="{FF2B5EF4-FFF2-40B4-BE49-F238E27FC236}">
                      <a16:creationId xmlns:a16="http://schemas.microsoft.com/office/drawing/2014/main" id="{38ADCD86-23A3-2D8A-0511-20DF6798A707}"/>
                    </a:ext>
                  </a:extLst>
                </p14:cNvPr>
                <p14:cNvContentPartPr/>
                <p14:nvPr/>
              </p14:nvContentPartPr>
              <p14:xfrm>
                <a:off x="10599102" y="3297143"/>
                <a:ext cx="150840" cy="9720"/>
              </p14:xfrm>
            </p:contentPart>
          </mc:Choice>
          <mc:Fallback xmlns="">
            <p:pic>
              <p:nvPicPr>
                <p:cNvPr id="137" name="Рукописный ввод 136">
                  <a:extLst>
                    <a:ext uri="{FF2B5EF4-FFF2-40B4-BE49-F238E27FC236}">
                      <a16:creationId xmlns:a16="http://schemas.microsoft.com/office/drawing/2014/main" id="{38ADCD86-23A3-2D8A-0511-20DF6798A707}"/>
                    </a:ext>
                  </a:extLst>
                </p:cNvPr>
                <p:cNvPicPr/>
                <p:nvPr/>
              </p:nvPicPr>
              <p:blipFill>
                <a:blip r:embed="rId236"/>
                <a:stretch>
                  <a:fillRect/>
                </a:stretch>
              </p:blipFill>
              <p:spPr>
                <a:xfrm>
                  <a:off x="10592982" y="3291023"/>
                  <a:ext cx="1630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8" name="Рукописный ввод 137">
                  <a:extLst>
                    <a:ext uri="{FF2B5EF4-FFF2-40B4-BE49-F238E27FC236}">
                      <a16:creationId xmlns:a16="http://schemas.microsoft.com/office/drawing/2014/main" id="{D152E096-1AED-5571-322C-EEC23C4E10AE}"/>
                    </a:ext>
                  </a:extLst>
                </p14:cNvPr>
                <p14:cNvContentPartPr/>
                <p14:nvPr/>
              </p14:nvContentPartPr>
              <p14:xfrm>
                <a:off x="10785582" y="3185903"/>
                <a:ext cx="272520" cy="227520"/>
              </p14:xfrm>
            </p:contentPart>
          </mc:Choice>
          <mc:Fallback xmlns="">
            <p:pic>
              <p:nvPicPr>
                <p:cNvPr id="138" name="Рукописный ввод 137">
                  <a:extLst>
                    <a:ext uri="{FF2B5EF4-FFF2-40B4-BE49-F238E27FC236}">
                      <a16:creationId xmlns:a16="http://schemas.microsoft.com/office/drawing/2014/main" id="{D152E096-1AED-5571-322C-EEC23C4E10AE}"/>
                    </a:ext>
                  </a:extLst>
                </p:cNvPr>
                <p:cNvPicPr/>
                <p:nvPr/>
              </p:nvPicPr>
              <p:blipFill>
                <a:blip r:embed="rId238"/>
                <a:stretch>
                  <a:fillRect/>
                </a:stretch>
              </p:blipFill>
              <p:spPr>
                <a:xfrm>
                  <a:off x="10779462" y="3179783"/>
                  <a:ext cx="28476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39" name="Рукописный ввод 138">
                  <a:extLst>
                    <a:ext uri="{FF2B5EF4-FFF2-40B4-BE49-F238E27FC236}">
                      <a16:creationId xmlns:a16="http://schemas.microsoft.com/office/drawing/2014/main" id="{8019FBA5-9A8E-0E03-8DD2-C4A92342F204}"/>
                    </a:ext>
                  </a:extLst>
                </p14:cNvPr>
                <p14:cNvContentPartPr/>
                <p14:nvPr/>
              </p14:nvContentPartPr>
              <p14:xfrm>
                <a:off x="11112462" y="3252503"/>
                <a:ext cx="131040" cy="221760"/>
              </p14:xfrm>
            </p:contentPart>
          </mc:Choice>
          <mc:Fallback xmlns="">
            <p:pic>
              <p:nvPicPr>
                <p:cNvPr id="139" name="Рукописный ввод 138">
                  <a:extLst>
                    <a:ext uri="{FF2B5EF4-FFF2-40B4-BE49-F238E27FC236}">
                      <a16:creationId xmlns:a16="http://schemas.microsoft.com/office/drawing/2014/main" id="{8019FBA5-9A8E-0E03-8DD2-C4A92342F204}"/>
                    </a:ext>
                  </a:extLst>
                </p:cNvPr>
                <p:cNvPicPr/>
                <p:nvPr/>
              </p:nvPicPr>
              <p:blipFill>
                <a:blip r:embed="rId240"/>
                <a:stretch>
                  <a:fillRect/>
                </a:stretch>
              </p:blipFill>
              <p:spPr>
                <a:xfrm>
                  <a:off x="11106342" y="3246383"/>
                  <a:ext cx="14328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40" name="Рукописный ввод 139">
                  <a:extLst>
                    <a:ext uri="{FF2B5EF4-FFF2-40B4-BE49-F238E27FC236}">
                      <a16:creationId xmlns:a16="http://schemas.microsoft.com/office/drawing/2014/main" id="{64F35F36-E200-4939-0024-9EAD8C26DBE5}"/>
                    </a:ext>
                  </a:extLst>
                </p14:cNvPr>
                <p14:cNvContentPartPr/>
                <p14:nvPr/>
              </p14:nvContentPartPr>
              <p14:xfrm>
                <a:off x="11115342" y="3027863"/>
                <a:ext cx="294120" cy="502560"/>
              </p14:xfrm>
            </p:contentPart>
          </mc:Choice>
          <mc:Fallback xmlns="">
            <p:pic>
              <p:nvPicPr>
                <p:cNvPr id="140" name="Рукописный ввод 139">
                  <a:extLst>
                    <a:ext uri="{FF2B5EF4-FFF2-40B4-BE49-F238E27FC236}">
                      <a16:creationId xmlns:a16="http://schemas.microsoft.com/office/drawing/2014/main" id="{64F35F36-E200-4939-0024-9EAD8C26DBE5}"/>
                    </a:ext>
                  </a:extLst>
                </p:cNvPr>
                <p:cNvPicPr/>
                <p:nvPr/>
              </p:nvPicPr>
              <p:blipFill>
                <a:blip r:embed="rId242"/>
                <a:stretch>
                  <a:fillRect/>
                </a:stretch>
              </p:blipFill>
              <p:spPr>
                <a:xfrm>
                  <a:off x="11109222" y="3021743"/>
                  <a:ext cx="306360" cy="51480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2" name="Рукописный ввод 141">
                  <a:extLst>
                    <a:ext uri="{FF2B5EF4-FFF2-40B4-BE49-F238E27FC236}">
                      <a16:creationId xmlns:a16="http://schemas.microsoft.com/office/drawing/2014/main" id="{1691FF6C-5437-753A-F219-67BA9004D211}"/>
                    </a:ext>
                  </a:extLst>
                </p14:cNvPr>
                <p14:cNvContentPartPr/>
                <p14:nvPr/>
              </p14:nvContentPartPr>
              <p14:xfrm>
                <a:off x="9242982" y="3760103"/>
                <a:ext cx="31680" cy="23400"/>
              </p14:xfrm>
            </p:contentPart>
          </mc:Choice>
          <mc:Fallback xmlns="">
            <p:pic>
              <p:nvPicPr>
                <p:cNvPr id="142" name="Рукописный ввод 141">
                  <a:extLst>
                    <a:ext uri="{FF2B5EF4-FFF2-40B4-BE49-F238E27FC236}">
                      <a16:creationId xmlns:a16="http://schemas.microsoft.com/office/drawing/2014/main" id="{1691FF6C-5437-753A-F219-67BA9004D211}"/>
                    </a:ext>
                  </a:extLst>
                </p:cNvPr>
                <p:cNvPicPr/>
                <p:nvPr/>
              </p:nvPicPr>
              <p:blipFill>
                <a:blip r:embed="rId244"/>
                <a:stretch>
                  <a:fillRect/>
                </a:stretch>
              </p:blipFill>
              <p:spPr>
                <a:xfrm>
                  <a:off x="9236862" y="3753983"/>
                  <a:ext cx="4392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3" name="Рукописный ввод 142">
                  <a:extLst>
                    <a:ext uri="{FF2B5EF4-FFF2-40B4-BE49-F238E27FC236}">
                      <a16:creationId xmlns:a16="http://schemas.microsoft.com/office/drawing/2014/main" id="{61CDBA03-C466-FD62-ED04-A60CB2CAF2D8}"/>
                    </a:ext>
                  </a:extLst>
                </p14:cNvPr>
                <p14:cNvContentPartPr/>
                <p14:nvPr/>
              </p14:nvContentPartPr>
              <p14:xfrm>
                <a:off x="9425862" y="3616463"/>
                <a:ext cx="113400" cy="430200"/>
              </p14:xfrm>
            </p:contentPart>
          </mc:Choice>
          <mc:Fallback xmlns="">
            <p:pic>
              <p:nvPicPr>
                <p:cNvPr id="143" name="Рукописный ввод 142">
                  <a:extLst>
                    <a:ext uri="{FF2B5EF4-FFF2-40B4-BE49-F238E27FC236}">
                      <a16:creationId xmlns:a16="http://schemas.microsoft.com/office/drawing/2014/main" id="{61CDBA03-C466-FD62-ED04-A60CB2CAF2D8}"/>
                    </a:ext>
                  </a:extLst>
                </p:cNvPr>
                <p:cNvPicPr/>
                <p:nvPr/>
              </p:nvPicPr>
              <p:blipFill>
                <a:blip r:embed="rId246"/>
                <a:stretch>
                  <a:fillRect/>
                </a:stretch>
              </p:blipFill>
              <p:spPr>
                <a:xfrm>
                  <a:off x="9419742" y="3610343"/>
                  <a:ext cx="12564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4" name="Рукописный ввод 143">
                  <a:extLst>
                    <a:ext uri="{FF2B5EF4-FFF2-40B4-BE49-F238E27FC236}">
                      <a16:creationId xmlns:a16="http://schemas.microsoft.com/office/drawing/2014/main" id="{C3A90948-66BB-4981-210A-044A2B8268C6}"/>
                    </a:ext>
                  </a:extLst>
                </p14:cNvPr>
                <p14:cNvContentPartPr/>
                <p14:nvPr/>
              </p14:nvContentPartPr>
              <p14:xfrm>
                <a:off x="9666702" y="3677663"/>
                <a:ext cx="163440" cy="461160"/>
              </p14:xfrm>
            </p:contentPart>
          </mc:Choice>
          <mc:Fallback xmlns="">
            <p:pic>
              <p:nvPicPr>
                <p:cNvPr id="144" name="Рукописный ввод 143">
                  <a:extLst>
                    <a:ext uri="{FF2B5EF4-FFF2-40B4-BE49-F238E27FC236}">
                      <a16:creationId xmlns:a16="http://schemas.microsoft.com/office/drawing/2014/main" id="{C3A90948-66BB-4981-210A-044A2B8268C6}"/>
                    </a:ext>
                  </a:extLst>
                </p:cNvPr>
                <p:cNvPicPr/>
                <p:nvPr/>
              </p:nvPicPr>
              <p:blipFill>
                <a:blip r:embed="rId248"/>
                <a:stretch>
                  <a:fillRect/>
                </a:stretch>
              </p:blipFill>
              <p:spPr>
                <a:xfrm>
                  <a:off x="9660582" y="3671543"/>
                  <a:ext cx="17568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45" name="Рукописный ввод 144">
                  <a:extLst>
                    <a:ext uri="{FF2B5EF4-FFF2-40B4-BE49-F238E27FC236}">
                      <a16:creationId xmlns:a16="http://schemas.microsoft.com/office/drawing/2014/main" id="{36CE384E-2379-4049-BB1C-8138FF6775C4}"/>
                    </a:ext>
                  </a:extLst>
                </p14:cNvPr>
                <p14:cNvContentPartPr/>
                <p14:nvPr/>
              </p14:nvContentPartPr>
              <p14:xfrm>
                <a:off x="9945702" y="3858023"/>
                <a:ext cx="163440" cy="43920"/>
              </p14:xfrm>
            </p:contentPart>
          </mc:Choice>
          <mc:Fallback xmlns="">
            <p:pic>
              <p:nvPicPr>
                <p:cNvPr id="145" name="Рукописный ввод 144">
                  <a:extLst>
                    <a:ext uri="{FF2B5EF4-FFF2-40B4-BE49-F238E27FC236}">
                      <a16:creationId xmlns:a16="http://schemas.microsoft.com/office/drawing/2014/main" id="{36CE384E-2379-4049-BB1C-8138FF6775C4}"/>
                    </a:ext>
                  </a:extLst>
                </p:cNvPr>
                <p:cNvPicPr/>
                <p:nvPr/>
              </p:nvPicPr>
              <p:blipFill>
                <a:blip r:embed="rId250"/>
                <a:stretch>
                  <a:fillRect/>
                </a:stretch>
              </p:blipFill>
              <p:spPr>
                <a:xfrm>
                  <a:off x="9939582" y="3851903"/>
                  <a:ext cx="17568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46" name="Рукописный ввод 145">
                  <a:extLst>
                    <a:ext uri="{FF2B5EF4-FFF2-40B4-BE49-F238E27FC236}">
                      <a16:creationId xmlns:a16="http://schemas.microsoft.com/office/drawing/2014/main" id="{883E3025-2DE7-01E3-1DA4-9E25B5DF926D}"/>
                    </a:ext>
                  </a:extLst>
                </p14:cNvPr>
                <p14:cNvContentPartPr/>
                <p14:nvPr/>
              </p14:nvContentPartPr>
              <p14:xfrm>
                <a:off x="10100862" y="3696743"/>
                <a:ext cx="273960" cy="265680"/>
              </p14:xfrm>
            </p:contentPart>
          </mc:Choice>
          <mc:Fallback xmlns="">
            <p:pic>
              <p:nvPicPr>
                <p:cNvPr id="146" name="Рукописный ввод 145">
                  <a:extLst>
                    <a:ext uri="{FF2B5EF4-FFF2-40B4-BE49-F238E27FC236}">
                      <a16:creationId xmlns:a16="http://schemas.microsoft.com/office/drawing/2014/main" id="{883E3025-2DE7-01E3-1DA4-9E25B5DF926D}"/>
                    </a:ext>
                  </a:extLst>
                </p:cNvPr>
                <p:cNvPicPr/>
                <p:nvPr/>
              </p:nvPicPr>
              <p:blipFill>
                <a:blip r:embed="rId252"/>
                <a:stretch>
                  <a:fillRect/>
                </a:stretch>
              </p:blipFill>
              <p:spPr>
                <a:xfrm>
                  <a:off x="10094742" y="3690623"/>
                  <a:ext cx="28620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47" name="Рукописный ввод 146">
                  <a:extLst>
                    <a:ext uri="{FF2B5EF4-FFF2-40B4-BE49-F238E27FC236}">
                      <a16:creationId xmlns:a16="http://schemas.microsoft.com/office/drawing/2014/main" id="{89F39BBB-DBF8-F43B-D67D-D1A8DC17A2CB}"/>
                    </a:ext>
                  </a:extLst>
                </p14:cNvPr>
                <p14:cNvContentPartPr/>
                <p14:nvPr/>
              </p14:nvContentPartPr>
              <p14:xfrm>
                <a:off x="10424862" y="3765143"/>
                <a:ext cx="248400" cy="450000"/>
              </p14:xfrm>
            </p:contentPart>
          </mc:Choice>
          <mc:Fallback xmlns="">
            <p:pic>
              <p:nvPicPr>
                <p:cNvPr id="147" name="Рукописный ввод 146">
                  <a:extLst>
                    <a:ext uri="{FF2B5EF4-FFF2-40B4-BE49-F238E27FC236}">
                      <a16:creationId xmlns:a16="http://schemas.microsoft.com/office/drawing/2014/main" id="{89F39BBB-DBF8-F43B-D67D-D1A8DC17A2CB}"/>
                    </a:ext>
                  </a:extLst>
                </p:cNvPr>
                <p:cNvPicPr/>
                <p:nvPr/>
              </p:nvPicPr>
              <p:blipFill>
                <a:blip r:embed="rId254"/>
                <a:stretch>
                  <a:fillRect/>
                </a:stretch>
              </p:blipFill>
              <p:spPr>
                <a:xfrm>
                  <a:off x="10418742" y="3759023"/>
                  <a:ext cx="260640" cy="4622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48" name="Рукописный ввод 147">
                  <a:extLst>
                    <a:ext uri="{FF2B5EF4-FFF2-40B4-BE49-F238E27FC236}">
                      <a16:creationId xmlns:a16="http://schemas.microsoft.com/office/drawing/2014/main" id="{83F9A297-2CA0-B7A1-3B54-8A0028776837}"/>
                    </a:ext>
                  </a:extLst>
                </p14:cNvPr>
                <p14:cNvContentPartPr/>
                <p14:nvPr/>
              </p14:nvContentPartPr>
              <p14:xfrm>
                <a:off x="10721862" y="3598463"/>
                <a:ext cx="161280" cy="434880"/>
              </p14:xfrm>
            </p:contentPart>
          </mc:Choice>
          <mc:Fallback xmlns="">
            <p:pic>
              <p:nvPicPr>
                <p:cNvPr id="148" name="Рукописный ввод 147">
                  <a:extLst>
                    <a:ext uri="{FF2B5EF4-FFF2-40B4-BE49-F238E27FC236}">
                      <a16:creationId xmlns:a16="http://schemas.microsoft.com/office/drawing/2014/main" id="{83F9A297-2CA0-B7A1-3B54-8A0028776837}"/>
                    </a:ext>
                  </a:extLst>
                </p:cNvPr>
                <p:cNvPicPr/>
                <p:nvPr/>
              </p:nvPicPr>
              <p:blipFill>
                <a:blip r:embed="rId256"/>
                <a:stretch>
                  <a:fillRect/>
                </a:stretch>
              </p:blipFill>
              <p:spPr>
                <a:xfrm>
                  <a:off x="10715742" y="3592343"/>
                  <a:ext cx="173520" cy="4471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0" name="Рукописный ввод 149">
                  <a:extLst>
                    <a:ext uri="{FF2B5EF4-FFF2-40B4-BE49-F238E27FC236}">
                      <a16:creationId xmlns:a16="http://schemas.microsoft.com/office/drawing/2014/main" id="{18553AE8-1E6B-C30F-4E27-345BEC48C9E6}"/>
                    </a:ext>
                  </a:extLst>
                </p14:cNvPr>
                <p14:cNvContentPartPr/>
                <p14:nvPr/>
              </p14:nvContentPartPr>
              <p14:xfrm>
                <a:off x="10933182" y="3613943"/>
                <a:ext cx="131400" cy="403560"/>
              </p14:xfrm>
            </p:contentPart>
          </mc:Choice>
          <mc:Fallback xmlns="">
            <p:pic>
              <p:nvPicPr>
                <p:cNvPr id="150" name="Рукописный ввод 149">
                  <a:extLst>
                    <a:ext uri="{FF2B5EF4-FFF2-40B4-BE49-F238E27FC236}">
                      <a16:creationId xmlns:a16="http://schemas.microsoft.com/office/drawing/2014/main" id="{18553AE8-1E6B-C30F-4E27-345BEC48C9E6}"/>
                    </a:ext>
                  </a:extLst>
                </p:cNvPr>
                <p:cNvPicPr/>
                <p:nvPr/>
              </p:nvPicPr>
              <p:blipFill>
                <a:blip r:embed="rId258"/>
                <a:stretch>
                  <a:fillRect/>
                </a:stretch>
              </p:blipFill>
              <p:spPr>
                <a:xfrm>
                  <a:off x="10927062" y="3607823"/>
                  <a:ext cx="143640" cy="41580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51" name="Рукописный ввод 150">
                  <a:extLst>
                    <a:ext uri="{FF2B5EF4-FFF2-40B4-BE49-F238E27FC236}">
                      <a16:creationId xmlns:a16="http://schemas.microsoft.com/office/drawing/2014/main" id="{86ABB254-37DB-508B-50D2-8FFA7C2D6C7A}"/>
                    </a:ext>
                  </a:extLst>
                </p14:cNvPr>
                <p14:cNvContentPartPr/>
                <p14:nvPr/>
              </p14:nvContentPartPr>
              <p14:xfrm>
                <a:off x="11184462" y="3737783"/>
                <a:ext cx="58680" cy="193320"/>
              </p14:xfrm>
            </p:contentPart>
          </mc:Choice>
          <mc:Fallback xmlns="">
            <p:pic>
              <p:nvPicPr>
                <p:cNvPr id="151" name="Рукописный ввод 150">
                  <a:extLst>
                    <a:ext uri="{FF2B5EF4-FFF2-40B4-BE49-F238E27FC236}">
                      <a16:creationId xmlns:a16="http://schemas.microsoft.com/office/drawing/2014/main" id="{86ABB254-37DB-508B-50D2-8FFA7C2D6C7A}"/>
                    </a:ext>
                  </a:extLst>
                </p:cNvPr>
                <p:cNvPicPr/>
                <p:nvPr/>
              </p:nvPicPr>
              <p:blipFill>
                <a:blip r:embed="rId260"/>
                <a:stretch>
                  <a:fillRect/>
                </a:stretch>
              </p:blipFill>
              <p:spPr>
                <a:xfrm>
                  <a:off x="11178342" y="3731663"/>
                  <a:ext cx="709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52" name="Рукописный ввод 151">
                  <a:extLst>
                    <a:ext uri="{FF2B5EF4-FFF2-40B4-BE49-F238E27FC236}">
                      <a16:creationId xmlns:a16="http://schemas.microsoft.com/office/drawing/2014/main" id="{EFE54CB9-A430-A5B6-DE2D-FAB24435039D}"/>
                    </a:ext>
                  </a:extLst>
                </p14:cNvPr>
                <p14:cNvContentPartPr/>
                <p14:nvPr/>
              </p14:nvContentPartPr>
              <p14:xfrm>
                <a:off x="11164302" y="3802583"/>
                <a:ext cx="110520" cy="47880"/>
              </p14:xfrm>
            </p:contentPart>
          </mc:Choice>
          <mc:Fallback xmlns="">
            <p:pic>
              <p:nvPicPr>
                <p:cNvPr id="152" name="Рукописный ввод 151">
                  <a:extLst>
                    <a:ext uri="{FF2B5EF4-FFF2-40B4-BE49-F238E27FC236}">
                      <a16:creationId xmlns:a16="http://schemas.microsoft.com/office/drawing/2014/main" id="{EFE54CB9-A430-A5B6-DE2D-FAB24435039D}"/>
                    </a:ext>
                  </a:extLst>
                </p:cNvPr>
                <p:cNvPicPr/>
                <p:nvPr/>
              </p:nvPicPr>
              <p:blipFill>
                <a:blip r:embed="rId262"/>
                <a:stretch>
                  <a:fillRect/>
                </a:stretch>
              </p:blipFill>
              <p:spPr>
                <a:xfrm>
                  <a:off x="11158182" y="3796463"/>
                  <a:ext cx="122760" cy="60120"/>
                </a:xfrm>
                <a:prstGeom prst="rect">
                  <a:avLst/>
                </a:prstGeom>
              </p:spPr>
            </p:pic>
          </mc:Fallback>
        </mc:AlternateContent>
      </p:grpSp>
      <p:grpSp>
        <p:nvGrpSpPr>
          <p:cNvPr id="165" name="Группа 164">
            <a:extLst>
              <a:ext uri="{FF2B5EF4-FFF2-40B4-BE49-F238E27FC236}">
                <a16:creationId xmlns:a16="http://schemas.microsoft.com/office/drawing/2014/main" id="{906E3F7A-F577-1EAA-B1B8-26DB17B86249}"/>
              </a:ext>
            </a:extLst>
          </p:cNvPr>
          <p:cNvGrpSpPr/>
          <p:nvPr/>
        </p:nvGrpSpPr>
        <p:grpSpPr>
          <a:xfrm>
            <a:off x="9221022" y="4341143"/>
            <a:ext cx="2109240" cy="630360"/>
            <a:chOff x="9221022" y="4341143"/>
            <a:chExt cx="2109240" cy="630360"/>
          </a:xfrm>
        </p:grpSpPr>
        <mc:AlternateContent xmlns:mc="http://schemas.openxmlformats.org/markup-compatibility/2006" xmlns:p14="http://schemas.microsoft.com/office/powerpoint/2010/main">
          <mc:Choice Requires="p14">
            <p:contentPart p14:bwMode="auto" r:id="rId263">
              <p14:nvContentPartPr>
                <p14:cNvPr id="153" name="Рукописный ввод 152">
                  <a:extLst>
                    <a:ext uri="{FF2B5EF4-FFF2-40B4-BE49-F238E27FC236}">
                      <a16:creationId xmlns:a16="http://schemas.microsoft.com/office/drawing/2014/main" id="{CD02A713-1770-A22F-E991-42E364B32778}"/>
                    </a:ext>
                  </a:extLst>
                </p14:cNvPr>
                <p14:cNvContentPartPr/>
                <p14:nvPr/>
              </p14:nvContentPartPr>
              <p14:xfrm>
                <a:off x="9304902" y="4394423"/>
                <a:ext cx="27000" cy="315720"/>
              </p14:xfrm>
            </p:contentPart>
          </mc:Choice>
          <mc:Fallback xmlns="">
            <p:pic>
              <p:nvPicPr>
                <p:cNvPr id="153" name="Рукописный ввод 152">
                  <a:extLst>
                    <a:ext uri="{FF2B5EF4-FFF2-40B4-BE49-F238E27FC236}">
                      <a16:creationId xmlns:a16="http://schemas.microsoft.com/office/drawing/2014/main" id="{CD02A713-1770-A22F-E991-42E364B32778}"/>
                    </a:ext>
                  </a:extLst>
                </p:cNvPr>
                <p:cNvPicPr/>
                <p:nvPr/>
              </p:nvPicPr>
              <p:blipFill>
                <a:blip r:embed="rId264"/>
                <a:stretch>
                  <a:fillRect/>
                </a:stretch>
              </p:blipFill>
              <p:spPr>
                <a:xfrm>
                  <a:off x="9298782" y="4388303"/>
                  <a:ext cx="3924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54" name="Рукописный ввод 153">
                  <a:extLst>
                    <a:ext uri="{FF2B5EF4-FFF2-40B4-BE49-F238E27FC236}">
                      <a16:creationId xmlns:a16="http://schemas.microsoft.com/office/drawing/2014/main" id="{3240C3D1-0981-F3E5-41D0-E08216A3C87C}"/>
                    </a:ext>
                  </a:extLst>
                </p14:cNvPr>
                <p14:cNvContentPartPr/>
                <p14:nvPr/>
              </p14:nvContentPartPr>
              <p14:xfrm>
                <a:off x="9221022" y="4587023"/>
                <a:ext cx="245520" cy="24480"/>
              </p14:xfrm>
            </p:contentPart>
          </mc:Choice>
          <mc:Fallback xmlns="">
            <p:pic>
              <p:nvPicPr>
                <p:cNvPr id="154" name="Рукописный ввод 153">
                  <a:extLst>
                    <a:ext uri="{FF2B5EF4-FFF2-40B4-BE49-F238E27FC236}">
                      <a16:creationId xmlns:a16="http://schemas.microsoft.com/office/drawing/2014/main" id="{3240C3D1-0981-F3E5-41D0-E08216A3C87C}"/>
                    </a:ext>
                  </a:extLst>
                </p:cNvPr>
                <p:cNvPicPr/>
                <p:nvPr/>
              </p:nvPicPr>
              <p:blipFill>
                <a:blip r:embed="rId266"/>
                <a:stretch>
                  <a:fillRect/>
                </a:stretch>
              </p:blipFill>
              <p:spPr>
                <a:xfrm>
                  <a:off x="9214902" y="4580903"/>
                  <a:ext cx="2577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57" name="Рукописный ввод 156">
                  <a:extLst>
                    <a:ext uri="{FF2B5EF4-FFF2-40B4-BE49-F238E27FC236}">
                      <a16:creationId xmlns:a16="http://schemas.microsoft.com/office/drawing/2014/main" id="{4FF7AB8E-20B2-C9BE-E426-55FFD69E5B4C}"/>
                    </a:ext>
                  </a:extLst>
                </p14:cNvPr>
                <p14:cNvContentPartPr/>
                <p14:nvPr/>
              </p14:nvContentPartPr>
              <p14:xfrm>
                <a:off x="9505062" y="4389023"/>
                <a:ext cx="221400" cy="387360"/>
              </p14:xfrm>
            </p:contentPart>
          </mc:Choice>
          <mc:Fallback xmlns="">
            <p:pic>
              <p:nvPicPr>
                <p:cNvPr id="157" name="Рукописный ввод 156">
                  <a:extLst>
                    <a:ext uri="{FF2B5EF4-FFF2-40B4-BE49-F238E27FC236}">
                      <a16:creationId xmlns:a16="http://schemas.microsoft.com/office/drawing/2014/main" id="{4FF7AB8E-20B2-C9BE-E426-55FFD69E5B4C}"/>
                    </a:ext>
                  </a:extLst>
                </p:cNvPr>
                <p:cNvPicPr/>
                <p:nvPr/>
              </p:nvPicPr>
              <p:blipFill>
                <a:blip r:embed="rId268"/>
                <a:stretch>
                  <a:fillRect/>
                </a:stretch>
              </p:blipFill>
              <p:spPr>
                <a:xfrm>
                  <a:off x="9498942" y="4382903"/>
                  <a:ext cx="233640" cy="3996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58" name="Рукописный ввод 157">
                  <a:extLst>
                    <a:ext uri="{FF2B5EF4-FFF2-40B4-BE49-F238E27FC236}">
                      <a16:creationId xmlns:a16="http://schemas.microsoft.com/office/drawing/2014/main" id="{5E0814E2-97EB-26DD-3138-BB56BD95F345}"/>
                    </a:ext>
                  </a:extLst>
                </p14:cNvPr>
                <p14:cNvContentPartPr/>
                <p14:nvPr/>
              </p14:nvContentPartPr>
              <p14:xfrm>
                <a:off x="9800262" y="4407023"/>
                <a:ext cx="97560" cy="381960"/>
              </p14:xfrm>
            </p:contentPart>
          </mc:Choice>
          <mc:Fallback xmlns="">
            <p:pic>
              <p:nvPicPr>
                <p:cNvPr id="158" name="Рукописный ввод 157">
                  <a:extLst>
                    <a:ext uri="{FF2B5EF4-FFF2-40B4-BE49-F238E27FC236}">
                      <a16:creationId xmlns:a16="http://schemas.microsoft.com/office/drawing/2014/main" id="{5E0814E2-97EB-26DD-3138-BB56BD95F345}"/>
                    </a:ext>
                  </a:extLst>
                </p:cNvPr>
                <p:cNvPicPr/>
                <p:nvPr/>
              </p:nvPicPr>
              <p:blipFill>
                <a:blip r:embed="rId270"/>
                <a:stretch>
                  <a:fillRect/>
                </a:stretch>
              </p:blipFill>
              <p:spPr>
                <a:xfrm>
                  <a:off x="9794142" y="4400903"/>
                  <a:ext cx="10980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59" name="Рукописный ввод 158">
                  <a:extLst>
                    <a:ext uri="{FF2B5EF4-FFF2-40B4-BE49-F238E27FC236}">
                      <a16:creationId xmlns:a16="http://schemas.microsoft.com/office/drawing/2014/main" id="{B77D59A4-F9FE-5C04-5C7D-AFC2AC188555}"/>
                    </a:ext>
                  </a:extLst>
                </p14:cNvPr>
                <p14:cNvContentPartPr/>
                <p14:nvPr/>
              </p14:nvContentPartPr>
              <p14:xfrm>
                <a:off x="9931302" y="4582343"/>
                <a:ext cx="153360" cy="389160"/>
              </p14:xfrm>
            </p:contentPart>
          </mc:Choice>
          <mc:Fallback xmlns="">
            <p:pic>
              <p:nvPicPr>
                <p:cNvPr id="159" name="Рукописный ввод 158">
                  <a:extLst>
                    <a:ext uri="{FF2B5EF4-FFF2-40B4-BE49-F238E27FC236}">
                      <a16:creationId xmlns:a16="http://schemas.microsoft.com/office/drawing/2014/main" id="{B77D59A4-F9FE-5C04-5C7D-AFC2AC188555}"/>
                    </a:ext>
                  </a:extLst>
                </p:cNvPr>
                <p:cNvPicPr/>
                <p:nvPr/>
              </p:nvPicPr>
              <p:blipFill>
                <a:blip r:embed="rId272"/>
                <a:stretch>
                  <a:fillRect/>
                </a:stretch>
              </p:blipFill>
              <p:spPr>
                <a:xfrm>
                  <a:off x="9925182" y="4576223"/>
                  <a:ext cx="16560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60" name="Рукописный ввод 159">
                  <a:extLst>
                    <a:ext uri="{FF2B5EF4-FFF2-40B4-BE49-F238E27FC236}">
                      <a16:creationId xmlns:a16="http://schemas.microsoft.com/office/drawing/2014/main" id="{A5D23010-746E-3F1C-FEA4-BC1BC0A5F802}"/>
                    </a:ext>
                  </a:extLst>
                </p14:cNvPr>
                <p14:cNvContentPartPr/>
                <p14:nvPr/>
              </p14:nvContentPartPr>
              <p14:xfrm>
                <a:off x="10199862" y="4650383"/>
                <a:ext cx="194040" cy="21600"/>
              </p14:xfrm>
            </p:contentPart>
          </mc:Choice>
          <mc:Fallback xmlns="">
            <p:pic>
              <p:nvPicPr>
                <p:cNvPr id="160" name="Рукописный ввод 159">
                  <a:extLst>
                    <a:ext uri="{FF2B5EF4-FFF2-40B4-BE49-F238E27FC236}">
                      <a16:creationId xmlns:a16="http://schemas.microsoft.com/office/drawing/2014/main" id="{A5D23010-746E-3F1C-FEA4-BC1BC0A5F802}"/>
                    </a:ext>
                  </a:extLst>
                </p:cNvPr>
                <p:cNvPicPr/>
                <p:nvPr/>
              </p:nvPicPr>
              <p:blipFill>
                <a:blip r:embed="rId274"/>
                <a:stretch>
                  <a:fillRect/>
                </a:stretch>
              </p:blipFill>
              <p:spPr>
                <a:xfrm>
                  <a:off x="10193742" y="4644263"/>
                  <a:ext cx="20628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61" name="Рукописный ввод 160">
                  <a:extLst>
                    <a:ext uri="{FF2B5EF4-FFF2-40B4-BE49-F238E27FC236}">
                      <a16:creationId xmlns:a16="http://schemas.microsoft.com/office/drawing/2014/main" id="{233C4A89-2279-7C90-7F34-5D4438F7D046}"/>
                    </a:ext>
                  </a:extLst>
                </p14:cNvPr>
                <p14:cNvContentPartPr/>
                <p14:nvPr/>
              </p14:nvContentPartPr>
              <p14:xfrm>
                <a:off x="10397142" y="4443743"/>
                <a:ext cx="328320" cy="255240"/>
              </p14:xfrm>
            </p:contentPart>
          </mc:Choice>
          <mc:Fallback xmlns="">
            <p:pic>
              <p:nvPicPr>
                <p:cNvPr id="161" name="Рукописный ввод 160">
                  <a:extLst>
                    <a:ext uri="{FF2B5EF4-FFF2-40B4-BE49-F238E27FC236}">
                      <a16:creationId xmlns:a16="http://schemas.microsoft.com/office/drawing/2014/main" id="{233C4A89-2279-7C90-7F34-5D4438F7D046}"/>
                    </a:ext>
                  </a:extLst>
                </p:cNvPr>
                <p:cNvPicPr/>
                <p:nvPr/>
              </p:nvPicPr>
              <p:blipFill>
                <a:blip r:embed="rId276"/>
                <a:stretch>
                  <a:fillRect/>
                </a:stretch>
              </p:blipFill>
              <p:spPr>
                <a:xfrm>
                  <a:off x="10391022" y="4437623"/>
                  <a:ext cx="34056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62" name="Рукописный ввод 161">
                  <a:extLst>
                    <a:ext uri="{FF2B5EF4-FFF2-40B4-BE49-F238E27FC236}">
                      <a16:creationId xmlns:a16="http://schemas.microsoft.com/office/drawing/2014/main" id="{057D56DA-B81F-8D1C-F932-CB140D14245C}"/>
                    </a:ext>
                  </a:extLst>
                </p14:cNvPr>
                <p14:cNvContentPartPr/>
                <p14:nvPr/>
              </p14:nvContentPartPr>
              <p14:xfrm>
                <a:off x="10741662" y="4532303"/>
                <a:ext cx="162720" cy="408600"/>
              </p14:xfrm>
            </p:contentPart>
          </mc:Choice>
          <mc:Fallback xmlns="">
            <p:pic>
              <p:nvPicPr>
                <p:cNvPr id="162" name="Рукописный ввод 161">
                  <a:extLst>
                    <a:ext uri="{FF2B5EF4-FFF2-40B4-BE49-F238E27FC236}">
                      <a16:creationId xmlns:a16="http://schemas.microsoft.com/office/drawing/2014/main" id="{057D56DA-B81F-8D1C-F932-CB140D14245C}"/>
                    </a:ext>
                  </a:extLst>
                </p:cNvPr>
                <p:cNvPicPr/>
                <p:nvPr/>
              </p:nvPicPr>
              <p:blipFill>
                <a:blip r:embed="rId278"/>
                <a:stretch>
                  <a:fillRect/>
                </a:stretch>
              </p:blipFill>
              <p:spPr>
                <a:xfrm>
                  <a:off x="10735542" y="4526183"/>
                  <a:ext cx="1749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63" name="Рукописный ввод 162">
                  <a:extLst>
                    <a:ext uri="{FF2B5EF4-FFF2-40B4-BE49-F238E27FC236}">
                      <a16:creationId xmlns:a16="http://schemas.microsoft.com/office/drawing/2014/main" id="{3DEADA4F-4A71-3894-6C68-37BF2D12FE51}"/>
                    </a:ext>
                  </a:extLst>
                </p14:cNvPr>
                <p14:cNvContentPartPr/>
                <p14:nvPr/>
              </p14:nvContentPartPr>
              <p14:xfrm>
                <a:off x="11000142" y="4372103"/>
                <a:ext cx="148680" cy="443880"/>
              </p14:xfrm>
            </p:contentPart>
          </mc:Choice>
          <mc:Fallback xmlns="">
            <p:pic>
              <p:nvPicPr>
                <p:cNvPr id="163" name="Рукописный ввод 162">
                  <a:extLst>
                    <a:ext uri="{FF2B5EF4-FFF2-40B4-BE49-F238E27FC236}">
                      <a16:creationId xmlns:a16="http://schemas.microsoft.com/office/drawing/2014/main" id="{3DEADA4F-4A71-3894-6C68-37BF2D12FE51}"/>
                    </a:ext>
                  </a:extLst>
                </p:cNvPr>
                <p:cNvPicPr/>
                <p:nvPr/>
              </p:nvPicPr>
              <p:blipFill>
                <a:blip r:embed="rId280"/>
                <a:stretch>
                  <a:fillRect/>
                </a:stretch>
              </p:blipFill>
              <p:spPr>
                <a:xfrm>
                  <a:off x="10994022" y="4365983"/>
                  <a:ext cx="16092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64" name="Рукописный ввод 163">
                  <a:extLst>
                    <a:ext uri="{FF2B5EF4-FFF2-40B4-BE49-F238E27FC236}">
                      <a16:creationId xmlns:a16="http://schemas.microsoft.com/office/drawing/2014/main" id="{5F6E5F55-AFE6-D4AC-F854-0F6EA713321B}"/>
                    </a:ext>
                  </a:extLst>
                </p14:cNvPr>
                <p14:cNvContentPartPr/>
                <p14:nvPr/>
              </p14:nvContentPartPr>
              <p14:xfrm>
                <a:off x="11178702" y="4341143"/>
                <a:ext cx="151560" cy="151920"/>
              </p14:xfrm>
            </p:contentPart>
          </mc:Choice>
          <mc:Fallback xmlns="">
            <p:pic>
              <p:nvPicPr>
                <p:cNvPr id="164" name="Рукописный ввод 163">
                  <a:extLst>
                    <a:ext uri="{FF2B5EF4-FFF2-40B4-BE49-F238E27FC236}">
                      <a16:creationId xmlns:a16="http://schemas.microsoft.com/office/drawing/2014/main" id="{5F6E5F55-AFE6-D4AC-F854-0F6EA713321B}"/>
                    </a:ext>
                  </a:extLst>
                </p:cNvPr>
                <p:cNvPicPr/>
                <p:nvPr/>
              </p:nvPicPr>
              <p:blipFill>
                <a:blip r:embed="rId282"/>
                <a:stretch>
                  <a:fillRect/>
                </a:stretch>
              </p:blipFill>
              <p:spPr>
                <a:xfrm>
                  <a:off x="11172582" y="4335023"/>
                  <a:ext cx="163800" cy="164160"/>
                </a:xfrm>
                <a:prstGeom prst="rect">
                  <a:avLst/>
                </a:prstGeom>
              </p:spPr>
            </p:pic>
          </mc:Fallback>
        </mc:AlternateContent>
      </p:grpSp>
    </p:spTree>
    <p:extLst>
      <p:ext uri="{BB962C8B-B14F-4D97-AF65-F5344CB8AC3E}">
        <p14:creationId xmlns:p14="http://schemas.microsoft.com/office/powerpoint/2010/main" val="1586574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1">
            <a:extLst>
              <a:ext uri="{FF2B5EF4-FFF2-40B4-BE49-F238E27FC236}">
                <a16:creationId xmlns:a16="http://schemas.microsoft.com/office/drawing/2014/main" id="{DCB10DFC-8811-E6C0-2A38-92C146F210E6}"/>
              </a:ext>
            </a:extLst>
          </p:cNvPr>
          <p:cNvSpPr txBox="1">
            <a:spLocks/>
          </p:cNvSpPr>
          <p:nvPr/>
        </p:nvSpPr>
        <p:spPr>
          <a:xfrm>
            <a:off x="7086600" y="6454582"/>
            <a:ext cx="2057400" cy="365125"/>
          </a:xfrm>
          <a:prstGeom prst="rect">
            <a:avLst/>
          </a:prstGeom>
        </p:spPr>
        <p:txBody>
          <a:bodyPr vert="horz" lIns="91440" tIns="45720" rIns="91440" bIns="45720" rtlCol="0" anchor="ctr"/>
          <a:lstStyle>
            <a:defPPr>
              <a:defRPr lang="ru-RU"/>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pPr/>
              <a:t>12</a:t>
            </a:fld>
            <a:endParaRPr lang="ru-RU" sz="1100" dirty="0">
              <a:solidFill>
                <a:srgbClr val="0070C0"/>
              </a:solidFill>
              <a:latin typeface="Arial" panose="020B0604020202020204" pitchFamily="34" charset="0"/>
              <a:cs typeface="Arial" panose="020B0604020202020204" pitchFamily="34" charset="0"/>
            </a:endParaRPr>
          </a:p>
        </p:txBody>
      </p:sp>
      <p:sp>
        <p:nvSpPr>
          <p:cNvPr id="6" name="Прямоугольник 5">
            <a:extLst>
              <a:ext uri="{FF2B5EF4-FFF2-40B4-BE49-F238E27FC236}">
                <a16:creationId xmlns:a16="http://schemas.microsoft.com/office/drawing/2014/main" id="{6D8FD090-95D6-211B-5BB6-31D658163447}"/>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дискретные 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3CA604F-38C6-28D0-D147-F585BB055FCE}"/>
                  </a:ext>
                </a:extLst>
              </p:cNvPr>
              <p:cNvSpPr txBox="1"/>
              <p:nvPr/>
            </p:nvSpPr>
            <p:spPr>
              <a:xfrm>
                <a:off x="0" y="803316"/>
                <a:ext cx="9144000" cy="4588179"/>
              </a:xfrm>
              <a:prstGeom prst="rect">
                <a:avLst/>
              </a:prstGeom>
              <a:noFill/>
            </p:spPr>
            <p:txBody>
              <a:bodyPr wrap="square" rtlCol="0">
                <a:spAutoFit/>
              </a:bodyPr>
              <a:lstStyle/>
              <a:p>
                <a:pPr algn="just"/>
                <a:r>
                  <a:rPr lang="ru-RU" b="1" dirty="0">
                    <a:solidFill>
                      <a:srgbClr val="3333FF"/>
                    </a:solidFill>
                  </a:rPr>
                  <a:t>Определение: </a:t>
                </a:r>
                <a:r>
                  <a:rPr lang="ru-RU" dirty="0"/>
                  <a:t>Говорят, что случайная величина </a:t>
                </a:r>
                <a14:m>
                  <m:oMath xmlns:m="http://schemas.openxmlformats.org/officeDocument/2006/math">
                    <m:r>
                      <a:rPr lang="en-US" b="0" i="1" smtClean="0">
                        <a:latin typeface="Cambria Math" panose="02040503050406030204" pitchFamily="18" charset="0"/>
                      </a:rPr>
                      <m:t>𝜉</m:t>
                    </m:r>
                  </m:oMath>
                </a14:m>
                <a:r>
                  <a:rPr lang="en-US" dirty="0"/>
                  <a:t> </a:t>
                </a:r>
                <a:r>
                  <a:rPr lang="ru-RU" dirty="0"/>
                  <a:t>имеет </a:t>
                </a:r>
                <a:r>
                  <a:rPr lang="ru-RU" b="1" dirty="0">
                    <a:solidFill>
                      <a:srgbClr val="006400"/>
                    </a:solidFill>
                  </a:rPr>
                  <a:t>вырожденное распределение </a:t>
                </a:r>
                <a:r>
                  <a:rPr lang="ru-RU" dirty="0"/>
                  <a:t>в точке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 </a:t>
                </a:r>
                <a:r>
                  <a:rPr lang="ru-RU" dirty="0"/>
                  <a:t>если </a:t>
                </a:r>
                <a14:m>
                  <m:oMath xmlns:m="http://schemas.openxmlformats.org/officeDocument/2006/math">
                    <m:r>
                      <a:rPr lang="en-US" i="1">
                        <a:latin typeface="Cambria Math" panose="02040503050406030204" pitchFamily="18" charset="0"/>
                      </a:rPr>
                      <m:t>𝜉</m:t>
                    </m:r>
                    <m:r>
                      <a:rPr lang="en-US" i="1">
                        <a:latin typeface="Cambria Math" panose="02040503050406030204" pitchFamily="18" charset="0"/>
                      </a:rPr>
                      <m:t> </m:t>
                    </m:r>
                  </m:oMath>
                </a14:m>
                <a:r>
                  <a:rPr lang="ru-RU" dirty="0"/>
                  <a:t> принимает единственное значение </a:t>
                </a:r>
                <a14:m>
                  <m:oMath xmlns:m="http://schemas.openxmlformats.org/officeDocument/2006/math">
                    <m:r>
                      <a:rPr lang="en-US" i="1">
                        <a:latin typeface="Cambria Math" panose="02040503050406030204" pitchFamily="18" charset="0"/>
                      </a:rPr>
                      <m:t>𝑐</m:t>
                    </m:r>
                  </m:oMath>
                </a14:m>
                <a:r>
                  <a:rPr lang="ru-RU" dirty="0"/>
                  <a:t> с вероятностью 1,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=1</m:t>
                    </m:r>
                  </m:oMath>
                </a14:m>
                <a:r>
                  <a:rPr lang="en-US" dirty="0"/>
                  <a:t>. </a:t>
                </a:r>
                <a:r>
                  <a:rPr lang="ru-RU" dirty="0"/>
                  <a:t>В таком случае, функция распределения </a:t>
                </a:r>
                <a14:m>
                  <m:oMath xmlns:m="http://schemas.openxmlformats.org/officeDocument/2006/math">
                    <m:r>
                      <a:rPr lang="en-US" i="1">
                        <a:latin typeface="Cambria Math" panose="02040503050406030204" pitchFamily="18" charset="0"/>
                      </a:rPr>
                      <m:t>𝜉</m:t>
                    </m:r>
                  </m:oMath>
                </a14:m>
                <a:r>
                  <a:rPr lang="ru-RU" dirty="0"/>
                  <a:t> имеет вид:</a:t>
                </a:r>
              </a:p>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𝑐</m:t>
                          </m:r>
                          <m:r>
                            <a:rPr lang="en-US" b="0" i="1" smtClean="0">
                              <a:latin typeface="Cambria Math" panose="02040503050406030204" pitchFamily="18" charset="0"/>
                            </a:rPr>
                            <m:t>&lt;</m:t>
                          </m:r>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a:rPr lang="ru-RU" b="0" i="1" smtClean="0">
                                  <a:latin typeface="Cambria Math" panose="02040503050406030204" pitchFamily="18" charset="0"/>
                                </a:rPr>
                                <m:t>если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𝑐</m:t>
                              </m:r>
                            </m:e>
                            <m:e>
                              <m:r>
                                <a:rPr lang="en-US" b="0" i="1" smtClean="0">
                                  <a:latin typeface="Cambria Math" panose="02040503050406030204" pitchFamily="18" charset="0"/>
                                </a:rPr>
                                <m:t>1, </m:t>
                              </m:r>
                              <m:r>
                                <a:rPr lang="ru-RU" b="0" i="1" smtClean="0">
                                  <a:latin typeface="Cambria Math" panose="02040503050406030204" pitchFamily="18" charset="0"/>
                                </a:rPr>
                                <m:t>если </m:t>
                              </m:r>
                              <m:r>
                                <a:rPr lang="en-US" b="0" i="1" smtClean="0">
                                  <a:latin typeface="Cambria Math" panose="02040503050406030204" pitchFamily="18" charset="0"/>
                                </a:rPr>
                                <m:t>𝑥</m:t>
                              </m:r>
                              <m:r>
                                <a:rPr lang="en-US" b="0" i="1" smtClean="0">
                                  <a:latin typeface="Cambria Math" panose="02040503050406030204" pitchFamily="18" charset="0"/>
                                </a:rPr>
                                <m:t>&gt;</m:t>
                              </m:r>
                              <m:r>
                                <a:rPr lang="en-US" b="0" i="1" smtClean="0">
                                  <a:latin typeface="Cambria Math" panose="02040503050406030204" pitchFamily="18" charset="0"/>
                                </a:rPr>
                                <m:t>𝑐</m:t>
                              </m:r>
                            </m:e>
                          </m:eqArr>
                        </m:e>
                      </m:d>
                    </m:oMath>
                  </m:oMathPara>
                </a14:m>
                <a:endParaRPr lang="en-US" dirty="0"/>
              </a:p>
              <a:p>
                <a:pPr algn="just"/>
                <a:r>
                  <a:rPr lang="ru-RU" dirty="0"/>
                  <a:t>Математическое ожидание и дисперсия такой случайной величины равны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𝑐</m:t>
                    </m:r>
                  </m:oMath>
                </a14:m>
                <a:r>
                  <a:rPr lang="en-US" dirty="0"/>
                  <a:t> </a:t>
                </a:r>
                <a:r>
                  <a:rPr lang="ru-RU" dirty="0"/>
                  <a:t>и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𝜉</m:t>
                    </m:r>
                    <m:r>
                      <a:rPr lang="en-US" b="0" i="1" smtClean="0">
                        <a:latin typeface="Cambria Math" panose="02040503050406030204" pitchFamily="18" charset="0"/>
                      </a:rPr>
                      <m:t>=0</m:t>
                    </m:r>
                  </m:oMath>
                </a14:m>
                <a:r>
                  <a:rPr lang="en-US" dirty="0"/>
                  <a:t>, </a:t>
                </a:r>
                <a:r>
                  <a:rPr lang="ru-RU" dirty="0"/>
                  <a:t>соответственно.</a:t>
                </a:r>
              </a:p>
              <a:p>
                <a:pPr algn="just"/>
                <a:endParaRPr lang="ru-RU" dirty="0"/>
              </a:p>
              <a:p>
                <a:pPr algn="just"/>
                <a:r>
                  <a:rPr lang="ru-RU" b="1" dirty="0">
                    <a:solidFill>
                      <a:srgbClr val="3333FF"/>
                    </a:solidFill>
                  </a:rPr>
                  <a:t>Определение: </a:t>
                </a:r>
                <a:r>
                  <a:rPr lang="ru-RU" b="1" dirty="0">
                    <a:solidFill>
                      <a:srgbClr val="006400"/>
                    </a:solidFill>
                  </a:rPr>
                  <a:t>Индикатором события </a:t>
                </a:r>
                <a:r>
                  <a:rPr lang="en-US" dirty="0"/>
                  <a:t>(</a:t>
                </a:r>
                <a:r>
                  <a:rPr lang="ru-RU" dirty="0"/>
                  <a:t>индикаторной случайной величиной</a:t>
                </a:r>
                <a:r>
                  <a:rPr lang="en-US" dirty="0"/>
                  <a:t>)</a:t>
                </a:r>
                <a:r>
                  <a:rPr lang="ru-RU" dirty="0"/>
                  <a:t> </a:t>
                </a:r>
                <a14:m>
                  <m:oMath xmlns:m="http://schemas.openxmlformats.org/officeDocument/2006/math">
                    <m:r>
                      <a:rPr lang="en-US" b="0" i="1" smtClean="0">
                        <a:latin typeface="Cambria Math" panose="02040503050406030204" pitchFamily="18" charset="0"/>
                      </a:rPr>
                      <m:t>𝐴</m:t>
                    </m:r>
                  </m:oMath>
                </a14:m>
                <a:r>
                  <a:rPr lang="en-US" dirty="0"/>
                  <a:t> </a:t>
                </a:r>
                <a:r>
                  <a:rPr lang="ru-RU" dirty="0"/>
                  <a:t>называется случайная величина </a:t>
                </a:r>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𝐴</m:t>
                        </m:r>
                      </m:sub>
                    </m:sSub>
                    <m:r>
                      <a:rPr lang="en-US" b="0" i="0" smtClean="0">
                        <a:latin typeface="Cambria Math" panose="02040503050406030204" pitchFamily="18" charset="0"/>
                      </a:rPr>
                      <m:t>,</m:t>
                    </m:r>
                  </m:oMath>
                </a14:m>
                <a:r>
                  <a:rPr lang="en-US" dirty="0"/>
                  <a:t> </a:t>
                </a:r>
                <a:r>
                  <a:rPr lang="ru-RU" dirty="0"/>
                  <a:t>если </a:t>
                </a:r>
                <a14:m>
                  <m:oMath xmlns:m="http://schemas.openxmlformats.org/officeDocument/2006/math">
                    <m:r>
                      <a:rPr lang="en-US" i="1">
                        <a:latin typeface="Cambria Math" panose="02040503050406030204" pitchFamily="18" charset="0"/>
                      </a:rPr>
                      <m:t>𝐼</m:t>
                    </m:r>
                  </m:oMath>
                </a14:m>
                <a:r>
                  <a:rPr lang="en-US" dirty="0"/>
                  <a:t> </a:t>
                </a:r>
                <a:r>
                  <a:rPr lang="ru-RU" dirty="0"/>
                  <a:t>принимает значение 1 с вероятностью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oMath>
                </a14:m>
                <a:r>
                  <a:rPr lang="en-US" dirty="0"/>
                  <a:t> </a:t>
                </a:r>
                <a:r>
                  <a:rPr lang="ru-RU" dirty="0"/>
                  <a:t>и значение 0 с вероятностью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=1−</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oMath>
                </a14:m>
                <a:r>
                  <a:rPr lang="en-US" dirty="0"/>
                  <a:t>.</a:t>
                </a:r>
                <a:r>
                  <a:rPr lang="ru-RU" dirty="0"/>
                  <a:t> </a:t>
                </a:r>
                <a:endParaRPr lang="en-US" dirty="0"/>
              </a:p>
              <a:p>
                <a:pPr algn="just"/>
                <a:endParaRPr lang="en-US" dirty="0"/>
              </a:p>
              <a:p>
                <a:pPr algn="just"/>
                <a:r>
                  <a:rPr lang="ru-RU" dirty="0"/>
                  <a:t>Математическое ожидание и дисперсия для индикатора событий равны:</a:t>
                </a:r>
              </a:p>
              <a:p>
                <a:pPr algn="just"/>
                <a:endParaRPr lang="ru-RU"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𝑀𝐼</m:t>
                      </m:r>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+0⋅</m:t>
                      </m:r>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𝑝</m:t>
                      </m:r>
                    </m:oMath>
                  </m:oMathPara>
                </a14:m>
                <a:endParaRPr lang="en-US" b="0"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𝐷𝐼</m:t>
                      </m:r>
                      <m:r>
                        <a:rPr lang="en-US" i="1">
                          <a:latin typeface="Cambria Math" panose="02040503050406030204" pitchFamily="18" charset="0"/>
                        </a:rPr>
                        <m:t>=</m:t>
                      </m:r>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𝑀𝐼</m:t>
                              </m:r>
                            </m:e>
                          </m:d>
                        </m:e>
                        <m:sup>
                          <m:r>
                            <a:rPr lang="en-US" b="0" i="1" smtClean="0">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𝑝𝑞</m:t>
                      </m:r>
                    </m:oMath>
                  </m:oMathPara>
                </a14:m>
                <a:endParaRPr lang="en-US" dirty="0"/>
              </a:p>
            </p:txBody>
          </p:sp>
        </mc:Choice>
        <mc:Fallback xmlns="">
          <p:sp>
            <p:nvSpPr>
              <p:cNvPr id="2" name="TextBox 1">
                <a:extLst>
                  <a:ext uri="{FF2B5EF4-FFF2-40B4-BE49-F238E27FC236}">
                    <a16:creationId xmlns:a16="http://schemas.microsoft.com/office/drawing/2014/main" id="{53CA604F-38C6-28D0-D147-F585BB055FCE}"/>
                  </a:ext>
                </a:extLst>
              </p:cNvPr>
              <p:cNvSpPr txBox="1">
                <a:spLocks noRot="1" noChangeAspect="1" noMove="1" noResize="1" noEditPoints="1" noAdjustHandles="1" noChangeArrowheads="1" noChangeShapeType="1" noTextEdit="1"/>
              </p:cNvSpPr>
              <p:nvPr/>
            </p:nvSpPr>
            <p:spPr>
              <a:xfrm>
                <a:off x="0" y="803316"/>
                <a:ext cx="9144000" cy="4588179"/>
              </a:xfrm>
              <a:prstGeom prst="rect">
                <a:avLst/>
              </a:prstGeom>
              <a:blipFill>
                <a:blip r:embed="rId2"/>
                <a:stretch>
                  <a:fillRect l="-533" t="-798" r="-533"/>
                </a:stretch>
              </a:blipFill>
            </p:spPr>
            <p:txBody>
              <a:bodyPr/>
              <a:lstStyle/>
              <a:p>
                <a:r>
                  <a:rPr lang="ru-RU">
                    <a:noFill/>
                  </a:rPr>
                  <a:t> </a:t>
                </a:r>
              </a:p>
            </p:txBody>
          </p:sp>
        </mc:Fallback>
      </mc:AlternateContent>
      <p:sp>
        <p:nvSpPr>
          <p:cNvPr id="3" name="TextBox 2">
            <a:extLst>
              <a:ext uri="{FF2B5EF4-FFF2-40B4-BE49-F238E27FC236}">
                <a16:creationId xmlns:a16="http://schemas.microsoft.com/office/drawing/2014/main" id="{57CCC6FC-91B1-FACF-FA7C-8D419633E5BF}"/>
              </a:ext>
            </a:extLst>
          </p:cNvPr>
          <p:cNvSpPr txBox="1"/>
          <p:nvPr/>
        </p:nvSpPr>
        <p:spPr>
          <a:xfrm>
            <a:off x="0" y="5775711"/>
            <a:ext cx="9144000" cy="369332"/>
          </a:xfrm>
          <a:prstGeom prst="rect">
            <a:avLst/>
          </a:prstGeom>
          <a:noFill/>
        </p:spPr>
        <p:txBody>
          <a:bodyPr wrap="square" rtlCol="0">
            <a:spAutoFit/>
          </a:bodyPr>
          <a:lstStyle/>
          <a:p>
            <a:pPr algn="ctr"/>
            <a:r>
              <a:rPr lang="ru-RU" dirty="0"/>
              <a:t>Далее рассмотрим менее тривиальные распределения случайных величин</a:t>
            </a:r>
          </a:p>
        </p:txBody>
      </p:sp>
      <p:grpSp>
        <p:nvGrpSpPr>
          <p:cNvPr id="43" name="Группа 42">
            <a:extLst>
              <a:ext uri="{FF2B5EF4-FFF2-40B4-BE49-F238E27FC236}">
                <a16:creationId xmlns:a16="http://schemas.microsoft.com/office/drawing/2014/main" id="{392A08CB-1C56-EA30-9A08-86D39C0898D4}"/>
              </a:ext>
            </a:extLst>
          </p:cNvPr>
          <p:cNvGrpSpPr/>
          <p:nvPr/>
        </p:nvGrpSpPr>
        <p:grpSpPr>
          <a:xfrm>
            <a:off x="7541026" y="3746063"/>
            <a:ext cx="2123280" cy="1066320"/>
            <a:chOff x="7541026" y="3746063"/>
            <a:chExt cx="2123280" cy="1066320"/>
          </a:xfrm>
        </p:grpSpPr>
        <mc:AlternateContent xmlns:mc="http://schemas.openxmlformats.org/markup-compatibility/2006" xmlns:p14="http://schemas.microsoft.com/office/powerpoint/2010/main">
          <mc:Choice Requires="p14">
            <p:contentPart p14:bwMode="auto" r:id="rId3">
              <p14:nvContentPartPr>
                <p14:cNvPr id="4" name="Рукописный ввод 3">
                  <a:extLst>
                    <a:ext uri="{FF2B5EF4-FFF2-40B4-BE49-F238E27FC236}">
                      <a16:creationId xmlns:a16="http://schemas.microsoft.com/office/drawing/2014/main" id="{80AD2614-D7FE-130D-9383-E47857023A7E}"/>
                    </a:ext>
                  </a:extLst>
                </p14:cNvPr>
                <p14:cNvContentPartPr/>
                <p14:nvPr/>
              </p14:nvContentPartPr>
              <p14:xfrm>
                <a:off x="7541026" y="3766943"/>
                <a:ext cx="199440" cy="424440"/>
              </p14:xfrm>
            </p:contentPart>
          </mc:Choice>
          <mc:Fallback xmlns="">
            <p:pic>
              <p:nvPicPr>
                <p:cNvPr id="4" name="Рукописный ввод 3">
                  <a:extLst>
                    <a:ext uri="{FF2B5EF4-FFF2-40B4-BE49-F238E27FC236}">
                      <a16:creationId xmlns:a16="http://schemas.microsoft.com/office/drawing/2014/main" id="{80AD2614-D7FE-130D-9383-E47857023A7E}"/>
                    </a:ext>
                  </a:extLst>
                </p:cNvPr>
                <p:cNvPicPr/>
                <p:nvPr/>
              </p:nvPicPr>
              <p:blipFill>
                <a:blip r:embed="rId4"/>
                <a:stretch>
                  <a:fillRect/>
                </a:stretch>
              </p:blipFill>
              <p:spPr>
                <a:xfrm>
                  <a:off x="7534906" y="3760823"/>
                  <a:ext cx="211680" cy="436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Рукописный ввод 6">
                  <a:extLst>
                    <a:ext uri="{FF2B5EF4-FFF2-40B4-BE49-F238E27FC236}">
                      <a16:creationId xmlns:a16="http://schemas.microsoft.com/office/drawing/2014/main" id="{8C129ADD-ACE3-4D65-0CA0-548F8C93FD3D}"/>
                    </a:ext>
                  </a:extLst>
                </p14:cNvPr>
                <p14:cNvContentPartPr/>
                <p14:nvPr/>
              </p14:nvContentPartPr>
              <p14:xfrm>
                <a:off x="7817506" y="3746063"/>
                <a:ext cx="109080" cy="484560"/>
              </p14:xfrm>
            </p:contentPart>
          </mc:Choice>
          <mc:Fallback xmlns="">
            <p:pic>
              <p:nvPicPr>
                <p:cNvPr id="7" name="Рукописный ввод 6">
                  <a:extLst>
                    <a:ext uri="{FF2B5EF4-FFF2-40B4-BE49-F238E27FC236}">
                      <a16:creationId xmlns:a16="http://schemas.microsoft.com/office/drawing/2014/main" id="{8C129ADD-ACE3-4D65-0CA0-548F8C93FD3D}"/>
                    </a:ext>
                  </a:extLst>
                </p:cNvPr>
                <p:cNvPicPr/>
                <p:nvPr/>
              </p:nvPicPr>
              <p:blipFill>
                <a:blip r:embed="rId6"/>
                <a:stretch>
                  <a:fillRect/>
                </a:stretch>
              </p:blipFill>
              <p:spPr>
                <a:xfrm>
                  <a:off x="7811386" y="3739943"/>
                  <a:ext cx="12132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Рукописный ввод 7">
                  <a:extLst>
                    <a:ext uri="{FF2B5EF4-FFF2-40B4-BE49-F238E27FC236}">
                      <a16:creationId xmlns:a16="http://schemas.microsoft.com/office/drawing/2014/main" id="{035333A0-2FA0-E09E-E618-5733A9F4B431}"/>
                    </a:ext>
                  </a:extLst>
                </p14:cNvPr>
                <p14:cNvContentPartPr/>
                <p14:nvPr/>
              </p14:nvContentPartPr>
              <p14:xfrm>
                <a:off x="7976986" y="3805103"/>
                <a:ext cx="49680" cy="338040"/>
              </p14:xfrm>
            </p:contentPart>
          </mc:Choice>
          <mc:Fallback xmlns="">
            <p:pic>
              <p:nvPicPr>
                <p:cNvPr id="8" name="Рукописный ввод 7">
                  <a:extLst>
                    <a:ext uri="{FF2B5EF4-FFF2-40B4-BE49-F238E27FC236}">
                      <a16:creationId xmlns:a16="http://schemas.microsoft.com/office/drawing/2014/main" id="{035333A0-2FA0-E09E-E618-5733A9F4B431}"/>
                    </a:ext>
                  </a:extLst>
                </p:cNvPr>
                <p:cNvPicPr/>
                <p:nvPr/>
              </p:nvPicPr>
              <p:blipFill>
                <a:blip r:embed="rId8"/>
                <a:stretch>
                  <a:fillRect/>
                </a:stretch>
              </p:blipFill>
              <p:spPr>
                <a:xfrm>
                  <a:off x="7970866" y="3798983"/>
                  <a:ext cx="6192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Рукописный ввод 8">
                  <a:extLst>
                    <a:ext uri="{FF2B5EF4-FFF2-40B4-BE49-F238E27FC236}">
                      <a16:creationId xmlns:a16="http://schemas.microsoft.com/office/drawing/2014/main" id="{A2562555-F029-1834-CBEA-C78F881CFAA0}"/>
                    </a:ext>
                  </a:extLst>
                </p14:cNvPr>
                <p14:cNvContentPartPr/>
                <p14:nvPr/>
              </p14:nvContentPartPr>
              <p14:xfrm>
                <a:off x="7998226" y="3798983"/>
                <a:ext cx="75960" cy="70920"/>
              </p14:xfrm>
            </p:contentPart>
          </mc:Choice>
          <mc:Fallback xmlns="">
            <p:pic>
              <p:nvPicPr>
                <p:cNvPr id="9" name="Рукописный ввод 8">
                  <a:extLst>
                    <a:ext uri="{FF2B5EF4-FFF2-40B4-BE49-F238E27FC236}">
                      <a16:creationId xmlns:a16="http://schemas.microsoft.com/office/drawing/2014/main" id="{A2562555-F029-1834-CBEA-C78F881CFAA0}"/>
                    </a:ext>
                  </a:extLst>
                </p:cNvPr>
                <p:cNvPicPr/>
                <p:nvPr/>
              </p:nvPicPr>
              <p:blipFill>
                <a:blip r:embed="rId10"/>
                <a:stretch>
                  <a:fillRect/>
                </a:stretch>
              </p:blipFill>
              <p:spPr>
                <a:xfrm>
                  <a:off x="7992106" y="3792863"/>
                  <a:ext cx="8820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Рукописный ввод 9">
                  <a:extLst>
                    <a:ext uri="{FF2B5EF4-FFF2-40B4-BE49-F238E27FC236}">
                      <a16:creationId xmlns:a16="http://schemas.microsoft.com/office/drawing/2014/main" id="{676412DC-8315-445C-E8D6-42172408760A}"/>
                    </a:ext>
                  </a:extLst>
                </p14:cNvPr>
                <p14:cNvContentPartPr/>
                <p14:nvPr/>
              </p14:nvContentPartPr>
              <p14:xfrm>
                <a:off x="7935226" y="4137383"/>
                <a:ext cx="104400" cy="7560"/>
              </p14:xfrm>
            </p:contentPart>
          </mc:Choice>
          <mc:Fallback xmlns="">
            <p:pic>
              <p:nvPicPr>
                <p:cNvPr id="10" name="Рукописный ввод 9">
                  <a:extLst>
                    <a:ext uri="{FF2B5EF4-FFF2-40B4-BE49-F238E27FC236}">
                      <a16:creationId xmlns:a16="http://schemas.microsoft.com/office/drawing/2014/main" id="{676412DC-8315-445C-E8D6-42172408760A}"/>
                    </a:ext>
                  </a:extLst>
                </p:cNvPr>
                <p:cNvPicPr/>
                <p:nvPr/>
              </p:nvPicPr>
              <p:blipFill>
                <a:blip r:embed="rId12"/>
                <a:stretch>
                  <a:fillRect/>
                </a:stretch>
              </p:blipFill>
              <p:spPr>
                <a:xfrm>
                  <a:off x="7929106" y="4131263"/>
                  <a:ext cx="1166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Рукописный ввод 10">
                  <a:extLst>
                    <a:ext uri="{FF2B5EF4-FFF2-40B4-BE49-F238E27FC236}">
                      <a16:creationId xmlns:a16="http://schemas.microsoft.com/office/drawing/2014/main" id="{C0A635A0-652C-06AE-BE10-2F7241476597}"/>
                    </a:ext>
                  </a:extLst>
                </p14:cNvPr>
                <p14:cNvContentPartPr/>
                <p14:nvPr/>
              </p14:nvContentPartPr>
              <p14:xfrm>
                <a:off x="8107666" y="4011383"/>
                <a:ext cx="99720" cy="246960"/>
              </p14:xfrm>
            </p:contentPart>
          </mc:Choice>
          <mc:Fallback xmlns="">
            <p:pic>
              <p:nvPicPr>
                <p:cNvPr id="11" name="Рукописный ввод 10">
                  <a:extLst>
                    <a:ext uri="{FF2B5EF4-FFF2-40B4-BE49-F238E27FC236}">
                      <a16:creationId xmlns:a16="http://schemas.microsoft.com/office/drawing/2014/main" id="{C0A635A0-652C-06AE-BE10-2F7241476597}"/>
                    </a:ext>
                  </a:extLst>
                </p:cNvPr>
                <p:cNvPicPr/>
                <p:nvPr/>
              </p:nvPicPr>
              <p:blipFill>
                <a:blip r:embed="rId14"/>
                <a:stretch>
                  <a:fillRect/>
                </a:stretch>
              </p:blipFill>
              <p:spPr>
                <a:xfrm>
                  <a:off x="8101546" y="4005263"/>
                  <a:ext cx="11196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Рукописный ввод 11">
                  <a:extLst>
                    <a:ext uri="{FF2B5EF4-FFF2-40B4-BE49-F238E27FC236}">
                      <a16:creationId xmlns:a16="http://schemas.microsoft.com/office/drawing/2014/main" id="{545725E2-C975-A71C-AFC1-332E57327001}"/>
                    </a:ext>
                  </a:extLst>
                </p14:cNvPr>
                <p14:cNvContentPartPr/>
                <p14:nvPr/>
              </p14:nvContentPartPr>
              <p14:xfrm>
                <a:off x="8111626" y="4122983"/>
                <a:ext cx="152280" cy="25920"/>
              </p14:xfrm>
            </p:contentPart>
          </mc:Choice>
          <mc:Fallback xmlns="">
            <p:pic>
              <p:nvPicPr>
                <p:cNvPr id="12" name="Рукописный ввод 11">
                  <a:extLst>
                    <a:ext uri="{FF2B5EF4-FFF2-40B4-BE49-F238E27FC236}">
                      <a16:creationId xmlns:a16="http://schemas.microsoft.com/office/drawing/2014/main" id="{545725E2-C975-A71C-AFC1-332E57327001}"/>
                    </a:ext>
                  </a:extLst>
                </p:cNvPr>
                <p:cNvPicPr/>
                <p:nvPr/>
              </p:nvPicPr>
              <p:blipFill>
                <a:blip r:embed="rId16"/>
                <a:stretch>
                  <a:fillRect/>
                </a:stretch>
              </p:blipFill>
              <p:spPr>
                <a:xfrm>
                  <a:off x="8105506" y="4116863"/>
                  <a:ext cx="1645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Рукописный ввод 12">
                  <a:extLst>
                    <a:ext uri="{FF2B5EF4-FFF2-40B4-BE49-F238E27FC236}">
                      <a16:creationId xmlns:a16="http://schemas.microsoft.com/office/drawing/2014/main" id="{2680FE8D-5C8D-5707-B9B8-67D159A2830A}"/>
                    </a:ext>
                  </a:extLst>
                </p14:cNvPr>
                <p14:cNvContentPartPr/>
                <p14:nvPr/>
              </p14:nvContentPartPr>
              <p14:xfrm>
                <a:off x="8314306" y="3969623"/>
                <a:ext cx="150840" cy="42840"/>
              </p14:xfrm>
            </p:contentPart>
          </mc:Choice>
          <mc:Fallback xmlns="">
            <p:pic>
              <p:nvPicPr>
                <p:cNvPr id="13" name="Рукописный ввод 12">
                  <a:extLst>
                    <a:ext uri="{FF2B5EF4-FFF2-40B4-BE49-F238E27FC236}">
                      <a16:creationId xmlns:a16="http://schemas.microsoft.com/office/drawing/2014/main" id="{2680FE8D-5C8D-5707-B9B8-67D159A2830A}"/>
                    </a:ext>
                  </a:extLst>
                </p:cNvPr>
                <p:cNvPicPr/>
                <p:nvPr/>
              </p:nvPicPr>
              <p:blipFill>
                <a:blip r:embed="rId18"/>
                <a:stretch>
                  <a:fillRect/>
                </a:stretch>
              </p:blipFill>
              <p:spPr>
                <a:xfrm>
                  <a:off x="8308186" y="3963503"/>
                  <a:ext cx="1630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Рукописный ввод 13">
                  <a:extLst>
                    <a:ext uri="{FF2B5EF4-FFF2-40B4-BE49-F238E27FC236}">
                      <a16:creationId xmlns:a16="http://schemas.microsoft.com/office/drawing/2014/main" id="{5F7D5AF9-4C42-D496-167E-4896EC51234D}"/>
                    </a:ext>
                  </a:extLst>
                </p14:cNvPr>
                <p14:cNvContentPartPr/>
                <p14:nvPr/>
              </p14:nvContentPartPr>
              <p14:xfrm>
                <a:off x="8330146" y="3981863"/>
                <a:ext cx="220680" cy="121680"/>
              </p14:xfrm>
            </p:contentPart>
          </mc:Choice>
          <mc:Fallback xmlns="">
            <p:pic>
              <p:nvPicPr>
                <p:cNvPr id="14" name="Рукописный ввод 13">
                  <a:extLst>
                    <a:ext uri="{FF2B5EF4-FFF2-40B4-BE49-F238E27FC236}">
                      <a16:creationId xmlns:a16="http://schemas.microsoft.com/office/drawing/2014/main" id="{5F7D5AF9-4C42-D496-167E-4896EC51234D}"/>
                    </a:ext>
                  </a:extLst>
                </p:cNvPr>
                <p:cNvPicPr/>
                <p:nvPr/>
              </p:nvPicPr>
              <p:blipFill>
                <a:blip r:embed="rId20"/>
                <a:stretch>
                  <a:fillRect/>
                </a:stretch>
              </p:blipFill>
              <p:spPr>
                <a:xfrm>
                  <a:off x="8324026" y="3975743"/>
                  <a:ext cx="23292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Рукописный ввод 14">
                  <a:extLst>
                    <a:ext uri="{FF2B5EF4-FFF2-40B4-BE49-F238E27FC236}">
                      <a16:creationId xmlns:a16="http://schemas.microsoft.com/office/drawing/2014/main" id="{91010D82-E4E0-0234-E04C-3F3B5CA22236}"/>
                    </a:ext>
                  </a:extLst>
                </p14:cNvPr>
                <p14:cNvContentPartPr/>
                <p14:nvPr/>
              </p14:nvContentPartPr>
              <p14:xfrm>
                <a:off x="8623906" y="3813023"/>
                <a:ext cx="96480" cy="317520"/>
              </p14:xfrm>
            </p:contentPart>
          </mc:Choice>
          <mc:Fallback xmlns="">
            <p:pic>
              <p:nvPicPr>
                <p:cNvPr id="15" name="Рукописный ввод 14">
                  <a:extLst>
                    <a:ext uri="{FF2B5EF4-FFF2-40B4-BE49-F238E27FC236}">
                      <a16:creationId xmlns:a16="http://schemas.microsoft.com/office/drawing/2014/main" id="{91010D82-E4E0-0234-E04C-3F3B5CA22236}"/>
                    </a:ext>
                  </a:extLst>
                </p:cNvPr>
                <p:cNvPicPr/>
                <p:nvPr/>
              </p:nvPicPr>
              <p:blipFill>
                <a:blip r:embed="rId22"/>
                <a:stretch>
                  <a:fillRect/>
                </a:stretch>
              </p:blipFill>
              <p:spPr>
                <a:xfrm>
                  <a:off x="8617786" y="3806903"/>
                  <a:ext cx="10872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Рукописный ввод 15">
                  <a:extLst>
                    <a:ext uri="{FF2B5EF4-FFF2-40B4-BE49-F238E27FC236}">
                      <a16:creationId xmlns:a16="http://schemas.microsoft.com/office/drawing/2014/main" id="{F3C56D23-2A4C-43B0-8B0B-E7C680621D5A}"/>
                    </a:ext>
                  </a:extLst>
                </p14:cNvPr>
                <p14:cNvContentPartPr/>
                <p14:nvPr/>
              </p14:nvContentPartPr>
              <p14:xfrm>
                <a:off x="8772226" y="3771263"/>
                <a:ext cx="103320" cy="404280"/>
              </p14:xfrm>
            </p:contentPart>
          </mc:Choice>
          <mc:Fallback xmlns="">
            <p:pic>
              <p:nvPicPr>
                <p:cNvPr id="16" name="Рукописный ввод 15">
                  <a:extLst>
                    <a:ext uri="{FF2B5EF4-FFF2-40B4-BE49-F238E27FC236}">
                      <a16:creationId xmlns:a16="http://schemas.microsoft.com/office/drawing/2014/main" id="{F3C56D23-2A4C-43B0-8B0B-E7C680621D5A}"/>
                    </a:ext>
                  </a:extLst>
                </p:cNvPr>
                <p:cNvPicPr/>
                <p:nvPr/>
              </p:nvPicPr>
              <p:blipFill>
                <a:blip r:embed="rId24"/>
                <a:stretch>
                  <a:fillRect/>
                </a:stretch>
              </p:blipFill>
              <p:spPr>
                <a:xfrm>
                  <a:off x="8766106" y="3765143"/>
                  <a:ext cx="11556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Рукописный ввод 16">
                  <a:extLst>
                    <a:ext uri="{FF2B5EF4-FFF2-40B4-BE49-F238E27FC236}">
                      <a16:creationId xmlns:a16="http://schemas.microsoft.com/office/drawing/2014/main" id="{087084CB-DB79-EA73-280A-908D711CBEAE}"/>
                    </a:ext>
                  </a:extLst>
                </p14:cNvPr>
                <p14:cNvContentPartPr/>
                <p14:nvPr/>
              </p14:nvContentPartPr>
              <p14:xfrm>
                <a:off x="8969146" y="3914903"/>
                <a:ext cx="172440" cy="14400"/>
              </p14:xfrm>
            </p:contentPart>
          </mc:Choice>
          <mc:Fallback xmlns="">
            <p:pic>
              <p:nvPicPr>
                <p:cNvPr id="17" name="Рукописный ввод 16">
                  <a:extLst>
                    <a:ext uri="{FF2B5EF4-FFF2-40B4-BE49-F238E27FC236}">
                      <a16:creationId xmlns:a16="http://schemas.microsoft.com/office/drawing/2014/main" id="{087084CB-DB79-EA73-280A-908D711CBEAE}"/>
                    </a:ext>
                  </a:extLst>
                </p:cNvPr>
                <p:cNvPicPr/>
                <p:nvPr/>
              </p:nvPicPr>
              <p:blipFill>
                <a:blip r:embed="rId26"/>
                <a:stretch>
                  <a:fillRect/>
                </a:stretch>
              </p:blipFill>
              <p:spPr>
                <a:xfrm>
                  <a:off x="8963026" y="3908783"/>
                  <a:ext cx="1846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Рукописный ввод 17">
                  <a:extLst>
                    <a:ext uri="{FF2B5EF4-FFF2-40B4-BE49-F238E27FC236}">
                      <a16:creationId xmlns:a16="http://schemas.microsoft.com/office/drawing/2014/main" id="{3CEFDD3D-C5D7-A98D-3D65-60F24A538B44}"/>
                    </a:ext>
                  </a:extLst>
                </p14:cNvPr>
                <p14:cNvContentPartPr/>
                <p14:nvPr/>
              </p14:nvContentPartPr>
              <p14:xfrm>
                <a:off x="8975626" y="3949103"/>
                <a:ext cx="213840" cy="45360"/>
              </p14:xfrm>
            </p:contentPart>
          </mc:Choice>
          <mc:Fallback xmlns="">
            <p:pic>
              <p:nvPicPr>
                <p:cNvPr id="18" name="Рукописный ввод 17">
                  <a:extLst>
                    <a:ext uri="{FF2B5EF4-FFF2-40B4-BE49-F238E27FC236}">
                      <a16:creationId xmlns:a16="http://schemas.microsoft.com/office/drawing/2014/main" id="{3CEFDD3D-C5D7-A98D-3D65-60F24A538B44}"/>
                    </a:ext>
                  </a:extLst>
                </p:cNvPr>
                <p:cNvPicPr/>
                <p:nvPr/>
              </p:nvPicPr>
              <p:blipFill>
                <a:blip r:embed="rId28"/>
                <a:stretch>
                  <a:fillRect/>
                </a:stretch>
              </p:blipFill>
              <p:spPr>
                <a:xfrm>
                  <a:off x="8969506" y="3942983"/>
                  <a:ext cx="22608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Рукописный ввод 18">
                  <a:extLst>
                    <a:ext uri="{FF2B5EF4-FFF2-40B4-BE49-F238E27FC236}">
                      <a16:creationId xmlns:a16="http://schemas.microsoft.com/office/drawing/2014/main" id="{26A171CC-DEEE-5B19-3B2F-8F68C8659A36}"/>
                    </a:ext>
                  </a:extLst>
                </p14:cNvPr>
                <p14:cNvContentPartPr/>
                <p14:nvPr/>
              </p14:nvContentPartPr>
              <p14:xfrm>
                <a:off x="9281986" y="3772703"/>
                <a:ext cx="173520" cy="277200"/>
              </p14:xfrm>
            </p:contentPart>
          </mc:Choice>
          <mc:Fallback xmlns="">
            <p:pic>
              <p:nvPicPr>
                <p:cNvPr id="19" name="Рукописный ввод 18">
                  <a:extLst>
                    <a:ext uri="{FF2B5EF4-FFF2-40B4-BE49-F238E27FC236}">
                      <a16:creationId xmlns:a16="http://schemas.microsoft.com/office/drawing/2014/main" id="{26A171CC-DEEE-5B19-3B2F-8F68C8659A36}"/>
                    </a:ext>
                  </a:extLst>
                </p:cNvPr>
                <p:cNvPicPr/>
                <p:nvPr/>
              </p:nvPicPr>
              <p:blipFill>
                <a:blip r:embed="rId30"/>
                <a:stretch>
                  <a:fillRect/>
                </a:stretch>
              </p:blipFill>
              <p:spPr>
                <a:xfrm>
                  <a:off x="9275866" y="3766583"/>
                  <a:ext cx="18576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Рукописный ввод 20">
                  <a:extLst>
                    <a:ext uri="{FF2B5EF4-FFF2-40B4-BE49-F238E27FC236}">
                      <a16:creationId xmlns:a16="http://schemas.microsoft.com/office/drawing/2014/main" id="{B3241983-7637-0673-4C90-A28AEB305319}"/>
                    </a:ext>
                  </a:extLst>
                </p14:cNvPr>
                <p14:cNvContentPartPr/>
                <p14:nvPr/>
              </p14:nvContentPartPr>
              <p14:xfrm>
                <a:off x="7768546" y="4380383"/>
                <a:ext cx="118800" cy="426600"/>
              </p14:xfrm>
            </p:contentPart>
          </mc:Choice>
          <mc:Fallback xmlns="">
            <p:pic>
              <p:nvPicPr>
                <p:cNvPr id="21" name="Рукописный ввод 20">
                  <a:extLst>
                    <a:ext uri="{FF2B5EF4-FFF2-40B4-BE49-F238E27FC236}">
                      <a16:creationId xmlns:a16="http://schemas.microsoft.com/office/drawing/2014/main" id="{B3241983-7637-0673-4C90-A28AEB305319}"/>
                    </a:ext>
                  </a:extLst>
                </p:cNvPr>
                <p:cNvPicPr/>
                <p:nvPr/>
              </p:nvPicPr>
              <p:blipFill>
                <a:blip r:embed="rId32"/>
                <a:stretch>
                  <a:fillRect/>
                </a:stretch>
              </p:blipFill>
              <p:spPr>
                <a:xfrm>
                  <a:off x="7762426" y="4374263"/>
                  <a:ext cx="131040" cy="438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Рукописный ввод 21">
                  <a:extLst>
                    <a:ext uri="{FF2B5EF4-FFF2-40B4-BE49-F238E27FC236}">
                      <a16:creationId xmlns:a16="http://schemas.microsoft.com/office/drawing/2014/main" id="{2E031E5A-2A72-592C-3050-6EC2E136A861}"/>
                    </a:ext>
                  </a:extLst>
                </p14:cNvPr>
                <p14:cNvContentPartPr/>
                <p14:nvPr/>
              </p14:nvContentPartPr>
              <p14:xfrm>
                <a:off x="7964386" y="4389023"/>
                <a:ext cx="99000" cy="423360"/>
              </p14:xfrm>
            </p:contentPart>
          </mc:Choice>
          <mc:Fallback xmlns="">
            <p:pic>
              <p:nvPicPr>
                <p:cNvPr id="22" name="Рукописный ввод 21">
                  <a:extLst>
                    <a:ext uri="{FF2B5EF4-FFF2-40B4-BE49-F238E27FC236}">
                      <a16:creationId xmlns:a16="http://schemas.microsoft.com/office/drawing/2014/main" id="{2E031E5A-2A72-592C-3050-6EC2E136A861}"/>
                    </a:ext>
                  </a:extLst>
                </p:cNvPr>
                <p:cNvPicPr/>
                <p:nvPr/>
              </p:nvPicPr>
              <p:blipFill>
                <a:blip r:embed="rId34"/>
                <a:stretch>
                  <a:fillRect/>
                </a:stretch>
              </p:blipFill>
              <p:spPr>
                <a:xfrm>
                  <a:off x="7958266" y="4382903"/>
                  <a:ext cx="11124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Рукописный ввод 22">
                  <a:extLst>
                    <a:ext uri="{FF2B5EF4-FFF2-40B4-BE49-F238E27FC236}">
                      <a16:creationId xmlns:a16="http://schemas.microsoft.com/office/drawing/2014/main" id="{8F76E863-3AEB-33EF-3022-4F04A06D8C14}"/>
                    </a:ext>
                  </a:extLst>
                </p14:cNvPr>
                <p14:cNvContentPartPr/>
                <p14:nvPr/>
              </p14:nvContentPartPr>
              <p14:xfrm>
                <a:off x="8179666" y="4428623"/>
                <a:ext cx="41400" cy="270720"/>
              </p14:xfrm>
            </p:contentPart>
          </mc:Choice>
          <mc:Fallback xmlns="">
            <p:pic>
              <p:nvPicPr>
                <p:cNvPr id="23" name="Рукописный ввод 22">
                  <a:extLst>
                    <a:ext uri="{FF2B5EF4-FFF2-40B4-BE49-F238E27FC236}">
                      <a16:creationId xmlns:a16="http://schemas.microsoft.com/office/drawing/2014/main" id="{8F76E863-3AEB-33EF-3022-4F04A06D8C14}"/>
                    </a:ext>
                  </a:extLst>
                </p:cNvPr>
                <p:cNvPicPr/>
                <p:nvPr/>
              </p:nvPicPr>
              <p:blipFill>
                <a:blip r:embed="rId36"/>
                <a:stretch>
                  <a:fillRect/>
                </a:stretch>
              </p:blipFill>
              <p:spPr>
                <a:xfrm>
                  <a:off x="8173546" y="4422503"/>
                  <a:ext cx="5364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Рукописный ввод 23">
                  <a:extLst>
                    <a:ext uri="{FF2B5EF4-FFF2-40B4-BE49-F238E27FC236}">
                      <a16:creationId xmlns:a16="http://schemas.microsoft.com/office/drawing/2014/main" id="{C27F22D7-2E15-C0FD-AB45-FB6E70035B8C}"/>
                    </a:ext>
                  </a:extLst>
                </p14:cNvPr>
                <p14:cNvContentPartPr/>
                <p14:nvPr/>
              </p14:nvContentPartPr>
              <p14:xfrm>
                <a:off x="8154826" y="4424303"/>
                <a:ext cx="114120" cy="96120"/>
              </p14:xfrm>
            </p:contentPart>
          </mc:Choice>
          <mc:Fallback xmlns="">
            <p:pic>
              <p:nvPicPr>
                <p:cNvPr id="24" name="Рукописный ввод 23">
                  <a:extLst>
                    <a:ext uri="{FF2B5EF4-FFF2-40B4-BE49-F238E27FC236}">
                      <a16:creationId xmlns:a16="http://schemas.microsoft.com/office/drawing/2014/main" id="{C27F22D7-2E15-C0FD-AB45-FB6E70035B8C}"/>
                    </a:ext>
                  </a:extLst>
                </p:cNvPr>
                <p:cNvPicPr/>
                <p:nvPr/>
              </p:nvPicPr>
              <p:blipFill>
                <a:blip r:embed="rId38"/>
                <a:stretch>
                  <a:fillRect/>
                </a:stretch>
              </p:blipFill>
              <p:spPr>
                <a:xfrm>
                  <a:off x="8148706" y="4418183"/>
                  <a:ext cx="1263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Рукописный ввод 24">
                  <a:extLst>
                    <a:ext uri="{FF2B5EF4-FFF2-40B4-BE49-F238E27FC236}">
                      <a16:creationId xmlns:a16="http://schemas.microsoft.com/office/drawing/2014/main" id="{DC893B1C-6F67-C8FF-5BB9-A9646035FDAD}"/>
                    </a:ext>
                  </a:extLst>
                </p14:cNvPr>
                <p14:cNvContentPartPr/>
                <p14:nvPr/>
              </p14:nvContentPartPr>
              <p14:xfrm>
                <a:off x="8127106" y="4630943"/>
                <a:ext cx="153720" cy="19800"/>
              </p14:xfrm>
            </p:contentPart>
          </mc:Choice>
          <mc:Fallback xmlns="">
            <p:pic>
              <p:nvPicPr>
                <p:cNvPr id="25" name="Рукописный ввод 24">
                  <a:extLst>
                    <a:ext uri="{FF2B5EF4-FFF2-40B4-BE49-F238E27FC236}">
                      <a16:creationId xmlns:a16="http://schemas.microsoft.com/office/drawing/2014/main" id="{DC893B1C-6F67-C8FF-5BB9-A9646035FDAD}"/>
                    </a:ext>
                  </a:extLst>
                </p:cNvPr>
                <p:cNvPicPr/>
                <p:nvPr/>
              </p:nvPicPr>
              <p:blipFill>
                <a:blip r:embed="rId40"/>
                <a:stretch>
                  <a:fillRect/>
                </a:stretch>
              </p:blipFill>
              <p:spPr>
                <a:xfrm>
                  <a:off x="8120986" y="4624823"/>
                  <a:ext cx="1659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Рукописный ввод 25">
                  <a:extLst>
                    <a:ext uri="{FF2B5EF4-FFF2-40B4-BE49-F238E27FC236}">
                      <a16:creationId xmlns:a16="http://schemas.microsoft.com/office/drawing/2014/main" id="{1CCC5F18-390E-6FAF-192A-ACF1F7F680CD}"/>
                    </a:ext>
                  </a:extLst>
                </p14:cNvPr>
                <p14:cNvContentPartPr/>
                <p14:nvPr/>
              </p14:nvContentPartPr>
              <p14:xfrm>
                <a:off x="8276506" y="4547783"/>
                <a:ext cx="43920" cy="111600"/>
              </p14:xfrm>
            </p:contentPart>
          </mc:Choice>
          <mc:Fallback xmlns="">
            <p:pic>
              <p:nvPicPr>
                <p:cNvPr id="26" name="Рукописный ввод 25">
                  <a:extLst>
                    <a:ext uri="{FF2B5EF4-FFF2-40B4-BE49-F238E27FC236}">
                      <a16:creationId xmlns:a16="http://schemas.microsoft.com/office/drawing/2014/main" id="{1CCC5F18-390E-6FAF-192A-ACF1F7F680CD}"/>
                    </a:ext>
                  </a:extLst>
                </p:cNvPr>
                <p:cNvPicPr/>
                <p:nvPr/>
              </p:nvPicPr>
              <p:blipFill>
                <a:blip r:embed="rId42"/>
                <a:stretch>
                  <a:fillRect/>
                </a:stretch>
              </p:blipFill>
              <p:spPr>
                <a:xfrm>
                  <a:off x="8270386" y="4541663"/>
                  <a:ext cx="561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Рукописный ввод 26">
                  <a:extLst>
                    <a:ext uri="{FF2B5EF4-FFF2-40B4-BE49-F238E27FC236}">
                      <a16:creationId xmlns:a16="http://schemas.microsoft.com/office/drawing/2014/main" id="{C17EA870-FF3F-60B6-1DA3-1F3053753C20}"/>
                    </a:ext>
                  </a:extLst>
                </p14:cNvPr>
                <p14:cNvContentPartPr/>
                <p14:nvPr/>
              </p14:nvContentPartPr>
              <p14:xfrm>
                <a:off x="8316826" y="4531583"/>
                <a:ext cx="68400" cy="146160"/>
              </p14:xfrm>
            </p:contentPart>
          </mc:Choice>
          <mc:Fallback xmlns="">
            <p:pic>
              <p:nvPicPr>
                <p:cNvPr id="27" name="Рукописный ввод 26">
                  <a:extLst>
                    <a:ext uri="{FF2B5EF4-FFF2-40B4-BE49-F238E27FC236}">
                      <a16:creationId xmlns:a16="http://schemas.microsoft.com/office/drawing/2014/main" id="{C17EA870-FF3F-60B6-1DA3-1F3053753C20}"/>
                    </a:ext>
                  </a:extLst>
                </p:cNvPr>
                <p:cNvPicPr/>
                <p:nvPr/>
              </p:nvPicPr>
              <p:blipFill>
                <a:blip r:embed="rId44"/>
                <a:stretch>
                  <a:fillRect/>
                </a:stretch>
              </p:blipFill>
              <p:spPr>
                <a:xfrm>
                  <a:off x="8310706" y="4525463"/>
                  <a:ext cx="806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Рукописный ввод 27">
                  <a:extLst>
                    <a:ext uri="{FF2B5EF4-FFF2-40B4-BE49-F238E27FC236}">
                      <a16:creationId xmlns:a16="http://schemas.microsoft.com/office/drawing/2014/main" id="{EC6B1F6D-265A-B274-5C20-3292CF5F1F76}"/>
                    </a:ext>
                  </a:extLst>
                </p14:cNvPr>
                <p14:cNvContentPartPr/>
                <p14:nvPr/>
              </p14:nvContentPartPr>
              <p14:xfrm>
                <a:off x="8308906" y="4615823"/>
                <a:ext cx="103320" cy="8280"/>
              </p14:xfrm>
            </p:contentPart>
          </mc:Choice>
          <mc:Fallback xmlns="">
            <p:pic>
              <p:nvPicPr>
                <p:cNvPr id="28" name="Рукописный ввод 27">
                  <a:extLst>
                    <a:ext uri="{FF2B5EF4-FFF2-40B4-BE49-F238E27FC236}">
                      <a16:creationId xmlns:a16="http://schemas.microsoft.com/office/drawing/2014/main" id="{EC6B1F6D-265A-B274-5C20-3292CF5F1F76}"/>
                    </a:ext>
                  </a:extLst>
                </p:cNvPr>
                <p:cNvPicPr/>
                <p:nvPr/>
              </p:nvPicPr>
              <p:blipFill>
                <a:blip r:embed="rId46"/>
                <a:stretch>
                  <a:fillRect/>
                </a:stretch>
              </p:blipFill>
              <p:spPr>
                <a:xfrm>
                  <a:off x="8302786" y="4609703"/>
                  <a:ext cx="1155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Рукописный ввод 28">
                  <a:extLst>
                    <a:ext uri="{FF2B5EF4-FFF2-40B4-BE49-F238E27FC236}">
                      <a16:creationId xmlns:a16="http://schemas.microsoft.com/office/drawing/2014/main" id="{52125FB2-BD2D-0B9C-BF3C-C81AA6D1C047}"/>
                    </a:ext>
                  </a:extLst>
                </p14:cNvPr>
                <p14:cNvContentPartPr/>
                <p14:nvPr/>
              </p14:nvContentPartPr>
              <p14:xfrm>
                <a:off x="8495746" y="4508183"/>
                <a:ext cx="84600" cy="37440"/>
              </p14:xfrm>
            </p:contentPart>
          </mc:Choice>
          <mc:Fallback xmlns="">
            <p:pic>
              <p:nvPicPr>
                <p:cNvPr id="29" name="Рукописный ввод 28">
                  <a:extLst>
                    <a:ext uri="{FF2B5EF4-FFF2-40B4-BE49-F238E27FC236}">
                      <a16:creationId xmlns:a16="http://schemas.microsoft.com/office/drawing/2014/main" id="{52125FB2-BD2D-0B9C-BF3C-C81AA6D1C047}"/>
                    </a:ext>
                  </a:extLst>
                </p:cNvPr>
                <p:cNvPicPr/>
                <p:nvPr/>
              </p:nvPicPr>
              <p:blipFill>
                <a:blip r:embed="rId48"/>
                <a:stretch>
                  <a:fillRect/>
                </a:stretch>
              </p:blipFill>
              <p:spPr>
                <a:xfrm>
                  <a:off x="8489626" y="4502063"/>
                  <a:ext cx="968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Рукописный ввод 29">
                  <a:extLst>
                    <a:ext uri="{FF2B5EF4-FFF2-40B4-BE49-F238E27FC236}">
                      <a16:creationId xmlns:a16="http://schemas.microsoft.com/office/drawing/2014/main" id="{652B5385-8A84-4FC8-C296-9762272B37AC}"/>
                    </a:ext>
                  </a:extLst>
                </p14:cNvPr>
                <p14:cNvContentPartPr/>
                <p14:nvPr/>
              </p14:nvContentPartPr>
              <p14:xfrm>
                <a:off x="8529586" y="4538063"/>
                <a:ext cx="122040" cy="71280"/>
              </p14:xfrm>
            </p:contentPart>
          </mc:Choice>
          <mc:Fallback xmlns="">
            <p:pic>
              <p:nvPicPr>
                <p:cNvPr id="30" name="Рукописный ввод 29">
                  <a:extLst>
                    <a:ext uri="{FF2B5EF4-FFF2-40B4-BE49-F238E27FC236}">
                      <a16:creationId xmlns:a16="http://schemas.microsoft.com/office/drawing/2014/main" id="{652B5385-8A84-4FC8-C296-9762272B37AC}"/>
                    </a:ext>
                  </a:extLst>
                </p:cNvPr>
                <p:cNvPicPr/>
                <p:nvPr/>
              </p:nvPicPr>
              <p:blipFill>
                <a:blip r:embed="rId50"/>
                <a:stretch>
                  <a:fillRect/>
                </a:stretch>
              </p:blipFill>
              <p:spPr>
                <a:xfrm>
                  <a:off x="8523466" y="4531943"/>
                  <a:ext cx="13428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Рукописный ввод 30">
                  <a:extLst>
                    <a:ext uri="{FF2B5EF4-FFF2-40B4-BE49-F238E27FC236}">
                      <a16:creationId xmlns:a16="http://schemas.microsoft.com/office/drawing/2014/main" id="{0F45886A-E6FB-15FB-2E7A-C4BAFBE2B45E}"/>
                    </a:ext>
                  </a:extLst>
                </p14:cNvPr>
                <p14:cNvContentPartPr/>
                <p14:nvPr/>
              </p14:nvContentPartPr>
              <p14:xfrm>
                <a:off x="8742706" y="4399823"/>
                <a:ext cx="190080" cy="155880"/>
              </p14:xfrm>
            </p:contentPart>
          </mc:Choice>
          <mc:Fallback xmlns="">
            <p:pic>
              <p:nvPicPr>
                <p:cNvPr id="31" name="Рукописный ввод 30">
                  <a:extLst>
                    <a:ext uri="{FF2B5EF4-FFF2-40B4-BE49-F238E27FC236}">
                      <a16:creationId xmlns:a16="http://schemas.microsoft.com/office/drawing/2014/main" id="{0F45886A-E6FB-15FB-2E7A-C4BAFBE2B45E}"/>
                    </a:ext>
                  </a:extLst>
                </p:cNvPr>
                <p:cNvPicPr/>
                <p:nvPr/>
              </p:nvPicPr>
              <p:blipFill>
                <a:blip r:embed="rId52"/>
                <a:stretch>
                  <a:fillRect/>
                </a:stretch>
              </p:blipFill>
              <p:spPr>
                <a:xfrm>
                  <a:off x="8736586" y="4393703"/>
                  <a:ext cx="2023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Рукописный ввод 31">
                  <a:extLst>
                    <a:ext uri="{FF2B5EF4-FFF2-40B4-BE49-F238E27FC236}">
                      <a16:creationId xmlns:a16="http://schemas.microsoft.com/office/drawing/2014/main" id="{F133013A-F209-39BD-D108-7617F069ECBA}"/>
                    </a:ext>
                  </a:extLst>
                </p14:cNvPr>
                <p14:cNvContentPartPr/>
                <p14:nvPr/>
              </p14:nvContentPartPr>
              <p14:xfrm>
                <a:off x="8959066" y="4227023"/>
                <a:ext cx="144360" cy="376560"/>
              </p14:xfrm>
            </p:contentPart>
          </mc:Choice>
          <mc:Fallback xmlns="">
            <p:pic>
              <p:nvPicPr>
                <p:cNvPr id="32" name="Рукописный ввод 31">
                  <a:extLst>
                    <a:ext uri="{FF2B5EF4-FFF2-40B4-BE49-F238E27FC236}">
                      <a16:creationId xmlns:a16="http://schemas.microsoft.com/office/drawing/2014/main" id="{F133013A-F209-39BD-D108-7617F069ECBA}"/>
                    </a:ext>
                  </a:extLst>
                </p:cNvPr>
                <p:cNvPicPr/>
                <p:nvPr/>
              </p:nvPicPr>
              <p:blipFill>
                <a:blip r:embed="rId54"/>
                <a:stretch>
                  <a:fillRect/>
                </a:stretch>
              </p:blipFill>
              <p:spPr>
                <a:xfrm>
                  <a:off x="8952946" y="4220903"/>
                  <a:ext cx="15660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Рукописный ввод 32">
                  <a:extLst>
                    <a:ext uri="{FF2B5EF4-FFF2-40B4-BE49-F238E27FC236}">
                      <a16:creationId xmlns:a16="http://schemas.microsoft.com/office/drawing/2014/main" id="{6C0370D4-6E0D-F93F-256C-8408626C6F1A}"/>
                    </a:ext>
                  </a:extLst>
                </p14:cNvPr>
                <p14:cNvContentPartPr/>
                <p14:nvPr/>
              </p14:nvContentPartPr>
              <p14:xfrm>
                <a:off x="9221866" y="4359503"/>
                <a:ext cx="114840" cy="27720"/>
              </p14:xfrm>
            </p:contentPart>
          </mc:Choice>
          <mc:Fallback xmlns="">
            <p:pic>
              <p:nvPicPr>
                <p:cNvPr id="33" name="Рукописный ввод 32">
                  <a:extLst>
                    <a:ext uri="{FF2B5EF4-FFF2-40B4-BE49-F238E27FC236}">
                      <a16:creationId xmlns:a16="http://schemas.microsoft.com/office/drawing/2014/main" id="{6C0370D4-6E0D-F93F-256C-8408626C6F1A}"/>
                    </a:ext>
                  </a:extLst>
                </p:cNvPr>
                <p:cNvPicPr/>
                <p:nvPr/>
              </p:nvPicPr>
              <p:blipFill>
                <a:blip r:embed="rId56"/>
                <a:stretch>
                  <a:fillRect/>
                </a:stretch>
              </p:blipFill>
              <p:spPr>
                <a:xfrm>
                  <a:off x="9215746" y="4353383"/>
                  <a:ext cx="1270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 name="Рукописный ввод 33">
                  <a:extLst>
                    <a:ext uri="{FF2B5EF4-FFF2-40B4-BE49-F238E27FC236}">
                      <a16:creationId xmlns:a16="http://schemas.microsoft.com/office/drawing/2014/main" id="{4A9ECE70-D878-44A1-87F1-8DC24CA533C4}"/>
                    </a:ext>
                  </a:extLst>
                </p14:cNvPr>
                <p14:cNvContentPartPr/>
                <p14:nvPr/>
              </p14:nvContentPartPr>
              <p14:xfrm>
                <a:off x="9238426" y="4400183"/>
                <a:ext cx="169200" cy="66240"/>
              </p14:xfrm>
            </p:contentPart>
          </mc:Choice>
          <mc:Fallback xmlns="">
            <p:pic>
              <p:nvPicPr>
                <p:cNvPr id="34" name="Рукописный ввод 33">
                  <a:extLst>
                    <a:ext uri="{FF2B5EF4-FFF2-40B4-BE49-F238E27FC236}">
                      <a16:creationId xmlns:a16="http://schemas.microsoft.com/office/drawing/2014/main" id="{4A9ECE70-D878-44A1-87F1-8DC24CA533C4}"/>
                    </a:ext>
                  </a:extLst>
                </p:cNvPr>
                <p:cNvPicPr/>
                <p:nvPr/>
              </p:nvPicPr>
              <p:blipFill>
                <a:blip r:embed="rId58"/>
                <a:stretch>
                  <a:fillRect/>
                </a:stretch>
              </p:blipFill>
              <p:spPr>
                <a:xfrm>
                  <a:off x="9232306" y="4394063"/>
                  <a:ext cx="18144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5" name="Рукописный ввод 34">
                  <a:extLst>
                    <a:ext uri="{FF2B5EF4-FFF2-40B4-BE49-F238E27FC236}">
                      <a16:creationId xmlns:a16="http://schemas.microsoft.com/office/drawing/2014/main" id="{BE9EC377-709E-1AA6-C80E-5E03C791696F}"/>
                    </a:ext>
                  </a:extLst>
                </p14:cNvPr>
                <p14:cNvContentPartPr/>
                <p14:nvPr/>
              </p14:nvContentPartPr>
              <p14:xfrm>
                <a:off x="9549466" y="4225943"/>
                <a:ext cx="114840" cy="405360"/>
              </p14:xfrm>
            </p:contentPart>
          </mc:Choice>
          <mc:Fallback xmlns="">
            <p:pic>
              <p:nvPicPr>
                <p:cNvPr id="35" name="Рукописный ввод 34">
                  <a:extLst>
                    <a:ext uri="{FF2B5EF4-FFF2-40B4-BE49-F238E27FC236}">
                      <a16:creationId xmlns:a16="http://schemas.microsoft.com/office/drawing/2014/main" id="{BE9EC377-709E-1AA6-C80E-5E03C791696F}"/>
                    </a:ext>
                  </a:extLst>
                </p:cNvPr>
                <p:cNvPicPr/>
                <p:nvPr/>
              </p:nvPicPr>
              <p:blipFill>
                <a:blip r:embed="rId60"/>
                <a:stretch>
                  <a:fillRect/>
                </a:stretch>
              </p:blipFill>
              <p:spPr>
                <a:xfrm>
                  <a:off x="9543346" y="4219823"/>
                  <a:ext cx="127080" cy="417600"/>
                </a:xfrm>
                <a:prstGeom prst="rect">
                  <a:avLst/>
                </a:prstGeom>
              </p:spPr>
            </p:pic>
          </mc:Fallback>
        </mc:AlternateContent>
      </p:grpSp>
      <p:grpSp>
        <p:nvGrpSpPr>
          <p:cNvPr id="42" name="Группа 41">
            <a:extLst>
              <a:ext uri="{FF2B5EF4-FFF2-40B4-BE49-F238E27FC236}">
                <a16:creationId xmlns:a16="http://schemas.microsoft.com/office/drawing/2014/main" id="{A464997F-236B-B81D-CB86-13BC04046765}"/>
              </a:ext>
            </a:extLst>
          </p:cNvPr>
          <p:cNvGrpSpPr/>
          <p:nvPr/>
        </p:nvGrpSpPr>
        <p:grpSpPr>
          <a:xfrm>
            <a:off x="9846466" y="4283183"/>
            <a:ext cx="200880" cy="112680"/>
            <a:chOff x="9846466" y="4283183"/>
            <a:chExt cx="200880" cy="112680"/>
          </a:xfrm>
        </p:grpSpPr>
        <mc:AlternateContent xmlns:mc="http://schemas.openxmlformats.org/markup-compatibility/2006" xmlns:p14="http://schemas.microsoft.com/office/powerpoint/2010/main">
          <mc:Choice Requires="p14">
            <p:contentPart p14:bwMode="auto" r:id="rId61">
              <p14:nvContentPartPr>
                <p14:cNvPr id="36" name="Рукописный ввод 35">
                  <a:extLst>
                    <a:ext uri="{FF2B5EF4-FFF2-40B4-BE49-F238E27FC236}">
                      <a16:creationId xmlns:a16="http://schemas.microsoft.com/office/drawing/2014/main" id="{4951AEE0-A06D-42B6-6D51-1952668C08B8}"/>
                    </a:ext>
                  </a:extLst>
                </p14:cNvPr>
                <p14:cNvContentPartPr/>
                <p14:nvPr/>
              </p14:nvContentPartPr>
              <p14:xfrm>
                <a:off x="9861226" y="4283183"/>
                <a:ext cx="127080" cy="19080"/>
              </p14:xfrm>
            </p:contentPart>
          </mc:Choice>
          <mc:Fallback xmlns="">
            <p:pic>
              <p:nvPicPr>
                <p:cNvPr id="36" name="Рукописный ввод 35">
                  <a:extLst>
                    <a:ext uri="{FF2B5EF4-FFF2-40B4-BE49-F238E27FC236}">
                      <a16:creationId xmlns:a16="http://schemas.microsoft.com/office/drawing/2014/main" id="{4951AEE0-A06D-42B6-6D51-1952668C08B8}"/>
                    </a:ext>
                  </a:extLst>
                </p:cNvPr>
                <p:cNvPicPr/>
                <p:nvPr/>
              </p:nvPicPr>
              <p:blipFill>
                <a:blip r:embed="rId62"/>
                <a:stretch>
                  <a:fillRect/>
                </a:stretch>
              </p:blipFill>
              <p:spPr>
                <a:xfrm>
                  <a:off x="9855106" y="4277063"/>
                  <a:ext cx="13932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7" name="Рукописный ввод 36">
                  <a:extLst>
                    <a:ext uri="{FF2B5EF4-FFF2-40B4-BE49-F238E27FC236}">
                      <a16:creationId xmlns:a16="http://schemas.microsoft.com/office/drawing/2014/main" id="{2C552798-7EC7-A3D9-3C28-231BA3FF6A1F}"/>
                    </a:ext>
                  </a:extLst>
                </p14:cNvPr>
                <p14:cNvContentPartPr/>
                <p14:nvPr/>
              </p14:nvContentPartPr>
              <p14:xfrm>
                <a:off x="9846466" y="4327823"/>
                <a:ext cx="200880" cy="68040"/>
              </p14:xfrm>
            </p:contentPart>
          </mc:Choice>
          <mc:Fallback xmlns="">
            <p:pic>
              <p:nvPicPr>
                <p:cNvPr id="37" name="Рукописный ввод 36">
                  <a:extLst>
                    <a:ext uri="{FF2B5EF4-FFF2-40B4-BE49-F238E27FC236}">
                      <a16:creationId xmlns:a16="http://schemas.microsoft.com/office/drawing/2014/main" id="{2C552798-7EC7-A3D9-3C28-231BA3FF6A1F}"/>
                    </a:ext>
                  </a:extLst>
                </p:cNvPr>
                <p:cNvPicPr/>
                <p:nvPr/>
              </p:nvPicPr>
              <p:blipFill>
                <a:blip r:embed="rId64"/>
                <a:stretch>
                  <a:fillRect/>
                </a:stretch>
              </p:blipFill>
              <p:spPr>
                <a:xfrm>
                  <a:off x="9840346" y="4321703"/>
                  <a:ext cx="213120" cy="80280"/>
                </a:xfrm>
                <a:prstGeom prst="rect">
                  <a:avLst/>
                </a:prstGeom>
              </p:spPr>
            </p:pic>
          </mc:Fallback>
        </mc:AlternateContent>
      </p:grpSp>
      <p:grpSp>
        <p:nvGrpSpPr>
          <p:cNvPr id="41" name="Группа 40">
            <a:extLst>
              <a:ext uri="{FF2B5EF4-FFF2-40B4-BE49-F238E27FC236}">
                <a16:creationId xmlns:a16="http://schemas.microsoft.com/office/drawing/2014/main" id="{24288EC3-5833-DBF9-7D38-EB179CD2FA46}"/>
              </a:ext>
            </a:extLst>
          </p:cNvPr>
          <p:cNvGrpSpPr/>
          <p:nvPr/>
        </p:nvGrpSpPr>
        <p:grpSpPr>
          <a:xfrm>
            <a:off x="10237426" y="4092383"/>
            <a:ext cx="332280" cy="255960"/>
            <a:chOff x="10237426" y="4092383"/>
            <a:chExt cx="332280" cy="255960"/>
          </a:xfrm>
        </p:grpSpPr>
        <mc:AlternateContent xmlns:mc="http://schemas.openxmlformats.org/markup-compatibility/2006" xmlns:p14="http://schemas.microsoft.com/office/powerpoint/2010/main">
          <mc:Choice Requires="p14">
            <p:contentPart p14:bwMode="auto" r:id="rId65">
              <p14:nvContentPartPr>
                <p14:cNvPr id="38" name="Рукописный ввод 37">
                  <a:extLst>
                    <a:ext uri="{FF2B5EF4-FFF2-40B4-BE49-F238E27FC236}">
                      <a16:creationId xmlns:a16="http://schemas.microsoft.com/office/drawing/2014/main" id="{11BB8914-3B05-7A05-87D1-003C31EA6101}"/>
                    </a:ext>
                  </a:extLst>
                </p14:cNvPr>
                <p14:cNvContentPartPr/>
                <p14:nvPr/>
              </p14:nvContentPartPr>
              <p14:xfrm>
                <a:off x="10237426" y="4092383"/>
                <a:ext cx="100800" cy="255960"/>
              </p14:xfrm>
            </p:contentPart>
          </mc:Choice>
          <mc:Fallback xmlns="">
            <p:pic>
              <p:nvPicPr>
                <p:cNvPr id="38" name="Рукописный ввод 37">
                  <a:extLst>
                    <a:ext uri="{FF2B5EF4-FFF2-40B4-BE49-F238E27FC236}">
                      <a16:creationId xmlns:a16="http://schemas.microsoft.com/office/drawing/2014/main" id="{11BB8914-3B05-7A05-87D1-003C31EA6101}"/>
                    </a:ext>
                  </a:extLst>
                </p:cNvPr>
                <p:cNvPicPr/>
                <p:nvPr/>
              </p:nvPicPr>
              <p:blipFill>
                <a:blip r:embed="rId66"/>
                <a:stretch>
                  <a:fillRect/>
                </a:stretch>
              </p:blipFill>
              <p:spPr>
                <a:xfrm>
                  <a:off x="10231306" y="4086263"/>
                  <a:ext cx="11304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9" name="Рукописный ввод 38">
                  <a:extLst>
                    <a:ext uri="{FF2B5EF4-FFF2-40B4-BE49-F238E27FC236}">
                      <a16:creationId xmlns:a16="http://schemas.microsoft.com/office/drawing/2014/main" id="{5CE1EEAC-E5BA-8797-BD68-3C2ADE908B42}"/>
                    </a:ext>
                  </a:extLst>
                </p14:cNvPr>
                <p14:cNvContentPartPr/>
                <p14:nvPr/>
              </p14:nvContentPartPr>
              <p14:xfrm>
                <a:off x="10449106" y="4217663"/>
                <a:ext cx="120600" cy="24480"/>
              </p14:xfrm>
            </p:contentPart>
          </mc:Choice>
          <mc:Fallback xmlns="">
            <p:pic>
              <p:nvPicPr>
                <p:cNvPr id="39" name="Рукописный ввод 38">
                  <a:extLst>
                    <a:ext uri="{FF2B5EF4-FFF2-40B4-BE49-F238E27FC236}">
                      <a16:creationId xmlns:a16="http://schemas.microsoft.com/office/drawing/2014/main" id="{5CE1EEAC-E5BA-8797-BD68-3C2ADE908B42}"/>
                    </a:ext>
                  </a:extLst>
                </p:cNvPr>
                <p:cNvPicPr/>
                <p:nvPr/>
              </p:nvPicPr>
              <p:blipFill>
                <a:blip r:embed="rId68"/>
                <a:stretch>
                  <a:fillRect/>
                </a:stretch>
              </p:blipFill>
              <p:spPr>
                <a:xfrm>
                  <a:off x="10442986" y="4211543"/>
                  <a:ext cx="132840" cy="36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9">
            <p14:nvContentPartPr>
              <p14:cNvPr id="40" name="Рукописный ввод 39">
                <a:extLst>
                  <a:ext uri="{FF2B5EF4-FFF2-40B4-BE49-F238E27FC236}">
                    <a16:creationId xmlns:a16="http://schemas.microsoft.com/office/drawing/2014/main" id="{3F113920-33C5-1328-67E9-876960FD3F0F}"/>
                  </a:ext>
                </a:extLst>
              </p14:cNvPr>
              <p14:cNvContentPartPr/>
              <p14:nvPr/>
            </p14:nvContentPartPr>
            <p14:xfrm>
              <a:off x="10737106" y="4078703"/>
              <a:ext cx="191520" cy="230400"/>
            </p14:xfrm>
          </p:contentPart>
        </mc:Choice>
        <mc:Fallback xmlns="">
          <p:pic>
            <p:nvPicPr>
              <p:cNvPr id="40" name="Рукописный ввод 39">
                <a:extLst>
                  <a:ext uri="{FF2B5EF4-FFF2-40B4-BE49-F238E27FC236}">
                    <a16:creationId xmlns:a16="http://schemas.microsoft.com/office/drawing/2014/main" id="{3F113920-33C5-1328-67E9-876960FD3F0F}"/>
                  </a:ext>
                </a:extLst>
              </p:cNvPr>
              <p:cNvPicPr/>
              <p:nvPr/>
            </p:nvPicPr>
            <p:blipFill>
              <a:blip r:embed="rId70"/>
              <a:stretch>
                <a:fillRect/>
              </a:stretch>
            </p:blipFill>
            <p:spPr>
              <a:xfrm>
                <a:off x="10730986" y="4072583"/>
                <a:ext cx="203760" cy="242640"/>
              </a:xfrm>
              <a:prstGeom prst="rect">
                <a:avLst/>
              </a:prstGeom>
            </p:spPr>
          </p:pic>
        </mc:Fallback>
      </mc:AlternateContent>
      <p:grpSp>
        <p:nvGrpSpPr>
          <p:cNvPr id="57" name="Группа 56">
            <a:extLst>
              <a:ext uri="{FF2B5EF4-FFF2-40B4-BE49-F238E27FC236}">
                <a16:creationId xmlns:a16="http://schemas.microsoft.com/office/drawing/2014/main" id="{A537C7DE-6B18-FAB7-9BD1-F815C0F5AF9A}"/>
              </a:ext>
            </a:extLst>
          </p:cNvPr>
          <p:cNvGrpSpPr/>
          <p:nvPr/>
        </p:nvGrpSpPr>
        <p:grpSpPr>
          <a:xfrm>
            <a:off x="7921186" y="4947023"/>
            <a:ext cx="1020240" cy="517320"/>
            <a:chOff x="7921186" y="4947023"/>
            <a:chExt cx="1020240" cy="517320"/>
          </a:xfrm>
        </p:grpSpPr>
        <mc:AlternateContent xmlns:mc="http://schemas.openxmlformats.org/markup-compatibility/2006" xmlns:p14="http://schemas.microsoft.com/office/powerpoint/2010/main">
          <mc:Choice Requires="p14">
            <p:contentPart p14:bwMode="auto" r:id="rId71">
              <p14:nvContentPartPr>
                <p14:cNvPr id="44" name="Рукописный ввод 43">
                  <a:extLst>
                    <a:ext uri="{FF2B5EF4-FFF2-40B4-BE49-F238E27FC236}">
                      <a16:creationId xmlns:a16="http://schemas.microsoft.com/office/drawing/2014/main" id="{4A5C51D1-C1A5-0A0C-EB34-1E2DBBBF2C34}"/>
                    </a:ext>
                  </a:extLst>
                </p14:cNvPr>
                <p14:cNvContentPartPr/>
                <p14:nvPr/>
              </p14:nvContentPartPr>
              <p14:xfrm>
                <a:off x="7978426" y="4988783"/>
                <a:ext cx="89280" cy="425520"/>
              </p14:xfrm>
            </p:contentPart>
          </mc:Choice>
          <mc:Fallback xmlns="">
            <p:pic>
              <p:nvPicPr>
                <p:cNvPr id="44" name="Рукописный ввод 43">
                  <a:extLst>
                    <a:ext uri="{FF2B5EF4-FFF2-40B4-BE49-F238E27FC236}">
                      <a16:creationId xmlns:a16="http://schemas.microsoft.com/office/drawing/2014/main" id="{4A5C51D1-C1A5-0A0C-EB34-1E2DBBBF2C34}"/>
                    </a:ext>
                  </a:extLst>
                </p:cNvPr>
                <p:cNvPicPr/>
                <p:nvPr/>
              </p:nvPicPr>
              <p:blipFill>
                <a:blip r:embed="rId72"/>
                <a:stretch>
                  <a:fillRect/>
                </a:stretch>
              </p:blipFill>
              <p:spPr>
                <a:xfrm>
                  <a:off x="7972306" y="4982663"/>
                  <a:ext cx="101520" cy="4377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5" name="Рукописный ввод 44">
                  <a:extLst>
                    <a:ext uri="{FF2B5EF4-FFF2-40B4-BE49-F238E27FC236}">
                      <a16:creationId xmlns:a16="http://schemas.microsoft.com/office/drawing/2014/main" id="{7303AD12-B0BA-6F01-68E2-20475CD918DF}"/>
                    </a:ext>
                  </a:extLst>
                </p14:cNvPr>
                <p14:cNvContentPartPr/>
                <p14:nvPr/>
              </p14:nvContentPartPr>
              <p14:xfrm>
                <a:off x="8000386" y="4998503"/>
                <a:ext cx="162360" cy="113760"/>
              </p14:xfrm>
            </p:contentPart>
          </mc:Choice>
          <mc:Fallback xmlns="">
            <p:pic>
              <p:nvPicPr>
                <p:cNvPr id="45" name="Рукописный ввод 44">
                  <a:extLst>
                    <a:ext uri="{FF2B5EF4-FFF2-40B4-BE49-F238E27FC236}">
                      <a16:creationId xmlns:a16="http://schemas.microsoft.com/office/drawing/2014/main" id="{7303AD12-B0BA-6F01-68E2-20475CD918DF}"/>
                    </a:ext>
                  </a:extLst>
                </p:cNvPr>
                <p:cNvPicPr/>
                <p:nvPr/>
              </p:nvPicPr>
              <p:blipFill>
                <a:blip r:embed="rId74"/>
                <a:stretch>
                  <a:fillRect/>
                </a:stretch>
              </p:blipFill>
              <p:spPr>
                <a:xfrm>
                  <a:off x="7994266" y="4992383"/>
                  <a:ext cx="1746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6" name="Рукописный ввод 45">
                  <a:extLst>
                    <a:ext uri="{FF2B5EF4-FFF2-40B4-BE49-F238E27FC236}">
                      <a16:creationId xmlns:a16="http://schemas.microsoft.com/office/drawing/2014/main" id="{407787B9-D1BF-BDEB-3C5E-DC0F0E278401}"/>
                    </a:ext>
                  </a:extLst>
                </p14:cNvPr>
                <p14:cNvContentPartPr/>
                <p14:nvPr/>
              </p14:nvContentPartPr>
              <p14:xfrm>
                <a:off x="7921186" y="5227103"/>
                <a:ext cx="138240" cy="126720"/>
              </p14:xfrm>
            </p:contentPart>
          </mc:Choice>
          <mc:Fallback xmlns="">
            <p:pic>
              <p:nvPicPr>
                <p:cNvPr id="46" name="Рукописный ввод 45">
                  <a:extLst>
                    <a:ext uri="{FF2B5EF4-FFF2-40B4-BE49-F238E27FC236}">
                      <a16:creationId xmlns:a16="http://schemas.microsoft.com/office/drawing/2014/main" id="{407787B9-D1BF-BDEB-3C5E-DC0F0E278401}"/>
                    </a:ext>
                  </a:extLst>
                </p:cNvPr>
                <p:cNvPicPr/>
                <p:nvPr/>
              </p:nvPicPr>
              <p:blipFill>
                <a:blip r:embed="rId76"/>
                <a:stretch>
                  <a:fillRect/>
                </a:stretch>
              </p:blipFill>
              <p:spPr>
                <a:xfrm>
                  <a:off x="7915066" y="5220983"/>
                  <a:ext cx="150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8" name="Рукописный ввод 47">
                  <a:extLst>
                    <a:ext uri="{FF2B5EF4-FFF2-40B4-BE49-F238E27FC236}">
                      <a16:creationId xmlns:a16="http://schemas.microsoft.com/office/drawing/2014/main" id="{D6502D93-2191-D125-F2D0-A6C210FFBD33}"/>
                    </a:ext>
                  </a:extLst>
                </p14:cNvPr>
                <p14:cNvContentPartPr/>
                <p14:nvPr/>
              </p14:nvContentPartPr>
              <p14:xfrm>
                <a:off x="8161306" y="5250503"/>
                <a:ext cx="41760" cy="200880"/>
              </p14:xfrm>
            </p:contentPart>
          </mc:Choice>
          <mc:Fallback xmlns="">
            <p:pic>
              <p:nvPicPr>
                <p:cNvPr id="48" name="Рукописный ввод 47">
                  <a:extLst>
                    <a:ext uri="{FF2B5EF4-FFF2-40B4-BE49-F238E27FC236}">
                      <a16:creationId xmlns:a16="http://schemas.microsoft.com/office/drawing/2014/main" id="{D6502D93-2191-D125-F2D0-A6C210FFBD33}"/>
                    </a:ext>
                  </a:extLst>
                </p:cNvPr>
                <p:cNvPicPr/>
                <p:nvPr/>
              </p:nvPicPr>
              <p:blipFill>
                <a:blip r:embed="rId78"/>
                <a:stretch>
                  <a:fillRect/>
                </a:stretch>
              </p:blipFill>
              <p:spPr>
                <a:xfrm>
                  <a:off x="8155186" y="5244383"/>
                  <a:ext cx="5400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9" name="Рукописный ввод 48">
                  <a:extLst>
                    <a:ext uri="{FF2B5EF4-FFF2-40B4-BE49-F238E27FC236}">
                      <a16:creationId xmlns:a16="http://schemas.microsoft.com/office/drawing/2014/main" id="{0D188649-BD52-9B36-9E48-9BA87E836720}"/>
                    </a:ext>
                  </a:extLst>
                </p14:cNvPr>
                <p14:cNvContentPartPr/>
                <p14:nvPr/>
              </p14:nvContentPartPr>
              <p14:xfrm>
                <a:off x="8210986" y="5236103"/>
                <a:ext cx="20160" cy="228240"/>
              </p14:xfrm>
            </p:contentPart>
          </mc:Choice>
          <mc:Fallback xmlns="">
            <p:pic>
              <p:nvPicPr>
                <p:cNvPr id="49" name="Рукописный ввод 48">
                  <a:extLst>
                    <a:ext uri="{FF2B5EF4-FFF2-40B4-BE49-F238E27FC236}">
                      <a16:creationId xmlns:a16="http://schemas.microsoft.com/office/drawing/2014/main" id="{0D188649-BD52-9B36-9E48-9BA87E836720}"/>
                    </a:ext>
                  </a:extLst>
                </p:cNvPr>
                <p:cNvPicPr/>
                <p:nvPr/>
              </p:nvPicPr>
              <p:blipFill>
                <a:blip r:embed="rId80"/>
                <a:stretch>
                  <a:fillRect/>
                </a:stretch>
              </p:blipFill>
              <p:spPr>
                <a:xfrm>
                  <a:off x="8204866" y="5229983"/>
                  <a:ext cx="3240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0" name="Рукописный ввод 49">
                  <a:extLst>
                    <a:ext uri="{FF2B5EF4-FFF2-40B4-BE49-F238E27FC236}">
                      <a16:creationId xmlns:a16="http://schemas.microsoft.com/office/drawing/2014/main" id="{FF8290AE-C019-DA42-53BB-37BF8DB86C22}"/>
                    </a:ext>
                  </a:extLst>
                </p14:cNvPr>
                <p14:cNvContentPartPr/>
                <p14:nvPr/>
              </p14:nvContentPartPr>
              <p14:xfrm>
                <a:off x="8168866" y="5307023"/>
                <a:ext cx="99000" cy="43920"/>
              </p14:xfrm>
            </p:contentPart>
          </mc:Choice>
          <mc:Fallback xmlns="">
            <p:pic>
              <p:nvPicPr>
                <p:cNvPr id="50" name="Рукописный ввод 49">
                  <a:extLst>
                    <a:ext uri="{FF2B5EF4-FFF2-40B4-BE49-F238E27FC236}">
                      <a16:creationId xmlns:a16="http://schemas.microsoft.com/office/drawing/2014/main" id="{FF8290AE-C019-DA42-53BB-37BF8DB86C22}"/>
                    </a:ext>
                  </a:extLst>
                </p:cNvPr>
                <p:cNvPicPr/>
                <p:nvPr/>
              </p:nvPicPr>
              <p:blipFill>
                <a:blip r:embed="rId82"/>
                <a:stretch>
                  <a:fillRect/>
                </a:stretch>
              </p:blipFill>
              <p:spPr>
                <a:xfrm>
                  <a:off x="8162746" y="5300903"/>
                  <a:ext cx="11124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1" name="Рукописный ввод 50">
                  <a:extLst>
                    <a:ext uri="{FF2B5EF4-FFF2-40B4-BE49-F238E27FC236}">
                      <a16:creationId xmlns:a16="http://schemas.microsoft.com/office/drawing/2014/main" id="{DEC5F2CB-337B-6A16-5EBD-D21FFC1F4ED0}"/>
                    </a:ext>
                  </a:extLst>
                </p14:cNvPr>
                <p14:cNvContentPartPr/>
                <p14:nvPr/>
              </p14:nvContentPartPr>
              <p14:xfrm>
                <a:off x="8270026" y="4947023"/>
                <a:ext cx="210600" cy="217080"/>
              </p14:xfrm>
            </p:contentPart>
          </mc:Choice>
          <mc:Fallback xmlns="">
            <p:pic>
              <p:nvPicPr>
                <p:cNvPr id="51" name="Рукописный ввод 50">
                  <a:extLst>
                    <a:ext uri="{FF2B5EF4-FFF2-40B4-BE49-F238E27FC236}">
                      <a16:creationId xmlns:a16="http://schemas.microsoft.com/office/drawing/2014/main" id="{DEC5F2CB-337B-6A16-5EBD-D21FFC1F4ED0}"/>
                    </a:ext>
                  </a:extLst>
                </p:cNvPr>
                <p:cNvPicPr/>
                <p:nvPr/>
              </p:nvPicPr>
              <p:blipFill>
                <a:blip r:embed="rId84"/>
                <a:stretch>
                  <a:fillRect/>
                </a:stretch>
              </p:blipFill>
              <p:spPr>
                <a:xfrm>
                  <a:off x="8263906" y="4940903"/>
                  <a:ext cx="22284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2" name="Рукописный ввод 51">
                  <a:extLst>
                    <a:ext uri="{FF2B5EF4-FFF2-40B4-BE49-F238E27FC236}">
                      <a16:creationId xmlns:a16="http://schemas.microsoft.com/office/drawing/2014/main" id="{75652D44-B4DA-0BE0-AB68-7B75351619D7}"/>
                    </a:ext>
                  </a:extLst>
                </p14:cNvPr>
                <p14:cNvContentPartPr/>
                <p14:nvPr/>
              </p14:nvContentPartPr>
              <p14:xfrm>
                <a:off x="8456146" y="5247623"/>
                <a:ext cx="167400" cy="25200"/>
              </p14:xfrm>
            </p:contentPart>
          </mc:Choice>
          <mc:Fallback xmlns="">
            <p:pic>
              <p:nvPicPr>
                <p:cNvPr id="52" name="Рукописный ввод 51">
                  <a:extLst>
                    <a:ext uri="{FF2B5EF4-FFF2-40B4-BE49-F238E27FC236}">
                      <a16:creationId xmlns:a16="http://schemas.microsoft.com/office/drawing/2014/main" id="{75652D44-B4DA-0BE0-AB68-7B75351619D7}"/>
                    </a:ext>
                  </a:extLst>
                </p:cNvPr>
                <p:cNvPicPr/>
                <p:nvPr/>
              </p:nvPicPr>
              <p:blipFill>
                <a:blip r:embed="rId86"/>
                <a:stretch>
                  <a:fillRect/>
                </a:stretch>
              </p:blipFill>
              <p:spPr>
                <a:xfrm>
                  <a:off x="8450026" y="5241503"/>
                  <a:ext cx="1796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Рукописный ввод 52">
                  <a:extLst>
                    <a:ext uri="{FF2B5EF4-FFF2-40B4-BE49-F238E27FC236}">
                      <a16:creationId xmlns:a16="http://schemas.microsoft.com/office/drawing/2014/main" id="{C029DDFE-4BCA-97D8-3C5E-F67F78483C7E}"/>
                    </a:ext>
                  </a:extLst>
                </p14:cNvPr>
                <p14:cNvContentPartPr/>
                <p14:nvPr/>
              </p14:nvContentPartPr>
              <p14:xfrm>
                <a:off x="8489266" y="5300903"/>
                <a:ext cx="183600" cy="8640"/>
              </p14:xfrm>
            </p:contentPart>
          </mc:Choice>
          <mc:Fallback xmlns="">
            <p:pic>
              <p:nvPicPr>
                <p:cNvPr id="53" name="Рукописный ввод 52">
                  <a:extLst>
                    <a:ext uri="{FF2B5EF4-FFF2-40B4-BE49-F238E27FC236}">
                      <a16:creationId xmlns:a16="http://schemas.microsoft.com/office/drawing/2014/main" id="{C029DDFE-4BCA-97D8-3C5E-F67F78483C7E}"/>
                    </a:ext>
                  </a:extLst>
                </p:cNvPr>
                <p:cNvPicPr/>
                <p:nvPr/>
              </p:nvPicPr>
              <p:blipFill>
                <a:blip r:embed="rId88"/>
                <a:stretch>
                  <a:fillRect/>
                </a:stretch>
              </p:blipFill>
              <p:spPr>
                <a:xfrm>
                  <a:off x="8483146" y="5294783"/>
                  <a:ext cx="1958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4" name="Рукописный ввод 53">
                  <a:extLst>
                    <a:ext uri="{FF2B5EF4-FFF2-40B4-BE49-F238E27FC236}">
                      <a16:creationId xmlns:a16="http://schemas.microsoft.com/office/drawing/2014/main" id="{727EA1A3-61B2-FA17-CE74-49C9AD9A8D09}"/>
                    </a:ext>
                  </a:extLst>
                </p14:cNvPr>
                <p14:cNvContentPartPr/>
                <p14:nvPr/>
              </p14:nvContentPartPr>
              <p14:xfrm>
                <a:off x="8810026" y="5015423"/>
                <a:ext cx="36000" cy="297000"/>
              </p14:xfrm>
            </p:contentPart>
          </mc:Choice>
          <mc:Fallback xmlns="">
            <p:pic>
              <p:nvPicPr>
                <p:cNvPr id="54" name="Рукописный ввод 53">
                  <a:extLst>
                    <a:ext uri="{FF2B5EF4-FFF2-40B4-BE49-F238E27FC236}">
                      <a16:creationId xmlns:a16="http://schemas.microsoft.com/office/drawing/2014/main" id="{727EA1A3-61B2-FA17-CE74-49C9AD9A8D09}"/>
                    </a:ext>
                  </a:extLst>
                </p:cNvPr>
                <p:cNvPicPr/>
                <p:nvPr/>
              </p:nvPicPr>
              <p:blipFill>
                <a:blip r:embed="rId90"/>
                <a:stretch>
                  <a:fillRect/>
                </a:stretch>
              </p:blipFill>
              <p:spPr>
                <a:xfrm>
                  <a:off x="8803906" y="5009303"/>
                  <a:ext cx="4824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5" name="Рукописный ввод 54">
                  <a:extLst>
                    <a:ext uri="{FF2B5EF4-FFF2-40B4-BE49-F238E27FC236}">
                      <a16:creationId xmlns:a16="http://schemas.microsoft.com/office/drawing/2014/main" id="{8918F32F-3DD7-B34E-EF32-D370708F902D}"/>
                    </a:ext>
                  </a:extLst>
                </p14:cNvPr>
                <p14:cNvContentPartPr/>
                <p14:nvPr/>
              </p14:nvContentPartPr>
              <p14:xfrm>
                <a:off x="8783026" y="5082743"/>
                <a:ext cx="158400" cy="66960"/>
              </p14:xfrm>
            </p:contentPart>
          </mc:Choice>
          <mc:Fallback xmlns="">
            <p:pic>
              <p:nvPicPr>
                <p:cNvPr id="55" name="Рукописный ввод 54">
                  <a:extLst>
                    <a:ext uri="{FF2B5EF4-FFF2-40B4-BE49-F238E27FC236}">
                      <a16:creationId xmlns:a16="http://schemas.microsoft.com/office/drawing/2014/main" id="{8918F32F-3DD7-B34E-EF32-D370708F902D}"/>
                    </a:ext>
                  </a:extLst>
                </p:cNvPr>
                <p:cNvPicPr/>
                <p:nvPr/>
              </p:nvPicPr>
              <p:blipFill>
                <a:blip r:embed="rId92"/>
                <a:stretch>
                  <a:fillRect/>
                </a:stretch>
              </p:blipFill>
              <p:spPr>
                <a:xfrm>
                  <a:off x="8776906" y="5076623"/>
                  <a:ext cx="17064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6" name="Рукописный ввод 55">
                  <a:extLst>
                    <a:ext uri="{FF2B5EF4-FFF2-40B4-BE49-F238E27FC236}">
                      <a16:creationId xmlns:a16="http://schemas.microsoft.com/office/drawing/2014/main" id="{AEAD870B-83EB-F342-91B3-FED4F80AC96A}"/>
                    </a:ext>
                  </a:extLst>
                </p14:cNvPr>
                <p14:cNvContentPartPr/>
                <p14:nvPr/>
              </p14:nvContentPartPr>
              <p14:xfrm>
                <a:off x="8731546" y="5302343"/>
                <a:ext cx="188640" cy="35280"/>
              </p14:xfrm>
            </p:contentPart>
          </mc:Choice>
          <mc:Fallback xmlns="">
            <p:pic>
              <p:nvPicPr>
                <p:cNvPr id="56" name="Рукописный ввод 55">
                  <a:extLst>
                    <a:ext uri="{FF2B5EF4-FFF2-40B4-BE49-F238E27FC236}">
                      <a16:creationId xmlns:a16="http://schemas.microsoft.com/office/drawing/2014/main" id="{AEAD870B-83EB-F342-91B3-FED4F80AC96A}"/>
                    </a:ext>
                  </a:extLst>
                </p:cNvPr>
                <p:cNvPicPr/>
                <p:nvPr/>
              </p:nvPicPr>
              <p:blipFill>
                <a:blip r:embed="rId94"/>
                <a:stretch>
                  <a:fillRect/>
                </a:stretch>
              </p:blipFill>
              <p:spPr>
                <a:xfrm>
                  <a:off x="8725426" y="5296223"/>
                  <a:ext cx="200880" cy="47520"/>
                </a:xfrm>
                <a:prstGeom prst="rect">
                  <a:avLst/>
                </a:prstGeom>
              </p:spPr>
            </p:pic>
          </mc:Fallback>
        </mc:AlternateContent>
      </p:grpSp>
    </p:spTree>
    <p:extLst>
      <p:ext uri="{BB962C8B-B14F-4D97-AF65-F5344CB8AC3E}">
        <p14:creationId xmlns:p14="http://schemas.microsoft.com/office/powerpoint/2010/main" val="802254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Рисунок 22">
            <a:extLst>
              <a:ext uri="{FF2B5EF4-FFF2-40B4-BE49-F238E27FC236}">
                <a16:creationId xmlns:a16="http://schemas.microsoft.com/office/drawing/2014/main" id="{627F1722-D064-D046-6C6D-1A3D6BD10F06}"/>
              </a:ext>
            </a:extLst>
          </p:cNvPr>
          <p:cNvPicPr>
            <a:picLocks noChangeAspect="1"/>
          </p:cNvPicPr>
          <p:nvPr/>
        </p:nvPicPr>
        <p:blipFill>
          <a:blip r:embed="rId3"/>
          <a:srcRect l="2049"/>
          <a:stretch>
            <a:fillRect/>
          </a:stretch>
        </p:blipFill>
        <p:spPr>
          <a:xfrm>
            <a:off x="4692439" y="3556000"/>
            <a:ext cx="4144562" cy="3302000"/>
          </a:xfrm>
          <a:prstGeom prst="rect">
            <a:avLst/>
          </a:prstGeom>
        </p:spPr>
      </p:pic>
      <p:sp>
        <p:nvSpPr>
          <p:cNvPr id="4" name="Номер слайда 3">
            <a:extLst>
              <a:ext uri="{FF2B5EF4-FFF2-40B4-BE49-F238E27FC236}">
                <a16:creationId xmlns:a16="http://schemas.microsoft.com/office/drawing/2014/main" id="{8504CCB1-250E-2F3B-BBEE-4AD7D0C06CDA}"/>
              </a:ext>
            </a:extLst>
          </p:cNvPr>
          <p:cNvSpPr>
            <a:spLocks noGrp="1"/>
          </p:cNvSpPr>
          <p:nvPr>
            <p:ph type="sldNum" sz="quarter" idx="12"/>
          </p:nvPr>
        </p:nvSpPr>
        <p:spPr>
          <a:xfrm>
            <a:off x="7086600" y="6454774"/>
            <a:ext cx="2057400" cy="365125"/>
          </a:xfrm>
        </p:spPr>
        <p:txBody>
          <a:bodyPr/>
          <a:lstStyle/>
          <a:p>
            <a:fld id="{CC173F88-3387-453B-9303-AC0210B95CB8}" type="slidenum">
              <a:rPr lang="ru-RU" sz="1100" smtClean="0">
                <a:solidFill>
                  <a:srgbClr val="0070C0"/>
                </a:solidFill>
                <a:latin typeface="Arial" panose="020B0604020202020204" pitchFamily="34" charset="0"/>
                <a:cs typeface="Arial" panose="020B0604020202020204" pitchFamily="34" charset="0"/>
              </a:rPr>
              <a:t>13</a:t>
            </a:fld>
            <a:endParaRPr lang="ru-RU" dirty="0">
              <a:solidFill>
                <a:srgbClr val="0070C0"/>
              </a:solidFill>
              <a:latin typeface="Arial" panose="020B0604020202020204" pitchFamily="34" charset="0"/>
              <a:cs typeface="Arial" panose="020B0604020202020204" pitchFamily="34" charset="0"/>
            </a:endParaRPr>
          </a:p>
        </p:txBody>
      </p:sp>
      <p:sp>
        <p:nvSpPr>
          <p:cNvPr id="5" name="Прямоугольник 4">
            <a:extLst>
              <a:ext uri="{FF2B5EF4-FFF2-40B4-BE49-F238E27FC236}">
                <a16:creationId xmlns:a16="http://schemas.microsoft.com/office/drawing/2014/main" id="{4B4CB54B-350B-0506-7A65-E8A88F9B3FFE}"/>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дискретные 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AB36DCA-2206-6D1F-B9DB-0A68A2082E8D}"/>
                  </a:ext>
                </a:extLst>
              </p:cNvPr>
              <p:cNvSpPr txBox="1"/>
              <p:nvPr/>
            </p:nvSpPr>
            <p:spPr>
              <a:xfrm>
                <a:off x="0" y="469920"/>
                <a:ext cx="9144000" cy="3567708"/>
              </a:xfrm>
              <a:prstGeom prst="rect">
                <a:avLst/>
              </a:prstGeom>
              <a:noFill/>
            </p:spPr>
            <p:txBody>
              <a:bodyPr wrap="square" rtlCol="0">
                <a:spAutoFit/>
              </a:bodyPr>
              <a:lstStyle/>
              <a:p>
                <a:pPr algn="ctr"/>
                <a:r>
                  <a:rPr lang="ru-RU" b="1" dirty="0">
                    <a:solidFill>
                      <a:srgbClr val="006400"/>
                    </a:solidFill>
                  </a:rPr>
                  <a:t>Биномиальное распределение</a:t>
                </a:r>
              </a:p>
              <a:p>
                <a:pPr algn="just"/>
                <a:r>
                  <a:rPr lang="ru-RU" dirty="0"/>
                  <a:t>Или число успехов в </a:t>
                </a:r>
                <a14:m>
                  <m:oMath xmlns:m="http://schemas.openxmlformats.org/officeDocument/2006/math">
                    <m:r>
                      <a:rPr lang="en-US" b="0" i="1" smtClean="0">
                        <a:latin typeface="Cambria Math" panose="02040503050406030204" pitchFamily="18" charset="0"/>
                      </a:rPr>
                      <m:t>𝑛</m:t>
                    </m:r>
                  </m:oMath>
                </a14:m>
                <a:r>
                  <a:rPr lang="en-US" dirty="0"/>
                  <a:t> </a:t>
                </a:r>
                <a:r>
                  <a:rPr lang="ru-RU" dirty="0"/>
                  <a:t>испытаниях схемы Бернулли</a:t>
                </a:r>
                <a:r>
                  <a:rPr lang="en-US" dirty="0"/>
                  <a:t> (</a:t>
                </a:r>
                <a:r>
                  <a:rPr lang="ru-RU" dirty="0"/>
                  <a:t>два исхода успех</a:t>
                </a:r>
                <a:r>
                  <a:rPr lang="en-US" dirty="0"/>
                  <a:t>/</a:t>
                </a:r>
                <a:r>
                  <a:rPr lang="ru-RU" dirty="0"/>
                  <a:t>неудача</a:t>
                </a:r>
                <a:r>
                  <a:rPr lang="en-US" dirty="0"/>
                  <a:t>)</a:t>
                </a:r>
                <a:r>
                  <a:rPr lang="ru-RU" dirty="0"/>
                  <a:t> с вероятностью успеха </a:t>
                </a:r>
                <a14:m>
                  <m:oMath xmlns:m="http://schemas.openxmlformats.org/officeDocument/2006/math">
                    <m:r>
                      <a:rPr lang="en-US" b="0" i="1" smtClean="0">
                        <a:latin typeface="Cambria Math" panose="02040503050406030204" pitchFamily="18" charset="0"/>
                      </a:rPr>
                      <m:t>𝑝</m:t>
                    </m:r>
                  </m:oMath>
                </a14:m>
                <a:r>
                  <a:rPr lang="en-US" dirty="0"/>
                  <a:t>.</a:t>
                </a:r>
              </a:p>
              <a:p>
                <a:pPr algn="just">
                  <a:spcAft>
                    <a:spcPts val="600"/>
                  </a:spcAft>
                </a:pPr>
                <a:r>
                  <a:rPr lang="ru-RU" b="1" dirty="0">
                    <a:solidFill>
                      <a:srgbClr val="3333FF"/>
                    </a:solidFill>
                  </a:rPr>
                  <a:t>Определение</a:t>
                </a:r>
                <a:r>
                  <a:rPr lang="ru-RU" dirty="0"/>
                  <a:t>: Говорят, что случайная величина </a:t>
                </a:r>
                <a14:m>
                  <m:oMath xmlns:m="http://schemas.openxmlformats.org/officeDocument/2006/math">
                    <m:r>
                      <a:rPr lang="en-US" b="0" i="1" smtClean="0">
                        <a:latin typeface="Cambria Math" panose="02040503050406030204" pitchFamily="18" charset="0"/>
                      </a:rPr>
                      <m:t>𝜉</m:t>
                    </m:r>
                  </m:oMath>
                </a14:m>
                <a:r>
                  <a:rPr lang="en-US" dirty="0"/>
                  <a:t> </a:t>
                </a:r>
                <a:r>
                  <a:rPr lang="ru-RU" dirty="0"/>
                  <a:t>имеет биномиальное распределение с параметрами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𝑁</m:t>
                    </m:r>
                  </m:oMath>
                </a14:m>
                <a:r>
                  <a:rPr lang="en-US" dirty="0"/>
                  <a:t> </a:t>
                </a:r>
                <a:r>
                  <a:rPr lang="ru-RU" dirty="0"/>
                  <a:t>и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0, 1</m:t>
                        </m:r>
                      </m:e>
                    </m:d>
                    <m:r>
                      <a:rPr lang="en-US" b="0" i="1" smtClean="0">
                        <a:latin typeface="Cambria Math" panose="02040503050406030204" pitchFamily="18" charset="0"/>
                      </a:rPr>
                      <m:t>,</m:t>
                    </m:r>
                  </m:oMath>
                </a14:m>
                <a:r>
                  <a:rPr lang="en-US" dirty="0"/>
                  <a:t> </a:t>
                </a:r>
                <a:r>
                  <a:rPr lang="ru-RU" dirty="0"/>
                  <a:t>если </a:t>
                </a:r>
                <a14:m>
                  <m:oMath xmlns:m="http://schemas.openxmlformats.org/officeDocument/2006/math">
                    <m:r>
                      <a:rPr lang="en-US" i="1">
                        <a:latin typeface="Cambria Math" panose="02040503050406030204" pitchFamily="18" charset="0"/>
                      </a:rPr>
                      <m:t>𝜉</m:t>
                    </m:r>
                  </m:oMath>
                </a14:m>
                <a:r>
                  <a:rPr lang="en-US" dirty="0"/>
                  <a:t> </a:t>
                </a:r>
                <a:r>
                  <a:rPr lang="ru-RU" dirty="0"/>
                  <a:t>принимает значения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=0, 1,…,</m:t>
                    </m:r>
                    <m:r>
                      <a:rPr lang="en-US" b="0" i="1" smtClean="0">
                        <a:latin typeface="Cambria Math" panose="02040503050406030204" pitchFamily="18" charset="0"/>
                      </a:rPr>
                      <m:t>𝑛</m:t>
                    </m:r>
                  </m:oMath>
                </a14:m>
                <a:r>
                  <a:rPr lang="en-US" dirty="0"/>
                  <a:t> </a:t>
                </a:r>
                <a:r>
                  <a:rPr lang="ru-RU" dirty="0"/>
                  <a:t>с вероятностями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𝑛</m:t>
                        </m:r>
                      </m:sub>
                      <m:sup>
                        <m:r>
                          <a:rPr lang="en-US" b="0" i="1" smtClean="0">
                            <a:latin typeface="Cambria Math" panose="02040503050406030204" pitchFamily="18" charset="0"/>
                          </a:rPr>
                          <m:t>𝑘</m:t>
                        </m:r>
                      </m:sup>
                    </m:sSubSup>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𝑘</m:t>
                        </m:r>
                      </m:sup>
                    </m:sSup>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𝑝</m:t>
                            </m:r>
                          </m:e>
                        </m:d>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 </m:t>
                        </m:r>
                      </m:sup>
                    </m:sSup>
                    <m:r>
                      <a:rPr lang="ru-RU"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𝑛</m:t>
                        </m:r>
                      </m:sub>
                      <m:sup>
                        <m:r>
                          <a:rPr lang="en-US" b="0" i="1" smtClean="0">
                            <a:latin typeface="Cambria Math" panose="02040503050406030204" pitchFamily="18" charset="0"/>
                          </a:rPr>
                          <m:t>𝑘</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m:t>
                        </m:r>
                      </m:num>
                      <m:den>
                        <m:r>
                          <a:rPr lang="en-US" b="0" i="1" smtClean="0">
                            <a:latin typeface="Cambria Math" panose="02040503050406030204" pitchFamily="18" charset="0"/>
                          </a:rPr>
                          <m:t>𝑘</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den>
                    </m:f>
                  </m:oMath>
                </a14:m>
                <a:r>
                  <a:rPr lang="en-US" dirty="0"/>
                  <a:t>. </a:t>
                </a:r>
              </a:p>
              <a:p>
                <a:pPr algn="just"/>
                <a:r>
                  <a:rPr lang="ru-RU" dirty="0"/>
                  <a:t>Для удобства вывода математического ожидания введем индикатор успеха в </a:t>
                </a:r>
                <a:r>
                  <a:rPr lang="en-US" dirty="0"/>
                  <a:t>j-</a:t>
                </a:r>
                <a:r>
                  <a:rPr lang="ru-RU" dirty="0"/>
                  <a:t>ом испытании:</a:t>
                </a:r>
              </a:p>
              <a:p>
                <a:pPr>
                  <a:spcAft>
                    <a:spcPts val="600"/>
                  </a:spcAft>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𝑗</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1</m:t>
                            </m:r>
                            <m:r>
                              <a:rPr lang="en-US" i="1">
                                <a:latin typeface="Cambria Math" panose="02040503050406030204" pitchFamily="18" charset="0"/>
                              </a:rPr>
                              <m:t>,  </m:t>
                            </m:r>
                            <m:r>
                              <a:rPr lang="ru-RU" i="1">
                                <a:latin typeface="Cambria Math" panose="02040503050406030204" pitchFamily="18" charset="0"/>
                              </a:rPr>
                              <m:t>если </m:t>
                            </m:r>
                            <m:r>
                              <a:rPr lang="en-US" i="1">
                                <a:latin typeface="Cambria Math" panose="02040503050406030204" pitchFamily="18" charset="0"/>
                              </a:rPr>
                              <m:t>𝑗</m:t>
                            </m:r>
                            <m:r>
                              <a:rPr lang="en-US" i="1">
                                <a:latin typeface="Cambria Math" panose="02040503050406030204" pitchFamily="18" charset="0"/>
                              </a:rPr>
                              <m:t>−ый опыт успешен, </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r>
                                  <a:rPr lang="en-US" i="1">
                                    <a:latin typeface="Cambria Math" panose="02040503050406030204" pitchFamily="18" charset="0"/>
                                  </a:rPr>
                                  <m:t>=</m:t>
                                </m:r>
                                <m:r>
                                  <a:rPr lang="ru-RU" b="0" i="1" smtClean="0">
                                    <a:latin typeface="Cambria Math" panose="02040503050406030204" pitchFamily="18" charset="0"/>
                                  </a:rPr>
                                  <m:t>1</m:t>
                                </m:r>
                              </m:e>
                            </m:d>
                            <m:r>
                              <a:rPr lang="en-US" i="1">
                                <a:latin typeface="Cambria Math" panose="02040503050406030204" pitchFamily="18" charset="0"/>
                              </a:rPr>
                              <m:t>=</m:t>
                            </m:r>
                            <m:r>
                              <a:rPr lang="en-US" i="1">
                                <a:latin typeface="Cambria Math" panose="02040503050406030204" pitchFamily="18" charset="0"/>
                              </a:rPr>
                              <m:t>𝑝</m:t>
                            </m:r>
                            <m:r>
                              <a:rPr lang="ru-RU" b="0" i="1" smtClean="0">
                                <a:latin typeface="Cambria Math" panose="02040503050406030204" pitchFamily="18" charset="0"/>
                              </a:rPr>
                              <m:t>                  </m:t>
                            </m:r>
                          </m:e>
                          <m:e>
                            <m:r>
                              <a:rPr lang="ru-RU" i="1">
                                <a:latin typeface="Cambria Math" panose="02040503050406030204" pitchFamily="18" charset="0"/>
                              </a:rPr>
                              <m:t>0</m:t>
                            </m:r>
                            <m:r>
                              <a:rPr lang="en-US" i="1">
                                <a:latin typeface="Cambria Math" panose="02040503050406030204" pitchFamily="18" charset="0"/>
                              </a:rPr>
                              <m:t>,  </m:t>
                            </m:r>
                            <m:r>
                              <a:rPr lang="ru-RU" i="1">
                                <a:latin typeface="Cambria Math" panose="02040503050406030204" pitchFamily="18" charset="0"/>
                              </a:rPr>
                              <m:t>если </m:t>
                            </m:r>
                            <m:r>
                              <a:rPr lang="en-US" i="1">
                                <a:latin typeface="Cambria Math" panose="02040503050406030204" pitchFamily="18" charset="0"/>
                              </a:rPr>
                              <m:t>𝑗</m:t>
                            </m:r>
                            <m:r>
                              <a:rPr lang="en-US" i="1">
                                <a:latin typeface="Cambria Math" panose="02040503050406030204" pitchFamily="18" charset="0"/>
                              </a:rPr>
                              <m:t>−ый опыт неудачен, </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r>
                                  <a:rPr lang="en-US" i="1">
                                    <a:latin typeface="Cambria Math" panose="02040503050406030204" pitchFamily="18" charset="0"/>
                                  </a:rPr>
                                  <m:t>=0</m:t>
                                </m:r>
                              </m:e>
                            </m:d>
                            <m:r>
                              <a:rPr lang="en-US" i="1">
                                <a:latin typeface="Cambria Math" panose="02040503050406030204" pitchFamily="18" charset="0"/>
                              </a:rPr>
                              <m:t>=1−</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r>
                              <m:rPr>
                                <m:nor/>
                              </m:rPr>
                              <a:rPr lang="ru-RU" dirty="0"/>
                              <m:t> </m:t>
                            </m:r>
                          </m:e>
                        </m:eqArr>
                        <m:r>
                          <a:rPr lang="en-US" i="1">
                            <a:latin typeface="Cambria Math" panose="02040503050406030204" pitchFamily="18" charset="0"/>
                          </a:rPr>
                          <m:t>,  </m:t>
                        </m:r>
                        <m:r>
                          <a:rPr lang="en-US" i="1">
                            <a:latin typeface="Cambria Math" panose="02040503050406030204" pitchFamily="18" charset="0"/>
                          </a:rPr>
                          <m:t>𝜉</m:t>
                        </m:r>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e>
                        </m:nary>
                        <m:r>
                          <m:rPr>
                            <m:nor/>
                          </m:rPr>
                          <a:rPr lang="ru-RU" dirty="0"/>
                          <m:t> </m:t>
                        </m:r>
                      </m:e>
                    </m:d>
                  </m:oMath>
                </a14:m>
                <a:r>
                  <a:rPr lang="en-US" dirty="0"/>
                  <a:t> </a:t>
                </a:r>
                <a:endParaRPr lang="ru-RU" dirty="0"/>
              </a:p>
              <a:p>
                <a:r>
                  <a:rPr lang="ru-RU" dirty="0"/>
                  <a:t>Тогда </a:t>
                </a:r>
                <a:endParaRPr lang="en-US" dirty="0"/>
              </a:p>
            </p:txBody>
          </p:sp>
        </mc:Choice>
        <mc:Fallback xmlns="">
          <p:sp>
            <p:nvSpPr>
              <p:cNvPr id="6" name="TextBox 5">
                <a:extLst>
                  <a:ext uri="{FF2B5EF4-FFF2-40B4-BE49-F238E27FC236}">
                    <a16:creationId xmlns:a16="http://schemas.microsoft.com/office/drawing/2014/main" id="{0AB36DCA-2206-6D1F-B9DB-0A68A2082E8D}"/>
                  </a:ext>
                </a:extLst>
              </p:cNvPr>
              <p:cNvSpPr txBox="1">
                <a:spLocks noRot="1" noChangeAspect="1" noMove="1" noResize="1" noEditPoints="1" noAdjustHandles="1" noChangeArrowheads="1" noChangeShapeType="1" noTextEdit="1"/>
              </p:cNvSpPr>
              <p:nvPr/>
            </p:nvSpPr>
            <p:spPr>
              <a:xfrm>
                <a:off x="0" y="469920"/>
                <a:ext cx="9144000" cy="3567708"/>
              </a:xfrm>
              <a:prstGeom prst="rect">
                <a:avLst/>
              </a:prstGeom>
              <a:blipFill>
                <a:blip r:embed="rId4"/>
                <a:stretch>
                  <a:fillRect l="-533" t="-855" r="-533" b="-188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01E2806-1287-F752-F120-0F6B4FB11054}"/>
                  </a:ext>
                </a:extLst>
              </p:cNvPr>
              <p:cNvSpPr txBox="1"/>
              <p:nvPr/>
            </p:nvSpPr>
            <p:spPr>
              <a:xfrm>
                <a:off x="0" y="3759240"/>
                <a:ext cx="4800600" cy="18757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d>
                        <m:dPr>
                          <m:ctrlPr>
                            <a:rPr lang="en-US" b="0" i="1" smtClean="0">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e>
                          </m:nary>
                        </m:e>
                      </m:d>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b="0" i="1" smtClean="0">
                                  <a:latin typeface="Cambria Math" panose="02040503050406030204" pitchFamily="18" charset="0"/>
                                </a:rPr>
                                <m:t>𝑀</m:t>
                              </m:r>
                              <m:r>
                                <a:rPr lang="en-US" i="1">
                                  <a:latin typeface="Cambria Math" panose="02040503050406030204" pitchFamily="18" charset="0"/>
                                </a:rPr>
                                <m:t>𝐼</m:t>
                              </m:r>
                            </m:e>
                            <m:sub>
                              <m:r>
                                <a:rPr lang="en-US" i="1">
                                  <a:latin typeface="Cambria Math" panose="02040503050406030204" pitchFamily="18" charset="0"/>
                                </a:rPr>
                                <m:t>𝑗</m:t>
                              </m:r>
                            </m:sub>
                          </m:sSub>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𝑛𝑝</m:t>
                              </m:r>
                            </m:e>
                          </m:nary>
                        </m:e>
                      </m:nary>
                    </m:oMath>
                  </m:oMathPara>
                </a14:m>
                <a:endParaRPr lang="en-US" dirty="0"/>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𝜉</m:t>
                      </m:r>
                      <m:r>
                        <a:rPr lang="en-US" i="1">
                          <a:latin typeface="Cambria Math" panose="02040503050406030204" pitchFamily="18" charset="0"/>
                        </a:rPr>
                        <m:t>=</m:t>
                      </m:r>
                      <m:r>
                        <a:rPr lang="en-US" b="0" i="1" smtClean="0">
                          <a:latin typeface="Cambria Math" panose="02040503050406030204" pitchFamily="18" charset="0"/>
                        </a:rPr>
                        <m:t>𝐷</m:t>
                      </m:r>
                      <m:d>
                        <m:dPr>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e>
                          </m:nary>
                        </m:e>
                      </m:d>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b="0" i="1" smtClean="0">
                                  <a:latin typeface="Cambria Math" panose="02040503050406030204" pitchFamily="18" charset="0"/>
                                </a:rPr>
                                <m:t>𝐷</m:t>
                              </m:r>
                              <m:r>
                                <a:rPr lang="en-US" i="1">
                                  <a:latin typeface="Cambria Math" panose="02040503050406030204" pitchFamily="18" charset="0"/>
                                </a:rPr>
                                <m:t>𝐼</m:t>
                              </m:r>
                            </m:e>
                            <m:sub>
                              <m:r>
                                <a:rPr lang="en-US" i="1">
                                  <a:latin typeface="Cambria Math" panose="02040503050406030204" pitchFamily="18" charset="0"/>
                                </a:rPr>
                                <m:t>𝑗</m:t>
                              </m:r>
                            </m:sub>
                          </m:sSub>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𝑝</m:t>
                                  </m:r>
                                </m:e>
                                <m:sup>
                                  <m:r>
                                    <a:rPr lang="en-US" b="0" i="1" smtClean="0">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𝑛𝑝𝑞</m:t>
                              </m:r>
                            </m:e>
                          </m:nary>
                        </m:e>
                      </m:nary>
                    </m:oMath>
                  </m:oMathPara>
                </a14:m>
                <a:endParaRPr lang="ru-RU" dirty="0"/>
              </a:p>
            </p:txBody>
          </p:sp>
        </mc:Choice>
        <mc:Fallback xmlns="">
          <p:sp>
            <p:nvSpPr>
              <p:cNvPr id="16" name="TextBox 15">
                <a:extLst>
                  <a:ext uri="{FF2B5EF4-FFF2-40B4-BE49-F238E27FC236}">
                    <a16:creationId xmlns:a16="http://schemas.microsoft.com/office/drawing/2014/main" id="{701E2806-1287-F752-F120-0F6B4FB11054}"/>
                  </a:ext>
                </a:extLst>
              </p:cNvPr>
              <p:cNvSpPr txBox="1">
                <a:spLocks noRot="1" noChangeAspect="1" noMove="1" noResize="1" noEditPoints="1" noAdjustHandles="1" noChangeArrowheads="1" noChangeShapeType="1" noTextEdit="1"/>
              </p:cNvSpPr>
              <p:nvPr/>
            </p:nvSpPr>
            <p:spPr>
              <a:xfrm>
                <a:off x="0" y="3759240"/>
                <a:ext cx="4800600" cy="1875770"/>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C96F6D0-9DD0-2497-0FC8-6B5A6077DAC3}"/>
                  </a:ext>
                </a:extLst>
              </p:cNvPr>
              <p:cNvSpPr txBox="1"/>
              <p:nvPr/>
            </p:nvSpPr>
            <p:spPr>
              <a:xfrm>
                <a:off x="0" y="5882123"/>
                <a:ext cx="4721467" cy="646331"/>
              </a:xfrm>
              <a:prstGeom prst="rect">
                <a:avLst/>
              </a:prstGeom>
              <a:noFill/>
            </p:spPr>
            <p:txBody>
              <a:bodyPr wrap="square" rtlCol="0">
                <a:spAutoFit/>
              </a:bodyPr>
              <a:lstStyle/>
              <a:p>
                <a:pPr algn="ctr"/>
                <a:r>
                  <a:rPr lang="ru-RU" dirty="0"/>
                  <a:t>Где </a:t>
                </a:r>
                <a:r>
                  <a:rPr lang="en-US" dirty="0"/>
                  <a:t>PMF – </a:t>
                </a:r>
                <a:r>
                  <a:rPr lang="ru-RU" dirty="0"/>
                  <a:t> массовая функция вероятности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𝜉</m:t>
                        </m:r>
                        <m:r>
                          <a:rPr lang="en-US" i="1">
                            <a:latin typeface="Cambria Math" panose="02040503050406030204" pitchFamily="18" charset="0"/>
                          </a:rPr>
                          <m:t>=</m:t>
                        </m:r>
                        <m:r>
                          <a:rPr lang="en-US" i="1">
                            <a:latin typeface="Cambria Math" panose="02040503050406030204" pitchFamily="18" charset="0"/>
                          </a:rPr>
                          <m:t>𝑘</m:t>
                        </m:r>
                      </m:e>
                    </m:d>
                    <m:r>
                      <a:rPr lang="ru-RU" b="0" i="0" smtClean="0">
                        <a:latin typeface="Cambria Math" panose="02040503050406030204" pitchFamily="18" charset="0"/>
                      </a:rPr>
                      <m:t>.</m:t>
                    </m:r>
                  </m:oMath>
                </a14:m>
                <a:r>
                  <a:rPr lang="ru-RU" dirty="0"/>
                  <a:t> </a:t>
                </a:r>
                <a:r>
                  <a:rPr lang="en-US" dirty="0"/>
                  <a:t>CDF – </a:t>
                </a:r>
                <a:r>
                  <a:rPr lang="ru-RU" dirty="0"/>
                  <a:t>функция распределения</a:t>
                </a:r>
              </a:p>
            </p:txBody>
          </p:sp>
        </mc:Choice>
        <mc:Fallback xmlns="">
          <p:sp>
            <p:nvSpPr>
              <p:cNvPr id="17" name="TextBox 16">
                <a:extLst>
                  <a:ext uri="{FF2B5EF4-FFF2-40B4-BE49-F238E27FC236}">
                    <a16:creationId xmlns:a16="http://schemas.microsoft.com/office/drawing/2014/main" id="{7C96F6D0-9DD0-2497-0FC8-6B5A6077DAC3}"/>
                  </a:ext>
                </a:extLst>
              </p:cNvPr>
              <p:cNvSpPr txBox="1">
                <a:spLocks noRot="1" noChangeAspect="1" noMove="1" noResize="1" noEditPoints="1" noAdjustHandles="1" noChangeArrowheads="1" noChangeShapeType="1" noTextEdit="1"/>
              </p:cNvSpPr>
              <p:nvPr/>
            </p:nvSpPr>
            <p:spPr>
              <a:xfrm>
                <a:off x="0" y="5882123"/>
                <a:ext cx="4721467" cy="646331"/>
              </a:xfrm>
              <a:prstGeom prst="rect">
                <a:avLst/>
              </a:prstGeom>
              <a:blipFill>
                <a:blip r:embed="rId6"/>
                <a:stretch>
                  <a:fillRect t="-5660" b="-14151"/>
                </a:stretch>
              </a:blipFill>
            </p:spPr>
            <p:txBody>
              <a:bodyPr/>
              <a:lstStyle/>
              <a:p>
                <a:r>
                  <a:rPr lang="ru-RU">
                    <a:noFill/>
                  </a:rPr>
                  <a:t> </a:t>
                </a:r>
              </a:p>
            </p:txBody>
          </p:sp>
        </mc:Fallback>
      </mc:AlternateContent>
    </p:spTree>
    <p:extLst>
      <p:ext uri="{BB962C8B-B14F-4D97-AF65-F5344CB8AC3E}">
        <p14:creationId xmlns:p14="http://schemas.microsoft.com/office/powerpoint/2010/main" val="1252726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9AB1C0D1-0DFB-5F37-1501-11FD27FBFBE4}"/>
              </a:ext>
            </a:extLst>
          </p:cNvPr>
          <p:cNvPicPr>
            <a:picLocks noChangeAspect="1"/>
          </p:cNvPicPr>
          <p:nvPr/>
        </p:nvPicPr>
        <p:blipFill>
          <a:blip r:embed="rId3"/>
          <a:srcRect t="50509"/>
          <a:stretch>
            <a:fillRect/>
          </a:stretch>
        </p:blipFill>
        <p:spPr>
          <a:xfrm>
            <a:off x="4572000" y="4900987"/>
            <a:ext cx="4503058" cy="1749048"/>
          </a:xfrm>
          <a:prstGeom prst="rect">
            <a:avLst/>
          </a:prstGeom>
        </p:spPr>
      </p:pic>
      <p:sp>
        <p:nvSpPr>
          <p:cNvPr id="4" name="Номер слайда 3">
            <a:extLst>
              <a:ext uri="{FF2B5EF4-FFF2-40B4-BE49-F238E27FC236}">
                <a16:creationId xmlns:a16="http://schemas.microsoft.com/office/drawing/2014/main" id="{97CE550C-3389-D916-2FBE-E838682F1369}"/>
              </a:ext>
            </a:extLst>
          </p:cNvPr>
          <p:cNvSpPr>
            <a:spLocks noGrp="1"/>
          </p:cNvSpPr>
          <p:nvPr>
            <p:ph type="sldNum" sz="quarter" idx="12"/>
          </p:nvPr>
        </p:nvSpPr>
        <p:spPr/>
        <p:txBody>
          <a:bodyPr/>
          <a:lstStyle/>
          <a:p>
            <a:fld id="{CC173F88-3387-453B-9303-AC0210B95CB8}" type="slidenum">
              <a:rPr lang="ru-RU" smtClean="0"/>
              <a:pPr/>
              <a:t>14</a:t>
            </a:fld>
            <a:endParaRPr lang="ru-RU" dirty="0"/>
          </a:p>
        </p:txBody>
      </p:sp>
      <p:sp>
        <p:nvSpPr>
          <p:cNvPr id="5" name="Прямоугольник 4">
            <a:extLst>
              <a:ext uri="{FF2B5EF4-FFF2-40B4-BE49-F238E27FC236}">
                <a16:creationId xmlns:a16="http://schemas.microsoft.com/office/drawing/2014/main" id="{841621BD-139A-58D3-3CB5-0CDE4120A529}"/>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дискретные 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C1CB1DD-DB50-140B-DB1A-19A8C8F72CCE}"/>
                  </a:ext>
                </a:extLst>
              </p:cNvPr>
              <p:cNvSpPr txBox="1"/>
              <p:nvPr/>
            </p:nvSpPr>
            <p:spPr>
              <a:xfrm>
                <a:off x="0" y="419100"/>
                <a:ext cx="9144000" cy="4763099"/>
              </a:xfrm>
              <a:prstGeom prst="rect">
                <a:avLst/>
              </a:prstGeom>
              <a:noFill/>
            </p:spPr>
            <p:txBody>
              <a:bodyPr wrap="square" rtlCol="0">
                <a:spAutoFit/>
              </a:bodyPr>
              <a:lstStyle/>
              <a:p>
                <a:pPr algn="ctr"/>
                <a:r>
                  <a:rPr lang="ru-RU" b="1" dirty="0">
                    <a:solidFill>
                      <a:srgbClr val="006400"/>
                    </a:solidFill>
                  </a:rPr>
                  <a:t>Геометрическое распределение</a:t>
                </a:r>
              </a:p>
              <a:p>
                <a:pPr algn="ctr"/>
                <a:r>
                  <a:rPr lang="ru-RU" dirty="0"/>
                  <a:t>Номер первого неудачного 	испытания в схеме Бернулли с вероятностью успеха </a:t>
                </a:r>
                <a14:m>
                  <m:oMath xmlns:m="http://schemas.openxmlformats.org/officeDocument/2006/math">
                    <m:r>
                      <a:rPr lang="en-US" b="0" i="1" smtClean="0">
                        <a:latin typeface="Cambria Math" panose="02040503050406030204" pitchFamily="18" charset="0"/>
                      </a:rPr>
                      <m:t>𝑝</m:t>
                    </m:r>
                  </m:oMath>
                </a14:m>
                <a:r>
                  <a:rPr lang="en-US" dirty="0"/>
                  <a:t>.</a:t>
                </a:r>
              </a:p>
              <a:p>
                <a:pPr algn="just">
                  <a:spcAft>
                    <a:spcPts val="600"/>
                  </a:spcAft>
                </a:pPr>
                <a:r>
                  <a:rPr lang="ru-RU" b="1" dirty="0">
                    <a:solidFill>
                      <a:srgbClr val="3333FF"/>
                    </a:solidFill>
                  </a:rPr>
                  <a:t>Определение</a:t>
                </a:r>
                <a:r>
                  <a:rPr lang="ru-RU" dirty="0"/>
                  <a:t>: Говорят, что случайная величина </a:t>
                </a:r>
                <a14:m>
                  <m:oMath xmlns:m="http://schemas.openxmlformats.org/officeDocument/2006/math">
                    <m:r>
                      <a:rPr lang="en-US" b="0" i="1" smtClean="0">
                        <a:latin typeface="Cambria Math" panose="02040503050406030204" pitchFamily="18" charset="0"/>
                      </a:rPr>
                      <m:t>𝜉</m:t>
                    </m:r>
                  </m:oMath>
                </a14:m>
                <a:r>
                  <a:rPr lang="en-US" dirty="0"/>
                  <a:t> </a:t>
                </a:r>
                <a:r>
                  <a:rPr lang="ru-RU" dirty="0"/>
                  <a:t>имеет геометрическое распределение с параметрами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 </m:t>
                        </m:r>
                        <m:r>
                          <a:rPr lang="en-US" b="0" i="1" smtClean="0">
                            <a:latin typeface="Cambria Math" panose="02040503050406030204" pitchFamily="18" charset="0"/>
                          </a:rPr>
                          <m:t>1</m:t>
                        </m:r>
                      </m:e>
                    </m:d>
                    <m:r>
                      <a:rPr lang="en-US" b="0" i="1" smtClean="0">
                        <a:latin typeface="Cambria Math" panose="02040503050406030204" pitchFamily="18" charset="0"/>
                      </a:rPr>
                      <m:t>,</m:t>
                    </m:r>
                  </m:oMath>
                </a14:m>
                <a:r>
                  <a:rPr lang="en-US" dirty="0"/>
                  <a:t> </a:t>
                </a:r>
                <a:r>
                  <a:rPr lang="ru-RU" dirty="0"/>
                  <a:t>если </a:t>
                </a:r>
                <a14:m>
                  <m:oMath xmlns:m="http://schemas.openxmlformats.org/officeDocument/2006/math">
                    <m:r>
                      <a:rPr lang="en-US" i="1">
                        <a:latin typeface="Cambria Math" panose="02040503050406030204" pitchFamily="18" charset="0"/>
                      </a:rPr>
                      <m:t>𝜉</m:t>
                    </m:r>
                  </m:oMath>
                </a14:m>
                <a:r>
                  <a:rPr lang="en-US" dirty="0"/>
                  <a:t> </a:t>
                </a:r>
                <a:r>
                  <a:rPr lang="ru-RU" dirty="0"/>
                  <a:t>принимает значения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m:t>
                    </m:r>
                    <m:r>
                      <a:rPr lang="en-US" b="0" i="1" smtClean="0">
                        <a:latin typeface="Cambria Math" panose="02040503050406030204" pitchFamily="18" charset="0"/>
                      </a:rPr>
                      <m:t>1</m:t>
                    </m:r>
                    <m:r>
                      <a:rPr lang="en-US" b="0" i="1" smtClean="0">
                        <a:latin typeface="Cambria Math" panose="02040503050406030204" pitchFamily="18" charset="0"/>
                      </a:rPr>
                      <m:t>, </m:t>
                    </m:r>
                    <m:r>
                      <a:rPr lang="en-US" b="0" i="1" smtClean="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3</m:t>
                    </m:r>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t>
                </a:r>
                <a:r>
                  <a:rPr lang="ru-RU" dirty="0"/>
                  <a:t>с вероятностями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r>
                      <a:rPr lang="ru-RU" b="0" i="1" smtClean="0">
                        <a:latin typeface="Cambria Math" panose="02040503050406030204" pitchFamily="18" charset="0"/>
                      </a:rPr>
                      <m:t> </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e>
                        </m:d>
                        <m:r>
                          <a:rPr lang="en-US" b="0" i="1" smtClean="0">
                            <a:latin typeface="Cambria Math" panose="02040503050406030204" pitchFamily="18" charset="0"/>
                          </a:rPr>
                          <m:t>⋅</m:t>
                        </m:r>
                        <m:r>
                          <a:rPr lang="en-US" b="0" i="1" smtClean="0">
                            <a:latin typeface="Cambria Math" panose="02040503050406030204" pitchFamily="18" charset="0"/>
                          </a:rPr>
                          <m:t>𝑝</m:t>
                        </m:r>
                      </m:e>
                      <m:sup>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 </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1</m:t>
                        </m:r>
                      </m:sup>
                    </m:sSup>
                    <m:r>
                      <a:rPr lang="en-US" b="0" i="1" smtClean="0">
                        <a:latin typeface="Cambria Math" panose="02040503050406030204" pitchFamily="18" charset="0"/>
                      </a:rPr>
                      <m:t>⋅</m:t>
                    </m:r>
                    <m:r>
                      <a:rPr lang="en-US" b="0" i="1" smtClean="0">
                        <a:latin typeface="Cambria Math" panose="02040503050406030204" pitchFamily="18" charset="0"/>
                      </a:rPr>
                      <m:t>𝑞</m:t>
                    </m:r>
                  </m:oMath>
                </a14:m>
                <a:r>
                  <a:rPr lang="en-US" dirty="0"/>
                  <a:t>. </a:t>
                </a:r>
              </a:p>
              <a:p>
                <a:pPr algn="just">
                  <a:spcAft>
                    <a:spcPts val="600"/>
                  </a:spcAft>
                </a:pPr>
                <a:r>
                  <a:rPr lang="ru-RU" dirty="0"/>
                  <a:t>Математическое ожидание и дисперсия выводятся с помощью теории степенных рядов:</a:t>
                </a:r>
              </a:p>
              <a:p>
                <a:pPr algn="just">
                  <a:spcAft>
                    <a:spcPts val="600"/>
                  </a:spcAft>
                </a:pP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m:t>
                    </m:r>
                    <m:nary>
                      <m:naryPr>
                        <m:chr m:val="∑"/>
                        <m:supHide m:val="on"/>
                        <m:ctrlPr>
                          <a:rPr lang="en-US" i="1" smtClean="0">
                            <a:latin typeface="Cambria Math" panose="02040503050406030204" pitchFamily="18" charset="0"/>
                          </a:rPr>
                        </m:ctrlPr>
                      </m:naryPr>
                      <m:sub>
                        <m:r>
                          <a:rPr lang="en-US" i="1">
                            <a:latin typeface="Cambria Math" panose="02040503050406030204" pitchFamily="18" charset="0"/>
                          </a:rPr>
                          <m:t>𝑘</m:t>
                        </m:r>
                      </m:sub>
                      <m:sup/>
                      <m:e>
                        <m:r>
                          <a:rPr lang="en-US" b="0" i="1" smtClean="0">
                            <a:latin typeface="Cambria Math" panose="02040503050406030204" pitchFamily="18" charset="0"/>
                          </a:rPr>
                          <m:t>𝑘</m:t>
                        </m:r>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𝑘</m:t>
                                </m:r>
                              </m:sub>
                            </m:sSub>
                          </m:e>
                        </m:d>
                        <m:r>
                          <a:rPr lang="en-US" b="0" i="1" smtClean="0">
                            <a:latin typeface="Cambria Math" panose="02040503050406030204" pitchFamily="18" charset="0"/>
                          </a:rPr>
                          <m:t>=</m:t>
                        </m:r>
                      </m:e>
                    </m:nary>
                    <m:nary>
                      <m:naryPr>
                        <m:chr m:val="∑"/>
                        <m:supHide m:val="on"/>
                        <m:ctrlPr>
                          <a:rPr lang="en-US" b="1" i="1" smtClean="0">
                            <a:solidFill>
                              <a:srgbClr val="FF0000"/>
                            </a:solidFill>
                            <a:latin typeface="Cambria Math" panose="02040503050406030204" pitchFamily="18" charset="0"/>
                          </a:rPr>
                        </m:ctrlPr>
                      </m:naryPr>
                      <m:sub>
                        <m:r>
                          <a:rPr lang="en-US" b="1" i="1">
                            <a:solidFill>
                              <a:srgbClr val="FF0000"/>
                            </a:solidFill>
                            <a:latin typeface="Cambria Math" panose="02040503050406030204" pitchFamily="18" charset="0"/>
                          </a:rPr>
                          <m:t>𝒌</m:t>
                        </m:r>
                      </m:sub>
                      <m:sup/>
                      <m:e>
                        <m:r>
                          <a:rPr lang="en-US" b="1" i="1" smtClean="0">
                            <a:solidFill>
                              <a:srgbClr val="FF0000"/>
                            </a:solidFill>
                            <a:latin typeface="Cambria Math" panose="02040503050406030204" pitchFamily="18" charset="0"/>
                          </a:rPr>
                          <m:t>𝒌</m:t>
                        </m:r>
                        <m:r>
                          <a:rPr lang="en-US" b="1" i="1" smtClean="0">
                            <a:solidFill>
                              <a:srgbClr val="FF0000"/>
                            </a:solidFill>
                            <a:latin typeface="Cambria Math" panose="02040503050406030204" pitchFamily="18" charset="0"/>
                          </a:rPr>
                          <m:t>⋅</m:t>
                        </m:r>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𝒑</m:t>
                            </m:r>
                          </m:e>
                          <m:sup>
                            <m:r>
                              <a:rPr lang="en-US" b="1" i="1">
                                <a:solidFill>
                                  <a:srgbClr val="FF0000"/>
                                </a:solidFill>
                                <a:latin typeface="Cambria Math" panose="02040503050406030204" pitchFamily="18" charset="0"/>
                              </a:rPr>
                              <m:t>𝒌</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𝟏</m:t>
                            </m:r>
                          </m:sup>
                        </m:sSup>
                      </m:e>
                    </m:nary>
                  </m:oMath>
                </a14:m>
                <a:r>
                  <a:rPr lang="en-US" dirty="0"/>
                  <a:t>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𝑞</m:t>
                    </m:r>
                  </m:oMath>
                </a14:m>
                <a:r>
                  <a:rPr lang="en-US" b="1" dirty="0"/>
                  <a:t>, </a:t>
                </a:r>
                <a:r>
                  <a:rPr lang="ru-RU" dirty="0"/>
                  <a:t>выделенная </a:t>
                </a:r>
                <a:r>
                  <a:rPr lang="ru-RU" b="1" dirty="0">
                    <a:solidFill>
                      <a:srgbClr val="FF0000"/>
                    </a:solidFill>
                  </a:rPr>
                  <a:t>сумма</a:t>
                </a:r>
                <a:r>
                  <a:rPr lang="ru-RU" dirty="0"/>
                  <a:t> известна из теории степенных рядов </a:t>
                </a:r>
                <a14:m>
                  <m:oMath xmlns:m="http://schemas.openxmlformats.org/officeDocument/2006/math">
                    <m:nary>
                      <m:naryPr>
                        <m:chr m:val="∑"/>
                        <m:supHide m:val="on"/>
                        <m:ctrlPr>
                          <a:rPr lang="en-US" i="1" smtClean="0">
                            <a:solidFill>
                              <a:schemeClr val="tx1"/>
                            </a:solidFill>
                            <a:latin typeface="Cambria Math" panose="02040503050406030204" pitchFamily="18" charset="0"/>
                          </a:rPr>
                        </m:ctrlPr>
                      </m:naryPr>
                      <m:sub>
                        <m:r>
                          <a:rPr lang="en-US" b="0" i="1">
                            <a:solidFill>
                              <a:schemeClr val="tx1"/>
                            </a:solidFill>
                            <a:latin typeface="Cambria Math" panose="02040503050406030204" pitchFamily="18" charset="0"/>
                          </a:rPr>
                          <m:t>𝑘</m:t>
                        </m:r>
                      </m:sub>
                      <m:sup/>
                      <m:e>
                        <m:r>
                          <a:rPr lang="en-US" b="0" i="1">
                            <a:solidFill>
                              <a:schemeClr val="tx1"/>
                            </a:solidFill>
                            <a:latin typeface="Cambria Math" panose="02040503050406030204" pitchFamily="18" charset="0"/>
                          </a:rPr>
                          <m:t>𝑘</m:t>
                        </m:r>
                        <m:r>
                          <a:rPr lang="en-US" b="0"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𝑥</m:t>
                            </m:r>
                          </m:e>
                          <m:sup>
                            <m:r>
                              <a:rPr lang="en-US" b="0" i="1">
                                <a:solidFill>
                                  <a:schemeClr val="tx1"/>
                                </a:solidFill>
                                <a:latin typeface="Cambria Math" panose="02040503050406030204" pitchFamily="18" charset="0"/>
                              </a:rPr>
                              <m:t>𝑘</m:t>
                            </m:r>
                            <m:r>
                              <a:rPr lang="en-US" b="0" i="1">
                                <a:solidFill>
                                  <a:schemeClr val="tx1"/>
                                </a:solidFill>
                                <a:latin typeface="Cambria Math" panose="02040503050406030204" pitchFamily="18" charset="0"/>
                              </a:rPr>
                              <m:t>−</m:t>
                            </m:r>
                            <m:r>
                              <a:rPr lang="en-US" b="0" i="1">
                                <a:solidFill>
                                  <a:schemeClr val="tx1"/>
                                </a:solidFill>
                                <a:latin typeface="Cambria Math" panose="02040503050406030204" pitchFamily="18" charset="0"/>
                              </a:rPr>
                              <m:t>1</m:t>
                            </m:r>
                          </m:sup>
                        </m:sSup>
                      </m:e>
                    </m:nary>
                    <m:r>
                      <a:rPr lang="ru-RU"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𝑥</m:t>
                                </m:r>
                              </m:e>
                            </m:d>
                          </m:e>
                          <m:sup>
                            <m:r>
                              <a:rPr lang="en-US" b="0" i="1" smtClean="0">
                                <a:solidFill>
                                  <a:schemeClr val="tx1"/>
                                </a:solidFill>
                                <a:latin typeface="Cambria Math" panose="02040503050406030204" pitchFamily="18" charset="0"/>
                              </a:rPr>
                              <m:t>2</m:t>
                            </m:r>
                          </m:sup>
                        </m:sSup>
                      </m:den>
                    </m:f>
                    <m:r>
                      <a:rPr lang="ru-RU" b="0" i="1" smtClean="0">
                        <a:solidFill>
                          <a:schemeClr val="tx1"/>
                        </a:solidFill>
                        <a:latin typeface="Cambria Math" panose="02040503050406030204" pitchFamily="18" charset="0"/>
                      </a:rPr>
                      <m:t>,</m:t>
                    </m:r>
                  </m:oMath>
                </a14:m>
                <a:r>
                  <a:rPr lang="ru-RU" i="1" dirty="0"/>
                  <a:t> </a:t>
                </a:r>
                <a:r>
                  <a:rPr lang="ru-RU" dirty="0"/>
                  <a:t>при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&lt;</m:t>
                    </m:r>
                    <m:r>
                      <a:rPr lang="en-US" b="0" i="1" smtClean="0">
                        <a:latin typeface="Cambria Math" panose="02040503050406030204" pitchFamily="18" charset="0"/>
                      </a:rPr>
                      <m:t>1</m:t>
                    </m:r>
                  </m:oMath>
                </a14:m>
                <a:r>
                  <a:rPr lang="en-US" dirty="0"/>
                  <a:t>. </a:t>
                </a:r>
                <a:r>
                  <a:rPr lang="ru-RU" dirty="0"/>
                  <a:t>Подставив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dirty="0"/>
                  <a:t> </a:t>
                </a:r>
                <a:r>
                  <a:rPr lang="ru-RU" dirty="0"/>
                  <a:t>в исходное выражение, получим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e>
                            </m:d>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e>
                            </m:d>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𝑞</m:t>
                        </m:r>
                      </m:den>
                    </m:f>
                  </m:oMath>
                </a14:m>
                <a:r>
                  <a:rPr lang="en-US" dirty="0"/>
                  <a:t>.</a:t>
                </a:r>
              </a:p>
              <a:p>
                <a:pPr algn="just"/>
                <a:r>
                  <a:rPr lang="ru-RU" dirty="0"/>
                  <a:t>Для дисперсии нужно найти </a:t>
                </a:r>
                <a14:m>
                  <m:oMath xmlns:m="http://schemas.openxmlformats.org/officeDocument/2006/math">
                    <m:r>
                      <a:rPr lang="en-US" i="1">
                        <a:latin typeface="Cambria Math" panose="02040503050406030204" pitchFamily="18" charset="0"/>
                      </a:rPr>
                      <m:t>𝑀</m:t>
                    </m:r>
                    <m:sSup>
                      <m:sSupPr>
                        <m:ctrlPr>
                          <a:rPr lang="en-US" b="0" i="1" smtClean="0">
                            <a:latin typeface="Cambria Math" panose="02040503050406030204" pitchFamily="18" charset="0"/>
                          </a:rPr>
                        </m:ctrlPr>
                      </m:sSupPr>
                      <m:e>
                        <m:r>
                          <a:rPr lang="en-US" i="1">
                            <a:latin typeface="Cambria Math" panose="02040503050406030204" pitchFamily="18" charset="0"/>
                          </a:rPr>
                          <m:t>𝜉</m:t>
                        </m:r>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hr m:val="∑"/>
                        <m:supHide m:val="on"/>
                        <m:ctrlPr>
                          <a:rPr lang="en-US" b="1" i="1" smtClean="0">
                            <a:solidFill>
                              <a:srgbClr val="FF0000"/>
                            </a:solidFill>
                            <a:latin typeface="Cambria Math" panose="02040503050406030204" pitchFamily="18" charset="0"/>
                          </a:rPr>
                        </m:ctrlPr>
                      </m:naryPr>
                      <m:sub>
                        <m:r>
                          <a:rPr lang="en-US" b="1" i="1">
                            <a:solidFill>
                              <a:srgbClr val="FF0000"/>
                            </a:solidFill>
                            <a:latin typeface="Cambria Math" panose="02040503050406030204" pitchFamily="18" charset="0"/>
                          </a:rPr>
                          <m:t>𝒌</m:t>
                        </m:r>
                      </m:sub>
                      <m:sup/>
                      <m:e>
                        <m:sSup>
                          <m:sSupPr>
                            <m:ctrlPr>
                              <a:rPr lang="en-US" b="1" i="1" smtClean="0">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𝒌</m:t>
                            </m:r>
                          </m:e>
                          <m:sup>
                            <m:r>
                              <a:rPr lang="en-US" b="1" i="1" smtClean="0">
                                <a:solidFill>
                                  <a:srgbClr val="FF0000"/>
                                </a:solidFill>
                                <a:latin typeface="Cambria Math" panose="02040503050406030204" pitchFamily="18" charset="0"/>
                              </a:rPr>
                              <m:t>𝟐</m:t>
                            </m:r>
                          </m:sup>
                        </m:sSup>
                        <m:r>
                          <a:rPr lang="en-US" b="1" i="1">
                            <a:solidFill>
                              <a:srgbClr val="FF0000"/>
                            </a:solidFill>
                            <a:latin typeface="Cambria Math" panose="02040503050406030204" pitchFamily="18" charset="0"/>
                          </a:rPr>
                          <m:t>⋅</m:t>
                        </m:r>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𝒑</m:t>
                            </m:r>
                          </m:e>
                          <m:sup>
                            <m:r>
                              <a:rPr lang="en-US" b="1" i="1">
                                <a:solidFill>
                                  <a:srgbClr val="FF0000"/>
                                </a:solidFill>
                                <a:latin typeface="Cambria Math" panose="02040503050406030204" pitchFamily="18" charset="0"/>
                              </a:rPr>
                              <m:t>𝒌</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𝟏</m:t>
                            </m:r>
                          </m:sup>
                        </m:sSup>
                        <m:r>
                          <a:rPr lang="en-US" i="1">
                            <a:latin typeface="Cambria Math" panose="02040503050406030204" pitchFamily="18" charset="0"/>
                          </a:rPr>
                          <m:t>⋅</m:t>
                        </m:r>
                        <m:r>
                          <a:rPr lang="en-US" i="1">
                            <a:latin typeface="Cambria Math" panose="02040503050406030204" pitchFamily="18" charset="0"/>
                          </a:rPr>
                          <m:t>𝑞</m:t>
                        </m:r>
                      </m:e>
                    </m:nary>
                  </m:oMath>
                </a14:m>
                <a:r>
                  <a:rPr lang="en-US" dirty="0"/>
                  <a:t>.</a:t>
                </a:r>
                <a:r>
                  <a:rPr lang="en-US" b="1" dirty="0"/>
                  <a:t> </a:t>
                </a:r>
                <a:r>
                  <a:rPr lang="ru-RU" b="1" dirty="0"/>
                  <a:t> </a:t>
                </a:r>
                <a:r>
                  <a:rPr lang="ru-RU" dirty="0"/>
                  <a:t>Известно, что</a:t>
                </a:r>
                <a:r>
                  <a:rPr lang="en-US" dirty="0"/>
                  <a:t> </a:t>
                </a:r>
                <a14:m>
                  <m:oMath xmlns:m="http://schemas.openxmlformats.org/officeDocument/2006/math">
                    <m:nary>
                      <m:naryPr>
                        <m:chr m:val="∑"/>
                        <m:supHide m:val="on"/>
                        <m:ctrlPr>
                          <a:rPr lang="en-US" i="1">
                            <a:latin typeface="Cambria Math" panose="02040503050406030204" pitchFamily="18" charset="0"/>
                          </a:rPr>
                        </m:ctrlPr>
                      </m:naryPr>
                      <m:sub>
                        <m:r>
                          <a:rPr lang="en-US" i="1">
                            <a:latin typeface="Cambria Math" panose="02040503050406030204" pitchFamily="18" charset="0"/>
                          </a:rPr>
                          <m:t>𝑘</m:t>
                        </m:r>
                      </m:sub>
                      <m:sup/>
                      <m:e>
                        <m:sSup>
                          <m:sSupPr>
                            <m:ctrlPr>
                              <a:rPr lang="en-US" b="0" i="1" smtClean="0">
                                <a:latin typeface="Cambria Math" panose="02040503050406030204" pitchFamily="18" charset="0"/>
                              </a:rPr>
                            </m:ctrlPr>
                          </m:sSupPr>
                          <m:e>
                            <m:r>
                              <a:rPr lang="en-US" i="1">
                                <a:latin typeface="Cambria Math" panose="02040503050406030204" pitchFamily="18" charset="0"/>
                              </a:rPr>
                              <m:t>𝑘</m:t>
                            </m:r>
                          </m:e>
                          <m:sup>
                            <m:r>
                              <a:rPr lang="en-US" b="0" i="1" smtClean="0">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1</m:t>
                            </m:r>
                          </m:sup>
                        </m:sSup>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𝑥</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𝑥</m:t>
                                </m:r>
                              </m:e>
                            </m:d>
                          </m:e>
                          <m:sup>
                            <m:r>
                              <a:rPr lang="en-US" b="0" i="1" smtClean="0">
                                <a:latin typeface="Cambria Math" panose="02040503050406030204" pitchFamily="18" charset="0"/>
                              </a:rPr>
                              <m:t>3</m:t>
                            </m:r>
                          </m:sup>
                        </m:sSup>
                      </m:den>
                    </m:f>
                    <m:r>
                      <a:rPr lang="en-US" b="0" i="1" smtClean="0">
                        <a:latin typeface="Cambria Math" panose="02040503050406030204" pitchFamily="18" charset="0"/>
                      </a:rPr>
                      <m:t>,</m:t>
                    </m:r>
                  </m:oMath>
                </a14:m>
                <a:r>
                  <a:rPr lang="ru-RU" dirty="0"/>
                  <a:t> при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&lt;</m:t>
                    </m:r>
                    <m:r>
                      <a:rPr lang="en-US" i="1">
                        <a:latin typeface="Cambria Math" panose="02040503050406030204" pitchFamily="18" charset="0"/>
                      </a:rPr>
                      <m:t>1</m:t>
                    </m:r>
                  </m:oMath>
                </a14:m>
                <a:r>
                  <a:rPr lang="ru-RU" b="1" dirty="0"/>
                  <a:t>. </a:t>
                </a:r>
                <a:r>
                  <a:rPr lang="ru-RU" dirty="0"/>
                  <a:t>Подставив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𝑝</m:t>
                    </m:r>
                  </m:oMath>
                </a14:m>
                <a:r>
                  <a:rPr lang="en-US" dirty="0"/>
                  <a:t> </a:t>
                </a:r>
                <a:r>
                  <a:rPr lang="ru-RU" dirty="0"/>
                  <a:t>и умножив на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1</m:t>
                    </m:r>
                  </m:oMath>
                </a14:m>
                <a:r>
                  <a:rPr lang="en-US" b="1" dirty="0"/>
                  <a:t>, </a:t>
                </a:r>
                <a:r>
                  <a:rPr lang="ru-RU" dirty="0"/>
                  <a:t>получим </a:t>
                </a:r>
                <a14:m>
                  <m:oMath xmlns:m="http://schemas.openxmlformats.org/officeDocument/2006/math">
                    <m:r>
                      <a:rPr lang="en-US" i="1">
                        <a:latin typeface="Cambria Math" panose="02040503050406030204" pitchFamily="18" charset="0"/>
                      </a:rPr>
                      <m:t>𝑀</m:t>
                    </m:r>
                    <m:sSup>
                      <m:sSupPr>
                        <m:ctrlPr>
                          <a:rPr lang="en-US" i="1">
                            <a:latin typeface="Cambria Math" panose="02040503050406030204" pitchFamily="18" charset="0"/>
                          </a:rPr>
                        </m:ctrlPr>
                      </m:sSupPr>
                      <m:e>
                        <m:r>
                          <a:rPr lang="en-US" i="1">
                            <a:latin typeface="Cambria Math" panose="02040503050406030204" pitchFamily="18" charset="0"/>
                          </a:rPr>
                          <m:t>𝜉</m:t>
                        </m:r>
                      </m:e>
                      <m:sup>
                        <m:r>
                          <a:rPr lang="en-US" i="1">
                            <a:latin typeface="Cambria Math" panose="02040503050406030204" pitchFamily="18" charset="0"/>
                          </a:rPr>
                          <m:t>2</m:t>
                        </m:r>
                      </m:sup>
                    </m:sSup>
                    <m:r>
                      <a:rPr lang="ru-RU" b="0" i="1" smtClean="0">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e>
                        </m:d>
                        <m:r>
                          <a:rPr lang="en-US" b="0" i="1" smtClean="0">
                            <a:latin typeface="Cambria Math" panose="02040503050406030204" pitchFamily="18" charset="0"/>
                          </a:rPr>
                          <m:t>⋅(</m:t>
                        </m:r>
                        <m:r>
                          <a:rPr lang="en-US" i="1">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𝑝</m:t>
                                </m:r>
                              </m:e>
                            </m:d>
                          </m:e>
                          <m:sup>
                            <m:r>
                              <a:rPr lang="en-US" i="1">
                                <a:latin typeface="Cambria Math" panose="02040503050406030204" pitchFamily="18" charset="0"/>
                              </a:rPr>
                              <m:t>3</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e>
                            </m:d>
                          </m:e>
                          <m:sup>
                            <m:r>
                              <a:rPr lang="en-US" b="0" i="1" smtClean="0">
                                <a:latin typeface="Cambria Math" panose="02040503050406030204" pitchFamily="18" charset="0"/>
                              </a:rPr>
                              <m:t>2</m:t>
                            </m:r>
                          </m:sup>
                        </m:sSup>
                      </m:den>
                    </m:f>
                  </m:oMath>
                </a14:m>
                <a:r>
                  <a:rPr lang="en-US" dirty="0"/>
                  <a:t>. </a:t>
                </a:r>
                <a:r>
                  <a:rPr lang="ru-RU" dirty="0"/>
                  <a:t>Отсюда,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𝑀</m:t>
                            </m:r>
                            <m:r>
                              <a:rPr lang="en-US" b="0" i="1" smtClean="0">
                                <a:latin typeface="Cambria Math" panose="02040503050406030204" pitchFamily="18" charset="0"/>
                              </a:rPr>
                              <m:t>𝜉</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𝑝</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𝑝</m:t>
                                </m:r>
                              </m:e>
                            </m:d>
                          </m:e>
                          <m:sup>
                            <m:r>
                              <a:rPr lang="en-US" i="1">
                                <a:latin typeface="Cambria Math" panose="02040503050406030204" pitchFamily="18" charset="0"/>
                              </a:rPr>
                              <m:t>2</m:t>
                            </m:r>
                          </m:sup>
                        </m:sSup>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den>
                            </m:f>
                          </m:e>
                        </m:d>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e>
                            </m:d>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e>
                            </m:d>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r>
                              <a:rPr lang="en-US" b="0" i="1" smtClean="0">
                                <a:latin typeface="Cambria Math" panose="02040503050406030204" pitchFamily="18" charset="0"/>
                              </a:rPr>
                              <m:t>2</m:t>
                            </m:r>
                          </m:sup>
                        </m:sSup>
                      </m:den>
                    </m:f>
                  </m:oMath>
                </a14:m>
                <a:endParaRPr lang="ru-RU" dirty="0"/>
              </a:p>
              <a:p>
                <a:pPr algn="ctr"/>
                <a:endParaRPr lang="ru-RU" b="1" dirty="0"/>
              </a:p>
            </p:txBody>
          </p:sp>
        </mc:Choice>
        <mc:Fallback xmlns="">
          <p:sp>
            <p:nvSpPr>
              <p:cNvPr id="6" name="TextBox 5">
                <a:extLst>
                  <a:ext uri="{FF2B5EF4-FFF2-40B4-BE49-F238E27FC236}">
                    <a16:creationId xmlns:a16="http://schemas.microsoft.com/office/drawing/2014/main" id="{2C1CB1DD-DB50-140B-DB1A-19A8C8F72CCE}"/>
                  </a:ext>
                </a:extLst>
              </p:cNvPr>
              <p:cNvSpPr txBox="1">
                <a:spLocks noRot="1" noChangeAspect="1" noMove="1" noResize="1" noEditPoints="1" noAdjustHandles="1" noChangeArrowheads="1" noChangeShapeType="1" noTextEdit="1"/>
              </p:cNvSpPr>
              <p:nvPr/>
            </p:nvSpPr>
            <p:spPr>
              <a:xfrm>
                <a:off x="0" y="419100"/>
                <a:ext cx="9144000" cy="4763099"/>
              </a:xfrm>
              <a:prstGeom prst="rect">
                <a:avLst/>
              </a:prstGeom>
              <a:blipFill>
                <a:blip r:embed="rId4"/>
                <a:stretch>
                  <a:fillRect l="-533" t="-768" r="-533"/>
                </a:stretch>
              </a:blipFill>
            </p:spPr>
            <p:txBody>
              <a:bodyPr/>
              <a:lstStyle/>
              <a:p>
                <a:r>
                  <a:rPr lang="ru-RU">
                    <a:noFill/>
                  </a:rPr>
                  <a:t> </a:t>
                </a:r>
              </a:p>
            </p:txBody>
          </p:sp>
        </mc:Fallback>
      </mc:AlternateContent>
      <p:pic>
        <p:nvPicPr>
          <p:cNvPr id="10" name="Рисунок 9">
            <a:extLst>
              <a:ext uri="{FF2B5EF4-FFF2-40B4-BE49-F238E27FC236}">
                <a16:creationId xmlns:a16="http://schemas.microsoft.com/office/drawing/2014/main" id="{181FDF8B-3406-73E1-7A1F-860DA7F7FE58}"/>
              </a:ext>
            </a:extLst>
          </p:cNvPr>
          <p:cNvPicPr>
            <a:picLocks noChangeAspect="1"/>
          </p:cNvPicPr>
          <p:nvPr/>
        </p:nvPicPr>
        <p:blipFill>
          <a:blip r:embed="rId3"/>
          <a:srcRect b="50509"/>
          <a:stretch>
            <a:fillRect/>
          </a:stretch>
        </p:blipFill>
        <p:spPr>
          <a:xfrm>
            <a:off x="68942" y="4900986"/>
            <a:ext cx="4503058" cy="1749049"/>
          </a:xfrm>
          <a:prstGeom prst="rect">
            <a:avLst/>
          </a:prstGeom>
        </p:spPr>
      </p:pic>
    </p:spTree>
    <p:extLst>
      <p:ext uri="{BB962C8B-B14F-4D97-AF65-F5344CB8AC3E}">
        <p14:creationId xmlns:p14="http://schemas.microsoft.com/office/powerpoint/2010/main" val="2862797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B96F70E9-00F4-8B81-98A0-80244EC37A8E}"/>
              </a:ext>
            </a:extLst>
          </p:cNvPr>
          <p:cNvSpPr>
            <a:spLocks noGrp="1"/>
          </p:cNvSpPr>
          <p:nvPr>
            <p:ph type="sldNum" sz="quarter" idx="12"/>
          </p:nvPr>
        </p:nvSpPr>
        <p:spPr/>
        <p:txBody>
          <a:bodyPr/>
          <a:lstStyle/>
          <a:p>
            <a:fld id="{CC173F88-3387-453B-9303-AC0210B95CB8}" type="slidenum">
              <a:rPr lang="ru-RU" smtClean="0"/>
              <a:pPr/>
              <a:t>15</a:t>
            </a:fld>
            <a:endParaRPr lang="ru-RU" dirty="0"/>
          </a:p>
        </p:txBody>
      </p:sp>
      <p:sp>
        <p:nvSpPr>
          <p:cNvPr id="5" name="Прямоугольник 4">
            <a:extLst>
              <a:ext uri="{FF2B5EF4-FFF2-40B4-BE49-F238E27FC236}">
                <a16:creationId xmlns:a16="http://schemas.microsoft.com/office/drawing/2014/main" id="{DF9CC439-E91D-4796-45F8-6B1A078AB38D}"/>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дискретные 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E9F5C7F-2B1E-45A4-DDC6-0A242AC0B734}"/>
                  </a:ext>
                </a:extLst>
              </p:cNvPr>
              <p:cNvSpPr txBox="1"/>
              <p:nvPr/>
            </p:nvSpPr>
            <p:spPr>
              <a:xfrm>
                <a:off x="0" y="419100"/>
                <a:ext cx="9144000" cy="5287473"/>
              </a:xfrm>
              <a:prstGeom prst="rect">
                <a:avLst/>
              </a:prstGeom>
              <a:noFill/>
            </p:spPr>
            <p:txBody>
              <a:bodyPr wrap="square" rtlCol="0">
                <a:spAutoFit/>
              </a:bodyPr>
              <a:lstStyle/>
              <a:p>
                <a:pPr algn="ctr"/>
                <a:r>
                  <a:rPr lang="ru-RU" b="1" dirty="0">
                    <a:solidFill>
                      <a:srgbClr val="006400"/>
                    </a:solidFill>
                  </a:rPr>
                  <a:t>Гипергеометрическое распределение</a:t>
                </a:r>
              </a:p>
              <a:p>
                <a:pPr algn="ctr"/>
                <a:r>
                  <a:rPr lang="ru-RU" dirty="0"/>
                  <a:t> Испытания без возвращения с оценкой вероятности количества успешных выборок из совокупности с заранее известным количеством успехов и неудач</a:t>
                </a:r>
                <a:r>
                  <a:rPr lang="en-US" dirty="0"/>
                  <a:t>.</a:t>
                </a:r>
              </a:p>
              <a:p>
                <a:pPr algn="just">
                  <a:spcAft>
                    <a:spcPts val="600"/>
                  </a:spcAft>
                </a:pPr>
                <a:r>
                  <a:rPr lang="ru-RU" b="1" dirty="0">
                    <a:solidFill>
                      <a:srgbClr val="3333FF"/>
                    </a:solidFill>
                  </a:rPr>
                  <a:t>Определение</a:t>
                </a:r>
                <a:r>
                  <a:rPr lang="ru-RU" dirty="0"/>
                  <a:t>: Говорят, что случайная величина </a:t>
                </a:r>
                <a14:m>
                  <m:oMath xmlns:m="http://schemas.openxmlformats.org/officeDocument/2006/math">
                    <m:r>
                      <a:rPr lang="en-US" b="0" i="1" smtClean="0">
                        <a:latin typeface="Cambria Math" panose="02040503050406030204" pitchFamily="18" charset="0"/>
                      </a:rPr>
                      <m:t>𝜉</m:t>
                    </m:r>
                  </m:oMath>
                </a14:m>
                <a:r>
                  <a:rPr lang="en-US" dirty="0"/>
                  <a:t> </a:t>
                </a:r>
                <a:r>
                  <a:rPr lang="ru-RU" dirty="0"/>
                  <a:t>имеет гипергеометрическое распределение с параметрами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 и </m:t>
                    </m:r>
                    <m:r>
                      <a:rPr lang="en-US" b="0" i="1" smtClean="0">
                        <a:latin typeface="Cambria Math" panose="02040503050406030204" pitchFamily="18" charset="0"/>
                      </a:rPr>
                      <m:t>𝑀</m:t>
                    </m:r>
                    <m:r>
                      <a:rPr lang="en-US" b="0" i="1" smtClean="0">
                        <a:latin typeface="Cambria Math" panose="02040503050406030204" pitchFamily="18" charset="0"/>
                      </a:rPr>
                      <m:t>,</m:t>
                    </m:r>
                  </m:oMath>
                </a14:m>
                <a:r>
                  <a:rPr lang="en-US" dirty="0"/>
                  <a:t> </a:t>
                </a:r>
                <a:r>
                  <a:rPr lang="ru-RU" dirty="0"/>
                  <a:t>где </a:t>
                </a:r>
                <a14:m>
                  <m:oMath xmlns:m="http://schemas.openxmlformats.org/officeDocument/2006/math">
                    <m:r>
                      <a:rPr lang="en-US" i="1">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oMath>
                </a14:m>
                <a:r>
                  <a:rPr lang="en-US" dirty="0"/>
                  <a:t> </a:t>
                </a:r>
                <a:r>
                  <a:rPr lang="ru-RU" dirty="0"/>
                  <a:t>если </a:t>
                </a:r>
                <a14:m>
                  <m:oMath xmlns:m="http://schemas.openxmlformats.org/officeDocument/2006/math">
                    <m:r>
                      <a:rPr lang="en-US" i="1">
                        <a:latin typeface="Cambria Math" panose="02040503050406030204" pitchFamily="18" charset="0"/>
                      </a:rPr>
                      <m:t>𝜉</m:t>
                    </m:r>
                  </m:oMath>
                </a14:m>
                <a:r>
                  <a:rPr lang="en-US" dirty="0"/>
                  <a:t> </a:t>
                </a:r>
                <a:r>
                  <a:rPr lang="ru-RU" dirty="0"/>
                  <a:t>принимает целые значения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dirty="0"/>
                  <a:t> </a:t>
                </a:r>
                <a:r>
                  <a:rPr lang="ru-RU" dirty="0"/>
                  <a:t>такие, что </a:t>
                </a:r>
                <a14:m>
                  <m:oMath xmlns:m="http://schemas.openxmlformats.org/officeDocument/2006/math">
                    <m:r>
                      <a:rPr lang="en-US" b="0" i="0" smtClean="0">
                        <a:latin typeface="Cambria Math" panose="02040503050406030204" pitchFamily="18" charset="0"/>
                      </a:rPr>
                      <m:t>0</m:t>
                    </m:r>
                    <m:r>
                      <a:rPr lang="en-US" b="0" i="1" smtClean="0">
                        <a:latin typeface="Cambria Math" panose="02040503050406030204" pitchFamily="18" charset="0"/>
                      </a:rPr>
                      <m:t>≤</m:t>
                    </m:r>
                    <m:r>
                      <a:rPr lang="en-US" i="1">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 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𝑀</m:t>
                    </m:r>
                  </m:oMath>
                </a14:m>
                <a:r>
                  <a:rPr lang="ru-RU" dirty="0"/>
                  <a:t> с вероятностями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𝑀</m:t>
                            </m:r>
                          </m:sub>
                          <m:sup>
                            <m:r>
                              <a:rPr lang="en-US" b="0" i="1" smtClean="0">
                                <a:latin typeface="Cambria Math" panose="02040503050406030204" pitchFamily="18" charset="0"/>
                              </a:rPr>
                              <m:t>𝑘</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𝑀</m:t>
                            </m:r>
                          </m:sub>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sup>
                        </m:sSubSup>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𝑁</m:t>
                            </m:r>
                          </m:sub>
                          <m:sup>
                            <m:r>
                              <a:rPr lang="en-US" b="0" i="1" smtClean="0">
                                <a:latin typeface="Cambria Math" panose="02040503050406030204" pitchFamily="18" charset="0"/>
                              </a:rPr>
                              <m:t>𝑛</m:t>
                            </m:r>
                          </m:sup>
                        </m:sSubSup>
                      </m:den>
                    </m:f>
                  </m:oMath>
                </a14:m>
                <a:r>
                  <a:rPr lang="en-US" dirty="0"/>
                  <a:t>.</a:t>
                </a:r>
              </a:p>
              <a:p>
                <a:pPr algn="just">
                  <a:spcAft>
                    <a:spcPts val="600"/>
                  </a:spcAft>
                </a:pPr>
                <a:r>
                  <a:rPr lang="ru-RU" dirty="0"/>
                  <a:t>Выведем формулы мат. Ожидания и дисперсии с использованием индикаторной функции на примере корзины с черными </a:t>
                </a:r>
                <a:r>
                  <a:rPr lang="en-US" dirty="0"/>
                  <a:t>(</a:t>
                </a:r>
                <a14:m>
                  <m:oMath xmlns:m="http://schemas.openxmlformats.org/officeDocument/2006/math">
                    <m:r>
                      <a:rPr lang="en-US" b="0" i="1" smtClean="0">
                        <a:latin typeface="Cambria Math" panose="02040503050406030204" pitchFamily="18" charset="0"/>
                      </a:rPr>
                      <m:t>𝑁</m:t>
                    </m:r>
                  </m:oMath>
                </a14:m>
                <a:r>
                  <a:rPr lang="en-US" dirty="0"/>
                  <a:t>)</a:t>
                </a:r>
                <a:r>
                  <a:rPr lang="ru-RU" dirty="0"/>
                  <a:t> и </a:t>
                </a:r>
                <a:r>
                  <a:rPr lang="ru-RU" dirty="0" err="1"/>
                  <a:t>НЕбелыми</a:t>
                </a:r>
                <a:r>
                  <a:rPr lang="en-US" dirty="0"/>
                  <a:t> (</a:t>
                </a:r>
                <a14:m>
                  <m:oMath xmlns:m="http://schemas.openxmlformats.org/officeDocument/2006/math">
                    <m:r>
                      <a:rPr lang="en-US" i="1" dirty="0" smtClean="0">
                        <a:latin typeface="Cambria Math" panose="02040503050406030204" pitchFamily="18" charset="0"/>
                      </a:rPr>
                      <m:t>𝑀</m:t>
                    </m:r>
                  </m:oMath>
                </a14:m>
                <a:r>
                  <a:rPr lang="en-US" dirty="0"/>
                  <a:t>)</a:t>
                </a:r>
                <a:r>
                  <a:rPr lang="ru-RU" dirty="0"/>
                  <a:t> шарами</a:t>
                </a:r>
                <a:r>
                  <a:rPr lang="en-US" dirty="0"/>
                  <a:t>. </a:t>
                </a:r>
                <a:endParaRPr lang="ru-RU" dirty="0"/>
              </a:p>
              <a:p>
                <a:pPr algn="just">
                  <a:spcAft>
                    <a:spcPts val="600"/>
                  </a:spcAft>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1,  </m:t>
                            </m:r>
                            <m:r>
                              <a:rPr lang="ru-RU" i="1">
                                <a:latin typeface="Cambria Math" panose="02040503050406030204" pitchFamily="18" charset="0"/>
                              </a:rPr>
                              <m:t>если </m:t>
                            </m:r>
                            <m:r>
                              <a:rPr lang="en-US" i="1">
                                <a:latin typeface="Cambria Math" panose="02040503050406030204" pitchFamily="18" charset="0"/>
                              </a:rPr>
                              <m:t>𝑗</m:t>
                            </m:r>
                            <m:r>
                              <a:rPr lang="en-US" i="1">
                                <a:latin typeface="Cambria Math" panose="02040503050406030204" pitchFamily="18" charset="0"/>
                              </a:rPr>
                              <m:t>−ый шар белый, </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r>
                                  <a:rPr lang="en-US" i="1">
                                    <a:latin typeface="Cambria Math" panose="02040503050406030204" pitchFamily="18" charset="0"/>
                                  </a:rPr>
                                  <m:t>=</m:t>
                                </m:r>
                                <m:r>
                                  <a:rPr lang="ru-RU" i="1">
                                    <a:latin typeface="Cambria Math" panose="02040503050406030204" pitchFamily="18" charset="0"/>
                                  </a:rPr>
                                  <m:t>1</m:t>
                                </m:r>
                              </m:e>
                            </m:d>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𝑀</m:t>
                                </m:r>
                              </m:num>
                              <m:den>
                                <m:r>
                                  <a:rPr lang="en-US" b="0" i="1" smtClean="0">
                                    <a:latin typeface="Cambria Math" panose="02040503050406030204" pitchFamily="18" charset="0"/>
                                  </a:rPr>
                                  <m:t>𝑁</m:t>
                                </m:r>
                              </m:den>
                            </m:f>
                            <m:r>
                              <a:rPr lang="ru-RU" i="1">
                                <a:latin typeface="Cambria Math" panose="02040503050406030204" pitchFamily="18" charset="0"/>
                              </a:rPr>
                              <m:t>                  </m:t>
                            </m:r>
                          </m:e>
                          <m:e>
                            <m:r>
                              <a:rPr lang="ru-RU" i="1">
                                <a:latin typeface="Cambria Math" panose="02040503050406030204" pitchFamily="18" charset="0"/>
                              </a:rPr>
                              <m:t>0</m:t>
                            </m:r>
                            <m:r>
                              <a:rPr lang="en-US" i="1">
                                <a:latin typeface="Cambria Math" panose="02040503050406030204" pitchFamily="18" charset="0"/>
                              </a:rPr>
                              <m:t>,  </m:t>
                            </m:r>
                            <m:r>
                              <a:rPr lang="ru-RU" i="1">
                                <a:latin typeface="Cambria Math" panose="02040503050406030204" pitchFamily="18" charset="0"/>
                              </a:rPr>
                              <m:t>если </m:t>
                            </m:r>
                            <m:r>
                              <a:rPr lang="en-US" i="1">
                                <a:latin typeface="Cambria Math" panose="02040503050406030204" pitchFamily="18" charset="0"/>
                              </a:rPr>
                              <m:t>𝑗</m:t>
                            </m:r>
                            <m:r>
                              <a:rPr lang="en-US" i="1">
                                <a:latin typeface="Cambria Math" panose="02040503050406030204" pitchFamily="18" charset="0"/>
                              </a:rPr>
                              <m:t>−ый шар не белый, </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r>
                                  <a:rPr lang="en-US" i="1">
                                    <a:latin typeface="Cambria Math" panose="02040503050406030204" pitchFamily="18" charset="0"/>
                                  </a:rPr>
                                  <m:t>=0</m:t>
                                </m:r>
                              </m:e>
                            </m:d>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𝑀</m:t>
                                </m:r>
                              </m:num>
                              <m:den>
                                <m:r>
                                  <a:rPr lang="en-US" b="0" i="1" smtClean="0">
                                    <a:latin typeface="Cambria Math" panose="02040503050406030204" pitchFamily="18" charset="0"/>
                                  </a:rPr>
                                  <m:t>𝑁</m:t>
                                </m:r>
                              </m:den>
                            </m:f>
                            <m:r>
                              <a:rPr lang="en-US" b="0" i="1" smtClean="0">
                                <a:latin typeface="Cambria Math" panose="02040503050406030204" pitchFamily="18" charset="0"/>
                              </a:rPr>
                              <m:t>       </m:t>
                            </m:r>
                          </m:e>
                        </m:eqArr>
                        <m:r>
                          <a:rPr lang="en-US" i="1">
                            <a:latin typeface="Cambria Math" panose="02040503050406030204" pitchFamily="18" charset="0"/>
                          </a:rPr>
                          <m:t>,  </m:t>
                        </m:r>
                        <m:r>
                          <a:rPr lang="en-US" i="1">
                            <a:latin typeface="Cambria Math" panose="02040503050406030204" pitchFamily="18" charset="0"/>
                          </a:rPr>
                          <m:t>𝜉</m:t>
                        </m:r>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e>
                        </m:nary>
                        <m:r>
                          <m:rPr>
                            <m:nor/>
                          </m:rPr>
                          <a:rPr lang="ru-RU" dirty="0"/>
                          <m:t> </m:t>
                        </m:r>
                      </m:e>
                    </m:d>
                  </m:oMath>
                </a14:m>
                <a:r>
                  <a:rPr lang="en-US" dirty="0"/>
                  <a:t> </a:t>
                </a:r>
              </a:p>
              <a:p>
                <a:pPr algn="just">
                  <a:spcAft>
                    <a:spcPts val="600"/>
                  </a:spcAft>
                </a:pPr>
                <a14:m>
                  <m:oMath xmlns:m="http://schemas.openxmlformats.org/officeDocument/2006/math">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 </m:t>
                        </m:r>
                      </m:sup>
                    </m:sSup>
                    <m:r>
                      <a:rPr lang="en-US" b="0" i="1" smtClean="0">
                        <a:latin typeface="Cambria Math" panose="02040503050406030204" pitchFamily="18" charset="0"/>
                      </a:rPr>
                      <m:t>=</m:t>
                    </m:r>
                    <m:r>
                      <a:rPr lang="en-US" b="0" i="1" smtClean="0">
                        <a:latin typeface="Cambria Math" panose="02040503050406030204" pitchFamily="18" charset="0"/>
                      </a:rPr>
                      <m:t>𝑀</m:t>
                    </m:r>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𝑗</m:t>
                                </m:r>
                              </m:sub>
                            </m:sSub>
                          </m:e>
                        </m:nary>
                      </m:e>
                    </m:d>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b="0" i="1" smtClean="0">
                                <a:latin typeface="Cambria Math" panose="02040503050406030204" pitchFamily="18" charset="0"/>
                              </a:rPr>
                              <m:t>𝑀</m:t>
                            </m:r>
                            <m:r>
                              <a:rPr lang="en-US" i="1">
                                <a:latin typeface="Cambria Math" panose="02040503050406030204" pitchFamily="18" charset="0"/>
                              </a:rPr>
                              <m:t>𝐼</m:t>
                            </m:r>
                          </m:e>
                          <m:sub>
                            <m:r>
                              <a:rPr lang="en-US" i="1">
                                <a:latin typeface="Cambria Math" panose="02040503050406030204" pitchFamily="18" charset="0"/>
                              </a:rPr>
                              <m:t>𝑗</m:t>
                            </m:r>
                          </m:sub>
                        </m:sSub>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f>
                                  <m:fPr>
                                    <m:ctrlPr>
                                      <a:rPr lang="en-US" b="0" i="1" smtClean="0">
                                        <a:latin typeface="Cambria Math" panose="02040503050406030204" pitchFamily="18" charset="0"/>
                                      </a:rPr>
                                    </m:ctrlPr>
                                  </m:fPr>
                                  <m:num>
                                    <m:r>
                                      <a:rPr lang="en-US" b="0" i="1" smtClean="0">
                                        <a:latin typeface="Cambria Math" panose="02040503050406030204" pitchFamily="18" charset="0"/>
                                      </a:rPr>
                                      <m:t>𝑀</m:t>
                                    </m:r>
                                  </m:num>
                                  <m:den>
                                    <m:r>
                                      <a:rPr lang="en-US" b="0" i="1" smtClean="0">
                                        <a:latin typeface="Cambria Math" panose="02040503050406030204" pitchFamily="18" charset="0"/>
                                      </a:rPr>
                                      <m:t>𝑁</m:t>
                                    </m:r>
                                  </m:den>
                                </m:f>
                                <m:r>
                                  <a:rPr lang="en-US" b="0" i="1" smtClean="0">
                                    <a:latin typeface="Cambria Math" panose="02040503050406030204" pitchFamily="18" charset="0"/>
                                  </a:rPr>
                                  <m:t>=</m:t>
                                </m:r>
                                <m:r>
                                  <a:rPr lang="en-US" b="0" i="1" smtClean="0">
                                    <a:latin typeface="Cambria Math" panose="02040503050406030204" pitchFamily="18" charset="0"/>
                                  </a:rPr>
                                  <m:t>𝑛</m:t>
                                </m:r>
                                <m:f>
                                  <m:fPr>
                                    <m:ctrlPr>
                                      <a:rPr lang="en-US" b="0" i="1" smtClean="0">
                                        <a:latin typeface="Cambria Math" panose="02040503050406030204" pitchFamily="18" charset="0"/>
                                      </a:rPr>
                                    </m:ctrlPr>
                                  </m:fPr>
                                  <m:num>
                                    <m:r>
                                      <a:rPr lang="en-US" b="0" i="1" smtClean="0">
                                        <a:latin typeface="Cambria Math" panose="02040503050406030204" pitchFamily="18" charset="0"/>
                                      </a:rPr>
                                      <m:t>𝑀</m:t>
                                    </m:r>
                                  </m:num>
                                  <m:den>
                                    <m:r>
                                      <a:rPr lang="en-US" b="0" i="1" smtClean="0">
                                        <a:latin typeface="Cambria Math" panose="02040503050406030204" pitchFamily="18" charset="0"/>
                                      </a:rPr>
                                      <m:t>𝑁</m:t>
                                    </m:r>
                                  </m:den>
                                </m:f>
                              </m:e>
                              <m:sub>
                                <m:r>
                                  <a:rPr lang="en-US" b="0" i="1" smtClean="0">
                                    <a:latin typeface="Cambria Math" panose="02040503050406030204" pitchFamily="18" charset="0"/>
                                  </a:rPr>
                                  <m:t> </m:t>
                                </m:r>
                              </m:sub>
                            </m:sSub>
                          </m:e>
                        </m:nary>
                      </m:e>
                    </m:nary>
                  </m:oMath>
                </a14:m>
                <a:r>
                  <a:rPr lang="en-US" dirty="0"/>
                  <a:t>. </a:t>
                </a:r>
              </a:p>
              <a:p>
                <a:pPr algn="just">
                  <a:spcAft>
                    <a:spcPts val="600"/>
                  </a:spcAft>
                </a:pPr>
                <a:r>
                  <a:rPr lang="ru-RU" dirty="0"/>
                  <a:t>Для дисперсии нужно найти</a:t>
                </a:r>
                <a:r>
                  <a:rPr lang="en-US" dirty="0"/>
                  <a:t> </a:t>
                </a:r>
                <a14:m>
                  <m:oMath xmlns:m="http://schemas.openxmlformats.org/officeDocument/2006/math">
                    <m:r>
                      <a:rPr lang="en-US" i="1" dirty="0" smtClean="0">
                        <a:latin typeface="Cambria Math" panose="02040503050406030204" pitchFamily="18" charset="0"/>
                      </a:rPr>
                      <m:t>𝑀</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𝜉</m:t>
                        </m:r>
                      </m:e>
                      <m:sup>
                        <m:r>
                          <a:rPr lang="en-US" i="1" dirty="0" smtClean="0">
                            <a:latin typeface="Cambria Math" panose="02040503050406030204" pitchFamily="18" charset="0"/>
                          </a:rPr>
                          <m:t>2</m:t>
                        </m:r>
                      </m:sup>
                    </m:sSup>
                    <m:r>
                      <a:rPr lang="en-US" i="1" dirty="0" smtClean="0">
                        <a:latin typeface="Cambria Math" panose="02040503050406030204" pitchFamily="18" charset="0"/>
                      </a:rPr>
                      <m:t>=</m:t>
                    </m:r>
                    <m:r>
                      <a:rPr lang="en-US" i="1" dirty="0" smtClean="0">
                        <a:latin typeface="Cambria Math" panose="02040503050406030204" pitchFamily="18" charset="0"/>
                      </a:rPr>
                      <m:t>𝑀</m:t>
                    </m:r>
                    <m:sSup>
                      <m:sSupPr>
                        <m:ctrlPr>
                          <a:rPr lang="en-US" i="1" dirty="0" smtClean="0">
                            <a:latin typeface="Cambria Math" panose="02040503050406030204" pitchFamily="18" charset="0"/>
                          </a:rPr>
                        </m:ctrlPr>
                      </m:sSupPr>
                      <m:e>
                        <m:d>
                          <m:dPr>
                            <m:ctrlPr>
                              <a:rPr lang="en-US" i="1" dirty="0" smtClean="0">
                                <a:latin typeface="Cambria Math" panose="02040503050406030204" pitchFamily="18" charset="0"/>
                              </a:rPr>
                            </m:ctrlPr>
                          </m:dPr>
                          <m:e>
                            <m:nary>
                              <m:naryPr>
                                <m:chr m:val="∑"/>
                                <m:ctrlPr>
                                  <a:rPr lang="en-US" i="1" dirty="0" smtClean="0">
                                    <a:latin typeface="Cambria Math" panose="02040503050406030204" pitchFamily="18" charset="0"/>
                                  </a:rPr>
                                </m:ctrlPr>
                              </m:naryPr>
                              <m:sub>
                                <m:r>
                                  <a:rPr lang="en-US" i="1" dirty="0" smtClean="0">
                                    <a:latin typeface="Cambria Math" panose="02040503050406030204" pitchFamily="18" charset="0"/>
                                  </a:rPr>
                                  <m:t>𝑗</m:t>
                                </m:r>
                                <m:r>
                                  <a:rPr lang="en-US" i="1" dirty="0" smtClean="0">
                                    <a:latin typeface="Cambria Math" panose="02040503050406030204" pitchFamily="18" charset="0"/>
                                  </a:rPr>
                                  <m:t>=1</m:t>
                                </m:r>
                              </m:sub>
                              <m:sup>
                                <m:r>
                                  <a:rPr lang="en-US" i="1" dirty="0" smtClean="0">
                                    <a:latin typeface="Cambria Math" panose="02040503050406030204" pitchFamily="18" charset="0"/>
                                  </a:rPr>
                                  <m:t>𝑛</m:t>
                                </m:r>
                              </m:sup>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smtClean="0">
                                        <a:latin typeface="Cambria Math" panose="02040503050406030204" pitchFamily="18" charset="0"/>
                                      </a:rPr>
                                      <m:t>𝑗</m:t>
                                    </m:r>
                                  </m:sub>
                                </m:sSub>
                              </m:e>
                            </m:nary>
                          </m:e>
                        </m:d>
                      </m:e>
                      <m:sup>
                        <m:r>
                          <a:rPr lang="en-US" i="1" dirty="0" smtClean="0">
                            <a:latin typeface="Cambria Math" panose="02040503050406030204" pitchFamily="18" charset="0"/>
                          </a:rPr>
                          <m:t>2</m:t>
                        </m:r>
                      </m:sup>
                    </m:sSup>
                    <m:r>
                      <a:rPr lang="en-US" i="1" dirty="0" smtClean="0">
                        <a:latin typeface="Cambria Math" panose="02040503050406030204" pitchFamily="18" charset="0"/>
                      </a:rPr>
                      <m:t>=</m:t>
                    </m:r>
                    <m:r>
                      <a:rPr lang="en-US" i="1" dirty="0" smtClean="0">
                        <a:latin typeface="Cambria Math" panose="02040503050406030204" pitchFamily="18" charset="0"/>
                      </a:rPr>
                      <m:t>𝑀</m:t>
                    </m:r>
                    <m:d>
                      <m:dPr>
                        <m:ctrlPr>
                          <a:rPr lang="en-US" i="1" dirty="0" smtClean="0">
                            <a:latin typeface="Cambria Math" panose="02040503050406030204" pitchFamily="18" charset="0"/>
                          </a:rPr>
                        </m:ctrlPr>
                      </m:dPr>
                      <m:e>
                        <m:nary>
                          <m:naryPr>
                            <m:chr m:val="∑"/>
                            <m:ctrlPr>
                              <a:rPr lang="en-US" i="1" dirty="0" smtClean="0">
                                <a:latin typeface="Cambria Math" panose="02040503050406030204" pitchFamily="18" charset="0"/>
                              </a:rPr>
                            </m:ctrlPr>
                          </m:naryPr>
                          <m:sub>
                            <m:r>
                              <a:rPr lang="en-US" i="1" dirty="0" smtClean="0">
                                <a:latin typeface="Cambria Math" panose="02040503050406030204" pitchFamily="18" charset="0"/>
                              </a:rPr>
                              <m:t>𝑗</m:t>
                            </m:r>
                            <m:r>
                              <a:rPr lang="en-US" i="1" dirty="0" smtClean="0">
                                <a:latin typeface="Cambria Math" panose="02040503050406030204" pitchFamily="18" charset="0"/>
                              </a:rPr>
                              <m:t>=1</m:t>
                            </m:r>
                          </m:sub>
                          <m:sup>
                            <m:r>
                              <a:rPr lang="en-US" i="1" dirty="0" smtClean="0">
                                <a:latin typeface="Cambria Math" panose="02040503050406030204" pitchFamily="18" charset="0"/>
                              </a:rPr>
                              <m:t>𝑛</m:t>
                            </m:r>
                          </m:sup>
                          <m:e>
                            <m:sSubSup>
                              <m:sSubSupPr>
                                <m:ctrlPr>
                                  <a:rPr lang="en-US" i="1" dirty="0" smtClean="0">
                                    <a:latin typeface="Cambria Math" panose="02040503050406030204" pitchFamily="18" charset="0"/>
                                  </a:rPr>
                                </m:ctrlPr>
                              </m:sSubSupPr>
                              <m:e>
                                <m:r>
                                  <a:rPr lang="en-US" i="1" dirty="0" smtClean="0">
                                    <a:latin typeface="Cambria Math" panose="02040503050406030204" pitchFamily="18" charset="0"/>
                                  </a:rPr>
                                  <m:t>𝐼</m:t>
                                </m:r>
                              </m:e>
                              <m:sub>
                                <m:r>
                                  <a:rPr lang="en-US" i="1" dirty="0" smtClean="0">
                                    <a:latin typeface="Cambria Math" panose="02040503050406030204" pitchFamily="18" charset="0"/>
                                  </a:rPr>
                                  <m:t>𝑗</m:t>
                                </m:r>
                              </m:sub>
                              <m:sup>
                                <m:r>
                                  <a:rPr lang="en-US" i="1" dirty="0" smtClean="0">
                                    <a:latin typeface="Cambria Math" panose="02040503050406030204" pitchFamily="18" charset="0"/>
                                  </a:rPr>
                                  <m:t>2</m:t>
                                </m:r>
                              </m:sup>
                            </m:sSubSup>
                          </m:e>
                        </m:nary>
                        <m:r>
                          <a:rPr lang="en-US" i="1" dirty="0" smtClean="0">
                            <a:latin typeface="Cambria Math" panose="02040503050406030204" pitchFamily="18" charset="0"/>
                          </a:rPr>
                          <m:t>+</m:t>
                        </m:r>
                        <m:nary>
                          <m:naryPr>
                            <m:chr m:val="∑"/>
                            <m:supHide m:val="on"/>
                            <m:ctrlPr>
                              <a:rPr lang="en-US" i="1" dirty="0" smtClean="0">
                                <a:latin typeface="Cambria Math" panose="02040503050406030204" pitchFamily="18" charset="0"/>
                              </a:rPr>
                            </m:ctrlPr>
                          </m:naryPr>
                          <m:sub>
                            <m:r>
                              <a:rPr lang="en-US" i="1" dirty="0" smtClean="0">
                                <a:latin typeface="Cambria Math" panose="02040503050406030204" pitchFamily="18" charset="0"/>
                              </a:rPr>
                              <m:t>𝑗</m:t>
                            </m:r>
                            <m:r>
                              <a:rPr lang="en-US" i="1" dirty="0" smtClean="0">
                                <a:latin typeface="Cambria Math" panose="02040503050406030204" pitchFamily="18" charset="0"/>
                              </a:rPr>
                              <m:t>≠</m:t>
                            </m:r>
                            <m:r>
                              <a:rPr lang="en-US" i="1" dirty="0" smtClean="0">
                                <a:latin typeface="Cambria Math" panose="02040503050406030204" pitchFamily="18" charset="0"/>
                              </a:rPr>
                              <m:t>𝑘</m:t>
                            </m:r>
                          </m:sub>
                          <m:sup/>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smtClean="0">
                                    <a:latin typeface="Cambria Math" panose="02040503050406030204" pitchFamily="18" charset="0"/>
                                  </a:rPr>
                                  <m:t>𝑗</m:t>
                                </m:r>
                              </m:sub>
                            </m:sSub>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smtClean="0">
                                    <a:latin typeface="Cambria Math" panose="02040503050406030204" pitchFamily="18" charset="0"/>
                                  </a:rPr>
                                  <m:t>𝑘</m:t>
                                </m:r>
                              </m:sub>
                            </m:sSub>
                          </m:e>
                        </m:nary>
                      </m:e>
                    </m:d>
                    <m:r>
                      <a:rPr lang="en-US" i="1" dirty="0" smtClean="0">
                        <a:latin typeface="Cambria Math" panose="02040503050406030204" pitchFamily="18" charset="0"/>
                      </a:rPr>
                      <m:t>=</m:t>
                    </m:r>
                    <m:nary>
                      <m:naryPr>
                        <m:chr m:val="∑"/>
                        <m:ctrlPr>
                          <a:rPr lang="en-US" i="1" dirty="0" smtClean="0">
                            <a:latin typeface="Cambria Math" panose="02040503050406030204" pitchFamily="18" charset="0"/>
                          </a:rPr>
                        </m:ctrlPr>
                      </m:naryPr>
                      <m:sub>
                        <m:r>
                          <a:rPr lang="en-US" i="1" dirty="0" smtClean="0">
                            <a:latin typeface="Cambria Math" panose="02040503050406030204" pitchFamily="18" charset="0"/>
                          </a:rPr>
                          <m:t>𝑗</m:t>
                        </m:r>
                        <m:r>
                          <a:rPr lang="en-US" i="1" dirty="0" smtClean="0">
                            <a:latin typeface="Cambria Math" panose="02040503050406030204" pitchFamily="18" charset="0"/>
                          </a:rPr>
                          <m:t>=1</m:t>
                        </m:r>
                      </m:sub>
                      <m:sup>
                        <m:r>
                          <a:rPr lang="en-US" i="1" dirty="0" smtClean="0">
                            <a:latin typeface="Cambria Math" panose="02040503050406030204" pitchFamily="18" charset="0"/>
                          </a:rPr>
                          <m:t>𝑛</m:t>
                        </m:r>
                      </m:sup>
                      <m:e>
                        <m:r>
                          <a:rPr lang="en-US" i="1" dirty="0" smtClean="0">
                            <a:latin typeface="Cambria Math" panose="02040503050406030204" pitchFamily="18" charset="0"/>
                          </a:rPr>
                          <m:t>𝑃</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smtClean="0">
                                    <a:latin typeface="Cambria Math" panose="02040503050406030204" pitchFamily="18" charset="0"/>
                                  </a:rPr>
                                  <m:t>𝑗</m:t>
                                </m:r>
                              </m:sub>
                            </m:sSub>
                            <m:r>
                              <a:rPr lang="en-US" i="1" dirty="0" smtClean="0">
                                <a:latin typeface="Cambria Math" panose="02040503050406030204" pitchFamily="18" charset="0"/>
                              </a:rPr>
                              <m:t>=1</m:t>
                            </m:r>
                          </m:e>
                        </m:d>
                      </m:e>
                    </m:nary>
                    <m:r>
                      <a:rPr lang="en-US" i="1" dirty="0" smtClean="0">
                        <a:latin typeface="Cambria Math" panose="02040503050406030204" pitchFamily="18" charset="0"/>
                      </a:rPr>
                      <m:t>+</m:t>
                    </m:r>
                    <m:nary>
                      <m:naryPr>
                        <m:chr m:val="∑"/>
                        <m:supHide m:val="on"/>
                        <m:ctrlPr>
                          <a:rPr lang="en-US" i="1" dirty="0" smtClean="0">
                            <a:latin typeface="Cambria Math" panose="02040503050406030204" pitchFamily="18" charset="0"/>
                          </a:rPr>
                        </m:ctrlPr>
                      </m:naryPr>
                      <m:sub>
                        <m:r>
                          <a:rPr lang="en-US" i="1" dirty="0" smtClean="0">
                            <a:latin typeface="Cambria Math" panose="02040503050406030204" pitchFamily="18" charset="0"/>
                          </a:rPr>
                          <m:t>𝑗</m:t>
                        </m:r>
                        <m:r>
                          <a:rPr lang="en-US" i="1" dirty="0" smtClean="0">
                            <a:latin typeface="Cambria Math" panose="02040503050406030204" pitchFamily="18" charset="0"/>
                          </a:rPr>
                          <m:t>≠</m:t>
                        </m:r>
                        <m:r>
                          <a:rPr lang="en-US" i="1" dirty="0" smtClean="0">
                            <a:latin typeface="Cambria Math" panose="02040503050406030204" pitchFamily="18" charset="0"/>
                          </a:rPr>
                          <m:t>𝑘</m:t>
                        </m:r>
                      </m:sub>
                      <m:sup/>
                      <m:e>
                        <m:r>
                          <a:rPr lang="en-US" i="1" dirty="0" smtClean="0">
                            <a:latin typeface="Cambria Math" panose="02040503050406030204" pitchFamily="18" charset="0"/>
                          </a:rPr>
                          <m:t>𝑃</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smtClean="0">
                                    <a:latin typeface="Cambria Math" panose="02040503050406030204" pitchFamily="18" charset="0"/>
                                  </a:rPr>
                                  <m:t>𝑗</m:t>
                                </m:r>
                              </m:sub>
                            </m:sSub>
                            <m:r>
                              <a:rPr lang="en-US" i="1" dirty="0" smtClean="0">
                                <a:latin typeface="Cambria Math" panose="02040503050406030204" pitchFamily="18" charset="0"/>
                              </a:rPr>
                              <m:t>=1,</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smtClean="0">
                                    <a:latin typeface="Cambria Math" panose="02040503050406030204" pitchFamily="18" charset="0"/>
                                  </a:rPr>
                                  <m:t>𝑘</m:t>
                                </m:r>
                              </m:sub>
                            </m:sSub>
                            <m:r>
                              <a:rPr lang="en-US" i="1" dirty="0" smtClean="0">
                                <a:latin typeface="Cambria Math" panose="02040503050406030204" pitchFamily="18" charset="0"/>
                              </a:rPr>
                              <m:t>=1</m:t>
                            </m:r>
                          </m:e>
                        </m:d>
                      </m:e>
                    </m:nary>
                    <m:r>
                      <a:rPr lang="en-US" i="1" dirty="0" smtClean="0">
                        <a:latin typeface="Cambria Math" panose="02040503050406030204" pitchFamily="18" charset="0"/>
                      </a:rPr>
                      <m:t>=</m:t>
                    </m:r>
                    <m:r>
                      <a:rPr lang="en-US" i="1" dirty="0" smtClean="0">
                        <a:latin typeface="Cambria Math" panose="02040503050406030204" pitchFamily="18" charset="0"/>
                      </a:rPr>
                      <m:t>𝑛</m:t>
                    </m:r>
                    <m:f>
                      <m:fPr>
                        <m:ctrlPr>
                          <a:rPr lang="en-US" i="1" dirty="0" smtClean="0">
                            <a:latin typeface="Cambria Math" panose="02040503050406030204" pitchFamily="18" charset="0"/>
                          </a:rPr>
                        </m:ctrlPr>
                      </m:fPr>
                      <m:num>
                        <m:r>
                          <a:rPr lang="en-US" i="1" dirty="0" smtClean="0">
                            <a:latin typeface="Cambria Math" panose="02040503050406030204" pitchFamily="18" charset="0"/>
                          </a:rPr>
                          <m:t>𝑀</m:t>
                        </m:r>
                      </m:num>
                      <m:den>
                        <m:r>
                          <a:rPr lang="en-US" i="1" dirty="0" smtClean="0">
                            <a:latin typeface="Cambria Math" panose="02040503050406030204" pitchFamily="18" charset="0"/>
                          </a:rPr>
                          <m:t>𝑁</m:t>
                        </m:r>
                      </m:den>
                    </m:f>
                    <m:r>
                      <a:rPr lang="en-US" i="1" dirty="0" smtClean="0">
                        <a:latin typeface="Cambria Math" panose="02040503050406030204" pitchFamily="18" charset="0"/>
                      </a:rPr>
                      <m:t>+</m:t>
                    </m:r>
                    <m:r>
                      <a:rPr lang="en-US" i="1" dirty="0" smtClean="0">
                        <a:latin typeface="Cambria Math" panose="02040503050406030204" pitchFamily="18" charset="0"/>
                      </a:rPr>
                      <m:t>𝑛</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𝑛</m:t>
                        </m:r>
                        <m:r>
                          <a:rPr lang="en-US" i="1" dirty="0" smtClean="0">
                            <a:latin typeface="Cambria Math" panose="02040503050406030204" pitchFamily="18" charset="0"/>
                          </a:rPr>
                          <m:t>−1</m:t>
                        </m:r>
                      </m:e>
                    </m:d>
                    <m:f>
                      <m:fPr>
                        <m:ctrlPr>
                          <a:rPr lang="en-US" i="1" dirty="0" smtClean="0">
                            <a:latin typeface="Cambria Math" panose="02040503050406030204" pitchFamily="18" charset="0"/>
                          </a:rPr>
                        </m:ctrlPr>
                      </m:fPr>
                      <m:num>
                        <m:r>
                          <a:rPr lang="en-US" i="1" dirty="0" smtClean="0">
                            <a:latin typeface="Cambria Math" panose="02040503050406030204" pitchFamily="18" charset="0"/>
                          </a:rPr>
                          <m:t>𝑀</m:t>
                        </m:r>
                      </m:num>
                      <m:den>
                        <m:r>
                          <a:rPr lang="en-US" i="1" dirty="0" smtClean="0">
                            <a:latin typeface="Cambria Math" panose="02040503050406030204" pitchFamily="18" charset="0"/>
                          </a:rPr>
                          <m:t>𝑁</m:t>
                        </m:r>
                      </m:den>
                    </m:f>
                    <m:f>
                      <m:fPr>
                        <m:ctrlPr>
                          <a:rPr lang="en-US" i="1" dirty="0" smtClean="0">
                            <a:latin typeface="Cambria Math" panose="02040503050406030204" pitchFamily="18" charset="0"/>
                          </a:rPr>
                        </m:ctrlPr>
                      </m:fPr>
                      <m:num>
                        <m:r>
                          <a:rPr lang="en-US" i="1" dirty="0" smtClean="0">
                            <a:latin typeface="Cambria Math" panose="02040503050406030204" pitchFamily="18" charset="0"/>
                          </a:rPr>
                          <m:t>𝑀</m:t>
                        </m:r>
                        <m:r>
                          <a:rPr lang="en-US" i="1" dirty="0" smtClean="0">
                            <a:latin typeface="Cambria Math" panose="02040503050406030204" pitchFamily="18" charset="0"/>
                          </a:rPr>
                          <m:t>−1</m:t>
                        </m:r>
                      </m:num>
                      <m:den>
                        <m:r>
                          <a:rPr lang="en-US" i="1" dirty="0" smtClean="0">
                            <a:latin typeface="Cambria Math" panose="02040503050406030204" pitchFamily="18" charset="0"/>
                          </a:rPr>
                          <m:t>𝑁</m:t>
                        </m:r>
                        <m:r>
                          <a:rPr lang="en-US" i="1" dirty="0" smtClean="0">
                            <a:latin typeface="Cambria Math" panose="02040503050406030204" pitchFamily="18" charset="0"/>
                          </a:rPr>
                          <m:t>−1</m:t>
                        </m:r>
                      </m:den>
                    </m:f>
                  </m:oMath>
                </a14:m>
                <a:endParaRPr lang="en-US" dirty="0"/>
              </a:p>
              <a:p>
                <a:pPr algn="just">
                  <a:spcAft>
                    <a:spcPts val="600"/>
                  </a:spcAft>
                </a:pPr>
                <a:endParaRPr lang="en-US" dirty="0"/>
              </a:p>
            </p:txBody>
          </p:sp>
        </mc:Choice>
        <mc:Fallback xmlns="">
          <p:sp>
            <p:nvSpPr>
              <p:cNvPr id="6" name="TextBox 5">
                <a:extLst>
                  <a:ext uri="{FF2B5EF4-FFF2-40B4-BE49-F238E27FC236}">
                    <a16:creationId xmlns:a16="http://schemas.microsoft.com/office/drawing/2014/main" id="{6E9F5C7F-2B1E-45A4-DDC6-0A242AC0B734}"/>
                  </a:ext>
                </a:extLst>
              </p:cNvPr>
              <p:cNvSpPr txBox="1">
                <a:spLocks noRot="1" noChangeAspect="1" noMove="1" noResize="1" noEditPoints="1" noAdjustHandles="1" noChangeArrowheads="1" noChangeShapeType="1" noTextEdit="1"/>
              </p:cNvSpPr>
              <p:nvPr/>
            </p:nvSpPr>
            <p:spPr>
              <a:xfrm>
                <a:off x="0" y="419100"/>
                <a:ext cx="9144000" cy="5287473"/>
              </a:xfrm>
              <a:prstGeom prst="rect">
                <a:avLst/>
              </a:prstGeom>
              <a:blipFill>
                <a:blip r:embed="rId3"/>
                <a:stretch>
                  <a:fillRect l="-3733" t="-692" r="-3000" b="-945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DE728AE-BAD9-F121-84D4-C2809095E090}"/>
                  </a:ext>
                </a:extLst>
              </p:cNvPr>
              <p:cNvSpPr txBox="1"/>
              <p:nvPr/>
            </p:nvSpPr>
            <p:spPr>
              <a:xfrm>
                <a:off x="0" y="5520966"/>
                <a:ext cx="9239250" cy="1647759"/>
              </a:xfrm>
              <a:prstGeom prst="rect">
                <a:avLst/>
              </a:prstGeom>
              <a:noFill/>
            </p:spPr>
            <p:txBody>
              <a:bodyPr wrap="square">
                <a:spAutoFit/>
              </a:bodyPr>
              <a:lstStyle/>
              <a:p>
                <a:pPr algn="just">
                  <a:spcAft>
                    <a:spcPts val="600"/>
                  </a:spcAft>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𝐷</m:t>
                      </m:r>
                      <m:r>
                        <a:rPr lang="en-US" i="1" smtClean="0">
                          <a:latin typeface="Cambria Math" panose="02040503050406030204" pitchFamily="18" charset="0"/>
                        </a:rPr>
                        <m:t>𝜉</m:t>
                      </m:r>
                      <m:r>
                        <a:rPr lang="en-US" i="1" smtClean="0">
                          <a:latin typeface="Cambria Math" panose="02040503050406030204" pitchFamily="18" charset="0"/>
                        </a:rPr>
                        <m:t>=</m:t>
                      </m:r>
                      <m:r>
                        <a:rPr lang="en-US" i="1" smtClean="0">
                          <a:latin typeface="Cambria Math" panose="02040503050406030204" pitchFamily="18" charset="0"/>
                        </a:rPr>
                        <m:t>𝑀</m:t>
                      </m:r>
                      <m:sSup>
                        <m:sSupPr>
                          <m:ctrlPr>
                            <a:rPr lang="en-US" i="1">
                              <a:latin typeface="Cambria Math" panose="02040503050406030204" pitchFamily="18" charset="0"/>
                            </a:rPr>
                          </m:ctrlPr>
                        </m:sSupPr>
                        <m:e>
                          <m:r>
                            <a:rPr lang="en-US" i="1">
                              <a:latin typeface="Cambria Math" panose="02040503050406030204" pitchFamily="18" charset="0"/>
                            </a:rPr>
                            <m:t>𝜉</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𝑀</m:t>
                              </m:r>
                              <m:r>
                                <a:rPr lang="en-US" i="1">
                                  <a:latin typeface="Cambria Math" panose="02040503050406030204" pitchFamily="18" charset="0"/>
                                </a:rPr>
                                <m:t>𝜉</m:t>
                              </m:r>
                            </m:e>
                          </m:d>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𝑛</m:t>
                      </m:r>
                      <m:f>
                        <m:fPr>
                          <m:ctrlPr>
                            <a:rPr lang="en-US" i="1">
                              <a:latin typeface="Cambria Math" panose="02040503050406030204" pitchFamily="18" charset="0"/>
                            </a:rPr>
                          </m:ctrlPr>
                        </m:fPr>
                        <m:num>
                          <m:r>
                            <a:rPr lang="en-US" i="1">
                              <a:latin typeface="Cambria Math" panose="02040503050406030204" pitchFamily="18" charset="0"/>
                            </a:rPr>
                            <m:t>𝑀</m:t>
                          </m:r>
                        </m:num>
                        <m:den>
                          <m:r>
                            <a:rPr lang="en-US" i="1">
                              <a:latin typeface="Cambria Math" panose="02040503050406030204" pitchFamily="18" charset="0"/>
                            </a:rPr>
                            <m:t>𝑁</m:t>
                          </m:r>
                        </m:den>
                      </m:f>
                      <m:r>
                        <a:rPr lang="en-US" i="1">
                          <a:latin typeface="Cambria Math" panose="02040503050406030204" pitchFamily="18" charset="0"/>
                        </a:rPr>
                        <m:t>+</m:t>
                      </m:r>
                      <m:r>
                        <a:rPr lang="en-US" i="1">
                          <a:latin typeface="Cambria Math" panose="02040503050406030204" pitchFamily="18" charset="0"/>
                        </a:rPr>
                        <m:t>𝑛</m:t>
                      </m:r>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−1</m:t>
                          </m:r>
                        </m:e>
                      </m:d>
                      <m:f>
                        <m:fPr>
                          <m:ctrlPr>
                            <a:rPr lang="en-US" i="1">
                              <a:latin typeface="Cambria Math" panose="02040503050406030204" pitchFamily="18" charset="0"/>
                            </a:rPr>
                          </m:ctrlPr>
                        </m:fPr>
                        <m:num>
                          <m:r>
                            <a:rPr lang="en-US" i="1">
                              <a:latin typeface="Cambria Math" panose="02040503050406030204" pitchFamily="18" charset="0"/>
                            </a:rPr>
                            <m:t>𝑀</m:t>
                          </m:r>
                        </m:num>
                        <m:den>
                          <m:r>
                            <a:rPr lang="en-US" i="1">
                              <a:latin typeface="Cambria Math" panose="02040503050406030204" pitchFamily="18" charset="0"/>
                            </a:rPr>
                            <m:t>𝑁</m:t>
                          </m:r>
                        </m:den>
                      </m:f>
                      <m:f>
                        <m:fPr>
                          <m:ctrlPr>
                            <a:rPr lang="en-US" i="1">
                              <a:latin typeface="Cambria Math" panose="02040503050406030204" pitchFamily="18" charset="0"/>
                            </a:rPr>
                          </m:ctrlPr>
                        </m:fPr>
                        <m:num>
                          <m:r>
                            <a:rPr lang="en-US" i="1">
                              <a:latin typeface="Cambria Math" panose="02040503050406030204" pitchFamily="18" charset="0"/>
                            </a:rPr>
                            <m:t>𝑀</m:t>
                          </m:r>
                          <m:r>
                            <a:rPr lang="en-US" i="1">
                              <a:latin typeface="Cambria Math" panose="02040503050406030204" pitchFamily="18" charset="0"/>
                            </a:rPr>
                            <m:t>−1</m:t>
                          </m:r>
                        </m:num>
                        <m:den>
                          <m:r>
                            <a:rPr lang="en-US" i="1">
                              <a:latin typeface="Cambria Math" panose="02040503050406030204" pitchFamily="18" charset="0"/>
                            </a:rPr>
                            <m:t>𝑁</m:t>
                          </m:r>
                          <m:r>
                            <a:rPr lang="en-US" i="1">
                              <a:latin typeface="Cambria Math" panose="02040503050406030204" pitchFamily="18" charset="0"/>
                            </a:rPr>
                            <m:t>−1</m:t>
                          </m:r>
                        </m:den>
                      </m:f>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𝑛</m:t>
                              </m:r>
                              <m:f>
                                <m:fPr>
                                  <m:ctrlPr>
                                    <a:rPr lang="en-US" i="1">
                                      <a:latin typeface="Cambria Math" panose="02040503050406030204" pitchFamily="18" charset="0"/>
                                    </a:rPr>
                                  </m:ctrlPr>
                                </m:fPr>
                                <m:num>
                                  <m:r>
                                    <a:rPr lang="en-US" i="1">
                                      <a:latin typeface="Cambria Math" panose="02040503050406030204" pitchFamily="18" charset="0"/>
                                    </a:rPr>
                                    <m:t>𝑀</m:t>
                                  </m:r>
                                </m:num>
                                <m:den>
                                  <m:r>
                                    <a:rPr lang="en-US" i="1">
                                      <a:latin typeface="Cambria Math" panose="02040503050406030204" pitchFamily="18" charset="0"/>
                                    </a:rPr>
                                    <m:t>𝑁</m:t>
                                  </m:r>
                                </m:den>
                              </m:f>
                            </m:e>
                          </m:d>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𝑛</m:t>
                      </m:r>
                      <m:f>
                        <m:fPr>
                          <m:ctrlPr>
                            <a:rPr lang="en-US" i="1">
                              <a:latin typeface="Cambria Math" panose="02040503050406030204" pitchFamily="18" charset="0"/>
                            </a:rPr>
                          </m:ctrlPr>
                        </m:fPr>
                        <m:num>
                          <m:r>
                            <a:rPr lang="en-US" i="1">
                              <a:latin typeface="Cambria Math" panose="02040503050406030204" pitchFamily="18" charset="0"/>
                            </a:rPr>
                            <m:t>𝑀</m:t>
                          </m:r>
                        </m:num>
                        <m:den>
                          <m:r>
                            <a:rPr lang="en-US" i="1">
                              <a:latin typeface="Cambria Math" panose="02040503050406030204" pitchFamily="18" charset="0"/>
                            </a:rPr>
                            <m:t>𝑁</m:t>
                          </m:r>
                        </m:den>
                      </m:f>
                      <m:d>
                        <m:dPr>
                          <m:ctrlPr>
                            <a:rPr lang="en-US" i="1">
                              <a:latin typeface="Cambria Math" panose="02040503050406030204" pitchFamily="18" charset="0"/>
                            </a:rPr>
                          </m:ctrlPr>
                        </m:dPr>
                        <m:e>
                          <m:r>
                            <a:rPr lang="en-US" i="1">
                              <a:latin typeface="Cambria Math" panose="02040503050406030204" pitchFamily="18" charset="0"/>
                            </a:rPr>
                            <m:t>1+</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−1</m:t>
                                  </m:r>
                                </m:e>
                              </m:d>
                              <m:d>
                                <m:dPr>
                                  <m:ctrlPr>
                                    <a:rPr lang="en-US" i="1">
                                      <a:latin typeface="Cambria Math" panose="02040503050406030204" pitchFamily="18" charset="0"/>
                                    </a:rPr>
                                  </m:ctrlPr>
                                </m:dPr>
                                <m:e>
                                  <m:r>
                                    <a:rPr lang="en-US" i="1">
                                      <a:latin typeface="Cambria Math" panose="02040503050406030204" pitchFamily="18" charset="0"/>
                                    </a:rPr>
                                    <m:t>𝑀</m:t>
                                  </m:r>
                                  <m:r>
                                    <a:rPr lang="en-US" i="1">
                                      <a:latin typeface="Cambria Math" panose="02040503050406030204" pitchFamily="18" charset="0"/>
                                    </a:rPr>
                                    <m:t>−1</m:t>
                                  </m:r>
                                </m:e>
                              </m:d>
                            </m:num>
                            <m:den>
                              <m:r>
                                <a:rPr lang="en-US" i="1">
                                  <a:latin typeface="Cambria Math" panose="02040503050406030204" pitchFamily="18" charset="0"/>
                                </a:rPr>
                                <m:t>𝑁</m:t>
                              </m:r>
                              <m:r>
                                <a:rPr lang="en-US" i="1">
                                  <a:latin typeface="Cambria Math" panose="02040503050406030204" pitchFamily="18" charset="0"/>
                                </a:rPr>
                                <m:t>−1</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𝑛𝑀</m:t>
                              </m:r>
                            </m:num>
                            <m:den>
                              <m:r>
                                <a:rPr lang="en-US" i="1">
                                  <a:latin typeface="Cambria Math" panose="02040503050406030204" pitchFamily="18" charset="0"/>
                                </a:rPr>
                                <m:t>𝑁</m:t>
                              </m:r>
                            </m:den>
                          </m:f>
                        </m:e>
                      </m:d>
                      <m:r>
                        <a:rPr lang="en-US" i="1">
                          <a:latin typeface="Cambria Math" panose="02040503050406030204" pitchFamily="18" charset="0"/>
                        </a:rPr>
                        <m:t>=</m:t>
                      </m:r>
                      <m:r>
                        <a:rPr lang="en-US" i="1">
                          <a:latin typeface="Cambria Math" panose="02040503050406030204" pitchFamily="18" charset="0"/>
                        </a:rPr>
                        <m:t>𝑛</m:t>
                      </m:r>
                      <m:f>
                        <m:fPr>
                          <m:ctrlPr>
                            <a:rPr lang="en-US" i="1">
                              <a:latin typeface="Cambria Math" panose="02040503050406030204" pitchFamily="18" charset="0"/>
                            </a:rPr>
                          </m:ctrlPr>
                        </m:fPr>
                        <m:num>
                          <m:r>
                            <a:rPr lang="en-US" i="1">
                              <a:latin typeface="Cambria Math" panose="02040503050406030204" pitchFamily="18" charset="0"/>
                            </a:rPr>
                            <m:t>𝑀</m:t>
                          </m:r>
                        </m:num>
                        <m:den>
                          <m:r>
                            <a:rPr lang="en-US" i="1">
                              <a:latin typeface="Cambria Math" panose="02040503050406030204" pitchFamily="18" charset="0"/>
                            </a:rPr>
                            <m:t>𝑁</m:t>
                          </m:r>
                        </m:den>
                      </m:f>
                      <m:f>
                        <m:fPr>
                          <m:ctrlPr>
                            <a:rPr lang="en-US" i="1">
                              <a:latin typeface="Cambria Math" panose="02040503050406030204" pitchFamily="18" charset="0"/>
                            </a:rPr>
                          </m:ctrlPr>
                        </m:fPr>
                        <m:num>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𝑀</m:t>
                          </m:r>
                        </m:num>
                        <m:den>
                          <m:r>
                            <a:rPr lang="en-US" i="1">
                              <a:latin typeface="Cambria Math" panose="02040503050406030204" pitchFamily="18" charset="0"/>
                            </a:rPr>
                            <m:t>𝑁</m:t>
                          </m:r>
                        </m:den>
                      </m:f>
                      <m:f>
                        <m:fPr>
                          <m:ctrlPr>
                            <a:rPr lang="en-US" i="1">
                              <a:latin typeface="Cambria Math" panose="02040503050406030204" pitchFamily="18" charset="0"/>
                            </a:rPr>
                          </m:ctrlPr>
                        </m:fPr>
                        <m:num>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𝑛</m:t>
                          </m:r>
                        </m:num>
                        <m:den>
                          <m:r>
                            <a:rPr lang="en-US" i="1">
                              <a:latin typeface="Cambria Math" panose="02040503050406030204" pitchFamily="18" charset="0"/>
                            </a:rPr>
                            <m:t>𝑁</m:t>
                          </m:r>
                          <m:r>
                            <a:rPr lang="en-US" i="1">
                              <a:latin typeface="Cambria Math" panose="02040503050406030204" pitchFamily="18" charset="0"/>
                            </a:rPr>
                            <m:t>−1</m:t>
                          </m:r>
                        </m:den>
                      </m:f>
                    </m:oMath>
                  </m:oMathPara>
                </a14:m>
                <a:endParaRPr/>
              </a:p>
              <a:p>
                <a:pPr algn="just">
                  <a:spcAft>
                    <a:spcPts val="600"/>
                  </a:spcAft>
                </a:pPr>
                <a:endParaRPr lang="en-US" i="1" dirty="0"/>
              </a:p>
            </p:txBody>
          </p:sp>
        </mc:Choice>
        <mc:Fallback xmlns="">
          <p:sp>
            <p:nvSpPr>
              <p:cNvPr id="10" name="TextBox 9">
                <a:extLst>
                  <a:ext uri="{FF2B5EF4-FFF2-40B4-BE49-F238E27FC236}">
                    <a16:creationId xmlns:a16="http://schemas.microsoft.com/office/drawing/2014/main" id="{3DE728AE-BAD9-F121-84D4-C2809095E090}"/>
                  </a:ext>
                </a:extLst>
              </p:cNvPr>
              <p:cNvSpPr txBox="1">
                <a:spLocks noRot="1" noChangeAspect="1" noMove="1" noResize="1" noEditPoints="1" noAdjustHandles="1" noChangeArrowheads="1" noChangeShapeType="1" noTextEdit="1"/>
              </p:cNvSpPr>
              <p:nvPr/>
            </p:nvSpPr>
            <p:spPr>
              <a:xfrm>
                <a:off x="0" y="5520966"/>
                <a:ext cx="9239250" cy="1647759"/>
              </a:xfrm>
              <a:prstGeom prst="rect">
                <a:avLst/>
              </a:prstGeom>
              <a:blipFill>
                <a:blip r:embed="rId4"/>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46959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6BC2FBD9-EA63-31C8-3C53-29BB2D4F73FE}"/>
              </a:ext>
            </a:extLst>
          </p:cNvPr>
          <p:cNvSpPr>
            <a:spLocks noGrp="1"/>
          </p:cNvSpPr>
          <p:nvPr>
            <p:ph type="sldNum" sz="quarter" idx="12"/>
          </p:nvPr>
        </p:nvSpPr>
        <p:spPr/>
        <p:txBody>
          <a:bodyPr/>
          <a:lstStyle/>
          <a:p>
            <a:fld id="{CC173F88-3387-453B-9303-AC0210B95CB8}" type="slidenum">
              <a:rPr lang="ru-RU" smtClean="0"/>
              <a:pPr/>
              <a:t>16</a:t>
            </a:fld>
            <a:endParaRPr lang="ru-RU" dirty="0"/>
          </a:p>
        </p:txBody>
      </p:sp>
      <p:sp>
        <p:nvSpPr>
          <p:cNvPr id="5" name="Прямоугольник 4">
            <a:extLst>
              <a:ext uri="{FF2B5EF4-FFF2-40B4-BE49-F238E27FC236}">
                <a16:creationId xmlns:a16="http://schemas.microsoft.com/office/drawing/2014/main" id="{86694797-D4A6-13F6-9612-61D703833DF0}"/>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дискретные</a:t>
            </a:r>
            <a:r>
              <a:rPr lang="ru-RU" sz="2400" dirty="0"/>
              <a:t> </a:t>
            </a:r>
            <a:r>
              <a:rPr lang="ru-RU" sz="2400" b="1" dirty="0">
                <a:solidFill>
                  <a:schemeClr val="tx1"/>
                </a:solidFill>
              </a:rPr>
              <a:t>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9090133-9389-5A9B-3F43-C1D638A7B6CF}"/>
                  </a:ext>
                </a:extLst>
              </p:cNvPr>
              <p:cNvSpPr txBox="1"/>
              <p:nvPr/>
            </p:nvSpPr>
            <p:spPr>
              <a:xfrm>
                <a:off x="0" y="419100"/>
                <a:ext cx="9144000" cy="4544257"/>
              </a:xfrm>
              <a:prstGeom prst="rect">
                <a:avLst/>
              </a:prstGeom>
              <a:noFill/>
            </p:spPr>
            <p:txBody>
              <a:bodyPr wrap="square" rtlCol="0">
                <a:spAutoFit/>
              </a:bodyPr>
              <a:lstStyle/>
              <a:p>
                <a:pPr algn="ctr"/>
                <a:r>
                  <a:rPr lang="ru-RU" b="1" dirty="0">
                    <a:solidFill>
                      <a:srgbClr val="006400"/>
                    </a:solidFill>
                  </a:rPr>
                  <a:t>Распределение Пуассона</a:t>
                </a:r>
              </a:p>
              <a:p>
                <a:pPr algn="ctr"/>
                <a:r>
                  <a:rPr lang="ru-RU" dirty="0"/>
                  <a:t>Предельный случай биномиального распределения</a:t>
                </a:r>
                <a:endParaRPr lang="en-US" dirty="0"/>
              </a:p>
              <a:p>
                <a:pPr algn="just"/>
                <a:r>
                  <a:rPr lang="ru-RU" b="1" dirty="0">
                    <a:solidFill>
                      <a:srgbClr val="3333FF"/>
                    </a:solidFill>
                  </a:rPr>
                  <a:t>Определение</a:t>
                </a:r>
                <a:r>
                  <a:rPr lang="ru-RU" dirty="0"/>
                  <a:t>: Говорят, что случайная величина </a:t>
                </a:r>
                <a14:m>
                  <m:oMath xmlns:m="http://schemas.openxmlformats.org/officeDocument/2006/math">
                    <m:r>
                      <a:rPr lang="en-US" b="0" i="1" smtClean="0">
                        <a:latin typeface="Cambria Math" panose="02040503050406030204" pitchFamily="18" charset="0"/>
                      </a:rPr>
                      <m:t>𝜉</m:t>
                    </m:r>
                  </m:oMath>
                </a14:m>
                <a:r>
                  <a:rPr lang="en-US" dirty="0"/>
                  <a:t> </a:t>
                </a:r>
                <a:r>
                  <a:rPr lang="ru-RU" dirty="0"/>
                  <a:t>имеет распределение Пуассона с параметрами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&gt;0,</m:t>
                    </m:r>
                  </m:oMath>
                </a14:m>
                <a:r>
                  <a:rPr lang="en-US" dirty="0"/>
                  <a:t> </a:t>
                </a:r>
                <a:r>
                  <a:rPr lang="ru-RU" dirty="0"/>
                  <a:t>если </a:t>
                </a:r>
                <a14:m>
                  <m:oMath xmlns:m="http://schemas.openxmlformats.org/officeDocument/2006/math">
                    <m:r>
                      <a:rPr lang="en-US" i="1">
                        <a:latin typeface="Cambria Math" panose="02040503050406030204" pitchFamily="18" charset="0"/>
                      </a:rPr>
                      <m:t>𝜉</m:t>
                    </m:r>
                  </m:oMath>
                </a14:m>
                <a:r>
                  <a:rPr lang="en-US" dirty="0"/>
                  <a:t> </a:t>
                </a:r>
                <a:r>
                  <a:rPr lang="ru-RU" dirty="0"/>
                  <a:t>принимает значения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=0, 1, 2, …,</m:t>
                    </m:r>
                    <m:r>
                      <a:rPr lang="en-US" b="0" i="1" smtClean="0">
                        <a:latin typeface="Cambria Math" panose="02040503050406030204" pitchFamily="18" charset="0"/>
                      </a:rPr>
                      <m:t>𝑛</m:t>
                    </m:r>
                  </m:oMath>
                </a14:m>
                <a:r>
                  <a:rPr lang="en-US" dirty="0"/>
                  <a:t> </a:t>
                </a:r>
                <a:r>
                  <a:rPr lang="ru-RU" dirty="0"/>
                  <a:t>с вероятностями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𝑘</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𝜆</m:t>
                            </m:r>
                          </m:sup>
                        </m:sSup>
                      </m:num>
                      <m:den>
                        <m:r>
                          <a:rPr lang="en-US" b="0" i="1" smtClean="0">
                            <a:latin typeface="Cambria Math" panose="02040503050406030204" pitchFamily="18" charset="0"/>
                          </a:rPr>
                          <m:t>𝑘</m:t>
                        </m:r>
                        <m:r>
                          <a:rPr lang="en-US" b="0" i="1" smtClean="0">
                            <a:latin typeface="Cambria Math" panose="02040503050406030204" pitchFamily="18" charset="0"/>
                          </a:rPr>
                          <m:t>!</m:t>
                        </m:r>
                      </m:den>
                    </m:f>
                  </m:oMath>
                </a14:m>
                <a:r>
                  <a:rPr lang="en-US" dirty="0"/>
                  <a:t>. </a:t>
                </a:r>
              </a:p>
              <a:p>
                <a:pPr algn="just">
                  <a:spcAft>
                    <a:spcPts val="600"/>
                  </a:spcAft>
                </a:pPr>
                <a:r>
                  <a:rPr lang="ru-RU" dirty="0"/>
                  <a:t>Математическое ожидание</a:t>
                </a:r>
                <a:r>
                  <a:rPr lang="en-US" dirty="0"/>
                  <a:t>: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rPr>
                          <m:t>∞</m:t>
                        </m:r>
                      </m:sup>
                      <m:e>
                        <m:r>
                          <a:rPr lang="en-US" b="0" i="1" smtClean="0">
                            <a:latin typeface="Cambria Math" panose="02040503050406030204" pitchFamily="18" charset="0"/>
                          </a:rPr>
                          <m:t>𝑘</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𝑘</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sup>
                            </m:sSup>
                          </m:num>
                          <m:den>
                            <m:r>
                              <a:rPr lang="en-US" i="1">
                                <a:latin typeface="Cambria Math" panose="02040503050406030204" pitchFamily="18" charset="0"/>
                              </a:rPr>
                              <m:t>𝑘</m:t>
                            </m:r>
                            <m:r>
                              <a:rPr lang="en-US" i="1">
                                <a:latin typeface="Cambria Math" panose="02040503050406030204" pitchFamily="18" charset="0"/>
                              </a:rPr>
                              <m:t>!</m:t>
                            </m:r>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𝜆</m:t>
                            </m:r>
                          </m:sup>
                        </m:sSup>
                        <m:r>
                          <a:rPr lang="en-US" b="0" i="1" smtClean="0">
                            <a:latin typeface="Cambria Math" panose="02040503050406030204" pitchFamily="18" charset="0"/>
                          </a:rPr>
                          <m:t>⋅</m:t>
                        </m:r>
                        <m:r>
                          <a:rPr lang="en-US" b="0" i="1" smtClean="0">
                            <a:latin typeface="Cambria Math" panose="02040503050406030204" pitchFamily="18" charset="0"/>
                          </a:rPr>
                          <m:t>𝜆</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m:t>
                            </m:r>
                            <m:r>
                              <a:rPr lang="en-US" b="0" i="1" smtClean="0">
                                <a:latin typeface="Cambria Math" panose="02040503050406030204" pitchFamily="18" charset="0"/>
                              </a:rPr>
                              <m:t>1</m:t>
                            </m:r>
                          </m:sub>
                          <m:sup>
                            <m:r>
                              <a:rPr lang="en-US" i="1">
                                <a:latin typeface="Cambria Math" panose="02040503050406030204" pitchFamily="18" charset="0"/>
                              </a:rPr>
                              <m:t>∞</m:t>
                            </m:r>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𝑘</m:t>
                                    </m:r>
                                    <m:r>
                                      <a:rPr lang="en-US" b="0" i="1" smtClean="0">
                                        <a:latin typeface="Cambria Math" panose="02040503050406030204" pitchFamily="18" charset="0"/>
                                      </a:rPr>
                                      <m:t>−1</m:t>
                                    </m:r>
                                  </m:sup>
                                </m:sSup>
                              </m:num>
                              <m:den>
                                <m:d>
                                  <m:dPr>
                                    <m:ctrlPr>
                                      <a:rPr lang="en-US" b="0" i="1" smtClean="0">
                                        <a:latin typeface="Cambria Math" panose="02040503050406030204" pitchFamily="18" charset="0"/>
                                      </a:rPr>
                                    </m:ctrlPr>
                                  </m:dPr>
                                  <m:e>
                                    <m:r>
                                      <a:rPr lang="en-US" i="1">
                                        <a:latin typeface="Cambria Math" panose="02040503050406030204" pitchFamily="18" charset="0"/>
                                      </a:rPr>
                                      <m:t>𝑘</m:t>
                                    </m:r>
                                    <m:r>
                                      <a:rPr lang="en-US" b="0" i="1" smtClean="0">
                                        <a:latin typeface="Cambria Math" panose="02040503050406030204" pitchFamily="18" charset="0"/>
                                      </a:rPr>
                                      <m:t>−1</m:t>
                                    </m:r>
                                  </m:e>
                                </m:d>
                                <m:r>
                                  <a:rPr lang="en-US" i="1">
                                    <a:latin typeface="Cambria Math" panose="02040503050406030204" pitchFamily="18" charset="0"/>
                                  </a:rPr>
                                  <m:t>!</m:t>
                                </m:r>
                              </m:den>
                            </m:f>
                            <m:r>
                              <a:rPr lang="en-US" b="0" i="1" smtClean="0">
                                <a:latin typeface="Cambria Math" panose="02040503050406030204" pitchFamily="18" charset="0"/>
                              </a:rPr>
                              <m:t> </m:t>
                            </m:r>
                          </m:e>
                        </m:nary>
                      </m:e>
                    </m:nary>
                  </m:oMath>
                </a14:m>
                <a:r>
                  <a:rPr lang="en-US" b="1" dirty="0"/>
                  <a:t> </a:t>
                </a:r>
                <a:r>
                  <a:rPr lang="ru-RU" dirty="0"/>
                  <a:t>введем замену</a:t>
                </a:r>
                <a:r>
                  <a:rPr lang="en-US" dirty="0"/>
                  <a:t>                </a:t>
                </a:r>
                <a:r>
                  <a:rPr lang="ru-RU" dirty="0"/>
                  <a:t>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a:t>
                </a:r>
                <a:r>
                  <a:rPr lang="ru-RU" dirty="0"/>
                  <a:t>тогда </a:t>
                </a:r>
                <a14:m>
                  <m:oMath xmlns:m="http://schemas.openxmlformats.org/officeDocument/2006/math">
                    <m:r>
                      <a:rPr lang="en-US" i="1">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+1</m:t>
                    </m:r>
                  </m:oMath>
                </a14:m>
                <a:r>
                  <a:rPr lang="en-US" dirty="0"/>
                  <a:t> </a:t>
                </a:r>
                <a:r>
                  <a:rPr lang="ru-RU" dirty="0"/>
                  <a:t>и сумма начинается с </a:t>
                </a:r>
                <a14:m>
                  <m:oMath xmlns:m="http://schemas.openxmlformats.org/officeDocument/2006/math">
                    <m:r>
                      <a:rPr lang="en-US" i="1">
                        <a:latin typeface="Cambria Math" panose="02040503050406030204" pitchFamily="18" charset="0"/>
                      </a:rPr>
                      <m:t>𝑚</m:t>
                    </m:r>
                    <m:r>
                      <a:rPr lang="ru-RU" b="0" i="1" smtClean="0">
                        <a:latin typeface="Cambria Math" panose="02040503050406030204" pitchFamily="18" charset="0"/>
                      </a:rPr>
                      <m:t>=0</m:t>
                    </m:r>
                  </m:oMath>
                </a14:m>
                <a:r>
                  <a:rPr lang="ru-RU" dirty="0"/>
                  <a:t>. </a:t>
                </a:r>
                <a14:m>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𝜉</m:t>
                    </m:r>
                    <m:r>
                      <a:rPr lang="en-US" i="1">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sup>
                    </m:sSup>
                    <m:r>
                      <a:rPr lang="en-US" i="1">
                        <a:latin typeface="Cambria Math" panose="02040503050406030204" pitchFamily="18" charset="0"/>
                      </a:rPr>
                      <m:t>⋅</m:t>
                    </m:r>
                    <m:r>
                      <a:rPr lang="en-US" i="1">
                        <a:latin typeface="Cambria Math" panose="02040503050406030204" pitchFamily="18" charset="0"/>
                      </a:rPr>
                      <m:t>𝜆</m:t>
                    </m:r>
                    <m:nary>
                      <m:naryPr>
                        <m:chr m:val="∑"/>
                        <m:ctrlPr>
                          <a:rPr lang="en-US" b="1" i="1" smtClean="0">
                            <a:solidFill>
                              <a:srgbClr val="FF0000"/>
                            </a:solidFill>
                            <a:latin typeface="Cambria Math" panose="02040503050406030204" pitchFamily="18" charset="0"/>
                          </a:rPr>
                        </m:ctrlPr>
                      </m:naryPr>
                      <m:sub>
                        <m:r>
                          <a:rPr lang="en-US" b="1" i="1" smtClean="0">
                            <a:solidFill>
                              <a:srgbClr val="FF0000"/>
                            </a:solidFill>
                            <a:latin typeface="Cambria Math" panose="02040503050406030204" pitchFamily="18" charset="0"/>
                          </a:rPr>
                          <m:t>𝒎</m:t>
                        </m:r>
                        <m:r>
                          <a:rPr lang="en-US" b="1" i="1">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𝟎</m:t>
                        </m:r>
                      </m:sub>
                      <m:sup>
                        <m:r>
                          <a:rPr lang="en-US" b="1" i="1">
                            <a:solidFill>
                              <a:srgbClr val="FF0000"/>
                            </a:solidFill>
                            <a:latin typeface="Cambria Math" panose="02040503050406030204" pitchFamily="18" charset="0"/>
                          </a:rPr>
                          <m:t>∞</m:t>
                        </m:r>
                      </m:sup>
                      <m:e>
                        <m:f>
                          <m:fPr>
                            <m:ctrlPr>
                              <a:rPr lang="en-US" b="1" i="1">
                                <a:solidFill>
                                  <a:srgbClr val="FF0000"/>
                                </a:solidFill>
                                <a:latin typeface="Cambria Math" panose="02040503050406030204" pitchFamily="18" charset="0"/>
                              </a:rPr>
                            </m:ctrlPr>
                          </m:fPr>
                          <m:num>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𝝀</m:t>
                                </m:r>
                              </m:e>
                              <m:sup>
                                <m:r>
                                  <a:rPr lang="en-US" b="1" i="1" smtClean="0">
                                    <a:solidFill>
                                      <a:srgbClr val="FF0000"/>
                                    </a:solidFill>
                                    <a:latin typeface="Cambria Math" panose="02040503050406030204" pitchFamily="18" charset="0"/>
                                  </a:rPr>
                                  <m:t>𝒎</m:t>
                                </m:r>
                              </m:sup>
                            </m:sSup>
                          </m:num>
                          <m:den>
                            <m:r>
                              <a:rPr lang="en-US" b="1" i="1" smtClean="0">
                                <a:solidFill>
                                  <a:srgbClr val="FF0000"/>
                                </a:solidFill>
                                <a:latin typeface="Cambria Math" panose="02040503050406030204" pitchFamily="18" charset="0"/>
                              </a:rPr>
                              <m:t>𝒎</m:t>
                            </m:r>
                            <m:r>
                              <a:rPr lang="en-US" b="1" i="1">
                                <a:solidFill>
                                  <a:srgbClr val="FF0000"/>
                                </a:solidFill>
                                <a:latin typeface="Cambria Math" panose="02040503050406030204" pitchFamily="18" charset="0"/>
                              </a:rPr>
                              <m:t>!</m:t>
                            </m:r>
                          </m:den>
                        </m:f>
                        <m:r>
                          <a:rPr lang="en-US" b="1" i="1">
                            <a:solidFill>
                              <a:srgbClr val="FF0000"/>
                            </a:solidFill>
                            <a:latin typeface="Cambria Math" panose="02040503050406030204" pitchFamily="18" charset="0"/>
                          </a:rPr>
                          <m:t> </m:t>
                        </m:r>
                      </m:e>
                    </m:nary>
                  </m:oMath>
                </a14:m>
                <a:r>
                  <a:rPr lang="ru-RU" b="1" dirty="0"/>
                  <a:t> </a:t>
                </a:r>
                <a:r>
                  <a:rPr lang="ru-RU" b="1" dirty="0">
                    <a:solidFill>
                      <a:srgbClr val="FF0000"/>
                    </a:solidFill>
                  </a:rPr>
                  <a:t>ряд Тейлора</a:t>
                </a:r>
                <a:r>
                  <a:rPr lang="ru-RU" b="1" dirty="0"/>
                  <a:t> </a:t>
                </a:r>
                <a:r>
                  <a:rPr lang="ru-RU" dirty="0"/>
                  <a:t>для функции </a:t>
                </a:r>
                <a14:m>
                  <m:oMath xmlns:m="http://schemas.openxmlformats.org/officeDocument/2006/math">
                    <m:sSup>
                      <m:sSupPr>
                        <m:ctrlPr>
                          <a:rPr lang="en-US" i="1">
                            <a:latin typeface="Cambria Math" panose="02040503050406030204" pitchFamily="18" charset="0"/>
                          </a:rPr>
                        </m:ctrlPr>
                      </m:sSupPr>
                      <m:e>
                        <m:r>
                          <a:rPr lang="en-US" b="0" i="1">
                            <a:latin typeface="Cambria Math" panose="02040503050406030204" pitchFamily="18" charset="0"/>
                          </a:rPr>
                          <m:t>𝑒</m:t>
                        </m:r>
                      </m:e>
                      <m:sup>
                        <m:r>
                          <a:rPr lang="en-US" b="0" i="1">
                            <a:latin typeface="Cambria Math" panose="02040503050406030204" pitchFamily="18" charset="0"/>
                          </a:rPr>
                          <m:t>𝜆</m:t>
                        </m:r>
                      </m:sup>
                    </m:sSup>
                  </m:oMath>
                </a14:m>
                <a:r>
                  <a:rPr lang="en-US" dirty="0"/>
                  <a:t>. </a:t>
                </a:r>
                <a:r>
                  <a:rPr lang="ru-RU" dirty="0"/>
                  <a:t>Отсюда </a:t>
                </a:r>
                <a14:m>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𝜉</m:t>
                    </m:r>
                    <m:r>
                      <a:rPr lang="en-US" i="1">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sup>
                    </m:sSup>
                    <m:r>
                      <a:rPr lang="en-US" i="1">
                        <a:latin typeface="Cambria Math" panose="02040503050406030204" pitchFamily="18" charset="0"/>
                      </a:rPr>
                      <m:t>⋅</m:t>
                    </m:r>
                    <m:r>
                      <a:rPr lang="en-US" i="1" smtClean="0">
                        <a:latin typeface="Cambria Math" panose="02040503050406030204" pitchFamily="18" charset="0"/>
                      </a:rPr>
                      <m:t>𝜆</m:t>
                    </m:r>
                    <m:r>
                      <a:rPr lang="en-US" b="0" i="1" smtClean="0">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𝜆</m:t>
                        </m:r>
                      </m:sup>
                    </m:sSup>
                    <m:r>
                      <a:rPr lang="en-US" b="0" i="1" smtClean="0">
                        <a:latin typeface="Cambria Math" panose="02040503050406030204" pitchFamily="18" charset="0"/>
                      </a:rPr>
                      <m:t>=</m:t>
                    </m:r>
                    <m:r>
                      <a:rPr lang="en-US" b="0" i="1" smtClean="0">
                        <a:latin typeface="Cambria Math" panose="02040503050406030204" pitchFamily="18" charset="0"/>
                      </a:rPr>
                      <m:t>𝜆</m:t>
                    </m:r>
                    <m:r>
                      <a:rPr lang="en-US" b="0" i="0" smtClean="0">
                        <a:latin typeface="Cambria Math" panose="02040503050406030204" pitchFamily="18" charset="0"/>
                      </a:rPr>
                      <m:t>.</m:t>
                    </m:r>
                  </m:oMath>
                </a14:m>
                <a:endParaRPr lang="en-US" b="0" dirty="0"/>
              </a:p>
              <a:p>
                <a:pPr algn="just">
                  <a:spcAft>
                    <a:spcPts val="600"/>
                  </a:spcAft>
                </a:pPr>
                <a14:m>
                  <m:oMathPara xmlns:m="http://schemas.openxmlformats.org/officeDocument/2006/math">
                    <m:oMathParaPr>
                      <m:jc m:val="left"/>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𝐷</m:t>
                          </m:r>
                          <m:r>
                            <a:rPr lang="en-US" i="1">
                              <a:latin typeface="Cambria Math" panose="02040503050406030204" pitchFamily="18" charset="0"/>
                            </a:rPr>
                            <m:t>𝜉</m:t>
                          </m:r>
                        </m:e>
                        <m:sup>
                          <m:r>
                            <a:rPr lang="en-US" b="0" i="1" smtClean="0">
                              <a:latin typeface="Cambria Math" panose="02040503050406030204" pitchFamily="18" charset="0"/>
                            </a:rPr>
                            <m:t> </m:t>
                          </m:r>
                        </m:sup>
                      </m:sSup>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=0</m:t>
                          </m:r>
                        </m:sub>
                        <m:sup>
                          <m:r>
                            <a:rPr lang="en-US" i="1">
                              <a:latin typeface="Cambria Math" panose="02040503050406030204" pitchFamily="18" charset="0"/>
                            </a:rPr>
                            <m:t>∞</m:t>
                          </m:r>
                        </m:sup>
                        <m:e>
                          <m:sSup>
                            <m:sSupPr>
                              <m:ctrlPr>
                                <a:rPr lang="en-US" b="0" i="1" smtClean="0">
                                  <a:latin typeface="Cambria Math" panose="02040503050406030204" pitchFamily="18" charset="0"/>
                                </a:rPr>
                              </m:ctrlPr>
                            </m:sSupPr>
                            <m:e>
                              <m:r>
                                <a:rPr lang="en-US" i="1">
                                  <a:latin typeface="Cambria Math" panose="02040503050406030204" pitchFamily="18" charset="0"/>
                                </a:rPr>
                                <m:t>𝑘</m:t>
                              </m:r>
                            </m:e>
                            <m:sup>
                              <m:r>
                                <a:rPr lang="en-US" b="0" i="1" smtClean="0">
                                  <a:latin typeface="Cambria Math" panose="02040503050406030204" pitchFamily="18" charset="0"/>
                                </a:rPr>
                                <m:t>2</m:t>
                              </m:r>
                            </m:sup>
                          </m:sSup>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𝑘</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sup>
                              </m:sSup>
                            </m:num>
                            <m:den>
                              <m:r>
                                <a:rPr lang="en-US" i="1">
                                  <a:latin typeface="Cambria Math" panose="02040503050406030204" pitchFamily="18" charset="0"/>
                                </a:rPr>
                                <m:t>𝑘</m:t>
                              </m:r>
                              <m:r>
                                <a:rPr lang="en-US" i="1">
                                  <a:latin typeface="Cambria Math" panose="02040503050406030204" pitchFamily="18" charset="0"/>
                                </a:rPr>
                                <m:t>!</m:t>
                              </m:r>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r>
                            <a:rPr lang="en-US" b="0" i="1" smtClean="0">
                              <a:latin typeface="Cambria Math" panose="02040503050406030204" pitchFamily="18" charset="0"/>
                            </a:rPr>
                            <m:t> </m:t>
                          </m:r>
                        </m:e>
                      </m:nary>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sup>
                      </m:sSup>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m:t>
                          </m:r>
                          <m:r>
                            <a:rPr lang="en-US" b="0" i="1" smtClean="0">
                              <a:latin typeface="Cambria Math" panose="02040503050406030204" pitchFamily="18" charset="0"/>
                            </a:rPr>
                            <m:t>1</m:t>
                          </m:r>
                        </m:sub>
                        <m:sup>
                          <m:r>
                            <a:rPr lang="en-US" i="1">
                              <a:latin typeface="Cambria Math" panose="02040503050406030204" pitchFamily="18" charset="0"/>
                            </a:rPr>
                            <m:t>∞</m:t>
                          </m:r>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b="0" i="1" smtClean="0">
                                      <a:latin typeface="Cambria Math" panose="02040503050406030204" pitchFamily="18" charset="0"/>
                                    </a:rPr>
                                    <m:t>𝑘</m:t>
                                  </m:r>
                                  <m:r>
                                    <a:rPr lang="en-US" i="1">
                                      <a:latin typeface="Cambria Math" panose="02040503050406030204" pitchFamily="18" charset="0"/>
                                    </a:rPr>
                                    <m:t>𝜆</m:t>
                                  </m:r>
                                </m:e>
                                <m:sup>
                                  <m:r>
                                    <a:rPr lang="en-US" i="1">
                                      <a:latin typeface="Cambria Math" panose="02040503050406030204" pitchFamily="18" charset="0"/>
                                    </a:rPr>
                                    <m:t>𝑘</m:t>
                                  </m:r>
                                </m:sup>
                              </m:sSup>
                            </m:num>
                            <m:den>
                              <m:r>
                                <a:rPr lang="en-US" b="0" i="1" smtClean="0">
                                  <a:latin typeface="Cambria Math" panose="02040503050406030204" pitchFamily="18" charset="0"/>
                                </a:rPr>
                                <m:t>(</m:t>
                              </m:r>
                              <m:r>
                                <a:rPr lang="en-US" i="1">
                                  <a:latin typeface="Cambria Math" panose="02040503050406030204" pitchFamily="18" charset="0"/>
                                </a:rPr>
                                <m:t>𝑘</m:t>
                              </m:r>
                              <m:r>
                                <a:rPr lang="en-US" b="0" i="1" smtClean="0">
                                  <a:latin typeface="Cambria Math" panose="02040503050406030204" pitchFamily="18" charset="0"/>
                                </a:rPr>
                                <m:t>−1)</m:t>
                              </m:r>
                              <m:r>
                                <a:rPr lang="en-US" i="1">
                                  <a:latin typeface="Cambria Math" panose="02040503050406030204" pitchFamily="18" charset="0"/>
                                </a:rPr>
                                <m:t>!</m:t>
                              </m:r>
                            </m:den>
                          </m:f>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r>
                            <a:rPr lang="en-US" i="1">
                              <a:latin typeface="Cambria Math" panose="02040503050406030204" pitchFamily="18" charset="0"/>
                            </a:rPr>
                            <m:t> </m:t>
                          </m:r>
                        </m:e>
                      </m:nary>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sup>
                      </m:sSup>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m:t>
                          </m:r>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b="0" i="1" smtClean="0">
                                      <a:latin typeface="Cambria Math" panose="02040503050406030204" pitchFamily="18" charset="0"/>
                                    </a:rPr>
                                    <m:t>(</m:t>
                                  </m:r>
                                  <m:r>
                                    <a:rPr lang="en-US" i="1">
                                      <a:latin typeface="Cambria Math" panose="02040503050406030204" pitchFamily="18" charset="0"/>
                                    </a:rPr>
                                    <m:t>𝑘</m:t>
                                  </m:r>
                                  <m:r>
                                    <a:rPr lang="en-US" b="0" i="1" smtClean="0">
                                      <a:latin typeface="Cambria Math" panose="02040503050406030204" pitchFamily="18" charset="0"/>
                                    </a:rPr>
                                    <m:t>−1+1)</m:t>
                                  </m:r>
                                  <m:r>
                                    <a:rPr lang="en-US" i="1">
                                      <a:latin typeface="Cambria Math" panose="02040503050406030204" pitchFamily="18" charset="0"/>
                                    </a:rPr>
                                    <m:t>𝜆</m:t>
                                  </m:r>
                                </m:e>
                                <m:sup>
                                  <m:r>
                                    <a:rPr lang="en-US" i="1">
                                      <a:latin typeface="Cambria Math" panose="02040503050406030204" pitchFamily="18" charset="0"/>
                                    </a:rPr>
                                    <m:t>𝑘</m:t>
                                  </m:r>
                                </m:sup>
                              </m:sSup>
                            </m:num>
                            <m:den>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m:t>
                              </m:r>
                            </m:den>
                          </m:f>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r>
                            <a:rPr lang="en-US" i="1">
                              <a:latin typeface="Cambria Math" panose="02040503050406030204" pitchFamily="18" charset="0"/>
                            </a:rPr>
                            <m:t> </m:t>
                          </m:r>
                        </m:e>
                      </m:nary>
                      <m:r>
                        <a:rPr lang="en-US" b="0" i="1" smtClean="0">
                          <a:solidFill>
                            <a:srgbClr val="FF0000"/>
                          </a:solidFill>
                          <a:latin typeface="Cambria Math" panose="02040503050406030204" pitchFamily="18" charset="0"/>
                        </a:rPr>
                        <m:t>=</m:t>
                      </m:r>
                    </m:oMath>
                  </m:oMathPara>
                </a14:m>
                <a:endParaRPr lang="en-US" dirty="0"/>
              </a:p>
              <a:p>
                <a:pPr algn="just">
                  <a:spcAft>
                    <a:spcPts val="600"/>
                  </a:spcAft>
                </a:pPr>
                <a14:m>
                  <m:oMath xmlns:m="http://schemas.openxmlformats.org/officeDocument/2006/math">
                    <m:r>
                      <a:rPr lang="en-US" i="1" smtClean="0">
                        <a:solidFill>
                          <a:srgbClr val="FF0000"/>
                        </a:solidFill>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sup>
                    </m:sSup>
                    <m:d>
                      <m:dPr>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m:t>
                            </m:r>
                            <m:r>
                              <a:rPr lang="ru-RU" b="0" i="1" smtClean="0">
                                <a:latin typeface="Cambria Math" panose="02040503050406030204" pitchFamily="18" charset="0"/>
                              </a:rPr>
                              <m:t>1</m:t>
                            </m:r>
                          </m:sub>
                          <m:sup>
                            <m:r>
                              <a:rPr lang="en-US" i="1">
                                <a:latin typeface="Cambria Math" panose="02040503050406030204" pitchFamily="18" charset="0"/>
                              </a:rPr>
                              <m:t>∞</m:t>
                            </m:r>
                          </m:sup>
                          <m:e>
                            <m:f>
                              <m:fPr>
                                <m:ctrlPr>
                                  <a:rPr lang="en-US" i="1">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𝑘</m:t>
                                    </m:r>
                                  </m:sup>
                                </m:sSup>
                              </m:num>
                              <m:den>
                                <m:d>
                                  <m:dPr>
                                    <m:ctrlPr>
                                      <a:rPr lang="en-US" i="1">
                                        <a:latin typeface="Cambria Math" panose="02040503050406030204" pitchFamily="18" charset="0"/>
                                      </a:rPr>
                                    </m:ctrlPr>
                                  </m:dPr>
                                  <m:e>
                                    <m:r>
                                      <a:rPr lang="en-US" i="1">
                                        <a:latin typeface="Cambria Math" panose="02040503050406030204" pitchFamily="18" charset="0"/>
                                      </a:rPr>
                                      <m:t>𝑘</m:t>
                                    </m:r>
                                    <m:r>
                                      <a:rPr lang="en-US" i="1">
                                        <a:latin typeface="Cambria Math" panose="02040503050406030204" pitchFamily="18" charset="0"/>
                                      </a:rPr>
                                      <m:t>−1</m:t>
                                    </m:r>
                                  </m:e>
                                </m:d>
                                <m:r>
                                  <a:rPr lang="en-US" i="1">
                                    <a:latin typeface="Cambria Math" panose="02040503050406030204" pitchFamily="18" charset="0"/>
                                  </a:rPr>
                                  <m:t>!</m:t>
                                </m:r>
                              </m:den>
                            </m:f>
                            <m:r>
                              <a:rPr lang="en-US" b="0" i="1" smtClean="0">
                                <a:latin typeface="Cambria Math" panose="02040503050406030204" pitchFamily="18" charset="0"/>
                              </a:rPr>
                              <m:t>+</m:t>
                            </m:r>
                            <m:r>
                              <a:rPr lang="en-US" i="1">
                                <a:latin typeface="Cambria Math" panose="02040503050406030204" pitchFamily="18" charset="0"/>
                              </a:rPr>
                              <m:t> </m:t>
                            </m:r>
                          </m:e>
                        </m:nary>
                        <m:nary>
                          <m:naryPr>
                            <m:chr m:val="∑"/>
                            <m:ctrlPr>
                              <a:rPr lang="en-US" i="1" smtClean="0">
                                <a:solidFill>
                                  <a:schemeClr val="tx1"/>
                                </a:solidFill>
                                <a:latin typeface="Cambria Math" panose="02040503050406030204" pitchFamily="18" charset="0"/>
                              </a:rPr>
                            </m:ctrlPr>
                          </m:naryPr>
                          <m:sub>
                            <m:r>
                              <m:rPr>
                                <m:brk m:alnAt="23"/>
                              </m:rPr>
                              <a:rPr lang="en-US" i="1">
                                <a:solidFill>
                                  <a:schemeClr val="tx1"/>
                                </a:solidFill>
                                <a:latin typeface="Cambria Math" panose="02040503050406030204" pitchFamily="18" charset="0"/>
                              </a:rPr>
                              <m:t>𝑘</m:t>
                            </m:r>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m:t>
                            </m:r>
                          </m:sup>
                          <m:e>
                            <m:f>
                              <m:fPr>
                                <m:ctrlPr>
                                  <a:rPr lang="en-US" i="1">
                                    <a:solidFill>
                                      <a:schemeClr val="tx1"/>
                                    </a:solidFill>
                                    <a:latin typeface="Cambria Math" panose="02040503050406030204" pitchFamily="18" charset="0"/>
                                  </a:rPr>
                                </m:ctrlPr>
                              </m:fPr>
                              <m:num>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𝜆</m:t>
                                    </m:r>
                                  </m:e>
                                  <m:sup>
                                    <m:r>
                                      <a:rPr lang="en-US" i="1">
                                        <a:solidFill>
                                          <a:schemeClr val="tx1"/>
                                        </a:solidFill>
                                        <a:latin typeface="Cambria Math" panose="02040503050406030204" pitchFamily="18" charset="0"/>
                                      </a:rPr>
                                      <m:t>𝑘</m:t>
                                    </m:r>
                                  </m:sup>
                                </m:sSup>
                              </m:num>
                              <m:den>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𝑘</m:t>
                                    </m:r>
                                    <m:r>
                                      <a:rPr lang="en-US" i="1">
                                        <a:solidFill>
                                          <a:schemeClr val="tx1"/>
                                        </a:solidFill>
                                        <a:latin typeface="Cambria Math" panose="02040503050406030204" pitchFamily="18" charset="0"/>
                                      </a:rPr>
                                      <m:t>−1</m:t>
                                    </m:r>
                                  </m:e>
                                </m:d>
                                <m:r>
                                  <a:rPr lang="en-US" i="1">
                                    <a:solidFill>
                                      <a:schemeClr val="tx1"/>
                                    </a:solidFill>
                                    <a:latin typeface="Cambria Math" panose="02040503050406030204" pitchFamily="18" charset="0"/>
                                  </a:rPr>
                                  <m:t>!</m:t>
                                </m:r>
                              </m:den>
                            </m:f>
                            <m:r>
                              <a:rPr lang="en-US" i="1">
                                <a:solidFill>
                                  <a:schemeClr val="tx1"/>
                                </a:solidFill>
                                <a:latin typeface="Cambria Math" panose="02040503050406030204" pitchFamily="18" charset="0"/>
                              </a:rPr>
                              <m:t> </m:t>
                            </m:r>
                          </m:e>
                        </m:nary>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r>
                      <a:rPr lang="ru-RU"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sup>
                    </m:sSup>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m:t>
                            </m:r>
                            <m:r>
                              <a:rPr lang="en-US" b="0" i="1" smtClean="0">
                                <a:latin typeface="Cambria Math" panose="02040503050406030204" pitchFamily="18" charset="0"/>
                              </a:rPr>
                              <m:t>2</m:t>
                            </m:r>
                          </m:sub>
                          <m:sup>
                            <m:r>
                              <a:rPr lang="en-US" i="1">
                                <a:latin typeface="Cambria Math" panose="02040503050406030204" pitchFamily="18" charset="0"/>
                              </a:rPr>
                              <m:t>∞</m:t>
                            </m:r>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𝑘</m:t>
                                    </m:r>
                                    <m:r>
                                      <a:rPr lang="en-US" b="0" i="1" smtClean="0">
                                        <a:latin typeface="Cambria Math" panose="02040503050406030204" pitchFamily="18" charset="0"/>
                                      </a:rPr>
                                      <m:t>−2</m:t>
                                    </m:r>
                                  </m:sup>
                                </m:sSup>
                              </m:num>
                              <m:den>
                                <m:d>
                                  <m:dPr>
                                    <m:ctrlPr>
                                      <a:rPr lang="en-US" i="1">
                                        <a:latin typeface="Cambria Math" panose="02040503050406030204" pitchFamily="18" charset="0"/>
                                      </a:rPr>
                                    </m:ctrlPr>
                                  </m:dPr>
                                  <m:e>
                                    <m:r>
                                      <a:rPr lang="en-US" i="1">
                                        <a:latin typeface="Cambria Math" panose="02040503050406030204" pitchFamily="18" charset="0"/>
                                      </a:rPr>
                                      <m:t>𝑘</m:t>
                                    </m:r>
                                    <m:r>
                                      <a:rPr lang="en-US" i="1">
                                        <a:latin typeface="Cambria Math" panose="02040503050406030204" pitchFamily="18" charset="0"/>
                                      </a:rPr>
                                      <m:t>−2</m:t>
                                    </m:r>
                                  </m:e>
                                </m:d>
                                <m:r>
                                  <a:rPr lang="en-US" i="1">
                                    <a:latin typeface="Cambria Math" panose="02040503050406030204" pitchFamily="18" charset="0"/>
                                  </a:rPr>
                                  <m:t>!</m:t>
                                </m:r>
                              </m:den>
                            </m:f>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b="0" i="1" smtClean="0">
                                    <a:latin typeface="Cambria Math" panose="02040503050406030204" pitchFamily="18" charset="0"/>
                                  </a:rPr>
                                  <m:t> </m:t>
                                </m:r>
                              </m:sup>
                            </m:sSup>
                            <m:r>
                              <a:rPr lang="en-US" i="1">
                                <a:latin typeface="Cambria Math" panose="02040503050406030204" pitchFamily="18" charset="0"/>
                              </a:rPr>
                              <m:t> </m:t>
                            </m:r>
                          </m:e>
                        </m:nary>
                        <m:nary>
                          <m:naryPr>
                            <m:chr m:val="∑"/>
                            <m:ctrlPr>
                              <a:rPr lang="en-US" i="1" smtClean="0">
                                <a:solidFill>
                                  <a:schemeClr val="tx1"/>
                                </a:solidFill>
                                <a:latin typeface="Cambria Math" panose="02040503050406030204" pitchFamily="18" charset="0"/>
                              </a:rPr>
                            </m:ctrlPr>
                          </m:naryPr>
                          <m:sub>
                            <m:r>
                              <m:rPr>
                                <m:brk m:alnAt="23"/>
                              </m:rPr>
                              <a:rPr lang="en-US" i="1">
                                <a:solidFill>
                                  <a:schemeClr val="tx1"/>
                                </a:solidFill>
                                <a:latin typeface="Cambria Math" panose="02040503050406030204" pitchFamily="18" charset="0"/>
                              </a:rPr>
                              <m:t>𝑘</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m:t>
                            </m:r>
                          </m:sup>
                          <m:e>
                            <m:f>
                              <m:fPr>
                                <m:ctrlPr>
                                  <a:rPr lang="en-US" i="1">
                                    <a:solidFill>
                                      <a:schemeClr val="tx1"/>
                                    </a:solidFill>
                                    <a:latin typeface="Cambria Math" panose="02040503050406030204" pitchFamily="18" charset="0"/>
                                  </a:rPr>
                                </m:ctrlPr>
                              </m:fPr>
                              <m:num>
                                <m:sSup>
                                  <m:sSupPr>
                                    <m:ctrlPr>
                                      <a:rPr lang="en-US" i="1" smtClean="0">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𝜆</m:t>
                                    </m:r>
                                  </m:e>
                                  <m:sup>
                                    <m:r>
                                      <a:rPr lang="en-US" i="1">
                                        <a:solidFill>
                                          <a:schemeClr val="tx1"/>
                                        </a:solidFill>
                                        <a:latin typeface="Cambria Math" panose="02040503050406030204" pitchFamily="18" charset="0"/>
                                      </a:rPr>
                                      <m:t>𝑘</m:t>
                                    </m:r>
                                    <m:r>
                                      <a:rPr lang="en-US" i="1">
                                        <a:solidFill>
                                          <a:schemeClr val="tx1"/>
                                        </a:solidFill>
                                        <a:latin typeface="Cambria Math" panose="02040503050406030204" pitchFamily="18" charset="0"/>
                                      </a:rPr>
                                      <m:t>−1</m:t>
                                    </m:r>
                                  </m:sup>
                                </m:sSup>
                              </m:num>
                              <m:den>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𝑘</m:t>
                                    </m:r>
                                    <m:r>
                                      <a:rPr lang="en-US" i="1">
                                        <a:solidFill>
                                          <a:schemeClr val="tx1"/>
                                        </a:solidFill>
                                        <a:latin typeface="Cambria Math" panose="02040503050406030204" pitchFamily="18" charset="0"/>
                                      </a:rPr>
                                      <m:t>−1</m:t>
                                    </m:r>
                                  </m:e>
                                </m:d>
                                <m:r>
                                  <a:rPr lang="en-US" i="1">
                                    <a:solidFill>
                                      <a:schemeClr val="tx1"/>
                                    </a:solidFill>
                                    <a:latin typeface="Cambria Math" panose="02040503050406030204" pitchFamily="18" charset="0"/>
                                  </a:rPr>
                                  <m:t>!</m:t>
                                </m:r>
                              </m:den>
                            </m:f>
                            <m:r>
                              <a:rPr lang="en-US" i="1">
                                <a:solidFill>
                                  <a:schemeClr val="tx1"/>
                                </a:solidFill>
                                <a:latin typeface="Cambria Math" panose="02040503050406030204" pitchFamily="18" charset="0"/>
                              </a:rPr>
                              <m:t> </m:t>
                            </m:r>
                          </m:e>
                        </m:nary>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oMath>
                </a14:m>
                <a:r>
                  <a:rPr lang="ru-RU" dirty="0"/>
                  <a:t>. Введя замену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−2</m:t>
                    </m:r>
                  </m:oMath>
                </a14:m>
                <a:r>
                  <a:rPr lang="en-US" dirty="0"/>
                  <a:t> </a:t>
                </a:r>
                <a:r>
                  <a:rPr lang="ru-RU" dirty="0"/>
                  <a:t>и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m:t>
                    </m:r>
                  </m:oMath>
                </a14:m>
                <a:r>
                  <a:rPr lang="en-US" dirty="0"/>
                  <a:t> </a:t>
                </a:r>
                <a:r>
                  <a:rPr lang="ru-RU" dirty="0"/>
                  <a:t> получим: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sup>
                    </m:sSup>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𝜆</m:t>
                            </m:r>
                          </m:sup>
                        </m:sSup>
                        <m:r>
                          <a:rPr lang="en-US" b="0" i="1" smtClean="0">
                            <a:latin typeface="Cambria Math" panose="02040503050406030204" pitchFamily="18" charset="0"/>
                          </a:rPr>
                          <m:t>+</m:t>
                        </m:r>
                        <m:r>
                          <a:rPr lang="en-US" b="0" i="1" smtClean="0">
                            <a:latin typeface="Cambria Math" panose="02040503050406030204" pitchFamily="18" charset="0"/>
                          </a:rPr>
                          <m:t>𝜆</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𝜆</m:t>
                            </m:r>
                          </m:sup>
                        </m:sSup>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𝜆</m:t>
                    </m:r>
                  </m:oMath>
                </a14:m>
                <a:endParaRPr lang="en-US" dirty="0"/>
              </a:p>
            </p:txBody>
          </p:sp>
        </mc:Choice>
        <mc:Fallback xmlns="">
          <p:sp>
            <p:nvSpPr>
              <p:cNvPr id="6" name="TextBox 5">
                <a:extLst>
                  <a:ext uri="{FF2B5EF4-FFF2-40B4-BE49-F238E27FC236}">
                    <a16:creationId xmlns:a16="http://schemas.microsoft.com/office/drawing/2014/main" id="{A9090133-9389-5A9B-3F43-C1D638A7B6CF}"/>
                  </a:ext>
                </a:extLst>
              </p:cNvPr>
              <p:cNvSpPr txBox="1">
                <a:spLocks noRot="1" noChangeAspect="1" noMove="1" noResize="1" noEditPoints="1" noAdjustHandles="1" noChangeArrowheads="1" noChangeShapeType="1" noTextEdit="1"/>
              </p:cNvSpPr>
              <p:nvPr/>
            </p:nvSpPr>
            <p:spPr>
              <a:xfrm>
                <a:off x="0" y="419100"/>
                <a:ext cx="9144000" cy="4544257"/>
              </a:xfrm>
              <a:prstGeom prst="rect">
                <a:avLst/>
              </a:prstGeom>
              <a:blipFill>
                <a:blip r:embed="rId3"/>
                <a:stretch>
                  <a:fillRect l="-533" t="-805" r="-533" b="-940"/>
                </a:stretch>
              </a:blipFill>
            </p:spPr>
            <p:txBody>
              <a:bodyPr/>
              <a:lstStyle/>
              <a:p>
                <a:r>
                  <a:rPr lang="ru-RU">
                    <a:noFill/>
                  </a:rPr>
                  <a:t> </a:t>
                </a:r>
              </a:p>
            </p:txBody>
          </p:sp>
        </mc:Fallback>
      </mc:AlternateContent>
      <p:grpSp>
        <p:nvGrpSpPr>
          <p:cNvPr id="11" name="Группа 10">
            <a:extLst>
              <a:ext uri="{FF2B5EF4-FFF2-40B4-BE49-F238E27FC236}">
                <a16:creationId xmlns:a16="http://schemas.microsoft.com/office/drawing/2014/main" id="{148873A9-D14F-000E-FF7B-BE64D8F58E70}"/>
              </a:ext>
            </a:extLst>
          </p:cNvPr>
          <p:cNvGrpSpPr/>
          <p:nvPr/>
        </p:nvGrpSpPr>
        <p:grpSpPr>
          <a:xfrm>
            <a:off x="47674" y="4976321"/>
            <a:ext cx="8855026" cy="1881679"/>
            <a:chOff x="111174" y="4976321"/>
            <a:chExt cx="8680891" cy="1711815"/>
          </a:xfrm>
        </p:grpSpPr>
        <p:pic>
          <p:nvPicPr>
            <p:cNvPr id="8" name="Рисунок 7">
              <a:extLst>
                <a:ext uri="{FF2B5EF4-FFF2-40B4-BE49-F238E27FC236}">
                  <a16:creationId xmlns:a16="http://schemas.microsoft.com/office/drawing/2014/main" id="{5A374AB2-79BA-F5E3-AE69-73CBCDC7068A}"/>
                </a:ext>
              </a:extLst>
            </p:cNvPr>
            <p:cNvPicPr>
              <a:picLocks noChangeAspect="1"/>
            </p:cNvPicPr>
            <p:nvPr/>
          </p:nvPicPr>
          <p:blipFill>
            <a:blip r:embed="rId4"/>
            <a:srcRect l="2245" t="50225" b="-1"/>
            <a:stretch>
              <a:fillRect/>
            </a:stretch>
          </p:blipFill>
          <p:spPr>
            <a:xfrm>
              <a:off x="4572000" y="5014421"/>
              <a:ext cx="4220065" cy="1673715"/>
            </a:xfrm>
            <a:prstGeom prst="rect">
              <a:avLst/>
            </a:prstGeom>
          </p:spPr>
        </p:pic>
        <p:pic>
          <p:nvPicPr>
            <p:cNvPr id="10" name="Рисунок 9">
              <a:extLst>
                <a:ext uri="{FF2B5EF4-FFF2-40B4-BE49-F238E27FC236}">
                  <a16:creationId xmlns:a16="http://schemas.microsoft.com/office/drawing/2014/main" id="{932AACF3-7A44-67AF-46BC-1CAF1631B4C0}"/>
                </a:ext>
              </a:extLst>
            </p:cNvPr>
            <p:cNvPicPr>
              <a:picLocks noChangeAspect="1"/>
            </p:cNvPicPr>
            <p:nvPr/>
          </p:nvPicPr>
          <p:blipFill>
            <a:blip r:embed="rId4"/>
            <a:srcRect l="1522" b="51400"/>
            <a:stretch>
              <a:fillRect/>
            </a:stretch>
          </p:blipFill>
          <p:spPr>
            <a:xfrm>
              <a:off x="111174" y="4976321"/>
              <a:ext cx="4354244" cy="1673715"/>
            </a:xfrm>
            <a:prstGeom prst="rect">
              <a:avLst/>
            </a:prstGeom>
          </p:spPr>
        </p:pic>
      </p:grpSp>
    </p:spTree>
    <p:extLst>
      <p:ext uri="{BB962C8B-B14F-4D97-AF65-F5344CB8AC3E}">
        <p14:creationId xmlns:p14="http://schemas.microsoft.com/office/powerpoint/2010/main" val="4287778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Группа 10">
            <a:extLst>
              <a:ext uri="{FF2B5EF4-FFF2-40B4-BE49-F238E27FC236}">
                <a16:creationId xmlns:a16="http://schemas.microsoft.com/office/drawing/2014/main" id="{40F351F0-CB7A-606D-90B1-3FD8F0AF8F13}"/>
              </a:ext>
            </a:extLst>
          </p:cNvPr>
          <p:cNvGrpSpPr/>
          <p:nvPr/>
        </p:nvGrpSpPr>
        <p:grpSpPr>
          <a:xfrm>
            <a:off x="0" y="4844176"/>
            <a:ext cx="9144000" cy="1920519"/>
            <a:chOff x="174171" y="4876346"/>
            <a:chExt cx="8795656" cy="1721113"/>
          </a:xfrm>
        </p:grpSpPr>
        <p:pic>
          <p:nvPicPr>
            <p:cNvPr id="10" name="Рисунок 9">
              <a:extLst>
                <a:ext uri="{FF2B5EF4-FFF2-40B4-BE49-F238E27FC236}">
                  <a16:creationId xmlns:a16="http://schemas.microsoft.com/office/drawing/2014/main" id="{8EAFCD0C-4D71-EBF1-0585-00ADFB71A020}"/>
                </a:ext>
              </a:extLst>
            </p:cNvPr>
            <p:cNvPicPr>
              <a:picLocks noChangeAspect="1"/>
            </p:cNvPicPr>
            <p:nvPr/>
          </p:nvPicPr>
          <p:blipFill>
            <a:blip r:embed="rId2"/>
            <a:srcRect t="50000"/>
            <a:stretch>
              <a:fillRect/>
            </a:stretch>
          </p:blipFill>
          <p:spPr>
            <a:xfrm>
              <a:off x="4572000" y="4912081"/>
              <a:ext cx="4397827" cy="1685378"/>
            </a:xfrm>
            <a:prstGeom prst="rect">
              <a:avLst/>
            </a:prstGeom>
          </p:spPr>
        </p:pic>
        <p:pic>
          <p:nvPicPr>
            <p:cNvPr id="8" name="Рисунок 7">
              <a:extLst>
                <a:ext uri="{FF2B5EF4-FFF2-40B4-BE49-F238E27FC236}">
                  <a16:creationId xmlns:a16="http://schemas.microsoft.com/office/drawing/2014/main" id="{6EEE4FEC-AF7A-98F4-396B-D82B65245AE6}"/>
                </a:ext>
              </a:extLst>
            </p:cNvPr>
            <p:cNvPicPr>
              <a:picLocks noChangeAspect="1"/>
            </p:cNvPicPr>
            <p:nvPr/>
          </p:nvPicPr>
          <p:blipFill>
            <a:blip r:embed="rId2"/>
            <a:srcRect b="50628"/>
            <a:stretch>
              <a:fillRect/>
            </a:stretch>
          </p:blipFill>
          <p:spPr>
            <a:xfrm>
              <a:off x="174171" y="4876346"/>
              <a:ext cx="4397829" cy="1664204"/>
            </a:xfrm>
            <a:prstGeom prst="rect">
              <a:avLst/>
            </a:prstGeom>
          </p:spPr>
        </p:pic>
      </p:grpSp>
      <p:sp>
        <p:nvSpPr>
          <p:cNvPr id="4" name="Номер слайда 3">
            <a:extLst>
              <a:ext uri="{FF2B5EF4-FFF2-40B4-BE49-F238E27FC236}">
                <a16:creationId xmlns:a16="http://schemas.microsoft.com/office/drawing/2014/main" id="{3B78047D-2FB5-1882-88BA-945202610CA9}"/>
              </a:ext>
            </a:extLst>
          </p:cNvPr>
          <p:cNvSpPr>
            <a:spLocks noGrp="1"/>
          </p:cNvSpPr>
          <p:nvPr>
            <p:ph type="sldNum" sz="quarter" idx="12"/>
          </p:nvPr>
        </p:nvSpPr>
        <p:spPr/>
        <p:txBody>
          <a:bodyPr/>
          <a:lstStyle/>
          <a:p>
            <a:fld id="{CC173F88-3387-453B-9303-AC0210B95CB8}" type="slidenum">
              <a:rPr lang="ru-RU" smtClean="0"/>
              <a:pPr/>
              <a:t>17</a:t>
            </a:fld>
            <a:endParaRPr lang="ru-RU" dirty="0"/>
          </a:p>
        </p:txBody>
      </p:sp>
      <p:sp>
        <p:nvSpPr>
          <p:cNvPr id="5" name="Прямоугольник 4">
            <a:extLst>
              <a:ext uri="{FF2B5EF4-FFF2-40B4-BE49-F238E27FC236}">
                <a16:creationId xmlns:a16="http://schemas.microsoft.com/office/drawing/2014/main" id="{89939CC9-C3AA-CEFA-01A4-88A87B17EA1B}"/>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непрерывные</a:t>
            </a:r>
            <a:r>
              <a:rPr lang="ru-RU" sz="2400" dirty="0"/>
              <a:t> </a:t>
            </a:r>
            <a:r>
              <a:rPr lang="ru-RU" sz="2400" b="1" dirty="0">
                <a:solidFill>
                  <a:schemeClr val="tx1"/>
                </a:solidFill>
              </a:rPr>
              <a:t>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D0393D8-D926-17F8-F994-EA101915F7A4}"/>
                  </a:ext>
                </a:extLst>
              </p:cNvPr>
              <p:cNvSpPr txBox="1"/>
              <p:nvPr/>
            </p:nvSpPr>
            <p:spPr>
              <a:xfrm>
                <a:off x="0" y="509390"/>
                <a:ext cx="9144000" cy="4444550"/>
              </a:xfrm>
              <a:prstGeom prst="rect">
                <a:avLst/>
              </a:prstGeom>
              <a:noFill/>
            </p:spPr>
            <p:txBody>
              <a:bodyPr wrap="square" rtlCol="0">
                <a:spAutoFit/>
              </a:bodyPr>
              <a:lstStyle/>
              <a:p>
                <a:pPr algn="ctr"/>
                <a:r>
                  <a:rPr lang="ru-RU" b="1" dirty="0">
                    <a:solidFill>
                      <a:srgbClr val="006400"/>
                    </a:solidFill>
                  </a:rPr>
                  <a:t>Равномерное непрерывное распределение</a:t>
                </a:r>
              </a:p>
              <a:p>
                <a:pPr algn="ctr"/>
                <a:r>
                  <a:rPr lang="ru-RU" dirty="0"/>
                  <a:t>На некотором интервале </a:t>
                </a:r>
                <a14:m>
                  <m:oMath xmlns:m="http://schemas.openxmlformats.org/officeDocument/2006/math">
                    <m:r>
                      <a:rPr lang="ru-RU"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ru-RU" b="0" i="1" smtClean="0">
                        <a:latin typeface="Cambria Math" panose="02040503050406030204" pitchFamily="18" charset="0"/>
                      </a:rPr>
                      <m:t>)</m:t>
                    </m:r>
                  </m:oMath>
                </a14:m>
                <a:endParaRPr lang="ru-RU" dirty="0"/>
              </a:p>
              <a:p>
                <a:pPr algn="just"/>
                <a:r>
                  <a:rPr lang="ru-RU" dirty="0"/>
                  <a:t>Плотность такого распределения равна константе внутри интервала и 0 вне его:</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𝑐</m:t>
                            </m:r>
                            <m:r>
                              <a:rPr lang="en-US" b="0" i="1" smtClean="0">
                                <a:latin typeface="Cambria Math" panose="02040503050406030204" pitchFamily="18" charset="0"/>
                              </a:rPr>
                              <m:t>, при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e>
                          <m:e>
                            <m:r>
                              <a:rPr lang="en-US" b="0" i="1" smtClean="0">
                                <a:latin typeface="Cambria Math" panose="02040503050406030204" pitchFamily="18" charset="0"/>
                              </a:rPr>
                              <m:t>0, </m:t>
                            </m:r>
                            <m:r>
                              <a:rPr lang="ru-RU" b="0" i="1" smtClean="0">
                                <a:latin typeface="Cambria Math" panose="02040503050406030204" pitchFamily="18" charset="0"/>
                              </a:rPr>
                              <m:t>при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e>
                        </m:eqArr>
                      </m:e>
                    </m:d>
                    <m:r>
                      <a:rPr lang="en-US" b="0" i="0" smtClean="0">
                        <a:latin typeface="Cambria Math" panose="02040503050406030204" pitchFamily="18" charset="0"/>
                      </a:rPr>
                      <m:t>.</m:t>
                    </m:r>
                  </m:oMath>
                </a14:m>
                <a:r>
                  <a:rPr lang="en-US" dirty="0"/>
                  <a:t>  </a:t>
                </a:r>
                <a:r>
                  <a:rPr lang="ru-RU" dirty="0"/>
                  <a:t>Очевидно, что константа </a:t>
                </a:r>
                <a14:m>
                  <m:oMath xmlns:m="http://schemas.openxmlformats.org/officeDocument/2006/math">
                    <m:r>
                      <a:rPr lang="en-US" i="1">
                        <a:latin typeface="Cambria Math" panose="02040503050406030204" pitchFamily="18" charset="0"/>
                      </a:rPr>
                      <m:t>𝑐</m:t>
                    </m:r>
                  </m:oMath>
                </a14:m>
                <a:r>
                  <a:rPr lang="ru-RU" dirty="0"/>
                  <a:t> должна быть такой, что</a:t>
                </a:r>
                <a:r>
                  <a:rPr lang="en-US" dirty="0"/>
                  <a:t>                                  </a:t>
                </a:r>
                <a:r>
                  <a:rPr lang="ru-RU" dirty="0"/>
                  <a:t> </a:t>
                </a:r>
                <a14:m>
                  <m:oMath xmlns:m="http://schemas.openxmlformats.org/officeDocument/2006/math">
                    <m:r>
                      <a:rPr lang="ru-RU" i="1">
                        <a:latin typeface="Cambria Math" panose="02040503050406030204" pitchFamily="18" charset="0"/>
                      </a:rPr>
                      <m:t>1</m:t>
                    </m:r>
                    <m:r>
                      <a:rPr lang="ru-RU" b="1" i="1" smtClean="0">
                        <a:solidFill>
                          <a:srgbClr val="FF0000"/>
                        </a:solidFill>
                        <a:latin typeface="Cambria Math" panose="02040503050406030204" pitchFamily="18" charset="0"/>
                      </a:rPr>
                      <m:t>=</m:t>
                    </m:r>
                    <m:nary>
                      <m:naryPr>
                        <m:ctrlPr>
                          <a:rPr lang="ru-RU" i="1">
                            <a:latin typeface="Cambria Math" panose="02040503050406030204" pitchFamily="18" charset="0"/>
                          </a:rPr>
                        </m:ctrlPr>
                      </m:naryPr>
                      <m:sub>
                        <m:r>
                          <m:rPr>
                            <m:brk m:alnAt="23"/>
                          </m:rPr>
                          <a:rPr lang="ru-RU" i="1">
                            <a:latin typeface="Cambria Math" panose="02040503050406030204" pitchFamily="18" charset="0"/>
                          </a:rPr>
                          <m:t>−</m:t>
                        </m:r>
                        <m:r>
                          <a:rPr lang="ru-RU" i="1">
                            <a:latin typeface="Cambria Math" panose="02040503050406030204" pitchFamily="18" charset="0"/>
                          </a:rPr>
                          <m:t>∞</m:t>
                        </m:r>
                      </m:sub>
                      <m:sup>
                        <m:r>
                          <a:rPr lang="en-US" i="1">
                            <a:latin typeface="Cambria Math" panose="02040503050406030204" pitchFamily="18" charset="0"/>
                          </a:rPr>
                          <m:t>∞</m:t>
                        </m:r>
                      </m:sup>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𝑑𝑥</m:t>
                        </m:r>
                        <m:r>
                          <a:rPr lang="en-US" i="1">
                            <a:latin typeface="Cambria Math" panose="02040503050406030204" pitchFamily="18" charset="0"/>
                          </a:rPr>
                          <m:t>=</m:t>
                        </m:r>
                      </m:e>
                    </m:nary>
                    <m:nary>
                      <m:naryPr>
                        <m:ctrlPr>
                          <a:rPr lang="ru-RU" i="1">
                            <a:latin typeface="Cambria Math" panose="02040503050406030204" pitchFamily="18" charset="0"/>
                          </a:rPr>
                        </m:ctrlPr>
                      </m:naryPr>
                      <m:sub>
                        <m:r>
                          <a:rPr lang="en-US" b="0" i="1" smtClean="0">
                            <a:latin typeface="Cambria Math" panose="02040503050406030204" pitchFamily="18" charset="0"/>
                          </a:rPr>
                          <m:t>𝑎</m:t>
                        </m:r>
                      </m:sub>
                      <m:sup>
                        <m:r>
                          <a:rPr lang="en-US" b="0" i="1" smtClean="0">
                            <a:latin typeface="Cambria Math" panose="02040503050406030204" pitchFamily="18" charset="0"/>
                          </a:rPr>
                          <m:t>𝑏</m:t>
                        </m:r>
                      </m:sup>
                      <m:e>
                        <m:r>
                          <a:rPr lang="en-US" b="0" i="1" smtClean="0">
                            <a:latin typeface="Cambria Math" panose="02040503050406030204" pitchFamily="18" charset="0"/>
                          </a:rPr>
                          <m:t>𝑐𝑑𝑥</m:t>
                        </m:r>
                        <m:r>
                          <a:rPr lang="en-US" i="1">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e>
                    </m:nary>
                  </m:oMath>
                </a14:m>
                <a:r>
                  <a:rPr lang="en-US" dirty="0"/>
                  <a:t>, </a:t>
                </a:r>
                <a:r>
                  <a:rPr lang="ru-RU" dirty="0"/>
                  <a:t>отсюда </a:t>
                </a:r>
                <a14:m>
                  <m:oMath xmlns:m="http://schemas.openxmlformats.org/officeDocument/2006/math">
                    <m:r>
                      <a:rPr lang="en-US" i="1">
                        <a:latin typeface="Cambria Math" panose="02040503050406030204" pitchFamily="18" charset="0"/>
                      </a:rPr>
                      <m:t>𝑐</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den>
                    </m:f>
                  </m:oMath>
                </a14:m>
                <a:r>
                  <a:rPr lang="ru-RU" dirty="0"/>
                  <a:t> и </a:t>
                </a:r>
                <a:r>
                  <a:rPr lang="ru-RU" b="1" dirty="0">
                    <a:solidFill>
                      <a:srgbClr val="3333FF"/>
                    </a:solidFill>
                  </a:rPr>
                  <a:t>функция плотности </a:t>
                </a:r>
                <a:r>
                  <a:rPr lang="ru-RU" dirty="0"/>
                  <a:t>определяется как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𝑎</m:t>
                                </m:r>
                              </m:den>
                            </m:f>
                            <m:r>
                              <a:rPr lang="ru-RU" b="0" i="1" smtClean="0">
                                <a:latin typeface="Cambria Math" panose="02040503050406030204" pitchFamily="18" charset="0"/>
                              </a:rPr>
                              <m:t>, при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e>
                          <m:e>
                            <m:r>
                              <a:rPr lang="en-US" b="0" i="1" smtClean="0">
                                <a:latin typeface="Cambria Math" panose="02040503050406030204" pitchFamily="18" charset="0"/>
                              </a:rPr>
                              <m:t>0     , </m:t>
                            </m:r>
                            <m:r>
                              <a:rPr lang="ru-RU" b="0" i="1" smtClean="0">
                                <a:latin typeface="Cambria Math" panose="02040503050406030204" pitchFamily="18" charset="0"/>
                              </a:rPr>
                              <m:t>при </m:t>
                            </m:r>
                            <m:r>
                              <a:rPr lang="en-US" b="0" i="1" smtClean="0">
                                <a:latin typeface="Cambria Math" panose="02040503050406030204" pitchFamily="18" charset="0"/>
                              </a:rPr>
                              <m:t>𝑥</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𝑏</m:t>
                                </m:r>
                              </m:e>
                            </m:d>
                          </m:e>
                        </m:eqArr>
                      </m:e>
                    </m:d>
                  </m:oMath>
                </a14:m>
                <a:r>
                  <a:rPr lang="en-US" dirty="0"/>
                  <a:t> . </a:t>
                </a:r>
                <a:r>
                  <a:rPr lang="ru-RU" b="1" dirty="0">
                    <a:solidFill>
                      <a:srgbClr val="3333FF"/>
                    </a:solidFill>
                  </a:rPr>
                  <a:t>Функция распределения </a:t>
                </a:r>
                <a:r>
                  <a:rPr lang="ru-RU" dirty="0"/>
                  <a:t>есть интеграл от плотности и определяет вероятность попадания случайной величины</a:t>
                </a:r>
                <a:r>
                  <a:rPr lang="en-US" dirty="0"/>
                  <a:t> </a:t>
                </a:r>
                <a14:m>
                  <m:oMath xmlns:m="http://schemas.openxmlformats.org/officeDocument/2006/math">
                    <m:r>
                      <a:rPr lang="en-US" b="0" i="1" smtClean="0">
                        <a:latin typeface="Cambria Math" panose="02040503050406030204" pitchFamily="18" charset="0"/>
                      </a:rPr>
                      <m:t>𝜉</m:t>
                    </m:r>
                  </m:oMath>
                </a14:m>
                <a:r>
                  <a:rPr lang="ru-RU" dirty="0"/>
                  <a:t> в интервал от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𝑥</m:t>
                        </m:r>
                      </m:e>
                    </m:d>
                  </m:oMath>
                </a14:m>
                <a:r>
                  <a:rPr lang="ru-RU" dirty="0"/>
                  <a:t>:</a:t>
                </a:r>
              </a:p>
              <a:p>
                <a:pPr algn="just"/>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𝑥</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𝑥</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𝑑𝑡</m:t>
                          </m:r>
                        </m:e>
                      </m:nary>
                      <m:r>
                        <a:rPr lang="ru-RU" b="0" i="1" smtClean="0">
                          <a:latin typeface="Cambria Math" panose="02040503050406030204" pitchFamily="18" charset="0"/>
                        </a:rPr>
                        <m:t>=</m:t>
                      </m:r>
                      <m:r>
                        <a:rPr lang="ru-RU" i="1">
                          <a:latin typeface="Cambria Math" panose="02040503050406030204" pitchFamily="18" charset="0"/>
                        </a:rPr>
                        <m:t> </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0, </m:t>
                              </m:r>
                              <m:r>
                                <a:rPr lang="ru-RU" i="1">
                                  <a:latin typeface="Cambria Math" panose="02040503050406030204" pitchFamily="18" charset="0"/>
                                </a:rPr>
                                <m:t>если </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𝑎</m:t>
                              </m:r>
                            </m:e>
                            <m:e>
                              <m:f>
                                <m:fPr>
                                  <m:ctrlPr>
                                    <a:rPr lang="en-US" i="1">
                                      <a:latin typeface="Cambria Math" panose="02040503050406030204" pitchFamily="18" charset="0"/>
                                    </a:rPr>
                                  </m:ctrlPr>
                                </m:fPr>
                                <m:num>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𝑎</m:t>
                                  </m:r>
                                </m:num>
                                <m:den>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𝑎</m:t>
                                  </m:r>
                                </m:den>
                              </m:f>
                              <m:r>
                                <a:rPr lang="en-US" i="1">
                                  <a:latin typeface="Cambria Math" panose="02040503050406030204" pitchFamily="18" charset="0"/>
                                </a:rPr>
                                <m:t>, </m:t>
                              </m:r>
                              <m:r>
                                <a:rPr lang="ru-RU" i="1">
                                  <a:latin typeface="Cambria Math" panose="02040503050406030204" pitchFamily="18" charset="0"/>
                                </a:rPr>
                                <m:t>если</m:t>
                              </m:r>
                              <m:r>
                                <a:rPr lang="en-US" i="1">
                                  <a:latin typeface="Cambria Math" panose="02040503050406030204" pitchFamily="18" charset="0"/>
                                </a:rPr>
                                <m:t> </m:t>
                              </m:r>
                              <m:r>
                                <a:rPr lang="en-US" i="1">
                                  <a:latin typeface="Cambria Math" panose="02040503050406030204" pitchFamily="18" charset="0"/>
                                </a:rPr>
                                <m:t>𝑎</m:t>
                              </m:r>
                            </m:e>
                            <m:e>
                              <m:r>
                                <a:rPr lang="en-US" i="1">
                                  <a:latin typeface="Cambria Math" panose="02040503050406030204" pitchFamily="18" charset="0"/>
                                </a:rPr>
                                <m:t>1, </m:t>
                              </m:r>
                              <m:r>
                                <a:rPr lang="ru-RU" i="1">
                                  <a:latin typeface="Cambria Math" panose="02040503050406030204" pitchFamily="18" charset="0"/>
                                </a:rPr>
                                <m:t>если </m:t>
                              </m:r>
                              <m:r>
                                <a:rPr lang="en-US" i="1">
                                  <a:latin typeface="Cambria Math" panose="02040503050406030204" pitchFamily="18" charset="0"/>
                                </a:rPr>
                                <m:t>𝑥</m:t>
                              </m:r>
                              <m:r>
                                <a:rPr lang="en-US" i="1">
                                  <a:latin typeface="Cambria Math" panose="02040503050406030204" pitchFamily="18" charset="0"/>
                                </a:rPr>
                                <m:t>&gt;</m:t>
                              </m:r>
                              <m:r>
                                <a:rPr lang="en-US" i="1">
                                  <a:latin typeface="Cambria Math" panose="02040503050406030204" pitchFamily="18" charset="0"/>
                                </a:rPr>
                                <m:t>𝑏</m:t>
                              </m:r>
                            </m:e>
                          </m:eqArr>
                        </m:e>
                      </m:d>
                      <m:r>
                        <a:rPr lang="en-US" b="0" i="1" smtClean="0">
                          <a:latin typeface="Cambria Math" panose="02040503050406030204" pitchFamily="18" charset="0"/>
                        </a:rPr>
                        <m:t>&lt;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p:txBody>
          </p:sp>
        </mc:Choice>
        <mc:Fallback xmlns="">
          <p:sp>
            <p:nvSpPr>
              <p:cNvPr id="6" name="TextBox 5">
                <a:extLst>
                  <a:ext uri="{FF2B5EF4-FFF2-40B4-BE49-F238E27FC236}">
                    <a16:creationId xmlns:a16="http://schemas.microsoft.com/office/drawing/2014/main" id="{5D0393D8-D926-17F8-F994-EA101915F7A4}"/>
                  </a:ext>
                </a:extLst>
              </p:cNvPr>
              <p:cNvSpPr txBox="1">
                <a:spLocks noRot="1" noChangeAspect="1" noMove="1" noResize="1" noEditPoints="1" noAdjustHandles="1" noChangeArrowheads="1" noChangeShapeType="1" noTextEdit="1"/>
              </p:cNvSpPr>
              <p:nvPr/>
            </p:nvSpPr>
            <p:spPr>
              <a:xfrm>
                <a:off x="0" y="509390"/>
                <a:ext cx="9144000" cy="4444550"/>
              </a:xfrm>
              <a:prstGeom prst="rect">
                <a:avLst/>
              </a:prstGeom>
              <a:blipFill>
                <a:blip r:embed="rId3"/>
                <a:stretch>
                  <a:fillRect l="-533" t="-823" r="-533"/>
                </a:stretch>
              </a:blipFill>
            </p:spPr>
            <p:txBody>
              <a:bodyPr/>
              <a:lstStyle/>
              <a:p>
                <a:r>
                  <a:rPr lang="ru-RU">
                    <a:noFill/>
                  </a:rPr>
                  <a:t> </a:t>
                </a:r>
              </a:p>
            </p:txBody>
          </p:sp>
        </mc:Fallback>
      </mc:AlternateContent>
    </p:spTree>
    <p:extLst>
      <p:ext uri="{BB962C8B-B14F-4D97-AF65-F5344CB8AC3E}">
        <p14:creationId xmlns:p14="http://schemas.microsoft.com/office/powerpoint/2010/main" val="3084788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53D62-E6AE-5FA2-F4D1-F25D4B41A7F7}"/>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8ACB2348-DC08-9971-B994-27C7037F2A96}"/>
              </a:ext>
            </a:extLst>
          </p:cNvPr>
          <p:cNvSpPr>
            <a:spLocks noGrp="1"/>
          </p:cNvSpPr>
          <p:nvPr>
            <p:ph type="sldNum" sz="quarter" idx="12"/>
          </p:nvPr>
        </p:nvSpPr>
        <p:spPr/>
        <p:txBody>
          <a:bodyPr/>
          <a:lstStyle/>
          <a:p>
            <a:fld id="{CC173F88-3387-453B-9303-AC0210B95CB8}" type="slidenum">
              <a:rPr lang="ru-RU" smtClean="0"/>
              <a:pPr/>
              <a:t>18</a:t>
            </a:fld>
            <a:endParaRPr lang="ru-RU" dirty="0"/>
          </a:p>
        </p:txBody>
      </p:sp>
      <p:sp>
        <p:nvSpPr>
          <p:cNvPr id="5" name="Прямоугольник 4">
            <a:extLst>
              <a:ext uri="{FF2B5EF4-FFF2-40B4-BE49-F238E27FC236}">
                <a16:creationId xmlns:a16="http://schemas.microsoft.com/office/drawing/2014/main" id="{7BA82647-02C1-7848-29E3-CB718DDCA924}"/>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непрерывные</a:t>
            </a:r>
            <a:r>
              <a:rPr lang="ru-RU" sz="2400" dirty="0"/>
              <a:t> </a:t>
            </a:r>
            <a:r>
              <a:rPr lang="ru-RU" sz="2400" b="1" dirty="0">
                <a:solidFill>
                  <a:schemeClr val="tx1"/>
                </a:solidFill>
              </a:rPr>
              <a:t>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C9B5F8D-293C-7ED3-4E00-A4BFBAB2FD1D}"/>
              </a:ext>
            </a:extLst>
          </p:cNvPr>
          <p:cNvSpPr txBox="1"/>
          <p:nvPr/>
        </p:nvSpPr>
        <p:spPr>
          <a:xfrm>
            <a:off x="0" y="419100"/>
            <a:ext cx="9144000" cy="369332"/>
          </a:xfrm>
          <a:prstGeom prst="rect">
            <a:avLst/>
          </a:prstGeom>
          <a:noFill/>
        </p:spPr>
        <p:txBody>
          <a:bodyPr wrap="square" rtlCol="0">
            <a:spAutoFit/>
          </a:bodyPr>
          <a:lstStyle/>
          <a:p>
            <a:pPr algn="ctr"/>
            <a:r>
              <a:rPr lang="ru-RU" b="1" dirty="0">
                <a:solidFill>
                  <a:srgbClr val="006400"/>
                </a:solidFill>
              </a:rPr>
              <a:t>Числовые характеристики равномерного непрерывного распределения</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3C861DD-F319-BC54-D5B2-53FCCF81EB38}"/>
                  </a:ext>
                </a:extLst>
              </p:cNvPr>
              <p:cNvSpPr txBox="1"/>
              <p:nvPr/>
            </p:nvSpPr>
            <p:spPr>
              <a:xfrm>
                <a:off x="0" y="1873049"/>
                <a:ext cx="9144000" cy="2771143"/>
              </a:xfrm>
              <a:prstGeom prst="rect">
                <a:avLst/>
              </a:prstGeom>
              <a:noFill/>
            </p:spPr>
            <p:txBody>
              <a:bodyPr wrap="square" rtlCol="0">
                <a:spAutoFit/>
              </a:bodyPr>
              <a:lstStyle/>
              <a:p>
                <a:pPr algn="just"/>
                <a:r>
                  <a:rPr lang="ru-RU" b="1" dirty="0">
                    <a:solidFill>
                      <a:srgbClr val="3333FF"/>
                    </a:solidFill>
                  </a:rPr>
                  <a:t>Математическое ожидание:</a:t>
                </a:r>
              </a:p>
              <a:p>
                <a:pPr algn="just"/>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m:t>
                          </m:r>
                        </m:sup>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r>
                            <a:rPr lang="en-US" b="0" i="1" smtClean="0">
                              <a:latin typeface="Cambria Math" panose="02040503050406030204" pitchFamily="18" charset="0"/>
                            </a:rPr>
                            <m:t>=</m:t>
                          </m:r>
                        </m:e>
                      </m:nary>
                      <m:nary>
                        <m:naryPr>
                          <m:ctrlPr>
                            <a:rPr lang="en-US" i="1">
                              <a:latin typeface="Cambria Math" panose="02040503050406030204" pitchFamily="18" charset="0"/>
                            </a:rPr>
                          </m:ctrlPr>
                        </m:naryPr>
                        <m:sub>
                          <m:r>
                            <a:rPr lang="en-US" b="0" i="1" smtClean="0">
                              <a:latin typeface="Cambria Math" panose="02040503050406030204" pitchFamily="18" charset="0"/>
                            </a:rPr>
                            <m:t>𝑎</m:t>
                          </m:r>
                        </m:sub>
                        <m:sup>
                          <m:r>
                            <a:rPr lang="en-US" b="0" i="1" smtClean="0">
                              <a:latin typeface="Cambria Math" panose="02040503050406030204" pitchFamily="18" charset="0"/>
                            </a:rPr>
                            <m:t>𝑏</m:t>
                          </m:r>
                        </m:sup>
                        <m:e>
                          <m:f>
                            <m:fPr>
                              <m:ctrlPr>
                                <a:rPr lang="en-US" b="0" i="1" smtClean="0">
                                  <a:latin typeface="Cambria Math" panose="02040503050406030204" pitchFamily="18" charset="0"/>
                                </a:rPr>
                              </m:ctrlPr>
                            </m:fPr>
                            <m:num>
                              <m:r>
                                <a:rPr lang="en-US" i="1">
                                  <a:latin typeface="Cambria Math" panose="02040503050406030204" pitchFamily="18" charset="0"/>
                                </a:rPr>
                                <m:t>𝑥</m:t>
                              </m:r>
                            </m:num>
                            <m:den>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den>
                          </m:f>
                          <m:r>
                            <a:rPr lang="en-US" i="1">
                              <a:latin typeface="Cambria Math" panose="02040503050406030204" pitchFamily="18" charset="0"/>
                            </a:rPr>
                            <m:t>𝑑𝑥</m:t>
                          </m:r>
                          <m:r>
                            <a:rPr lang="en-US" i="1">
                              <a:latin typeface="Cambria Math" panose="02040503050406030204" pitchFamily="18" charset="0"/>
                            </a:rPr>
                            <m:t>=</m:t>
                          </m:r>
                        </m:e>
                      </m:nary>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
                            <m:dPr>
                              <m:ctrlPr>
                                <a:rPr lang="en-US" b="0" i="1" smtClean="0">
                                  <a:latin typeface="Cambria Math" panose="02040503050406030204" pitchFamily="18" charset="0"/>
                                </a:rPr>
                              </m:ctrlPr>
                            </m:dPr>
                            <m:e>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e>
                          </m:d>
                        </m:den>
                      </m:f>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num>
                        <m:den>
                          <m:r>
                            <a:rPr lang="en-US" b="0" i="1" smtClean="0">
                              <a:latin typeface="Cambria Math" panose="02040503050406030204" pitchFamily="18" charset="0"/>
                            </a:rPr>
                            <m:t>2</m:t>
                          </m:r>
                        </m:den>
                      </m:f>
                    </m:oMath>
                  </m:oMathPara>
                </a14:m>
                <a:endParaRPr lang="en-US" dirty="0"/>
              </a:p>
              <a:p>
                <a:pPr algn="just"/>
                <a:endParaRPr lang="en-US" dirty="0"/>
              </a:p>
              <a:p>
                <a:pPr algn="just"/>
                <a:r>
                  <a:rPr lang="ru-RU" b="1" dirty="0">
                    <a:solidFill>
                      <a:srgbClr val="3333FF"/>
                    </a:solidFill>
                  </a:rPr>
                  <a:t>Дисперсия</a:t>
                </a:r>
                <a:r>
                  <a:rPr lang="ru-RU" dirty="0"/>
                  <a:t>:</a:t>
                </a:r>
              </a:p>
              <a:p>
                <a:pPr algn="just"/>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𝑀</m:t>
                              </m:r>
                              <m:r>
                                <a:rPr lang="en-US" b="0" i="1" smtClean="0">
                                  <a:latin typeface="Cambria Math" panose="02040503050406030204" pitchFamily="18" charset="0"/>
                                </a:rPr>
                                <m:t>𝜉</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trlPr>
                            <a:rPr lang="en-US" i="1">
                              <a:latin typeface="Cambria Math" panose="02040503050406030204" pitchFamily="18" charset="0"/>
                            </a:rPr>
                          </m:ctrlPr>
                        </m:naryPr>
                        <m:sub>
                          <m:r>
                            <a:rPr lang="en-US" i="1">
                              <a:latin typeface="Cambria Math" panose="02040503050406030204" pitchFamily="18" charset="0"/>
                            </a:rPr>
                            <m:t>𝑎</m:t>
                          </m:r>
                        </m:sub>
                        <m:sup>
                          <m:r>
                            <a:rPr lang="en-US" i="1">
                              <a:latin typeface="Cambria Math" panose="02040503050406030204" pitchFamily="18" charset="0"/>
                            </a:rPr>
                            <m:t>𝑏</m:t>
                          </m:r>
                        </m:sup>
                        <m:e>
                          <m:f>
                            <m:fPr>
                              <m:ctrlPr>
                                <a:rPr lang="en-US" i="1">
                                  <a:latin typeface="Cambria Math" panose="02040503050406030204" pitchFamily="18" charset="0"/>
                                </a:rPr>
                              </m:ctrlPr>
                            </m:fPr>
                            <m:num>
                              <m:sSup>
                                <m:sSupPr>
                                  <m:ctrlPr>
                                    <a:rPr lang="en-US" b="0" i="1" smtClean="0">
                                      <a:latin typeface="Cambria Math" panose="02040503050406030204" pitchFamily="18" charset="0"/>
                                    </a:rPr>
                                  </m:ctrlPr>
                                </m:sSupPr>
                                <m:e>
                                  <m:r>
                                    <a:rPr lang="en-US" i="1">
                                      <a:latin typeface="Cambria Math" panose="02040503050406030204" pitchFamily="18" charset="0"/>
                                    </a:rPr>
                                    <m:t>𝑥</m:t>
                                  </m:r>
                                </m:e>
                                <m:sup>
                                  <m:r>
                                    <a:rPr lang="en-US" b="0" i="1" smtClean="0">
                                      <a:latin typeface="Cambria Math" panose="02040503050406030204" pitchFamily="18" charset="0"/>
                                    </a:rPr>
                                    <m:t>2</m:t>
                                  </m:r>
                                </m:sup>
                              </m:sSup>
                            </m:num>
                            <m:den>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𝑎</m:t>
                              </m:r>
                            </m:den>
                          </m:f>
                          <m:r>
                            <a:rPr lang="en-US" i="1">
                              <a:latin typeface="Cambria Math" panose="02040503050406030204" pitchFamily="18" charset="0"/>
                            </a:rPr>
                            <m:t>𝑑𝑥</m:t>
                          </m:r>
                          <m:r>
                            <a:rPr lang="en-US" b="0" i="1" smtClean="0">
                              <a:latin typeface="Cambria Math" panose="02040503050406030204" pitchFamily="18" charset="0"/>
                            </a:rPr>
                            <m:t>−</m:t>
                          </m:r>
                        </m:e>
                      </m:nary>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num>
                                <m:den>
                                  <m:r>
                                    <a:rPr lang="en-US" i="1">
                                      <a:latin typeface="Cambria Math" panose="02040503050406030204" pitchFamily="18" charset="0"/>
                                    </a:rPr>
                                    <m:t>2</m:t>
                                  </m:r>
                                </m:den>
                              </m:f>
                            </m:e>
                          </m:d>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3</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3</m:t>
                              </m:r>
                            </m:sup>
                          </m:sSup>
                        </m:num>
                        <m:den>
                          <m:r>
                            <a:rPr lang="en-US" b="0" i="1" smtClean="0">
                              <a:latin typeface="Cambria Math" panose="02040503050406030204" pitchFamily="18" charset="0"/>
                            </a:rPr>
                            <m:t>3</m:t>
                          </m:r>
                          <m:d>
                            <m:dPr>
                              <m:ctrlPr>
                                <a:rPr lang="en-US" b="0" i="1" smtClean="0">
                                  <a:latin typeface="Cambria Math" panose="02040503050406030204" pitchFamily="18" charset="0"/>
                                </a:rPr>
                              </m:ctrlPr>
                            </m:dPr>
                            <m:e>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e>
                          </m: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b="0" i="1" smtClean="0">
                              <a:latin typeface="Cambria Math" panose="02040503050406030204" pitchFamily="18" charset="0"/>
                            </a:rPr>
                            <m:t>𝑎𝑏</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2</m:t>
                              </m:r>
                            </m:sup>
                          </m:sSup>
                        </m:num>
                        <m:den>
                          <m:r>
                            <a:rPr lang="en-US" b="0" i="1" smtClean="0">
                              <a:latin typeface="Cambria Math" panose="02040503050406030204" pitchFamily="18" charset="0"/>
                            </a:rPr>
                            <m:t>4</m:t>
                          </m:r>
                        </m:den>
                      </m:f>
                      <m:r>
                        <a:rPr lang="en-US" b="1" i="1" smtClean="0">
                          <a:solidFill>
                            <a:srgbClr val="FF0000"/>
                          </a:solidFill>
                          <a:latin typeface="Cambria Math" panose="02040503050406030204" pitchFamily="18" charset="0"/>
                        </a:rPr>
                        <m:t>=</m:t>
                      </m:r>
                    </m:oMath>
                  </m:oMathPara>
                </a14:m>
                <a:endParaRPr lang="en-US" b="1" dirty="0"/>
              </a:p>
              <a:p>
                <a:pPr algn="just"/>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𝑎</m:t>
                              </m:r>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𝑎𝑏</m:t>
                          </m:r>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𝑏</m:t>
                              </m:r>
                            </m:e>
                            <m:sup>
                              <m:r>
                                <a:rPr lang="en-US" b="0" i="1" smtClean="0">
                                  <a:solidFill>
                                    <a:schemeClr val="tx1"/>
                                  </a:solidFill>
                                  <a:latin typeface="Cambria Math" panose="02040503050406030204" pitchFamily="18" charset="0"/>
                                </a:rPr>
                                <m:t>2</m:t>
                              </m:r>
                            </m:sup>
                          </m:sSup>
                        </m:num>
                        <m:den>
                          <m:r>
                            <a:rPr lang="en-US" b="0" i="1" smtClean="0">
                              <a:solidFill>
                                <a:schemeClr val="tx1"/>
                              </a:solidFill>
                              <a:latin typeface="Cambria Math" panose="02040503050406030204" pitchFamily="18" charset="0"/>
                            </a:rPr>
                            <m:t>3</m:t>
                          </m:r>
                        </m:den>
                      </m:f>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𝑎</m:t>
                              </m:r>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𝑎𝑏</m:t>
                          </m:r>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𝑏</m:t>
                              </m:r>
                            </m:e>
                            <m:sup>
                              <m:r>
                                <a:rPr lang="en-US" b="0" i="1" smtClean="0">
                                  <a:solidFill>
                                    <a:schemeClr val="tx1"/>
                                  </a:solidFill>
                                  <a:latin typeface="Cambria Math" panose="02040503050406030204" pitchFamily="18" charset="0"/>
                                </a:rPr>
                                <m:t>2</m:t>
                              </m:r>
                            </m:sup>
                          </m:sSup>
                        </m:num>
                        <m:den>
                          <m:r>
                            <a:rPr lang="en-US" b="0" i="1" smtClean="0">
                              <a:solidFill>
                                <a:schemeClr val="tx1"/>
                              </a:solidFill>
                              <a:latin typeface="Cambria Math" panose="02040503050406030204" pitchFamily="18" charset="0"/>
                            </a:rPr>
                            <m:t>4</m:t>
                          </m:r>
                        </m:den>
                      </m:f>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𝑎</m:t>
                              </m:r>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𝑎𝑏</m:t>
                          </m:r>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𝑏</m:t>
                              </m:r>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 </m:t>
                          </m:r>
                        </m:num>
                        <m:den>
                          <m:r>
                            <a:rPr lang="en-US" b="0" i="1" smtClean="0">
                              <a:solidFill>
                                <a:schemeClr val="tx1"/>
                              </a:solidFill>
                              <a:latin typeface="Cambria Math" panose="02040503050406030204" pitchFamily="18" charset="0"/>
                            </a:rPr>
                            <m:t>12</m:t>
                          </m:r>
                        </m:den>
                      </m:f>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m:t>
                                  </m:r>
                                </m:e>
                              </m:d>
                            </m:e>
                            <m:sup>
                              <m:r>
                                <a:rPr lang="en-US" b="0" i="1" smtClean="0">
                                  <a:solidFill>
                                    <a:schemeClr val="tx1"/>
                                  </a:solidFill>
                                  <a:latin typeface="Cambria Math" panose="02040503050406030204" pitchFamily="18" charset="0"/>
                                </a:rPr>
                                <m:t>2</m:t>
                              </m:r>
                            </m:sup>
                          </m:sSup>
                        </m:num>
                        <m:den>
                          <m:r>
                            <a:rPr lang="en-US" b="0" i="1" smtClean="0">
                              <a:solidFill>
                                <a:schemeClr val="tx1"/>
                              </a:solidFill>
                              <a:latin typeface="Cambria Math" panose="02040503050406030204" pitchFamily="18" charset="0"/>
                            </a:rPr>
                            <m:t>12</m:t>
                          </m:r>
                        </m:den>
                      </m:f>
                    </m:oMath>
                  </m:oMathPara>
                </a14:m>
                <a:endParaRPr lang="ru-RU" b="1" dirty="0"/>
              </a:p>
            </p:txBody>
          </p:sp>
        </mc:Choice>
        <mc:Fallback xmlns="">
          <p:sp>
            <p:nvSpPr>
              <p:cNvPr id="2" name="TextBox 1">
                <a:extLst>
                  <a:ext uri="{FF2B5EF4-FFF2-40B4-BE49-F238E27FC236}">
                    <a16:creationId xmlns:a16="http://schemas.microsoft.com/office/drawing/2014/main" id="{93C861DD-F319-BC54-D5B2-53FCCF81EB38}"/>
                  </a:ext>
                </a:extLst>
              </p:cNvPr>
              <p:cNvSpPr txBox="1">
                <a:spLocks noRot="1" noChangeAspect="1" noMove="1" noResize="1" noEditPoints="1" noAdjustHandles="1" noChangeArrowheads="1" noChangeShapeType="1" noTextEdit="1"/>
              </p:cNvSpPr>
              <p:nvPr/>
            </p:nvSpPr>
            <p:spPr>
              <a:xfrm>
                <a:off x="0" y="1873049"/>
                <a:ext cx="9144000" cy="2771143"/>
              </a:xfrm>
              <a:prstGeom prst="rect">
                <a:avLst/>
              </a:prstGeom>
              <a:blipFill>
                <a:blip r:embed="rId2"/>
                <a:stretch>
                  <a:fillRect l="-533" t="-1099"/>
                </a:stretch>
              </a:blipFill>
            </p:spPr>
            <p:txBody>
              <a:bodyPr/>
              <a:lstStyle/>
              <a:p>
                <a:r>
                  <a:rPr lang="ru-RU">
                    <a:noFill/>
                  </a:rPr>
                  <a:t> </a:t>
                </a:r>
              </a:p>
            </p:txBody>
          </p:sp>
        </mc:Fallback>
      </mc:AlternateContent>
    </p:spTree>
    <p:extLst>
      <p:ext uri="{BB962C8B-B14F-4D97-AF65-F5344CB8AC3E}">
        <p14:creationId xmlns:p14="http://schemas.microsoft.com/office/powerpoint/2010/main" val="44388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Группа 11">
            <a:extLst>
              <a:ext uri="{FF2B5EF4-FFF2-40B4-BE49-F238E27FC236}">
                <a16:creationId xmlns:a16="http://schemas.microsoft.com/office/drawing/2014/main" id="{4B643BFF-C5F2-9693-0B29-B30B37F4DD52}"/>
              </a:ext>
            </a:extLst>
          </p:cNvPr>
          <p:cNvGrpSpPr/>
          <p:nvPr/>
        </p:nvGrpSpPr>
        <p:grpSpPr>
          <a:xfrm>
            <a:off x="27738" y="5011737"/>
            <a:ext cx="9002460" cy="1744065"/>
            <a:chOff x="27738" y="5011737"/>
            <a:chExt cx="9002460" cy="1744065"/>
          </a:xfrm>
        </p:grpSpPr>
        <p:pic>
          <p:nvPicPr>
            <p:cNvPr id="11" name="Рисунок 10">
              <a:extLst>
                <a:ext uri="{FF2B5EF4-FFF2-40B4-BE49-F238E27FC236}">
                  <a16:creationId xmlns:a16="http://schemas.microsoft.com/office/drawing/2014/main" id="{457ED419-02AB-E2FB-09F4-6F64A681D2B9}"/>
                </a:ext>
              </a:extLst>
            </p:cNvPr>
            <p:cNvPicPr>
              <a:picLocks noChangeAspect="1"/>
            </p:cNvPicPr>
            <p:nvPr/>
          </p:nvPicPr>
          <p:blipFill>
            <a:blip r:embed="rId3"/>
            <a:srcRect l="1996" t="49650"/>
            <a:stretch>
              <a:fillRect/>
            </a:stretch>
          </p:blipFill>
          <p:spPr>
            <a:xfrm>
              <a:off x="4539296" y="5011737"/>
              <a:ext cx="4490902" cy="1744065"/>
            </a:xfrm>
            <a:prstGeom prst="rect">
              <a:avLst/>
            </a:prstGeom>
          </p:spPr>
        </p:pic>
        <p:pic>
          <p:nvPicPr>
            <p:cNvPr id="9" name="Рисунок 8">
              <a:extLst>
                <a:ext uri="{FF2B5EF4-FFF2-40B4-BE49-F238E27FC236}">
                  <a16:creationId xmlns:a16="http://schemas.microsoft.com/office/drawing/2014/main" id="{F4D749CC-657B-57E4-3CDD-8AF8C9929468}"/>
                </a:ext>
              </a:extLst>
            </p:cNvPr>
            <p:cNvPicPr>
              <a:picLocks noChangeAspect="1"/>
            </p:cNvPicPr>
            <p:nvPr/>
          </p:nvPicPr>
          <p:blipFill>
            <a:blip r:embed="rId3"/>
            <a:srcRect l="1996" b="52573"/>
            <a:stretch>
              <a:fillRect/>
            </a:stretch>
          </p:blipFill>
          <p:spPr>
            <a:xfrm>
              <a:off x="27738" y="5011737"/>
              <a:ext cx="4501230" cy="1646605"/>
            </a:xfrm>
            <a:prstGeom prst="rect">
              <a:avLst/>
            </a:prstGeom>
          </p:spPr>
        </p:pic>
      </p:grpSp>
      <p:sp>
        <p:nvSpPr>
          <p:cNvPr id="4" name="Номер слайда 3">
            <a:extLst>
              <a:ext uri="{FF2B5EF4-FFF2-40B4-BE49-F238E27FC236}">
                <a16:creationId xmlns:a16="http://schemas.microsoft.com/office/drawing/2014/main" id="{EF815501-146B-8B67-C693-BFDB5FB48C5E}"/>
              </a:ext>
            </a:extLst>
          </p:cNvPr>
          <p:cNvSpPr>
            <a:spLocks noGrp="1"/>
          </p:cNvSpPr>
          <p:nvPr>
            <p:ph type="sldNum" sz="quarter" idx="12"/>
          </p:nvPr>
        </p:nvSpPr>
        <p:spPr/>
        <p:txBody>
          <a:bodyPr/>
          <a:lstStyle/>
          <a:p>
            <a:fld id="{CC173F88-3387-453B-9303-AC0210B95CB8}" type="slidenum">
              <a:rPr lang="ru-RU" smtClean="0"/>
              <a:pPr/>
              <a:t>19</a:t>
            </a:fld>
            <a:endParaRPr lang="ru-RU" dirty="0"/>
          </a:p>
        </p:txBody>
      </p:sp>
      <p:sp>
        <p:nvSpPr>
          <p:cNvPr id="5" name="Прямоугольник 4">
            <a:extLst>
              <a:ext uri="{FF2B5EF4-FFF2-40B4-BE49-F238E27FC236}">
                <a16:creationId xmlns:a16="http://schemas.microsoft.com/office/drawing/2014/main" id="{860FC96C-4F67-1EEE-AC60-53257B218BB9}"/>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непрерывные</a:t>
            </a:r>
            <a:r>
              <a:rPr lang="ru-RU" sz="2400" dirty="0"/>
              <a:t> </a:t>
            </a:r>
            <a:r>
              <a:rPr lang="ru-RU" sz="2400" b="1" dirty="0">
                <a:solidFill>
                  <a:schemeClr val="tx1"/>
                </a:solidFill>
              </a:rPr>
              <a:t>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BB84E60-AC5E-1B53-31E7-CA9719914F2D}"/>
                  </a:ext>
                </a:extLst>
              </p:cNvPr>
              <p:cNvSpPr txBox="1"/>
              <p:nvPr/>
            </p:nvSpPr>
            <p:spPr>
              <a:xfrm>
                <a:off x="0" y="419100"/>
                <a:ext cx="9144000" cy="4326056"/>
              </a:xfrm>
              <a:prstGeom prst="rect">
                <a:avLst/>
              </a:prstGeom>
              <a:noFill/>
            </p:spPr>
            <p:txBody>
              <a:bodyPr wrap="square" rtlCol="0">
                <a:spAutoFit/>
              </a:bodyPr>
              <a:lstStyle/>
              <a:p>
                <a:pPr algn="ctr"/>
                <a:r>
                  <a:rPr lang="ru-RU" b="1" dirty="0">
                    <a:solidFill>
                      <a:srgbClr val="006400"/>
                    </a:solidFill>
                  </a:rPr>
                  <a:t>Показательное (экспоненциальное) распределение</a:t>
                </a:r>
              </a:p>
              <a:p>
                <a:pPr algn="just"/>
                <a:r>
                  <a:rPr lang="ru-RU" dirty="0"/>
                  <a:t>Модель времени до наступления какого то события. Обладает свойством отсутствия памяти. Т.е. вероятность того, что событие произойдёт в следующие </a:t>
                </a:r>
                <a14:m>
                  <m:oMath xmlns:m="http://schemas.openxmlformats.org/officeDocument/2006/math">
                    <m:r>
                      <a:rPr lang="ru-RU" i="1" dirty="0" smtClean="0">
                        <a:latin typeface="Cambria Math" panose="02040503050406030204" pitchFamily="18" charset="0"/>
                      </a:rPr>
                      <m:t>𝑡</m:t>
                    </m:r>
                  </m:oMath>
                </a14:m>
                <a:r>
                  <a:rPr lang="ru-RU" dirty="0"/>
                  <a:t> единиц времени, не зависит от того, сколько мы уже ждали.</a:t>
                </a:r>
              </a:p>
              <a:p>
                <a:pPr algn="just"/>
                <a:r>
                  <a:rPr lang="ru-RU" b="1" dirty="0">
                    <a:solidFill>
                      <a:srgbClr val="3333FF"/>
                    </a:solidFill>
                  </a:rPr>
                  <a:t>Плотность распределения</a:t>
                </a:r>
                <a:r>
                  <a:rPr lang="ru-RU" dirty="0"/>
                  <a:t>:</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𝜆</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𝑥</m:t>
                                </m:r>
                              </m:sup>
                            </m:sSup>
                            <m:r>
                              <a:rPr lang="en-US" b="0" i="1" smtClean="0">
                                <a:latin typeface="Cambria Math" panose="02040503050406030204" pitchFamily="18" charset="0"/>
                              </a:rPr>
                              <m:t>, </m:t>
                            </m:r>
                            <m:r>
                              <a:rPr lang="ru-RU" b="0" i="1" smtClean="0">
                                <a:latin typeface="Cambria Math" panose="02040503050406030204" pitchFamily="18" charset="0"/>
                              </a:rPr>
                              <m:t>при </m:t>
                            </m:r>
                            <m:r>
                              <a:rPr lang="en-US" b="0" i="1" smtClean="0">
                                <a:latin typeface="Cambria Math" panose="02040503050406030204" pitchFamily="18" charset="0"/>
                              </a:rPr>
                              <m:t>𝑥</m:t>
                            </m:r>
                            <m:r>
                              <a:rPr lang="en-US" b="0" i="1" smtClean="0">
                                <a:latin typeface="Cambria Math" panose="02040503050406030204" pitchFamily="18" charset="0"/>
                              </a:rPr>
                              <m:t>≥0</m:t>
                            </m:r>
                          </m:e>
                          <m:e>
                            <m:r>
                              <a:rPr lang="en-US" b="0" i="1" smtClean="0">
                                <a:latin typeface="Cambria Math" panose="02040503050406030204" pitchFamily="18" charset="0"/>
                              </a:rPr>
                              <m:t>0,         </m:t>
                            </m:r>
                            <m:r>
                              <a:rPr lang="ru-RU" b="0" i="1" smtClean="0">
                                <a:latin typeface="Cambria Math" panose="02040503050406030204" pitchFamily="18" charset="0"/>
                              </a:rPr>
                              <m:t>при </m:t>
                            </m:r>
                            <m:r>
                              <a:rPr lang="en-US" b="0" i="1" smtClean="0">
                                <a:latin typeface="Cambria Math" panose="02040503050406030204" pitchFamily="18" charset="0"/>
                              </a:rPr>
                              <m:t>𝑥</m:t>
                            </m:r>
                            <m:r>
                              <a:rPr lang="en-US" b="0" i="1" smtClean="0">
                                <a:latin typeface="Cambria Math" panose="02040503050406030204" pitchFamily="18" charset="0"/>
                              </a:rPr>
                              <m:t>&lt;0</m:t>
                            </m:r>
                          </m:e>
                        </m:eqArr>
                      </m:e>
                    </m:d>
                  </m:oMath>
                </a14:m>
                <a:r>
                  <a:rPr lang="en-US" dirty="0"/>
                  <a:t>  </a:t>
                </a:r>
                <a:endParaRPr lang="ru-RU" dirty="0"/>
              </a:p>
              <a:p>
                <a:pPr algn="just"/>
                <a:r>
                  <a:rPr lang="ru-RU" b="1" dirty="0">
                    <a:solidFill>
                      <a:srgbClr val="3333FF"/>
                    </a:solidFill>
                  </a:rPr>
                  <a:t>Функция распределения</a:t>
                </a:r>
                <a:r>
                  <a:rPr lang="ru-RU" dirty="0"/>
                  <a:t>:</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𝑥</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𝑥</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𝑑𝑡</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i="1">
                                    <a:latin typeface="Cambria Math" panose="02040503050406030204" pitchFamily="18" charset="0"/>
                                  </a:rPr>
                                  <m:t>0,</m:t>
                                </m:r>
                                <m:r>
                                  <a:rPr lang="en-US" b="0" i="1" smtClean="0">
                                    <a:latin typeface="Cambria Math" panose="02040503050406030204" pitchFamily="18" charset="0"/>
                                  </a:rPr>
                                  <m:t>               </m:t>
                                </m:r>
                                <m:r>
                                  <a:rPr lang="en-US" i="1">
                                    <a:latin typeface="Cambria Math" panose="02040503050406030204" pitchFamily="18" charset="0"/>
                                  </a:rPr>
                                  <m:t> </m:t>
                                </m:r>
                                <m:r>
                                  <a:rPr lang="ru-RU" i="1">
                                    <a:latin typeface="Cambria Math" panose="02040503050406030204" pitchFamily="18" charset="0"/>
                                  </a:rPr>
                                  <m:t>если </m:t>
                                </m:r>
                                <m:r>
                                  <a:rPr lang="en-US" i="1">
                                    <a:latin typeface="Cambria Math" panose="02040503050406030204" pitchFamily="18" charset="0"/>
                                  </a:rPr>
                                  <m:t>𝑥</m:t>
                                </m:r>
                                <m:r>
                                  <a:rPr lang="en-US" i="1">
                                    <a:latin typeface="Cambria Math" panose="02040503050406030204" pitchFamily="18" charset="0"/>
                                  </a:rPr>
                                  <m:t>≤0 </m:t>
                                </m:r>
                              </m:e>
                              <m:e>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𝑥</m:t>
                                    </m:r>
                                  </m:sup>
                                </m:sSup>
                                <m:r>
                                  <a:rPr lang="en-US" b="0" i="1" smtClean="0">
                                    <a:latin typeface="Cambria Math" panose="02040503050406030204" pitchFamily="18" charset="0"/>
                                  </a:rPr>
                                  <m:t>, </m:t>
                                </m:r>
                                <m:r>
                                  <a:rPr lang="ru-RU" b="0" i="1" smtClean="0">
                                    <a:latin typeface="Cambria Math" panose="02040503050406030204" pitchFamily="18" charset="0"/>
                                  </a:rPr>
                                  <m:t>если </m:t>
                                </m:r>
                                <m:r>
                                  <a:rPr lang="en-US" b="0" i="1" smtClean="0">
                                    <a:latin typeface="Cambria Math" panose="02040503050406030204" pitchFamily="18" charset="0"/>
                                  </a:rPr>
                                  <m:t>𝑥</m:t>
                                </m:r>
                                <m:r>
                                  <a:rPr lang="en-US" b="0" i="1" smtClean="0">
                                    <a:latin typeface="Cambria Math" panose="02040503050406030204" pitchFamily="18" charset="0"/>
                                  </a:rPr>
                                  <m:t>&gt;0</m:t>
                                </m:r>
                              </m:e>
                            </m:eqArr>
                          </m:e>
                        </m:d>
                      </m:e>
                    </m:nary>
                  </m:oMath>
                </a14:m>
                <a:endParaRPr lang="en-US" dirty="0"/>
              </a:p>
              <a:p>
                <a:pPr algn="just"/>
                <a:r>
                  <a:rPr lang="ru-RU" b="1" dirty="0">
                    <a:solidFill>
                      <a:srgbClr val="3333FF"/>
                    </a:solidFill>
                  </a:rPr>
                  <a:t>Свойство отсутствия памяти</a:t>
                </a:r>
                <a:r>
                  <a:rPr lang="ru-RU" dirty="0"/>
                  <a:t>: Если мы знаем, что событие уже длилось </a:t>
                </a:r>
                <a:r>
                  <a:rPr lang="ru-RU" i="1" dirty="0"/>
                  <a:t>t</a:t>
                </a:r>
                <a:r>
                  <a:rPr lang="ru-RU" dirty="0"/>
                  <a:t> единиц времени, то вероятность того, что оно продлится ещё менее чем на </a:t>
                </a:r>
                <a:r>
                  <a:rPr lang="ru-RU" i="1" dirty="0"/>
                  <a:t>x</a:t>
                </a:r>
                <a:r>
                  <a:rPr lang="ru-RU" dirty="0"/>
                  <a:t> единиц времени, в точности равна вероятности того, что оно изначально длилось бы менее чем </a:t>
                </a:r>
                <a:r>
                  <a:rPr lang="ru-RU" i="1" dirty="0"/>
                  <a:t>x</a:t>
                </a:r>
                <a:r>
                  <a:rPr lang="ru-RU" dirty="0"/>
                  <a:t> единиц времени.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0&lt;</m:t>
                        </m:r>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𝑥</m:t>
                        </m:r>
                      </m:e>
                    </m:d>
                    <m:r>
                      <a:rPr lang="en-US" b="0" i="1" smtClean="0">
                        <a:latin typeface="Cambria Math" panose="02040503050406030204" pitchFamily="18" charset="0"/>
                      </a:rPr>
                      <m:t>=</m:t>
                    </m:r>
                    <m:r>
                      <a:rPr lang="en-US" b="1" i="1" smtClean="0">
                        <a:solidFill>
                          <a:srgbClr val="FF0000"/>
                        </a:solidFill>
                        <a:latin typeface="Cambria Math" panose="02040503050406030204" pitchFamily="18" charset="0"/>
                      </a:rPr>
                      <m:t>𝑷</m:t>
                    </m:r>
                    <m:d>
                      <m:dPr>
                        <m:endChr m:val="|"/>
                        <m:ctrlPr>
                          <a:rPr lang="en-US" b="1" i="1" smtClean="0">
                            <a:solidFill>
                              <a:srgbClr val="FF0000"/>
                            </a:solidFill>
                            <a:latin typeface="Cambria Math" panose="02040503050406030204" pitchFamily="18" charset="0"/>
                          </a:rPr>
                        </m:ctrlPr>
                      </m:dPr>
                      <m:e>
                        <m:r>
                          <a:rPr lang="en-US" b="1" i="1" smtClean="0">
                            <a:solidFill>
                              <a:srgbClr val="FF0000"/>
                            </a:solidFill>
                            <a:latin typeface="Cambria Math" panose="02040503050406030204" pitchFamily="18" charset="0"/>
                          </a:rPr>
                          <m:t>𝒕</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𝝃</m:t>
                        </m:r>
                        <m:r>
                          <a:rPr lang="en-US" b="1" i="1" smtClean="0">
                            <a:solidFill>
                              <a:srgbClr val="FF0000"/>
                            </a:solidFill>
                            <a:latin typeface="Cambria Math" panose="02040503050406030204" pitchFamily="18" charset="0"/>
                          </a:rPr>
                          <m:t>&lt;</m:t>
                        </m:r>
                        <m:r>
                          <a:rPr lang="en-US" b="1" i="1" smtClean="0">
                            <a:solidFill>
                              <a:srgbClr val="FF0000"/>
                            </a:solidFill>
                            <a:latin typeface="Cambria Math" panose="02040503050406030204" pitchFamily="18" charset="0"/>
                          </a:rPr>
                          <m:t>𝒙</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𝒕</m:t>
                        </m:r>
                        <m:r>
                          <a:rPr lang="en-US" b="1" i="1" smtClean="0">
                            <a:solidFill>
                              <a:srgbClr val="FF0000"/>
                            </a:solidFill>
                            <a:latin typeface="Cambria Math" panose="02040503050406030204" pitchFamily="18" charset="0"/>
                          </a:rPr>
                          <m:t>  </m:t>
                        </m:r>
                      </m:e>
                    </m:d>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𝝃</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𝒕</m:t>
                    </m:r>
                    <m:r>
                      <a:rPr lang="en-US" b="1" i="1" smtClean="0">
                        <a:solidFill>
                          <a:srgbClr val="FF0000"/>
                        </a:solidFill>
                        <a:latin typeface="Cambria Math" panose="02040503050406030204" pitchFamily="18" charset="0"/>
                      </a:rPr>
                      <m:t>)</m:t>
                    </m:r>
                    <m:r>
                      <a:rPr lang="en-US" b="0" i="0" smtClean="0">
                        <a:latin typeface="Cambria Math" panose="02040503050406030204" pitchFamily="18" charset="0"/>
                      </a:rPr>
                      <m:t>.</m:t>
                    </m:r>
                  </m:oMath>
                </a14:m>
                <a:r>
                  <a:rPr lang="en-US" dirty="0"/>
                  <a:t> </a:t>
                </a:r>
                <a:r>
                  <a:rPr lang="ru-RU" dirty="0"/>
                  <a:t> В </a:t>
                </a:r>
                <a:r>
                  <a:rPr lang="ru-RU" b="1" dirty="0">
                    <a:solidFill>
                      <a:srgbClr val="FF0000"/>
                    </a:solidFill>
                  </a:rPr>
                  <a:t>правой части </a:t>
                </a:r>
                <a:r>
                  <a:rPr lang="ru-RU" dirty="0"/>
                  <a:t>написана условная вероятность ее можно оценить как вероятность произведения событий, деленную на вероятность условия:   </a:t>
                </a:r>
                <a14:m>
                  <m:oMath xmlns:m="http://schemas.openxmlformats.org/officeDocument/2006/math">
                    <m:r>
                      <a:rPr lang="en-US" b="0" i="1">
                        <a:solidFill>
                          <a:schemeClr val="tx1"/>
                        </a:solidFill>
                        <a:latin typeface="Cambria Math" panose="02040503050406030204" pitchFamily="18" charset="0"/>
                      </a:rPr>
                      <m:t>𝑃</m:t>
                    </m:r>
                    <m:d>
                      <m:dPr>
                        <m:ctrlPr>
                          <a:rPr lang="en-US" b="0" i="1">
                            <a:solidFill>
                              <a:schemeClr val="tx1"/>
                            </a:solidFill>
                            <a:latin typeface="Cambria Math" panose="02040503050406030204" pitchFamily="18" charset="0"/>
                          </a:rPr>
                        </m:ctrlPr>
                      </m:dPr>
                      <m:e>
                        <m:r>
                          <a:rPr lang="en-US" b="0" i="1">
                            <a:solidFill>
                              <a:schemeClr val="tx1"/>
                            </a:solidFill>
                            <a:latin typeface="Cambria Math" panose="02040503050406030204" pitchFamily="18" charset="0"/>
                          </a:rPr>
                          <m:t>𝑡</m:t>
                        </m:r>
                        <m:r>
                          <a:rPr lang="en-US" b="0" i="1">
                            <a:solidFill>
                              <a:schemeClr val="tx1"/>
                            </a:solidFill>
                            <a:latin typeface="Cambria Math" panose="02040503050406030204" pitchFamily="18" charset="0"/>
                          </a:rPr>
                          <m:t>≤</m:t>
                        </m:r>
                        <m:r>
                          <a:rPr lang="en-US" b="0" i="1">
                            <a:solidFill>
                              <a:schemeClr val="tx1"/>
                            </a:solidFill>
                            <a:latin typeface="Cambria Math" panose="02040503050406030204" pitchFamily="18" charset="0"/>
                          </a:rPr>
                          <m:t>𝜉</m:t>
                        </m:r>
                        <m:r>
                          <a:rPr lang="en-US" b="0" i="1">
                            <a:solidFill>
                              <a:schemeClr val="tx1"/>
                            </a:solidFill>
                            <a:latin typeface="Cambria Math" panose="02040503050406030204" pitchFamily="18" charset="0"/>
                          </a:rPr>
                          <m:t>&lt;</m:t>
                        </m:r>
                        <m:r>
                          <a:rPr lang="en-US" b="0" i="1">
                            <a:solidFill>
                              <a:schemeClr val="tx1"/>
                            </a:solidFill>
                            <a:latin typeface="Cambria Math" panose="02040503050406030204" pitchFamily="18" charset="0"/>
                          </a:rPr>
                          <m:t>𝑥</m:t>
                        </m:r>
                        <m:r>
                          <a:rPr lang="en-US" b="0"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𝜉</m:t>
                        </m:r>
                        <m:r>
                          <a:rPr lang="en-US" b="0" i="1">
                            <a:solidFill>
                              <a:schemeClr val="tx1"/>
                            </a:solidFill>
                            <a:latin typeface="Cambria Math" panose="02040503050406030204" pitchFamily="18" charset="0"/>
                          </a:rPr>
                          <m:t>≥</m:t>
                        </m:r>
                        <m:r>
                          <a:rPr lang="en-US" b="0" i="1">
                            <a:solidFill>
                              <a:schemeClr val="tx1"/>
                            </a:solidFill>
                            <a:latin typeface="Cambria Math" panose="02040503050406030204" pitchFamily="18" charset="0"/>
                          </a:rPr>
                          <m:t>𝑡</m:t>
                        </m:r>
                      </m:e>
                    </m:d>
                    <m:r>
                      <a:rPr lang="ru-RU" b="0"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𝑃</m:t>
                        </m:r>
                        <m:d>
                          <m:dPr>
                            <m:ctrlPr>
                              <a:rPr lang="en-US" i="1">
                                <a:solidFill>
                                  <a:schemeClr val="tx1"/>
                                </a:solidFill>
                                <a:latin typeface="Cambria Math" panose="02040503050406030204" pitchFamily="18" charset="0"/>
                              </a:rPr>
                            </m:ctrlPr>
                          </m:dPr>
                          <m:e>
                            <m:r>
                              <a:rPr lang="en-US" b="0" i="1">
                                <a:solidFill>
                                  <a:schemeClr val="tx1"/>
                                </a:solidFill>
                                <a:latin typeface="Cambria Math" panose="02040503050406030204" pitchFamily="18" charset="0"/>
                              </a:rPr>
                              <m:t>𝑡</m:t>
                            </m:r>
                            <m:r>
                              <a:rPr lang="en-US" b="0" i="1">
                                <a:solidFill>
                                  <a:schemeClr val="tx1"/>
                                </a:solidFill>
                                <a:latin typeface="Cambria Math" panose="02040503050406030204" pitchFamily="18" charset="0"/>
                              </a:rPr>
                              <m:t>≤</m:t>
                            </m:r>
                            <m:r>
                              <a:rPr lang="en-US" b="0" i="1">
                                <a:solidFill>
                                  <a:schemeClr val="tx1"/>
                                </a:solidFill>
                                <a:latin typeface="Cambria Math" panose="02040503050406030204" pitchFamily="18" charset="0"/>
                              </a:rPr>
                              <m:t>𝜉</m:t>
                            </m:r>
                            <m:r>
                              <a:rPr lang="en-US" b="0" i="1">
                                <a:solidFill>
                                  <a:schemeClr val="tx1"/>
                                </a:solidFill>
                                <a:latin typeface="Cambria Math" panose="02040503050406030204" pitchFamily="18" charset="0"/>
                              </a:rPr>
                              <m:t>&lt;</m:t>
                            </m:r>
                            <m:r>
                              <a:rPr lang="en-US" b="0" i="1">
                                <a:solidFill>
                                  <a:schemeClr val="tx1"/>
                                </a:solidFill>
                                <a:latin typeface="Cambria Math" panose="02040503050406030204" pitchFamily="18" charset="0"/>
                              </a:rPr>
                              <m:t>𝑥</m:t>
                            </m:r>
                            <m:r>
                              <a:rPr lang="en-US" b="0" i="1">
                                <a:solidFill>
                                  <a:schemeClr val="tx1"/>
                                </a:solidFill>
                                <a:latin typeface="Cambria Math" panose="02040503050406030204" pitchFamily="18" charset="0"/>
                              </a:rPr>
                              <m:t>+</m:t>
                            </m:r>
                            <m:r>
                              <a:rPr lang="en-US" b="0" i="1">
                                <a:solidFill>
                                  <a:schemeClr val="tx1"/>
                                </a:solidFill>
                                <a:latin typeface="Cambria Math" panose="02040503050406030204" pitchFamily="18" charset="0"/>
                              </a:rPr>
                              <m:t>𝑡</m:t>
                            </m:r>
                          </m:e>
                        </m:d>
                      </m:num>
                      <m:den>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𝜉</m:t>
                        </m:r>
                        <m:r>
                          <a:rPr lang="en-US" b="0" i="1" smtClean="0">
                            <a:solidFill>
                              <a:schemeClr val="tx1"/>
                            </a:solidFill>
                            <a:latin typeface="Cambria Math" panose="02040503050406030204" pitchFamily="18" charset="0"/>
                          </a:rPr>
                          <m:t>&lt;</m:t>
                        </m:r>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m:t>
                        </m:r>
                      </m:den>
                    </m:f>
                    <m:r>
                      <a:rPr lang="en-US" b="0"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𝐹</m:t>
                            </m:r>
                          </m:e>
                          <m:sub>
                            <m:r>
                              <a:rPr lang="en-US" b="0" i="1" smtClean="0">
                                <a:solidFill>
                                  <a:schemeClr val="tx1"/>
                                </a:solidFill>
                                <a:latin typeface="Cambria Math" panose="02040503050406030204" pitchFamily="18" charset="0"/>
                              </a:rPr>
                              <m:t>𝜉</m:t>
                            </m:r>
                          </m:sub>
                        </m:sSub>
                        <m:d>
                          <m:dPr>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𝑡</m:t>
                            </m:r>
                          </m:e>
                        </m:d>
                        <m:r>
                          <a:rPr lang="en-US" b="0" i="1" smtClean="0">
                            <a:solidFill>
                              <a:schemeClr val="tx1"/>
                            </a:solidFill>
                            <a:latin typeface="Cambria Math" panose="02040503050406030204" pitchFamily="18" charset="0"/>
                          </a:rPr>
                          <m:t>−</m:t>
                        </m:r>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𝐹</m:t>
                            </m:r>
                          </m:e>
                          <m:sub>
                            <m:r>
                              <a:rPr lang="en-US" b="0" i="1" smtClean="0">
                                <a:solidFill>
                                  <a:schemeClr val="tx1"/>
                                </a:solidFill>
                                <a:latin typeface="Cambria Math" panose="02040503050406030204" pitchFamily="18" charset="0"/>
                              </a:rPr>
                              <m:t>𝜉</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m:t>
                        </m:r>
                      </m:num>
                      <m:den>
                        <m:r>
                          <a:rPr lang="en-US" b="0" i="1" smtClean="0">
                            <a:solidFill>
                              <a:schemeClr val="tx1"/>
                            </a:solidFill>
                            <a:latin typeface="Cambria Math" panose="02040503050406030204" pitchFamily="18" charset="0"/>
                          </a:rPr>
                          <m:t>1−</m:t>
                        </m:r>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𝐹</m:t>
                            </m:r>
                          </m:e>
                          <m:sub>
                            <m:r>
                              <a:rPr lang="en-US" b="0" i="1" smtClean="0">
                                <a:solidFill>
                                  <a:schemeClr val="tx1"/>
                                </a:solidFill>
                                <a:latin typeface="Cambria Math" panose="02040503050406030204" pitchFamily="18" charset="0"/>
                              </a:rPr>
                              <m:t>𝜉</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m:t>
                        </m:r>
                        <m:r>
                          <m:rPr>
                            <m:lit/>
                          </m:rPr>
                          <a:rPr lang="en-US" b="0" i="1" smtClean="0">
                            <a:solidFill>
                              <a:schemeClr val="tx1"/>
                            </a:solidFill>
                            <a:latin typeface="Cambria Math" panose="02040503050406030204" pitchFamily="18" charset="0"/>
                          </a:rPr>
                          <m:t> </m:t>
                        </m:r>
                      </m:den>
                    </m:f>
                    <m:r>
                      <a:rPr lang="ru-RU" b="1" i="1" smtClean="0">
                        <a:solidFill>
                          <a:srgbClr val="FF0000"/>
                        </a:solidFill>
                        <a:latin typeface="Cambria Math" panose="02040503050406030204" pitchFamily="18" charset="0"/>
                      </a:rPr>
                      <m:t> </m:t>
                    </m:r>
                    <m:r>
                      <a:rPr lang="ru-RU" b="1" i="1">
                        <a:solidFill>
                          <a:srgbClr val="FF0000"/>
                        </a:solidFill>
                        <a:latin typeface="Cambria Math" panose="02040503050406030204" pitchFamily="18" charset="0"/>
                      </a:rPr>
                      <m:t>=</m:t>
                    </m:r>
                    <m:f>
                      <m:fPr>
                        <m:ctrlPr>
                          <a:rPr lang="ru-RU" i="1">
                            <a:latin typeface="Cambria Math" panose="02040503050406030204" pitchFamily="18" charset="0"/>
                          </a:rPr>
                        </m:ctrlPr>
                      </m:fPr>
                      <m:num>
                        <m:sSup>
                          <m:sSupPr>
                            <m:ctrlPr>
                              <a:rPr lang="ru-RU" i="1">
                                <a:latin typeface="Cambria Math" panose="02040503050406030204" pitchFamily="18" charset="0"/>
                              </a:rPr>
                            </m:ctrlPr>
                          </m:sSupPr>
                          <m:e>
                            <m:r>
                              <a:rPr lang="ru-RU" i="1">
                                <a:latin typeface="Cambria Math" panose="02040503050406030204" pitchFamily="18" charset="0"/>
                              </a:rPr>
                              <m:t>𝑒</m:t>
                            </m:r>
                          </m:e>
                          <m:sup>
                            <m:r>
                              <a:rPr lang="ru-RU" i="1">
                                <a:latin typeface="Cambria Math" panose="02040503050406030204" pitchFamily="18" charset="0"/>
                              </a:rPr>
                              <m:t>−</m:t>
                            </m:r>
                            <m:r>
                              <a:rPr lang="ru-RU" i="1">
                                <a:latin typeface="Cambria Math" panose="02040503050406030204" pitchFamily="18" charset="0"/>
                              </a:rPr>
                              <m:t>𝜆</m:t>
                            </m:r>
                            <m:r>
                              <a:rPr lang="ru-RU" i="1">
                                <a:latin typeface="Cambria Math" panose="02040503050406030204" pitchFamily="18" charset="0"/>
                              </a:rPr>
                              <m:t>𝑡</m:t>
                            </m:r>
                          </m:sup>
                        </m:sSup>
                        <m:d>
                          <m:dPr>
                            <m:ctrlPr>
                              <a:rPr lang="ru-RU" i="1">
                                <a:latin typeface="Cambria Math" panose="02040503050406030204" pitchFamily="18" charset="0"/>
                              </a:rPr>
                            </m:ctrlPr>
                          </m:dPr>
                          <m:e>
                            <m:r>
                              <a:rPr lang="ru-RU" i="1">
                                <a:latin typeface="Cambria Math" panose="02040503050406030204" pitchFamily="18" charset="0"/>
                              </a:rPr>
                              <m:t>1−</m:t>
                            </m:r>
                            <m:sSup>
                              <m:sSupPr>
                                <m:ctrlPr>
                                  <a:rPr lang="ru-RU" i="1">
                                    <a:latin typeface="Cambria Math" panose="02040503050406030204" pitchFamily="18" charset="0"/>
                                  </a:rPr>
                                </m:ctrlPr>
                              </m:sSupPr>
                              <m:e>
                                <m:r>
                                  <a:rPr lang="ru-RU" i="1">
                                    <a:latin typeface="Cambria Math" panose="02040503050406030204" pitchFamily="18" charset="0"/>
                                  </a:rPr>
                                  <m:t>𝑒</m:t>
                                </m:r>
                              </m:e>
                              <m:sup>
                                <m:r>
                                  <a:rPr lang="ru-RU" i="1">
                                    <a:latin typeface="Cambria Math" panose="02040503050406030204" pitchFamily="18" charset="0"/>
                                  </a:rPr>
                                  <m:t>−</m:t>
                                </m:r>
                                <m:r>
                                  <a:rPr lang="ru-RU" i="1">
                                    <a:latin typeface="Cambria Math" panose="02040503050406030204" pitchFamily="18" charset="0"/>
                                  </a:rPr>
                                  <m:t>𝜆</m:t>
                                </m:r>
                                <m:r>
                                  <a:rPr lang="ru-RU" i="1">
                                    <a:latin typeface="Cambria Math" panose="02040503050406030204" pitchFamily="18" charset="0"/>
                                  </a:rPr>
                                  <m:t>𝑥</m:t>
                                </m:r>
                              </m:sup>
                            </m:sSup>
                          </m:e>
                        </m:d>
                      </m:num>
                      <m:den>
                        <m:sSup>
                          <m:sSupPr>
                            <m:ctrlPr>
                              <a:rPr lang="ru-RU" i="1">
                                <a:latin typeface="Cambria Math" panose="02040503050406030204" pitchFamily="18" charset="0"/>
                              </a:rPr>
                            </m:ctrlPr>
                          </m:sSupPr>
                          <m:e>
                            <m:r>
                              <a:rPr lang="ru-RU" i="1">
                                <a:latin typeface="Cambria Math" panose="02040503050406030204" pitchFamily="18" charset="0"/>
                              </a:rPr>
                              <m:t>𝑒</m:t>
                            </m:r>
                          </m:e>
                          <m:sup>
                            <m:r>
                              <a:rPr lang="ru-RU" i="1">
                                <a:latin typeface="Cambria Math" panose="02040503050406030204" pitchFamily="18" charset="0"/>
                              </a:rPr>
                              <m:t>−</m:t>
                            </m:r>
                            <m:r>
                              <a:rPr lang="ru-RU" i="1">
                                <a:latin typeface="Cambria Math" panose="02040503050406030204" pitchFamily="18" charset="0"/>
                              </a:rPr>
                              <m:t>𝜆</m:t>
                            </m:r>
                            <m:r>
                              <a:rPr lang="ru-RU" i="1">
                                <a:latin typeface="Cambria Math" panose="02040503050406030204" pitchFamily="18" charset="0"/>
                              </a:rPr>
                              <m:t>𝑡</m:t>
                            </m:r>
                          </m:sup>
                        </m:sSup>
                      </m:den>
                    </m:f>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0&lt;</m:t>
                        </m:r>
                        <m:r>
                          <a:rPr lang="en-US" i="1">
                            <a:latin typeface="Cambria Math" panose="02040503050406030204" pitchFamily="18" charset="0"/>
                          </a:rPr>
                          <m:t>𝜉</m:t>
                        </m:r>
                        <m:r>
                          <a:rPr lang="en-US" i="1">
                            <a:latin typeface="Cambria Math" panose="02040503050406030204" pitchFamily="18" charset="0"/>
                          </a:rPr>
                          <m:t>&lt;</m:t>
                        </m:r>
                        <m:r>
                          <a:rPr lang="en-US" i="1">
                            <a:latin typeface="Cambria Math" panose="02040503050406030204" pitchFamily="18" charset="0"/>
                          </a:rPr>
                          <m:t>𝑥</m:t>
                        </m:r>
                      </m:e>
                    </m:d>
                  </m:oMath>
                </a14:m>
                <a:endParaRPr lang="en-US" dirty="0">
                  <a:solidFill>
                    <a:schemeClr val="tx1"/>
                  </a:solidFill>
                </a:endParaRPr>
              </a:p>
            </p:txBody>
          </p:sp>
        </mc:Choice>
        <mc:Fallback xmlns="">
          <p:sp>
            <p:nvSpPr>
              <p:cNvPr id="6" name="TextBox 5">
                <a:extLst>
                  <a:ext uri="{FF2B5EF4-FFF2-40B4-BE49-F238E27FC236}">
                    <a16:creationId xmlns:a16="http://schemas.microsoft.com/office/drawing/2014/main" id="{4BB84E60-AC5E-1B53-31E7-CA9719914F2D}"/>
                  </a:ext>
                </a:extLst>
              </p:cNvPr>
              <p:cNvSpPr txBox="1">
                <a:spLocks noRot="1" noChangeAspect="1" noMove="1" noResize="1" noEditPoints="1" noAdjustHandles="1" noChangeArrowheads="1" noChangeShapeType="1" noTextEdit="1"/>
              </p:cNvSpPr>
              <p:nvPr/>
            </p:nvSpPr>
            <p:spPr>
              <a:xfrm>
                <a:off x="0" y="419100"/>
                <a:ext cx="9144000" cy="4326056"/>
              </a:xfrm>
              <a:prstGeom prst="rect">
                <a:avLst/>
              </a:prstGeom>
              <a:blipFill>
                <a:blip r:embed="rId4"/>
                <a:stretch>
                  <a:fillRect l="-533" t="-846" r="-533"/>
                </a:stretch>
              </a:blipFill>
            </p:spPr>
            <p:txBody>
              <a:bodyPr/>
              <a:lstStyle/>
              <a:p>
                <a:r>
                  <a:rPr lang="ru-RU">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2" name="Рукописный ввод 1">
                <a:extLst>
                  <a:ext uri="{FF2B5EF4-FFF2-40B4-BE49-F238E27FC236}">
                    <a16:creationId xmlns:a16="http://schemas.microsoft.com/office/drawing/2014/main" id="{22EDCC75-9204-CC4A-F21A-99335C687958}"/>
                  </a:ext>
                </a:extLst>
              </p14:cNvPr>
              <p14:cNvContentPartPr/>
              <p14:nvPr/>
            </p14:nvContentPartPr>
            <p14:xfrm>
              <a:off x="-1638614" y="2327663"/>
              <a:ext cx="174240" cy="418680"/>
            </p14:xfrm>
          </p:contentPart>
        </mc:Choice>
        <mc:Fallback xmlns="">
          <p:pic>
            <p:nvPicPr>
              <p:cNvPr id="2" name="Рукописный ввод 1">
                <a:extLst>
                  <a:ext uri="{FF2B5EF4-FFF2-40B4-BE49-F238E27FC236}">
                    <a16:creationId xmlns:a16="http://schemas.microsoft.com/office/drawing/2014/main" id="{22EDCC75-9204-CC4A-F21A-99335C687958}"/>
                  </a:ext>
                </a:extLst>
              </p:cNvPr>
              <p:cNvPicPr/>
              <p:nvPr/>
            </p:nvPicPr>
            <p:blipFill>
              <a:blip r:embed="rId6"/>
              <a:stretch>
                <a:fillRect/>
              </a:stretch>
            </p:blipFill>
            <p:spPr>
              <a:xfrm>
                <a:off x="-1644734" y="2321543"/>
                <a:ext cx="18648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Рукописный ввод 2">
                <a:extLst>
                  <a:ext uri="{FF2B5EF4-FFF2-40B4-BE49-F238E27FC236}">
                    <a16:creationId xmlns:a16="http://schemas.microsoft.com/office/drawing/2014/main" id="{9B48214E-E0B7-793A-B595-9C070595A9C0}"/>
                  </a:ext>
                </a:extLst>
              </p14:cNvPr>
              <p14:cNvContentPartPr/>
              <p14:nvPr/>
            </p14:nvContentPartPr>
            <p14:xfrm>
              <a:off x="-1334774" y="2221463"/>
              <a:ext cx="103680" cy="417960"/>
            </p14:xfrm>
          </p:contentPart>
        </mc:Choice>
        <mc:Fallback xmlns="">
          <p:pic>
            <p:nvPicPr>
              <p:cNvPr id="3" name="Рукописный ввод 2">
                <a:extLst>
                  <a:ext uri="{FF2B5EF4-FFF2-40B4-BE49-F238E27FC236}">
                    <a16:creationId xmlns:a16="http://schemas.microsoft.com/office/drawing/2014/main" id="{9B48214E-E0B7-793A-B595-9C070595A9C0}"/>
                  </a:ext>
                </a:extLst>
              </p:cNvPr>
              <p:cNvPicPr/>
              <p:nvPr/>
            </p:nvPicPr>
            <p:blipFill>
              <a:blip r:embed="rId8"/>
              <a:stretch>
                <a:fillRect/>
              </a:stretch>
            </p:blipFill>
            <p:spPr>
              <a:xfrm>
                <a:off x="-1340894" y="2215343"/>
                <a:ext cx="115920" cy="430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Рукописный ввод 6">
                <a:extLst>
                  <a:ext uri="{FF2B5EF4-FFF2-40B4-BE49-F238E27FC236}">
                    <a16:creationId xmlns:a16="http://schemas.microsoft.com/office/drawing/2014/main" id="{82410E7C-3074-8D8A-88F0-164E05251DB1}"/>
                  </a:ext>
                </a:extLst>
              </p14:cNvPr>
              <p14:cNvContentPartPr/>
              <p14:nvPr/>
            </p14:nvContentPartPr>
            <p14:xfrm>
              <a:off x="-1152614" y="2209583"/>
              <a:ext cx="100080" cy="289080"/>
            </p14:xfrm>
          </p:contentPart>
        </mc:Choice>
        <mc:Fallback xmlns="">
          <p:pic>
            <p:nvPicPr>
              <p:cNvPr id="7" name="Рукописный ввод 6">
                <a:extLst>
                  <a:ext uri="{FF2B5EF4-FFF2-40B4-BE49-F238E27FC236}">
                    <a16:creationId xmlns:a16="http://schemas.microsoft.com/office/drawing/2014/main" id="{82410E7C-3074-8D8A-88F0-164E05251DB1}"/>
                  </a:ext>
                </a:extLst>
              </p:cNvPr>
              <p:cNvPicPr/>
              <p:nvPr/>
            </p:nvPicPr>
            <p:blipFill>
              <a:blip r:embed="rId10"/>
              <a:stretch>
                <a:fillRect/>
              </a:stretch>
            </p:blipFill>
            <p:spPr>
              <a:xfrm>
                <a:off x="-1158734" y="2203463"/>
                <a:ext cx="11232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Рукописный ввод 7">
                <a:extLst>
                  <a:ext uri="{FF2B5EF4-FFF2-40B4-BE49-F238E27FC236}">
                    <a16:creationId xmlns:a16="http://schemas.microsoft.com/office/drawing/2014/main" id="{31D863A0-A9D8-014B-2CB6-68C63CE284DF}"/>
                  </a:ext>
                </a:extLst>
              </p14:cNvPr>
              <p14:cNvContentPartPr/>
              <p14:nvPr/>
            </p14:nvContentPartPr>
            <p14:xfrm>
              <a:off x="-1154774" y="2316863"/>
              <a:ext cx="147960" cy="36720"/>
            </p14:xfrm>
          </p:contentPart>
        </mc:Choice>
        <mc:Fallback xmlns="">
          <p:pic>
            <p:nvPicPr>
              <p:cNvPr id="8" name="Рукописный ввод 7">
                <a:extLst>
                  <a:ext uri="{FF2B5EF4-FFF2-40B4-BE49-F238E27FC236}">
                    <a16:creationId xmlns:a16="http://schemas.microsoft.com/office/drawing/2014/main" id="{31D863A0-A9D8-014B-2CB6-68C63CE284DF}"/>
                  </a:ext>
                </a:extLst>
              </p:cNvPr>
              <p:cNvPicPr/>
              <p:nvPr/>
            </p:nvPicPr>
            <p:blipFill>
              <a:blip r:embed="rId12"/>
              <a:stretch>
                <a:fillRect/>
              </a:stretch>
            </p:blipFill>
            <p:spPr>
              <a:xfrm>
                <a:off x="-1160894" y="2310743"/>
                <a:ext cx="1602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Рукописный ввод 9">
                <a:extLst>
                  <a:ext uri="{FF2B5EF4-FFF2-40B4-BE49-F238E27FC236}">
                    <a16:creationId xmlns:a16="http://schemas.microsoft.com/office/drawing/2014/main" id="{252343F4-42AF-C94B-25CF-785752E29A66}"/>
                  </a:ext>
                </a:extLst>
              </p14:cNvPr>
              <p14:cNvContentPartPr/>
              <p14:nvPr/>
            </p14:nvContentPartPr>
            <p14:xfrm>
              <a:off x="-955334" y="2175743"/>
              <a:ext cx="74520" cy="311400"/>
            </p14:xfrm>
          </p:contentPart>
        </mc:Choice>
        <mc:Fallback xmlns="">
          <p:pic>
            <p:nvPicPr>
              <p:cNvPr id="10" name="Рукописный ввод 9">
                <a:extLst>
                  <a:ext uri="{FF2B5EF4-FFF2-40B4-BE49-F238E27FC236}">
                    <a16:creationId xmlns:a16="http://schemas.microsoft.com/office/drawing/2014/main" id="{252343F4-42AF-C94B-25CF-785752E29A66}"/>
                  </a:ext>
                </a:extLst>
              </p:cNvPr>
              <p:cNvPicPr/>
              <p:nvPr/>
            </p:nvPicPr>
            <p:blipFill>
              <a:blip r:embed="rId14"/>
              <a:stretch>
                <a:fillRect/>
              </a:stretch>
            </p:blipFill>
            <p:spPr>
              <a:xfrm>
                <a:off x="-961454" y="2169623"/>
                <a:ext cx="8676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Рукописный ввод 12">
                <a:extLst>
                  <a:ext uri="{FF2B5EF4-FFF2-40B4-BE49-F238E27FC236}">
                    <a16:creationId xmlns:a16="http://schemas.microsoft.com/office/drawing/2014/main" id="{65D63A73-F514-9996-EE5A-DD30E5CBB302}"/>
                  </a:ext>
                </a:extLst>
              </p14:cNvPr>
              <p14:cNvContentPartPr/>
              <p14:nvPr/>
            </p14:nvContentPartPr>
            <p14:xfrm>
              <a:off x="-849494" y="2107343"/>
              <a:ext cx="214920" cy="275400"/>
            </p14:xfrm>
          </p:contentPart>
        </mc:Choice>
        <mc:Fallback xmlns="">
          <p:pic>
            <p:nvPicPr>
              <p:cNvPr id="13" name="Рукописный ввод 12">
                <a:extLst>
                  <a:ext uri="{FF2B5EF4-FFF2-40B4-BE49-F238E27FC236}">
                    <a16:creationId xmlns:a16="http://schemas.microsoft.com/office/drawing/2014/main" id="{65D63A73-F514-9996-EE5A-DD30E5CBB302}"/>
                  </a:ext>
                </a:extLst>
              </p:cNvPr>
              <p:cNvPicPr/>
              <p:nvPr/>
            </p:nvPicPr>
            <p:blipFill>
              <a:blip r:embed="rId16"/>
              <a:stretch>
                <a:fillRect/>
              </a:stretch>
            </p:blipFill>
            <p:spPr>
              <a:xfrm>
                <a:off x="-855614" y="2101223"/>
                <a:ext cx="22716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Рукописный ввод 13">
                <a:extLst>
                  <a:ext uri="{FF2B5EF4-FFF2-40B4-BE49-F238E27FC236}">
                    <a16:creationId xmlns:a16="http://schemas.microsoft.com/office/drawing/2014/main" id="{4A73436E-D691-CBF7-7C81-FD9CF72B446A}"/>
                  </a:ext>
                </a:extLst>
              </p14:cNvPr>
              <p14:cNvContentPartPr/>
              <p14:nvPr/>
            </p14:nvContentPartPr>
            <p14:xfrm>
              <a:off x="-660494" y="2005463"/>
              <a:ext cx="151920" cy="290160"/>
            </p14:xfrm>
          </p:contentPart>
        </mc:Choice>
        <mc:Fallback xmlns="">
          <p:pic>
            <p:nvPicPr>
              <p:cNvPr id="14" name="Рукописный ввод 13">
                <a:extLst>
                  <a:ext uri="{FF2B5EF4-FFF2-40B4-BE49-F238E27FC236}">
                    <a16:creationId xmlns:a16="http://schemas.microsoft.com/office/drawing/2014/main" id="{4A73436E-D691-CBF7-7C81-FD9CF72B446A}"/>
                  </a:ext>
                </a:extLst>
              </p:cNvPr>
              <p:cNvPicPr/>
              <p:nvPr/>
            </p:nvPicPr>
            <p:blipFill>
              <a:blip r:embed="rId18"/>
              <a:stretch>
                <a:fillRect/>
              </a:stretch>
            </p:blipFill>
            <p:spPr>
              <a:xfrm>
                <a:off x="-666614" y="1999343"/>
                <a:ext cx="16416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Рукописный ввод 14">
                <a:extLst>
                  <a:ext uri="{FF2B5EF4-FFF2-40B4-BE49-F238E27FC236}">
                    <a16:creationId xmlns:a16="http://schemas.microsoft.com/office/drawing/2014/main" id="{2A7CD46F-AD67-5CD5-A0EB-802C39105249}"/>
                  </a:ext>
                </a:extLst>
              </p14:cNvPr>
              <p14:cNvContentPartPr/>
              <p14:nvPr/>
            </p14:nvContentPartPr>
            <p14:xfrm>
              <a:off x="-464294" y="2041103"/>
              <a:ext cx="132480" cy="45720"/>
            </p14:xfrm>
          </p:contentPart>
        </mc:Choice>
        <mc:Fallback xmlns="">
          <p:pic>
            <p:nvPicPr>
              <p:cNvPr id="15" name="Рукописный ввод 14">
                <a:extLst>
                  <a:ext uri="{FF2B5EF4-FFF2-40B4-BE49-F238E27FC236}">
                    <a16:creationId xmlns:a16="http://schemas.microsoft.com/office/drawing/2014/main" id="{2A7CD46F-AD67-5CD5-A0EB-802C39105249}"/>
                  </a:ext>
                </a:extLst>
              </p:cNvPr>
              <p:cNvPicPr/>
              <p:nvPr/>
            </p:nvPicPr>
            <p:blipFill>
              <a:blip r:embed="rId20"/>
              <a:stretch>
                <a:fillRect/>
              </a:stretch>
            </p:blipFill>
            <p:spPr>
              <a:xfrm>
                <a:off x="-470414" y="2034983"/>
                <a:ext cx="14472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Рукописный ввод 15">
                <a:extLst>
                  <a:ext uri="{FF2B5EF4-FFF2-40B4-BE49-F238E27FC236}">
                    <a16:creationId xmlns:a16="http://schemas.microsoft.com/office/drawing/2014/main" id="{AADAED94-170D-DB1A-545B-F72090507831}"/>
                  </a:ext>
                </a:extLst>
              </p14:cNvPr>
              <p14:cNvContentPartPr/>
              <p14:nvPr/>
            </p14:nvContentPartPr>
            <p14:xfrm>
              <a:off x="-423614" y="2117423"/>
              <a:ext cx="139320" cy="59760"/>
            </p14:xfrm>
          </p:contentPart>
        </mc:Choice>
        <mc:Fallback xmlns="">
          <p:pic>
            <p:nvPicPr>
              <p:cNvPr id="16" name="Рукописный ввод 15">
                <a:extLst>
                  <a:ext uri="{FF2B5EF4-FFF2-40B4-BE49-F238E27FC236}">
                    <a16:creationId xmlns:a16="http://schemas.microsoft.com/office/drawing/2014/main" id="{AADAED94-170D-DB1A-545B-F72090507831}"/>
                  </a:ext>
                </a:extLst>
              </p:cNvPr>
              <p:cNvPicPr/>
              <p:nvPr/>
            </p:nvPicPr>
            <p:blipFill>
              <a:blip r:embed="rId22"/>
              <a:stretch>
                <a:fillRect/>
              </a:stretch>
            </p:blipFill>
            <p:spPr>
              <a:xfrm>
                <a:off x="-429734" y="2111303"/>
                <a:ext cx="1515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Рукописный ввод 16">
                <a:extLst>
                  <a:ext uri="{FF2B5EF4-FFF2-40B4-BE49-F238E27FC236}">
                    <a16:creationId xmlns:a16="http://schemas.microsoft.com/office/drawing/2014/main" id="{A51BC308-31E8-076E-3528-AD4F22496BDE}"/>
                  </a:ext>
                </a:extLst>
              </p14:cNvPr>
              <p14:cNvContentPartPr/>
              <p14:nvPr/>
            </p14:nvContentPartPr>
            <p14:xfrm>
              <a:off x="-1790894" y="3148823"/>
              <a:ext cx="117000" cy="53640"/>
            </p14:xfrm>
          </p:contentPart>
        </mc:Choice>
        <mc:Fallback xmlns="">
          <p:pic>
            <p:nvPicPr>
              <p:cNvPr id="17" name="Рукописный ввод 16">
                <a:extLst>
                  <a:ext uri="{FF2B5EF4-FFF2-40B4-BE49-F238E27FC236}">
                    <a16:creationId xmlns:a16="http://schemas.microsoft.com/office/drawing/2014/main" id="{A51BC308-31E8-076E-3528-AD4F22496BDE}"/>
                  </a:ext>
                </a:extLst>
              </p:cNvPr>
              <p:cNvPicPr/>
              <p:nvPr/>
            </p:nvPicPr>
            <p:blipFill>
              <a:blip r:embed="rId24"/>
              <a:stretch>
                <a:fillRect/>
              </a:stretch>
            </p:blipFill>
            <p:spPr>
              <a:xfrm>
                <a:off x="-1797014" y="3142703"/>
                <a:ext cx="1292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Рукописный ввод 17">
                <a:extLst>
                  <a:ext uri="{FF2B5EF4-FFF2-40B4-BE49-F238E27FC236}">
                    <a16:creationId xmlns:a16="http://schemas.microsoft.com/office/drawing/2014/main" id="{9C9359B3-97C0-5156-C9A5-D07762A28E6E}"/>
                  </a:ext>
                </a:extLst>
              </p14:cNvPr>
              <p14:cNvContentPartPr/>
              <p14:nvPr/>
            </p14:nvContentPartPr>
            <p14:xfrm>
              <a:off x="-1746974" y="3255383"/>
              <a:ext cx="212040" cy="57600"/>
            </p14:xfrm>
          </p:contentPart>
        </mc:Choice>
        <mc:Fallback xmlns="">
          <p:pic>
            <p:nvPicPr>
              <p:cNvPr id="18" name="Рукописный ввод 17">
                <a:extLst>
                  <a:ext uri="{FF2B5EF4-FFF2-40B4-BE49-F238E27FC236}">
                    <a16:creationId xmlns:a16="http://schemas.microsoft.com/office/drawing/2014/main" id="{9C9359B3-97C0-5156-C9A5-D07762A28E6E}"/>
                  </a:ext>
                </a:extLst>
              </p:cNvPr>
              <p:cNvPicPr/>
              <p:nvPr/>
            </p:nvPicPr>
            <p:blipFill>
              <a:blip r:embed="rId26"/>
              <a:stretch>
                <a:fillRect/>
              </a:stretch>
            </p:blipFill>
            <p:spPr>
              <a:xfrm>
                <a:off x="-1753094" y="3249263"/>
                <a:ext cx="22428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Рукописный ввод 18">
                <a:extLst>
                  <a:ext uri="{FF2B5EF4-FFF2-40B4-BE49-F238E27FC236}">
                    <a16:creationId xmlns:a16="http://schemas.microsoft.com/office/drawing/2014/main" id="{F19152A8-3E0F-DD59-86BA-4B4586032164}"/>
                  </a:ext>
                </a:extLst>
              </p14:cNvPr>
              <p14:cNvContentPartPr/>
              <p14:nvPr/>
            </p14:nvContentPartPr>
            <p14:xfrm>
              <a:off x="-1458974" y="2911583"/>
              <a:ext cx="127080" cy="407520"/>
            </p14:xfrm>
          </p:contentPart>
        </mc:Choice>
        <mc:Fallback xmlns="">
          <p:pic>
            <p:nvPicPr>
              <p:cNvPr id="19" name="Рукописный ввод 18">
                <a:extLst>
                  <a:ext uri="{FF2B5EF4-FFF2-40B4-BE49-F238E27FC236}">
                    <a16:creationId xmlns:a16="http://schemas.microsoft.com/office/drawing/2014/main" id="{F19152A8-3E0F-DD59-86BA-4B4586032164}"/>
                  </a:ext>
                </a:extLst>
              </p:cNvPr>
              <p:cNvPicPr/>
              <p:nvPr/>
            </p:nvPicPr>
            <p:blipFill>
              <a:blip r:embed="rId28"/>
              <a:stretch>
                <a:fillRect/>
              </a:stretch>
            </p:blipFill>
            <p:spPr>
              <a:xfrm>
                <a:off x="-1465094" y="2905463"/>
                <a:ext cx="13932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Рукописный ввод 19">
                <a:extLst>
                  <a:ext uri="{FF2B5EF4-FFF2-40B4-BE49-F238E27FC236}">
                    <a16:creationId xmlns:a16="http://schemas.microsoft.com/office/drawing/2014/main" id="{95E15808-A7B8-6844-FB6D-CE137FB929C7}"/>
                  </a:ext>
                </a:extLst>
              </p14:cNvPr>
              <p14:cNvContentPartPr/>
              <p14:nvPr/>
            </p14:nvContentPartPr>
            <p14:xfrm>
              <a:off x="-1203374" y="2747783"/>
              <a:ext cx="87480" cy="582120"/>
            </p14:xfrm>
          </p:contentPart>
        </mc:Choice>
        <mc:Fallback xmlns="">
          <p:pic>
            <p:nvPicPr>
              <p:cNvPr id="20" name="Рукописный ввод 19">
                <a:extLst>
                  <a:ext uri="{FF2B5EF4-FFF2-40B4-BE49-F238E27FC236}">
                    <a16:creationId xmlns:a16="http://schemas.microsoft.com/office/drawing/2014/main" id="{95E15808-A7B8-6844-FB6D-CE137FB929C7}"/>
                  </a:ext>
                </a:extLst>
              </p:cNvPr>
              <p:cNvPicPr/>
              <p:nvPr/>
            </p:nvPicPr>
            <p:blipFill>
              <a:blip r:embed="rId30"/>
              <a:stretch>
                <a:fillRect/>
              </a:stretch>
            </p:blipFill>
            <p:spPr>
              <a:xfrm>
                <a:off x="-1209494" y="2741663"/>
                <a:ext cx="99720" cy="5943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Рукописный ввод 20">
                <a:extLst>
                  <a:ext uri="{FF2B5EF4-FFF2-40B4-BE49-F238E27FC236}">
                    <a16:creationId xmlns:a16="http://schemas.microsoft.com/office/drawing/2014/main" id="{A125ECAB-408D-4E07-CA94-F93185AE0745}"/>
                  </a:ext>
                </a:extLst>
              </p14:cNvPr>
              <p14:cNvContentPartPr/>
              <p14:nvPr/>
            </p14:nvContentPartPr>
            <p14:xfrm>
              <a:off x="-1071974" y="2801063"/>
              <a:ext cx="121680" cy="295920"/>
            </p14:xfrm>
          </p:contentPart>
        </mc:Choice>
        <mc:Fallback xmlns="">
          <p:pic>
            <p:nvPicPr>
              <p:cNvPr id="21" name="Рукописный ввод 20">
                <a:extLst>
                  <a:ext uri="{FF2B5EF4-FFF2-40B4-BE49-F238E27FC236}">
                    <a16:creationId xmlns:a16="http://schemas.microsoft.com/office/drawing/2014/main" id="{A125ECAB-408D-4E07-CA94-F93185AE0745}"/>
                  </a:ext>
                </a:extLst>
              </p:cNvPr>
              <p:cNvPicPr/>
              <p:nvPr/>
            </p:nvPicPr>
            <p:blipFill>
              <a:blip r:embed="rId32"/>
              <a:stretch>
                <a:fillRect/>
              </a:stretch>
            </p:blipFill>
            <p:spPr>
              <a:xfrm>
                <a:off x="-1078094" y="2794943"/>
                <a:ext cx="13392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Рукописный ввод 21">
                <a:extLst>
                  <a:ext uri="{FF2B5EF4-FFF2-40B4-BE49-F238E27FC236}">
                    <a16:creationId xmlns:a16="http://schemas.microsoft.com/office/drawing/2014/main" id="{8FF85AAA-BA3F-49F4-89AA-85536F2CA1A7}"/>
                  </a:ext>
                </a:extLst>
              </p14:cNvPr>
              <p14:cNvContentPartPr/>
              <p14:nvPr/>
            </p14:nvContentPartPr>
            <p14:xfrm>
              <a:off x="-1060814" y="2949023"/>
              <a:ext cx="141480" cy="29160"/>
            </p14:xfrm>
          </p:contentPart>
        </mc:Choice>
        <mc:Fallback xmlns="">
          <p:pic>
            <p:nvPicPr>
              <p:cNvPr id="22" name="Рукописный ввод 21">
                <a:extLst>
                  <a:ext uri="{FF2B5EF4-FFF2-40B4-BE49-F238E27FC236}">
                    <a16:creationId xmlns:a16="http://schemas.microsoft.com/office/drawing/2014/main" id="{8FF85AAA-BA3F-49F4-89AA-85536F2CA1A7}"/>
                  </a:ext>
                </a:extLst>
              </p:cNvPr>
              <p:cNvPicPr/>
              <p:nvPr/>
            </p:nvPicPr>
            <p:blipFill>
              <a:blip r:embed="rId34"/>
              <a:stretch>
                <a:fillRect/>
              </a:stretch>
            </p:blipFill>
            <p:spPr>
              <a:xfrm>
                <a:off x="-1066934" y="2942903"/>
                <a:ext cx="1537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Рукописный ввод 22">
                <a:extLst>
                  <a:ext uri="{FF2B5EF4-FFF2-40B4-BE49-F238E27FC236}">
                    <a16:creationId xmlns:a16="http://schemas.microsoft.com/office/drawing/2014/main" id="{CC3AADF3-AAC4-5E32-A913-ABDE89E4BFA3}"/>
                  </a:ext>
                </a:extLst>
              </p14:cNvPr>
              <p14:cNvContentPartPr/>
              <p14:nvPr/>
            </p14:nvContentPartPr>
            <p14:xfrm>
              <a:off x="-881894" y="2718983"/>
              <a:ext cx="170280" cy="274680"/>
            </p14:xfrm>
          </p:contentPart>
        </mc:Choice>
        <mc:Fallback xmlns="">
          <p:pic>
            <p:nvPicPr>
              <p:cNvPr id="23" name="Рукописный ввод 22">
                <a:extLst>
                  <a:ext uri="{FF2B5EF4-FFF2-40B4-BE49-F238E27FC236}">
                    <a16:creationId xmlns:a16="http://schemas.microsoft.com/office/drawing/2014/main" id="{CC3AADF3-AAC4-5E32-A913-ABDE89E4BFA3}"/>
                  </a:ext>
                </a:extLst>
              </p:cNvPr>
              <p:cNvPicPr/>
              <p:nvPr/>
            </p:nvPicPr>
            <p:blipFill>
              <a:blip r:embed="rId36"/>
              <a:stretch>
                <a:fillRect/>
              </a:stretch>
            </p:blipFill>
            <p:spPr>
              <a:xfrm>
                <a:off x="-888014" y="2712863"/>
                <a:ext cx="18252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Рукописный ввод 23">
                <a:extLst>
                  <a:ext uri="{FF2B5EF4-FFF2-40B4-BE49-F238E27FC236}">
                    <a16:creationId xmlns:a16="http://schemas.microsoft.com/office/drawing/2014/main" id="{D96C7867-6C26-4A1A-5321-6BAFB483884A}"/>
                  </a:ext>
                </a:extLst>
              </p14:cNvPr>
              <p14:cNvContentPartPr/>
              <p14:nvPr/>
            </p14:nvContentPartPr>
            <p14:xfrm>
              <a:off x="-637814" y="2605943"/>
              <a:ext cx="189360" cy="300960"/>
            </p14:xfrm>
          </p:contentPart>
        </mc:Choice>
        <mc:Fallback xmlns="">
          <p:pic>
            <p:nvPicPr>
              <p:cNvPr id="24" name="Рукописный ввод 23">
                <a:extLst>
                  <a:ext uri="{FF2B5EF4-FFF2-40B4-BE49-F238E27FC236}">
                    <a16:creationId xmlns:a16="http://schemas.microsoft.com/office/drawing/2014/main" id="{D96C7867-6C26-4A1A-5321-6BAFB483884A}"/>
                  </a:ext>
                </a:extLst>
              </p:cNvPr>
              <p:cNvPicPr/>
              <p:nvPr/>
            </p:nvPicPr>
            <p:blipFill>
              <a:blip r:embed="rId38"/>
              <a:stretch>
                <a:fillRect/>
              </a:stretch>
            </p:blipFill>
            <p:spPr>
              <a:xfrm>
                <a:off x="-643934" y="2599823"/>
                <a:ext cx="20160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Рукописный ввод 24">
                <a:extLst>
                  <a:ext uri="{FF2B5EF4-FFF2-40B4-BE49-F238E27FC236}">
                    <a16:creationId xmlns:a16="http://schemas.microsoft.com/office/drawing/2014/main" id="{F248D35D-5E60-AC66-3495-737D227C28F2}"/>
                  </a:ext>
                </a:extLst>
              </p14:cNvPr>
              <p14:cNvContentPartPr/>
              <p14:nvPr/>
            </p14:nvContentPartPr>
            <p14:xfrm>
              <a:off x="-518294" y="2481023"/>
              <a:ext cx="295560" cy="555480"/>
            </p14:xfrm>
          </p:contentPart>
        </mc:Choice>
        <mc:Fallback xmlns="">
          <p:pic>
            <p:nvPicPr>
              <p:cNvPr id="25" name="Рукописный ввод 24">
                <a:extLst>
                  <a:ext uri="{FF2B5EF4-FFF2-40B4-BE49-F238E27FC236}">
                    <a16:creationId xmlns:a16="http://schemas.microsoft.com/office/drawing/2014/main" id="{F248D35D-5E60-AC66-3495-737D227C28F2}"/>
                  </a:ext>
                </a:extLst>
              </p:cNvPr>
              <p:cNvPicPr/>
              <p:nvPr/>
            </p:nvPicPr>
            <p:blipFill>
              <a:blip r:embed="rId40"/>
              <a:stretch>
                <a:fillRect/>
              </a:stretch>
            </p:blipFill>
            <p:spPr>
              <a:xfrm>
                <a:off x="-524414" y="2474903"/>
                <a:ext cx="307800" cy="5677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Рукописный ввод 25">
                <a:extLst>
                  <a:ext uri="{FF2B5EF4-FFF2-40B4-BE49-F238E27FC236}">
                    <a16:creationId xmlns:a16="http://schemas.microsoft.com/office/drawing/2014/main" id="{52782291-685B-D5EE-02DE-ED9FAF39E032}"/>
                  </a:ext>
                </a:extLst>
              </p14:cNvPr>
              <p14:cNvContentPartPr/>
              <p14:nvPr/>
            </p14:nvContentPartPr>
            <p14:xfrm>
              <a:off x="-1286894" y="3016703"/>
              <a:ext cx="803880" cy="525600"/>
            </p14:xfrm>
          </p:contentPart>
        </mc:Choice>
        <mc:Fallback xmlns="">
          <p:pic>
            <p:nvPicPr>
              <p:cNvPr id="26" name="Рукописный ввод 25">
                <a:extLst>
                  <a:ext uri="{FF2B5EF4-FFF2-40B4-BE49-F238E27FC236}">
                    <a16:creationId xmlns:a16="http://schemas.microsoft.com/office/drawing/2014/main" id="{52782291-685B-D5EE-02DE-ED9FAF39E032}"/>
                  </a:ext>
                </a:extLst>
              </p:cNvPr>
              <p:cNvPicPr/>
              <p:nvPr/>
            </p:nvPicPr>
            <p:blipFill>
              <a:blip r:embed="rId42"/>
              <a:stretch>
                <a:fillRect/>
              </a:stretch>
            </p:blipFill>
            <p:spPr>
              <a:xfrm>
                <a:off x="-1293014" y="3010583"/>
                <a:ext cx="816120" cy="5378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Рукописный ввод 26">
                <a:extLst>
                  <a:ext uri="{FF2B5EF4-FFF2-40B4-BE49-F238E27FC236}">
                    <a16:creationId xmlns:a16="http://schemas.microsoft.com/office/drawing/2014/main" id="{E5059F4D-C3C1-0933-1CB4-A42C22244617}"/>
                  </a:ext>
                </a:extLst>
              </p14:cNvPr>
              <p14:cNvContentPartPr/>
              <p14:nvPr/>
            </p14:nvContentPartPr>
            <p14:xfrm>
              <a:off x="-931214" y="3423863"/>
              <a:ext cx="114480" cy="335160"/>
            </p14:xfrm>
          </p:contentPart>
        </mc:Choice>
        <mc:Fallback xmlns="">
          <p:pic>
            <p:nvPicPr>
              <p:cNvPr id="27" name="Рукописный ввод 26">
                <a:extLst>
                  <a:ext uri="{FF2B5EF4-FFF2-40B4-BE49-F238E27FC236}">
                    <a16:creationId xmlns:a16="http://schemas.microsoft.com/office/drawing/2014/main" id="{E5059F4D-C3C1-0933-1CB4-A42C22244617}"/>
                  </a:ext>
                </a:extLst>
              </p:cNvPr>
              <p:cNvPicPr/>
              <p:nvPr/>
            </p:nvPicPr>
            <p:blipFill>
              <a:blip r:embed="rId44"/>
              <a:stretch>
                <a:fillRect/>
              </a:stretch>
            </p:blipFill>
            <p:spPr>
              <a:xfrm>
                <a:off x="-937334" y="3417743"/>
                <a:ext cx="12672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Рукописный ввод 27">
                <a:extLst>
                  <a:ext uri="{FF2B5EF4-FFF2-40B4-BE49-F238E27FC236}">
                    <a16:creationId xmlns:a16="http://schemas.microsoft.com/office/drawing/2014/main" id="{8D779B37-6625-C009-2DE1-D629D58D080B}"/>
                  </a:ext>
                </a:extLst>
              </p14:cNvPr>
              <p14:cNvContentPartPr/>
              <p14:nvPr/>
            </p14:nvContentPartPr>
            <p14:xfrm>
              <a:off x="-727814" y="3236663"/>
              <a:ext cx="95400" cy="424080"/>
            </p14:xfrm>
          </p:contentPart>
        </mc:Choice>
        <mc:Fallback xmlns="">
          <p:pic>
            <p:nvPicPr>
              <p:cNvPr id="28" name="Рукописный ввод 27">
                <a:extLst>
                  <a:ext uri="{FF2B5EF4-FFF2-40B4-BE49-F238E27FC236}">
                    <a16:creationId xmlns:a16="http://schemas.microsoft.com/office/drawing/2014/main" id="{8D779B37-6625-C009-2DE1-D629D58D080B}"/>
                  </a:ext>
                </a:extLst>
              </p:cNvPr>
              <p:cNvPicPr/>
              <p:nvPr/>
            </p:nvPicPr>
            <p:blipFill>
              <a:blip r:embed="rId46"/>
              <a:stretch>
                <a:fillRect/>
              </a:stretch>
            </p:blipFill>
            <p:spPr>
              <a:xfrm>
                <a:off x="-733934" y="3230543"/>
                <a:ext cx="107640" cy="4363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Рукописный ввод 28">
                <a:extLst>
                  <a:ext uri="{FF2B5EF4-FFF2-40B4-BE49-F238E27FC236}">
                    <a16:creationId xmlns:a16="http://schemas.microsoft.com/office/drawing/2014/main" id="{D3144751-4E2D-D762-3F7D-2C01693B94FA}"/>
                  </a:ext>
                </a:extLst>
              </p14:cNvPr>
              <p14:cNvContentPartPr/>
              <p14:nvPr/>
            </p14:nvContentPartPr>
            <p14:xfrm>
              <a:off x="-628814" y="3163223"/>
              <a:ext cx="183960" cy="315360"/>
            </p14:xfrm>
          </p:contentPart>
        </mc:Choice>
        <mc:Fallback xmlns="">
          <p:pic>
            <p:nvPicPr>
              <p:cNvPr id="29" name="Рукописный ввод 28">
                <a:extLst>
                  <a:ext uri="{FF2B5EF4-FFF2-40B4-BE49-F238E27FC236}">
                    <a16:creationId xmlns:a16="http://schemas.microsoft.com/office/drawing/2014/main" id="{D3144751-4E2D-D762-3F7D-2C01693B94FA}"/>
                  </a:ext>
                </a:extLst>
              </p:cNvPr>
              <p:cNvPicPr/>
              <p:nvPr/>
            </p:nvPicPr>
            <p:blipFill>
              <a:blip r:embed="rId48"/>
              <a:stretch>
                <a:fillRect/>
              </a:stretch>
            </p:blipFill>
            <p:spPr>
              <a:xfrm>
                <a:off x="-634934" y="3157103"/>
                <a:ext cx="19620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Рукописный ввод 29">
                <a:extLst>
                  <a:ext uri="{FF2B5EF4-FFF2-40B4-BE49-F238E27FC236}">
                    <a16:creationId xmlns:a16="http://schemas.microsoft.com/office/drawing/2014/main" id="{54147103-BF1E-1700-EE19-B8AD3D865EF6}"/>
                  </a:ext>
                </a:extLst>
              </p14:cNvPr>
              <p14:cNvContentPartPr/>
              <p14:nvPr/>
            </p14:nvContentPartPr>
            <p14:xfrm>
              <a:off x="-503534" y="2949743"/>
              <a:ext cx="173160" cy="572040"/>
            </p14:xfrm>
          </p:contentPart>
        </mc:Choice>
        <mc:Fallback xmlns="">
          <p:pic>
            <p:nvPicPr>
              <p:cNvPr id="30" name="Рукописный ввод 29">
                <a:extLst>
                  <a:ext uri="{FF2B5EF4-FFF2-40B4-BE49-F238E27FC236}">
                    <a16:creationId xmlns:a16="http://schemas.microsoft.com/office/drawing/2014/main" id="{54147103-BF1E-1700-EE19-B8AD3D865EF6}"/>
                  </a:ext>
                </a:extLst>
              </p:cNvPr>
              <p:cNvPicPr/>
              <p:nvPr/>
            </p:nvPicPr>
            <p:blipFill>
              <a:blip r:embed="rId50"/>
              <a:stretch>
                <a:fillRect/>
              </a:stretch>
            </p:blipFill>
            <p:spPr>
              <a:xfrm>
                <a:off x="-509654" y="2943623"/>
                <a:ext cx="185400" cy="5842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Рукописный ввод 30">
                <a:extLst>
                  <a:ext uri="{FF2B5EF4-FFF2-40B4-BE49-F238E27FC236}">
                    <a16:creationId xmlns:a16="http://schemas.microsoft.com/office/drawing/2014/main" id="{9B75204A-6C4A-32CE-9104-2B8D30CDF6C3}"/>
                  </a:ext>
                </a:extLst>
              </p14:cNvPr>
              <p14:cNvContentPartPr/>
              <p14:nvPr/>
            </p14:nvContentPartPr>
            <p14:xfrm>
              <a:off x="-2168174" y="4238903"/>
              <a:ext cx="153000" cy="370800"/>
            </p14:xfrm>
          </p:contentPart>
        </mc:Choice>
        <mc:Fallback xmlns="">
          <p:pic>
            <p:nvPicPr>
              <p:cNvPr id="31" name="Рукописный ввод 30">
                <a:extLst>
                  <a:ext uri="{FF2B5EF4-FFF2-40B4-BE49-F238E27FC236}">
                    <a16:creationId xmlns:a16="http://schemas.microsoft.com/office/drawing/2014/main" id="{9B75204A-6C4A-32CE-9104-2B8D30CDF6C3}"/>
                  </a:ext>
                </a:extLst>
              </p:cNvPr>
              <p:cNvPicPr/>
              <p:nvPr/>
            </p:nvPicPr>
            <p:blipFill>
              <a:blip r:embed="rId52"/>
              <a:stretch>
                <a:fillRect/>
              </a:stretch>
            </p:blipFill>
            <p:spPr>
              <a:xfrm>
                <a:off x="-2174294" y="4232783"/>
                <a:ext cx="16524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Рукописный ввод 31">
                <a:extLst>
                  <a:ext uri="{FF2B5EF4-FFF2-40B4-BE49-F238E27FC236}">
                    <a16:creationId xmlns:a16="http://schemas.microsoft.com/office/drawing/2014/main" id="{C26FF8B5-AEB1-4CF0-4D7A-2B0C40FA16BC}"/>
                  </a:ext>
                </a:extLst>
              </p14:cNvPr>
              <p14:cNvContentPartPr/>
              <p14:nvPr/>
            </p14:nvContentPartPr>
            <p14:xfrm>
              <a:off x="-2141298" y="4436543"/>
              <a:ext cx="171000" cy="63000"/>
            </p14:xfrm>
          </p:contentPart>
        </mc:Choice>
        <mc:Fallback xmlns="">
          <p:pic>
            <p:nvPicPr>
              <p:cNvPr id="32" name="Рукописный ввод 31">
                <a:extLst>
                  <a:ext uri="{FF2B5EF4-FFF2-40B4-BE49-F238E27FC236}">
                    <a16:creationId xmlns:a16="http://schemas.microsoft.com/office/drawing/2014/main" id="{C26FF8B5-AEB1-4CF0-4D7A-2B0C40FA16BC}"/>
                  </a:ext>
                </a:extLst>
              </p:cNvPr>
              <p:cNvPicPr/>
              <p:nvPr/>
            </p:nvPicPr>
            <p:blipFill>
              <a:blip r:embed="rId54"/>
              <a:stretch>
                <a:fillRect/>
              </a:stretch>
            </p:blipFill>
            <p:spPr>
              <a:xfrm>
                <a:off x="-2147418" y="4430423"/>
                <a:ext cx="18324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Рукописный ввод 32">
                <a:extLst>
                  <a:ext uri="{FF2B5EF4-FFF2-40B4-BE49-F238E27FC236}">
                    <a16:creationId xmlns:a16="http://schemas.microsoft.com/office/drawing/2014/main" id="{DCE320BC-2BC2-C630-3FBE-24B5969A2D4C}"/>
                  </a:ext>
                </a:extLst>
              </p14:cNvPr>
              <p14:cNvContentPartPr/>
              <p14:nvPr/>
            </p14:nvContentPartPr>
            <p14:xfrm>
              <a:off x="-1943658" y="4326743"/>
              <a:ext cx="95040" cy="52560"/>
            </p14:xfrm>
          </p:contentPart>
        </mc:Choice>
        <mc:Fallback xmlns="">
          <p:pic>
            <p:nvPicPr>
              <p:cNvPr id="33" name="Рукописный ввод 32">
                <a:extLst>
                  <a:ext uri="{FF2B5EF4-FFF2-40B4-BE49-F238E27FC236}">
                    <a16:creationId xmlns:a16="http://schemas.microsoft.com/office/drawing/2014/main" id="{DCE320BC-2BC2-C630-3FBE-24B5969A2D4C}"/>
                  </a:ext>
                </a:extLst>
              </p:cNvPr>
              <p:cNvPicPr/>
              <p:nvPr/>
            </p:nvPicPr>
            <p:blipFill>
              <a:blip r:embed="rId56"/>
              <a:stretch>
                <a:fillRect/>
              </a:stretch>
            </p:blipFill>
            <p:spPr>
              <a:xfrm>
                <a:off x="-1949778" y="4320623"/>
                <a:ext cx="1072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 name="Рукописный ввод 33">
                <a:extLst>
                  <a:ext uri="{FF2B5EF4-FFF2-40B4-BE49-F238E27FC236}">
                    <a16:creationId xmlns:a16="http://schemas.microsoft.com/office/drawing/2014/main" id="{86B9BDF9-F020-77E8-8D68-C61FD34FBA46}"/>
                  </a:ext>
                </a:extLst>
              </p14:cNvPr>
              <p14:cNvContentPartPr/>
              <p14:nvPr/>
            </p14:nvContentPartPr>
            <p14:xfrm>
              <a:off x="-1906578" y="4405943"/>
              <a:ext cx="110520" cy="61560"/>
            </p14:xfrm>
          </p:contentPart>
        </mc:Choice>
        <mc:Fallback xmlns="">
          <p:pic>
            <p:nvPicPr>
              <p:cNvPr id="34" name="Рукописный ввод 33">
                <a:extLst>
                  <a:ext uri="{FF2B5EF4-FFF2-40B4-BE49-F238E27FC236}">
                    <a16:creationId xmlns:a16="http://schemas.microsoft.com/office/drawing/2014/main" id="{86B9BDF9-F020-77E8-8D68-C61FD34FBA46}"/>
                  </a:ext>
                </a:extLst>
              </p:cNvPr>
              <p:cNvPicPr/>
              <p:nvPr/>
            </p:nvPicPr>
            <p:blipFill>
              <a:blip r:embed="rId58"/>
              <a:stretch>
                <a:fillRect/>
              </a:stretch>
            </p:blipFill>
            <p:spPr>
              <a:xfrm>
                <a:off x="-1912698" y="4399823"/>
                <a:ext cx="1227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5" name="Рукописный ввод 34">
                <a:extLst>
                  <a:ext uri="{FF2B5EF4-FFF2-40B4-BE49-F238E27FC236}">
                    <a16:creationId xmlns:a16="http://schemas.microsoft.com/office/drawing/2014/main" id="{0EA858D6-D96B-0B88-E350-AD5088B50EBB}"/>
                  </a:ext>
                </a:extLst>
              </p14:cNvPr>
              <p14:cNvContentPartPr/>
              <p14:nvPr/>
            </p14:nvContentPartPr>
            <p14:xfrm>
              <a:off x="-1715418" y="4088063"/>
              <a:ext cx="156960" cy="274320"/>
            </p14:xfrm>
          </p:contentPart>
        </mc:Choice>
        <mc:Fallback xmlns="">
          <p:pic>
            <p:nvPicPr>
              <p:cNvPr id="35" name="Рукописный ввод 34">
                <a:extLst>
                  <a:ext uri="{FF2B5EF4-FFF2-40B4-BE49-F238E27FC236}">
                    <a16:creationId xmlns:a16="http://schemas.microsoft.com/office/drawing/2014/main" id="{0EA858D6-D96B-0B88-E350-AD5088B50EBB}"/>
                  </a:ext>
                </a:extLst>
              </p:cNvPr>
              <p:cNvPicPr/>
              <p:nvPr/>
            </p:nvPicPr>
            <p:blipFill>
              <a:blip r:embed="rId60"/>
              <a:stretch>
                <a:fillRect/>
              </a:stretch>
            </p:blipFill>
            <p:spPr>
              <a:xfrm>
                <a:off x="-1721538" y="4081943"/>
                <a:ext cx="16920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6" name="Рукописный ввод 35">
                <a:extLst>
                  <a:ext uri="{FF2B5EF4-FFF2-40B4-BE49-F238E27FC236}">
                    <a16:creationId xmlns:a16="http://schemas.microsoft.com/office/drawing/2014/main" id="{4AD2D6C1-0386-CF4C-ACCA-22075F0ED3E6}"/>
                  </a:ext>
                </a:extLst>
              </p14:cNvPr>
              <p14:cNvContentPartPr/>
              <p14:nvPr/>
            </p14:nvContentPartPr>
            <p14:xfrm>
              <a:off x="-1732338" y="4246463"/>
              <a:ext cx="141120" cy="24480"/>
            </p14:xfrm>
          </p:contentPart>
        </mc:Choice>
        <mc:Fallback xmlns="">
          <p:pic>
            <p:nvPicPr>
              <p:cNvPr id="36" name="Рукописный ввод 35">
                <a:extLst>
                  <a:ext uri="{FF2B5EF4-FFF2-40B4-BE49-F238E27FC236}">
                    <a16:creationId xmlns:a16="http://schemas.microsoft.com/office/drawing/2014/main" id="{4AD2D6C1-0386-CF4C-ACCA-22075F0ED3E6}"/>
                  </a:ext>
                </a:extLst>
              </p:cNvPr>
              <p:cNvPicPr/>
              <p:nvPr/>
            </p:nvPicPr>
            <p:blipFill>
              <a:blip r:embed="rId62"/>
              <a:stretch>
                <a:fillRect/>
              </a:stretch>
            </p:blipFill>
            <p:spPr>
              <a:xfrm>
                <a:off x="-1738458" y="4240343"/>
                <a:ext cx="1533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7" name="Рукописный ввод 36">
                <a:extLst>
                  <a:ext uri="{FF2B5EF4-FFF2-40B4-BE49-F238E27FC236}">
                    <a16:creationId xmlns:a16="http://schemas.microsoft.com/office/drawing/2014/main" id="{1C2C310A-74B9-A44C-81E0-36246CC9C3D5}"/>
                  </a:ext>
                </a:extLst>
              </p14:cNvPr>
              <p14:cNvContentPartPr/>
              <p14:nvPr/>
            </p14:nvContentPartPr>
            <p14:xfrm>
              <a:off x="-1474578" y="4056023"/>
              <a:ext cx="150480" cy="173880"/>
            </p14:xfrm>
          </p:contentPart>
        </mc:Choice>
        <mc:Fallback xmlns="">
          <p:pic>
            <p:nvPicPr>
              <p:cNvPr id="37" name="Рукописный ввод 36">
                <a:extLst>
                  <a:ext uri="{FF2B5EF4-FFF2-40B4-BE49-F238E27FC236}">
                    <a16:creationId xmlns:a16="http://schemas.microsoft.com/office/drawing/2014/main" id="{1C2C310A-74B9-A44C-81E0-36246CC9C3D5}"/>
                  </a:ext>
                </a:extLst>
              </p:cNvPr>
              <p:cNvPicPr/>
              <p:nvPr/>
            </p:nvPicPr>
            <p:blipFill>
              <a:blip r:embed="rId64"/>
              <a:stretch>
                <a:fillRect/>
              </a:stretch>
            </p:blipFill>
            <p:spPr>
              <a:xfrm>
                <a:off x="-1480698" y="4049903"/>
                <a:ext cx="16272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8" name="Рукописный ввод 37">
                <a:extLst>
                  <a:ext uri="{FF2B5EF4-FFF2-40B4-BE49-F238E27FC236}">
                    <a16:creationId xmlns:a16="http://schemas.microsoft.com/office/drawing/2014/main" id="{45DFD61C-BB46-16FC-CF8A-04F68E927C5C}"/>
                  </a:ext>
                </a:extLst>
              </p14:cNvPr>
              <p14:cNvContentPartPr/>
              <p14:nvPr/>
            </p14:nvContentPartPr>
            <p14:xfrm>
              <a:off x="-1444698" y="4308383"/>
              <a:ext cx="153720" cy="21240"/>
            </p14:xfrm>
          </p:contentPart>
        </mc:Choice>
        <mc:Fallback xmlns="">
          <p:pic>
            <p:nvPicPr>
              <p:cNvPr id="38" name="Рукописный ввод 37">
                <a:extLst>
                  <a:ext uri="{FF2B5EF4-FFF2-40B4-BE49-F238E27FC236}">
                    <a16:creationId xmlns:a16="http://schemas.microsoft.com/office/drawing/2014/main" id="{45DFD61C-BB46-16FC-CF8A-04F68E927C5C}"/>
                  </a:ext>
                </a:extLst>
              </p:cNvPr>
              <p:cNvPicPr/>
              <p:nvPr/>
            </p:nvPicPr>
            <p:blipFill>
              <a:blip r:embed="rId66"/>
              <a:stretch>
                <a:fillRect/>
              </a:stretch>
            </p:blipFill>
            <p:spPr>
              <a:xfrm>
                <a:off x="-1450818" y="4302263"/>
                <a:ext cx="1659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9" name="Рукописный ввод 38">
                <a:extLst>
                  <a:ext uri="{FF2B5EF4-FFF2-40B4-BE49-F238E27FC236}">
                    <a16:creationId xmlns:a16="http://schemas.microsoft.com/office/drawing/2014/main" id="{507E60BF-0D72-0F10-E27B-B46945CED8DB}"/>
                  </a:ext>
                </a:extLst>
              </p14:cNvPr>
              <p14:cNvContentPartPr/>
              <p14:nvPr/>
            </p14:nvContentPartPr>
            <p14:xfrm>
              <a:off x="-1100538" y="3797543"/>
              <a:ext cx="137520" cy="204120"/>
            </p14:xfrm>
          </p:contentPart>
        </mc:Choice>
        <mc:Fallback xmlns="">
          <p:pic>
            <p:nvPicPr>
              <p:cNvPr id="39" name="Рукописный ввод 38">
                <a:extLst>
                  <a:ext uri="{FF2B5EF4-FFF2-40B4-BE49-F238E27FC236}">
                    <a16:creationId xmlns:a16="http://schemas.microsoft.com/office/drawing/2014/main" id="{507E60BF-0D72-0F10-E27B-B46945CED8DB}"/>
                  </a:ext>
                </a:extLst>
              </p:cNvPr>
              <p:cNvPicPr/>
              <p:nvPr/>
            </p:nvPicPr>
            <p:blipFill>
              <a:blip r:embed="rId68"/>
              <a:stretch>
                <a:fillRect/>
              </a:stretch>
            </p:blipFill>
            <p:spPr>
              <a:xfrm>
                <a:off x="-1106658" y="3791423"/>
                <a:ext cx="1497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0" name="Рукописный ввод 39">
                <a:extLst>
                  <a:ext uri="{FF2B5EF4-FFF2-40B4-BE49-F238E27FC236}">
                    <a16:creationId xmlns:a16="http://schemas.microsoft.com/office/drawing/2014/main" id="{E9C6DB6B-14A5-614F-CC6D-5506AB47EB38}"/>
                  </a:ext>
                </a:extLst>
              </p14:cNvPr>
              <p14:cNvContentPartPr/>
              <p14:nvPr/>
            </p14:nvContentPartPr>
            <p14:xfrm>
              <a:off x="-1069218" y="4078343"/>
              <a:ext cx="179640" cy="27000"/>
            </p14:xfrm>
          </p:contentPart>
        </mc:Choice>
        <mc:Fallback xmlns="">
          <p:pic>
            <p:nvPicPr>
              <p:cNvPr id="40" name="Рукописный ввод 39">
                <a:extLst>
                  <a:ext uri="{FF2B5EF4-FFF2-40B4-BE49-F238E27FC236}">
                    <a16:creationId xmlns:a16="http://schemas.microsoft.com/office/drawing/2014/main" id="{E9C6DB6B-14A5-614F-CC6D-5506AB47EB38}"/>
                  </a:ext>
                </a:extLst>
              </p:cNvPr>
              <p:cNvPicPr/>
              <p:nvPr/>
            </p:nvPicPr>
            <p:blipFill>
              <a:blip r:embed="rId70"/>
              <a:stretch>
                <a:fillRect/>
              </a:stretch>
            </p:blipFill>
            <p:spPr>
              <a:xfrm>
                <a:off x="-1075338" y="4072223"/>
                <a:ext cx="1918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1" name="Рукописный ввод 40">
                <a:extLst>
                  <a:ext uri="{FF2B5EF4-FFF2-40B4-BE49-F238E27FC236}">
                    <a16:creationId xmlns:a16="http://schemas.microsoft.com/office/drawing/2014/main" id="{AC794B5F-AD62-4476-5037-04360969B8E8}"/>
                  </a:ext>
                </a:extLst>
              </p14:cNvPr>
              <p14:cNvContentPartPr/>
              <p14:nvPr/>
            </p14:nvContentPartPr>
            <p14:xfrm>
              <a:off x="-864738" y="3849023"/>
              <a:ext cx="145800" cy="155880"/>
            </p14:xfrm>
          </p:contentPart>
        </mc:Choice>
        <mc:Fallback xmlns="">
          <p:pic>
            <p:nvPicPr>
              <p:cNvPr id="41" name="Рукописный ввод 40">
                <a:extLst>
                  <a:ext uri="{FF2B5EF4-FFF2-40B4-BE49-F238E27FC236}">
                    <a16:creationId xmlns:a16="http://schemas.microsoft.com/office/drawing/2014/main" id="{AC794B5F-AD62-4476-5037-04360969B8E8}"/>
                  </a:ext>
                </a:extLst>
              </p:cNvPr>
              <p:cNvPicPr/>
              <p:nvPr/>
            </p:nvPicPr>
            <p:blipFill>
              <a:blip r:embed="rId72"/>
              <a:stretch>
                <a:fillRect/>
              </a:stretch>
            </p:blipFill>
            <p:spPr>
              <a:xfrm>
                <a:off x="-870858" y="3842903"/>
                <a:ext cx="15804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2" name="Рукописный ввод 41">
                <a:extLst>
                  <a:ext uri="{FF2B5EF4-FFF2-40B4-BE49-F238E27FC236}">
                    <a16:creationId xmlns:a16="http://schemas.microsoft.com/office/drawing/2014/main" id="{BF921B19-C0AE-F843-221C-D255D6D5DF44}"/>
                  </a:ext>
                </a:extLst>
              </p14:cNvPr>
              <p14:cNvContentPartPr/>
              <p14:nvPr/>
            </p14:nvContentPartPr>
            <p14:xfrm>
              <a:off x="-1264338" y="3968543"/>
              <a:ext cx="210240" cy="324360"/>
            </p14:xfrm>
          </p:contentPart>
        </mc:Choice>
        <mc:Fallback xmlns="">
          <p:pic>
            <p:nvPicPr>
              <p:cNvPr id="42" name="Рукописный ввод 41">
                <a:extLst>
                  <a:ext uri="{FF2B5EF4-FFF2-40B4-BE49-F238E27FC236}">
                    <a16:creationId xmlns:a16="http://schemas.microsoft.com/office/drawing/2014/main" id="{BF921B19-C0AE-F843-221C-D255D6D5DF44}"/>
                  </a:ext>
                </a:extLst>
              </p:cNvPr>
              <p:cNvPicPr/>
              <p:nvPr/>
            </p:nvPicPr>
            <p:blipFill>
              <a:blip r:embed="rId74"/>
              <a:stretch>
                <a:fillRect/>
              </a:stretch>
            </p:blipFill>
            <p:spPr>
              <a:xfrm>
                <a:off x="-1270458" y="3962423"/>
                <a:ext cx="22248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3" name="Рукописный ввод 42">
                <a:extLst>
                  <a:ext uri="{FF2B5EF4-FFF2-40B4-BE49-F238E27FC236}">
                    <a16:creationId xmlns:a16="http://schemas.microsoft.com/office/drawing/2014/main" id="{194F0CE7-2E79-F3F3-23B6-6E56DC525495}"/>
                  </a:ext>
                </a:extLst>
              </p14:cNvPr>
              <p14:cNvContentPartPr/>
              <p14:nvPr/>
            </p14:nvContentPartPr>
            <p14:xfrm>
              <a:off x="-903258" y="3921383"/>
              <a:ext cx="126360" cy="53640"/>
            </p14:xfrm>
          </p:contentPart>
        </mc:Choice>
        <mc:Fallback xmlns="">
          <p:pic>
            <p:nvPicPr>
              <p:cNvPr id="43" name="Рукописный ввод 42">
                <a:extLst>
                  <a:ext uri="{FF2B5EF4-FFF2-40B4-BE49-F238E27FC236}">
                    <a16:creationId xmlns:a16="http://schemas.microsoft.com/office/drawing/2014/main" id="{194F0CE7-2E79-F3F3-23B6-6E56DC525495}"/>
                  </a:ext>
                </a:extLst>
              </p:cNvPr>
              <p:cNvPicPr/>
              <p:nvPr/>
            </p:nvPicPr>
            <p:blipFill>
              <a:blip r:embed="rId76"/>
              <a:stretch>
                <a:fillRect/>
              </a:stretch>
            </p:blipFill>
            <p:spPr>
              <a:xfrm>
                <a:off x="-909378" y="3915263"/>
                <a:ext cx="13860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4" name="Рукописный ввод 43">
                <a:extLst>
                  <a:ext uri="{FF2B5EF4-FFF2-40B4-BE49-F238E27FC236}">
                    <a16:creationId xmlns:a16="http://schemas.microsoft.com/office/drawing/2014/main" id="{C5EF1F55-A626-6B86-E15F-B8F14422F1E0}"/>
                  </a:ext>
                </a:extLst>
              </p14:cNvPr>
              <p14:cNvContentPartPr/>
              <p14:nvPr/>
            </p14:nvContentPartPr>
            <p14:xfrm>
              <a:off x="-608778" y="3766223"/>
              <a:ext cx="72000" cy="176400"/>
            </p14:xfrm>
          </p:contentPart>
        </mc:Choice>
        <mc:Fallback xmlns="">
          <p:pic>
            <p:nvPicPr>
              <p:cNvPr id="44" name="Рукописный ввод 43">
                <a:extLst>
                  <a:ext uri="{FF2B5EF4-FFF2-40B4-BE49-F238E27FC236}">
                    <a16:creationId xmlns:a16="http://schemas.microsoft.com/office/drawing/2014/main" id="{C5EF1F55-A626-6B86-E15F-B8F14422F1E0}"/>
                  </a:ext>
                </a:extLst>
              </p:cNvPr>
              <p:cNvPicPr/>
              <p:nvPr/>
            </p:nvPicPr>
            <p:blipFill>
              <a:blip r:embed="rId78"/>
              <a:stretch>
                <a:fillRect/>
              </a:stretch>
            </p:blipFill>
            <p:spPr>
              <a:xfrm>
                <a:off x="-614898" y="3760103"/>
                <a:ext cx="8424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5" name="Рукописный ввод 44">
                <a:extLst>
                  <a:ext uri="{FF2B5EF4-FFF2-40B4-BE49-F238E27FC236}">
                    <a16:creationId xmlns:a16="http://schemas.microsoft.com/office/drawing/2014/main" id="{F22D1E99-2B54-2E6E-F9F8-391C63393389}"/>
                  </a:ext>
                </a:extLst>
              </p14:cNvPr>
              <p14:cNvContentPartPr/>
              <p14:nvPr/>
            </p14:nvContentPartPr>
            <p14:xfrm>
              <a:off x="-621738" y="3820943"/>
              <a:ext cx="111600" cy="36360"/>
            </p14:xfrm>
          </p:contentPart>
        </mc:Choice>
        <mc:Fallback xmlns="">
          <p:pic>
            <p:nvPicPr>
              <p:cNvPr id="45" name="Рукописный ввод 44">
                <a:extLst>
                  <a:ext uri="{FF2B5EF4-FFF2-40B4-BE49-F238E27FC236}">
                    <a16:creationId xmlns:a16="http://schemas.microsoft.com/office/drawing/2014/main" id="{F22D1E99-2B54-2E6E-F9F8-391C63393389}"/>
                  </a:ext>
                </a:extLst>
              </p:cNvPr>
              <p:cNvPicPr/>
              <p:nvPr/>
            </p:nvPicPr>
            <p:blipFill>
              <a:blip r:embed="rId80"/>
              <a:stretch>
                <a:fillRect/>
              </a:stretch>
            </p:blipFill>
            <p:spPr>
              <a:xfrm>
                <a:off x="-627858" y="3814823"/>
                <a:ext cx="1238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6" name="Рукописный ввод 45">
                <a:extLst>
                  <a:ext uri="{FF2B5EF4-FFF2-40B4-BE49-F238E27FC236}">
                    <a16:creationId xmlns:a16="http://schemas.microsoft.com/office/drawing/2014/main" id="{5508BD54-BA01-9F1F-EDAA-98AE1231CB98}"/>
                  </a:ext>
                </a:extLst>
              </p14:cNvPr>
              <p14:cNvContentPartPr/>
              <p14:nvPr/>
            </p14:nvContentPartPr>
            <p14:xfrm>
              <a:off x="-485298" y="3664343"/>
              <a:ext cx="127800" cy="132840"/>
            </p14:xfrm>
          </p:contentPart>
        </mc:Choice>
        <mc:Fallback xmlns="">
          <p:pic>
            <p:nvPicPr>
              <p:cNvPr id="46" name="Рукописный ввод 45">
                <a:extLst>
                  <a:ext uri="{FF2B5EF4-FFF2-40B4-BE49-F238E27FC236}">
                    <a16:creationId xmlns:a16="http://schemas.microsoft.com/office/drawing/2014/main" id="{5508BD54-BA01-9F1F-EDAA-98AE1231CB98}"/>
                  </a:ext>
                </a:extLst>
              </p:cNvPr>
              <p:cNvPicPr/>
              <p:nvPr/>
            </p:nvPicPr>
            <p:blipFill>
              <a:blip r:embed="rId82"/>
              <a:stretch>
                <a:fillRect/>
              </a:stretch>
            </p:blipFill>
            <p:spPr>
              <a:xfrm>
                <a:off x="-491418" y="3658223"/>
                <a:ext cx="1400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7" name="Рукописный ввод 46">
                <a:extLst>
                  <a:ext uri="{FF2B5EF4-FFF2-40B4-BE49-F238E27FC236}">
                    <a16:creationId xmlns:a16="http://schemas.microsoft.com/office/drawing/2014/main" id="{6F47C710-AE91-245A-4D3D-5F3DB07F10F3}"/>
                  </a:ext>
                </a:extLst>
              </p14:cNvPr>
              <p14:cNvContentPartPr/>
              <p14:nvPr/>
            </p14:nvContentPartPr>
            <p14:xfrm>
              <a:off x="-441378" y="3611063"/>
              <a:ext cx="58320" cy="344160"/>
            </p14:xfrm>
          </p:contentPart>
        </mc:Choice>
        <mc:Fallback xmlns="">
          <p:pic>
            <p:nvPicPr>
              <p:cNvPr id="47" name="Рукописный ввод 46">
                <a:extLst>
                  <a:ext uri="{FF2B5EF4-FFF2-40B4-BE49-F238E27FC236}">
                    <a16:creationId xmlns:a16="http://schemas.microsoft.com/office/drawing/2014/main" id="{6F47C710-AE91-245A-4D3D-5F3DB07F10F3}"/>
                  </a:ext>
                </a:extLst>
              </p:cNvPr>
              <p:cNvPicPr/>
              <p:nvPr/>
            </p:nvPicPr>
            <p:blipFill>
              <a:blip r:embed="rId84"/>
              <a:stretch>
                <a:fillRect/>
              </a:stretch>
            </p:blipFill>
            <p:spPr>
              <a:xfrm>
                <a:off x="-447498" y="3604943"/>
                <a:ext cx="7056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8" name="Рукописный ввод 47">
                <a:extLst>
                  <a:ext uri="{FF2B5EF4-FFF2-40B4-BE49-F238E27FC236}">
                    <a16:creationId xmlns:a16="http://schemas.microsoft.com/office/drawing/2014/main" id="{61D44607-6DA8-966A-A344-651012B9A7D6}"/>
                  </a:ext>
                </a:extLst>
              </p14:cNvPr>
              <p14:cNvContentPartPr/>
              <p14:nvPr/>
            </p14:nvContentPartPr>
            <p14:xfrm>
              <a:off x="-1923858" y="4934423"/>
              <a:ext cx="239040" cy="408600"/>
            </p14:xfrm>
          </p:contentPart>
        </mc:Choice>
        <mc:Fallback xmlns="">
          <p:pic>
            <p:nvPicPr>
              <p:cNvPr id="48" name="Рукописный ввод 47">
                <a:extLst>
                  <a:ext uri="{FF2B5EF4-FFF2-40B4-BE49-F238E27FC236}">
                    <a16:creationId xmlns:a16="http://schemas.microsoft.com/office/drawing/2014/main" id="{61D44607-6DA8-966A-A344-651012B9A7D6}"/>
                  </a:ext>
                </a:extLst>
              </p:cNvPr>
              <p:cNvPicPr/>
              <p:nvPr/>
            </p:nvPicPr>
            <p:blipFill>
              <a:blip r:embed="rId86"/>
              <a:stretch>
                <a:fillRect/>
              </a:stretch>
            </p:blipFill>
            <p:spPr>
              <a:xfrm>
                <a:off x="-1929978" y="4928303"/>
                <a:ext cx="25128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9" name="Рукописный ввод 48">
                <a:extLst>
                  <a:ext uri="{FF2B5EF4-FFF2-40B4-BE49-F238E27FC236}">
                    <a16:creationId xmlns:a16="http://schemas.microsoft.com/office/drawing/2014/main" id="{F2540B1C-7E1C-6F74-A50C-BEB7ECBA7C10}"/>
                  </a:ext>
                </a:extLst>
              </p14:cNvPr>
              <p14:cNvContentPartPr/>
              <p14:nvPr/>
            </p14:nvContentPartPr>
            <p14:xfrm>
              <a:off x="-1491498" y="4752623"/>
              <a:ext cx="97560" cy="50400"/>
            </p14:xfrm>
          </p:contentPart>
        </mc:Choice>
        <mc:Fallback xmlns="">
          <p:pic>
            <p:nvPicPr>
              <p:cNvPr id="49" name="Рукописный ввод 48">
                <a:extLst>
                  <a:ext uri="{FF2B5EF4-FFF2-40B4-BE49-F238E27FC236}">
                    <a16:creationId xmlns:a16="http://schemas.microsoft.com/office/drawing/2014/main" id="{F2540B1C-7E1C-6F74-A50C-BEB7ECBA7C10}"/>
                  </a:ext>
                </a:extLst>
              </p:cNvPr>
              <p:cNvPicPr/>
              <p:nvPr/>
            </p:nvPicPr>
            <p:blipFill>
              <a:blip r:embed="rId88"/>
              <a:stretch>
                <a:fillRect/>
              </a:stretch>
            </p:blipFill>
            <p:spPr>
              <a:xfrm>
                <a:off x="-1497618" y="4746503"/>
                <a:ext cx="1098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0" name="Рукописный ввод 49">
                <a:extLst>
                  <a:ext uri="{FF2B5EF4-FFF2-40B4-BE49-F238E27FC236}">
                    <a16:creationId xmlns:a16="http://schemas.microsoft.com/office/drawing/2014/main" id="{F4A2EBC0-12D4-801A-8B65-DB2A60CA42A5}"/>
                  </a:ext>
                </a:extLst>
              </p14:cNvPr>
              <p14:cNvContentPartPr/>
              <p14:nvPr/>
            </p14:nvContentPartPr>
            <p14:xfrm>
              <a:off x="-1474578" y="4790063"/>
              <a:ext cx="153360" cy="99720"/>
            </p14:xfrm>
          </p:contentPart>
        </mc:Choice>
        <mc:Fallback xmlns="">
          <p:pic>
            <p:nvPicPr>
              <p:cNvPr id="50" name="Рукописный ввод 49">
                <a:extLst>
                  <a:ext uri="{FF2B5EF4-FFF2-40B4-BE49-F238E27FC236}">
                    <a16:creationId xmlns:a16="http://schemas.microsoft.com/office/drawing/2014/main" id="{F4A2EBC0-12D4-801A-8B65-DB2A60CA42A5}"/>
                  </a:ext>
                </a:extLst>
              </p:cNvPr>
              <p:cNvPicPr/>
              <p:nvPr/>
            </p:nvPicPr>
            <p:blipFill>
              <a:blip r:embed="rId90"/>
              <a:stretch>
                <a:fillRect/>
              </a:stretch>
            </p:blipFill>
            <p:spPr>
              <a:xfrm>
                <a:off x="-1480698" y="4783943"/>
                <a:ext cx="1656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1" name="Рукописный ввод 50">
                <a:extLst>
                  <a:ext uri="{FF2B5EF4-FFF2-40B4-BE49-F238E27FC236}">
                    <a16:creationId xmlns:a16="http://schemas.microsoft.com/office/drawing/2014/main" id="{40738C29-06D9-335F-5ECA-0047EFBF9FD0}"/>
                  </a:ext>
                </a:extLst>
              </p14:cNvPr>
              <p14:cNvContentPartPr/>
              <p14:nvPr/>
            </p14:nvContentPartPr>
            <p14:xfrm>
              <a:off x="-1301418" y="4598183"/>
              <a:ext cx="264240" cy="450720"/>
            </p14:xfrm>
          </p:contentPart>
        </mc:Choice>
        <mc:Fallback xmlns="">
          <p:pic>
            <p:nvPicPr>
              <p:cNvPr id="51" name="Рукописный ввод 50">
                <a:extLst>
                  <a:ext uri="{FF2B5EF4-FFF2-40B4-BE49-F238E27FC236}">
                    <a16:creationId xmlns:a16="http://schemas.microsoft.com/office/drawing/2014/main" id="{40738C29-06D9-335F-5ECA-0047EFBF9FD0}"/>
                  </a:ext>
                </a:extLst>
              </p:cNvPr>
              <p:cNvPicPr/>
              <p:nvPr/>
            </p:nvPicPr>
            <p:blipFill>
              <a:blip r:embed="rId92"/>
              <a:stretch>
                <a:fillRect/>
              </a:stretch>
            </p:blipFill>
            <p:spPr>
              <a:xfrm>
                <a:off x="-1307538" y="4592063"/>
                <a:ext cx="276480" cy="4629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2" name="Рукописный ввод 51">
                <a:extLst>
                  <a:ext uri="{FF2B5EF4-FFF2-40B4-BE49-F238E27FC236}">
                    <a16:creationId xmlns:a16="http://schemas.microsoft.com/office/drawing/2014/main" id="{1B091391-86D8-0DC5-F644-51AED916CA97}"/>
                  </a:ext>
                </a:extLst>
              </p14:cNvPr>
              <p14:cNvContentPartPr/>
              <p14:nvPr/>
            </p14:nvContentPartPr>
            <p14:xfrm>
              <a:off x="-1038618" y="4492703"/>
              <a:ext cx="227160" cy="214560"/>
            </p14:xfrm>
          </p:contentPart>
        </mc:Choice>
        <mc:Fallback xmlns="">
          <p:pic>
            <p:nvPicPr>
              <p:cNvPr id="52" name="Рукописный ввод 51">
                <a:extLst>
                  <a:ext uri="{FF2B5EF4-FFF2-40B4-BE49-F238E27FC236}">
                    <a16:creationId xmlns:a16="http://schemas.microsoft.com/office/drawing/2014/main" id="{1B091391-86D8-0DC5-F644-51AED916CA97}"/>
                  </a:ext>
                </a:extLst>
              </p:cNvPr>
              <p:cNvPicPr/>
              <p:nvPr/>
            </p:nvPicPr>
            <p:blipFill>
              <a:blip r:embed="rId94"/>
              <a:stretch>
                <a:fillRect/>
              </a:stretch>
            </p:blipFill>
            <p:spPr>
              <a:xfrm>
                <a:off x="-1044738" y="4486583"/>
                <a:ext cx="2394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3" name="Рукописный ввод 52">
                <a:extLst>
                  <a:ext uri="{FF2B5EF4-FFF2-40B4-BE49-F238E27FC236}">
                    <a16:creationId xmlns:a16="http://schemas.microsoft.com/office/drawing/2014/main" id="{D07B6573-594E-00E4-847D-CC1EDF22AFE0}"/>
                  </a:ext>
                </a:extLst>
              </p14:cNvPr>
              <p14:cNvContentPartPr/>
              <p14:nvPr/>
            </p14:nvContentPartPr>
            <p14:xfrm>
              <a:off x="-822618" y="4525463"/>
              <a:ext cx="144720" cy="172800"/>
            </p14:xfrm>
          </p:contentPart>
        </mc:Choice>
        <mc:Fallback xmlns="">
          <p:pic>
            <p:nvPicPr>
              <p:cNvPr id="53" name="Рукописный ввод 52">
                <a:extLst>
                  <a:ext uri="{FF2B5EF4-FFF2-40B4-BE49-F238E27FC236}">
                    <a16:creationId xmlns:a16="http://schemas.microsoft.com/office/drawing/2014/main" id="{D07B6573-594E-00E4-847D-CC1EDF22AFE0}"/>
                  </a:ext>
                </a:extLst>
              </p:cNvPr>
              <p:cNvPicPr/>
              <p:nvPr/>
            </p:nvPicPr>
            <p:blipFill>
              <a:blip r:embed="rId96"/>
              <a:stretch>
                <a:fillRect/>
              </a:stretch>
            </p:blipFill>
            <p:spPr>
              <a:xfrm>
                <a:off x="-828738" y="4519343"/>
                <a:ext cx="15696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4" name="Рукописный ввод 53">
                <a:extLst>
                  <a:ext uri="{FF2B5EF4-FFF2-40B4-BE49-F238E27FC236}">
                    <a16:creationId xmlns:a16="http://schemas.microsoft.com/office/drawing/2014/main" id="{7D141136-A5F6-C569-32EC-0DCAEF7FC131}"/>
                  </a:ext>
                </a:extLst>
              </p14:cNvPr>
              <p14:cNvContentPartPr/>
              <p14:nvPr/>
            </p14:nvContentPartPr>
            <p14:xfrm>
              <a:off x="-684018" y="4262303"/>
              <a:ext cx="151920" cy="240480"/>
            </p14:xfrm>
          </p:contentPart>
        </mc:Choice>
        <mc:Fallback xmlns="">
          <p:pic>
            <p:nvPicPr>
              <p:cNvPr id="54" name="Рукописный ввод 53">
                <a:extLst>
                  <a:ext uri="{FF2B5EF4-FFF2-40B4-BE49-F238E27FC236}">
                    <a16:creationId xmlns:a16="http://schemas.microsoft.com/office/drawing/2014/main" id="{7D141136-A5F6-C569-32EC-0DCAEF7FC131}"/>
                  </a:ext>
                </a:extLst>
              </p:cNvPr>
              <p:cNvPicPr/>
              <p:nvPr/>
            </p:nvPicPr>
            <p:blipFill>
              <a:blip r:embed="rId98"/>
              <a:stretch>
                <a:fillRect/>
              </a:stretch>
            </p:blipFill>
            <p:spPr>
              <a:xfrm>
                <a:off x="-690138" y="4256183"/>
                <a:ext cx="16416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5" name="Рукописный ввод 54">
                <a:extLst>
                  <a:ext uri="{FF2B5EF4-FFF2-40B4-BE49-F238E27FC236}">
                    <a16:creationId xmlns:a16="http://schemas.microsoft.com/office/drawing/2014/main" id="{DFE0D8BB-116A-4991-42E4-1B0B1ECD2A4E}"/>
                  </a:ext>
                </a:extLst>
              </p14:cNvPr>
              <p14:cNvContentPartPr/>
              <p14:nvPr/>
            </p14:nvContentPartPr>
            <p14:xfrm>
              <a:off x="-723618" y="4378583"/>
              <a:ext cx="139680" cy="101880"/>
            </p14:xfrm>
          </p:contentPart>
        </mc:Choice>
        <mc:Fallback xmlns="">
          <p:pic>
            <p:nvPicPr>
              <p:cNvPr id="55" name="Рукописный ввод 54">
                <a:extLst>
                  <a:ext uri="{FF2B5EF4-FFF2-40B4-BE49-F238E27FC236}">
                    <a16:creationId xmlns:a16="http://schemas.microsoft.com/office/drawing/2014/main" id="{DFE0D8BB-116A-4991-42E4-1B0B1ECD2A4E}"/>
                  </a:ext>
                </a:extLst>
              </p:cNvPr>
              <p:cNvPicPr/>
              <p:nvPr/>
            </p:nvPicPr>
            <p:blipFill>
              <a:blip r:embed="rId100"/>
              <a:stretch>
                <a:fillRect/>
              </a:stretch>
            </p:blipFill>
            <p:spPr>
              <a:xfrm>
                <a:off x="-729738" y="4372463"/>
                <a:ext cx="151920" cy="114120"/>
              </a:xfrm>
              <a:prstGeom prst="rect">
                <a:avLst/>
              </a:prstGeom>
            </p:spPr>
          </p:pic>
        </mc:Fallback>
      </mc:AlternateContent>
      <p:grpSp>
        <p:nvGrpSpPr>
          <p:cNvPr id="69" name="Группа 68">
            <a:extLst>
              <a:ext uri="{FF2B5EF4-FFF2-40B4-BE49-F238E27FC236}">
                <a16:creationId xmlns:a16="http://schemas.microsoft.com/office/drawing/2014/main" id="{42EFF435-1F57-141C-0286-D49F9AE07B52}"/>
              </a:ext>
            </a:extLst>
          </p:cNvPr>
          <p:cNvGrpSpPr/>
          <p:nvPr/>
        </p:nvGrpSpPr>
        <p:grpSpPr>
          <a:xfrm>
            <a:off x="723942" y="4589183"/>
            <a:ext cx="1392480" cy="321120"/>
            <a:chOff x="723942" y="4589183"/>
            <a:chExt cx="1392480" cy="321120"/>
          </a:xfrm>
        </p:grpSpPr>
        <mc:AlternateContent xmlns:mc="http://schemas.openxmlformats.org/markup-compatibility/2006" xmlns:p14="http://schemas.microsoft.com/office/powerpoint/2010/main">
          <mc:Choice Requires="p14">
            <p:contentPart p14:bwMode="auto" r:id="rId101">
              <p14:nvContentPartPr>
                <p14:cNvPr id="56" name="Рукописный ввод 55">
                  <a:extLst>
                    <a:ext uri="{FF2B5EF4-FFF2-40B4-BE49-F238E27FC236}">
                      <a16:creationId xmlns:a16="http://schemas.microsoft.com/office/drawing/2014/main" id="{5706B3A1-CEEC-18BD-25AB-14E58AD5D6BC}"/>
                    </a:ext>
                  </a:extLst>
                </p14:cNvPr>
                <p14:cNvContentPartPr/>
                <p14:nvPr/>
              </p14:nvContentPartPr>
              <p14:xfrm>
                <a:off x="780102" y="4725263"/>
                <a:ext cx="115560" cy="65880"/>
              </p14:xfrm>
            </p:contentPart>
          </mc:Choice>
          <mc:Fallback xmlns="">
            <p:pic>
              <p:nvPicPr>
                <p:cNvPr id="56" name="Рукописный ввод 55">
                  <a:extLst>
                    <a:ext uri="{FF2B5EF4-FFF2-40B4-BE49-F238E27FC236}">
                      <a16:creationId xmlns:a16="http://schemas.microsoft.com/office/drawing/2014/main" id="{5706B3A1-CEEC-18BD-25AB-14E58AD5D6BC}"/>
                    </a:ext>
                  </a:extLst>
                </p:cNvPr>
                <p:cNvPicPr/>
                <p:nvPr/>
              </p:nvPicPr>
              <p:blipFill>
                <a:blip r:embed="rId102"/>
                <a:stretch>
                  <a:fillRect/>
                </a:stretch>
              </p:blipFill>
              <p:spPr>
                <a:xfrm>
                  <a:off x="773982" y="4719143"/>
                  <a:ext cx="1278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7" name="Рукописный ввод 56">
                  <a:extLst>
                    <a:ext uri="{FF2B5EF4-FFF2-40B4-BE49-F238E27FC236}">
                      <a16:creationId xmlns:a16="http://schemas.microsoft.com/office/drawing/2014/main" id="{8AF9A8D9-0003-2B87-7C6D-0C25C39F1CE1}"/>
                    </a:ext>
                  </a:extLst>
                </p14:cNvPr>
                <p14:cNvContentPartPr/>
                <p14:nvPr/>
              </p14:nvContentPartPr>
              <p14:xfrm>
                <a:off x="723942" y="4840103"/>
                <a:ext cx="173160" cy="30600"/>
              </p14:xfrm>
            </p:contentPart>
          </mc:Choice>
          <mc:Fallback xmlns="">
            <p:pic>
              <p:nvPicPr>
                <p:cNvPr id="57" name="Рукописный ввод 56">
                  <a:extLst>
                    <a:ext uri="{FF2B5EF4-FFF2-40B4-BE49-F238E27FC236}">
                      <a16:creationId xmlns:a16="http://schemas.microsoft.com/office/drawing/2014/main" id="{8AF9A8D9-0003-2B87-7C6D-0C25C39F1CE1}"/>
                    </a:ext>
                  </a:extLst>
                </p:cNvPr>
                <p:cNvPicPr/>
                <p:nvPr/>
              </p:nvPicPr>
              <p:blipFill>
                <a:blip r:embed="rId104"/>
                <a:stretch>
                  <a:fillRect/>
                </a:stretch>
              </p:blipFill>
              <p:spPr>
                <a:xfrm>
                  <a:off x="717822" y="4833983"/>
                  <a:ext cx="18540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9" name="Рукописный ввод 58">
                  <a:extLst>
                    <a:ext uri="{FF2B5EF4-FFF2-40B4-BE49-F238E27FC236}">
                      <a16:creationId xmlns:a16="http://schemas.microsoft.com/office/drawing/2014/main" id="{DD30D9A7-ADEC-38DD-B536-38217CAD1D43}"/>
                    </a:ext>
                  </a:extLst>
                </p14:cNvPr>
                <p14:cNvContentPartPr/>
                <p14:nvPr/>
              </p14:nvContentPartPr>
              <p14:xfrm>
                <a:off x="968742" y="4673783"/>
                <a:ext cx="126720" cy="236520"/>
              </p14:xfrm>
            </p:contentPart>
          </mc:Choice>
          <mc:Fallback xmlns="">
            <p:pic>
              <p:nvPicPr>
                <p:cNvPr id="59" name="Рукописный ввод 58">
                  <a:extLst>
                    <a:ext uri="{FF2B5EF4-FFF2-40B4-BE49-F238E27FC236}">
                      <a16:creationId xmlns:a16="http://schemas.microsoft.com/office/drawing/2014/main" id="{DD30D9A7-ADEC-38DD-B536-38217CAD1D43}"/>
                    </a:ext>
                  </a:extLst>
                </p:cNvPr>
                <p:cNvPicPr/>
                <p:nvPr/>
              </p:nvPicPr>
              <p:blipFill>
                <a:blip r:embed="rId106"/>
                <a:stretch>
                  <a:fillRect/>
                </a:stretch>
              </p:blipFill>
              <p:spPr>
                <a:xfrm>
                  <a:off x="962622" y="4667663"/>
                  <a:ext cx="13896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0" name="Рукописный ввод 59">
                  <a:extLst>
                    <a:ext uri="{FF2B5EF4-FFF2-40B4-BE49-F238E27FC236}">
                      <a16:creationId xmlns:a16="http://schemas.microsoft.com/office/drawing/2014/main" id="{D2A099B1-19E4-F473-19D2-A80DFE6168F6}"/>
                    </a:ext>
                  </a:extLst>
                </p14:cNvPr>
                <p14:cNvContentPartPr/>
                <p14:nvPr/>
              </p14:nvContentPartPr>
              <p14:xfrm>
                <a:off x="1146942" y="4799423"/>
                <a:ext cx="186480" cy="16200"/>
              </p14:xfrm>
            </p:contentPart>
          </mc:Choice>
          <mc:Fallback xmlns="">
            <p:pic>
              <p:nvPicPr>
                <p:cNvPr id="60" name="Рукописный ввод 59">
                  <a:extLst>
                    <a:ext uri="{FF2B5EF4-FFF2-40B4-BE49-F238E27FC236}">
                      <a16:creationId xmlns:a16="http://schemas.microsoft.com/office/drawing/2014/main" id="{D2A099B1-19E4-F473-19D2-A80DFE6168F6}"/>
                    </a:ext>
                  </a:extLst>
                </p:cNvPr>
                <p:cNvPicPr/>
                <p:nvPr/>
              </p:nvPicPr>
              <p:blipFill>
                <a:blip r:embed="rId108"/>
                <a:stretch>
                  <a:fillRect/>
                </a:stretch>
              </p:blipFill>
              <p:spPr>
                <a:xfrm>
                  <a:off x="1140822" y="4793303"/>
                  <a:ext cx="1987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2" name="Рукописный ввод 61">
                  <a:extLst>
                    <a:ext uri="{FF2B5EF4-FFF2-40B4-BE49-F238E27FC236}">
                      <a16:creationId xmlns:a16="http://schemas.microsoft.com/office/drawing/2014/main" id="{935EBE6B-A054-BA71-A336-C02AD5D974E2}"/>
                    </a:ext>
                  </a:extLst>
                </p14:cNvPr>
                <p14:cNvContentPartPr/>
                <p14:nvPr/>
              </p14:nvContentPartPr>
              <p14:xfrm>
                <a:off x="1468422" y="4686023"/>
                <a:ext cx="190800" cy="198360"/>
              </p14:xfrm>
            </p:contentPart>
          </mc:Choice>
          <mc:Fallback xmlns="">
            <p:pic>
              <p:nvPicPr>
                <p:cNvPr id="62" name="Рукописный ввод 61">
                  <a:extLst>
                    <a:ext uri="{FF2B5EF4-FFF2-40B4-BE49-F238E27FC236}">
                      <a16:creationId xmlns:a16="http://schemas.microsoft.com/office/drawing/2014/main" id="{935EBE6B-A054-BA71-A336-C02AD5D974E2}"/>
                    </a:ext>
                  </a:extLst>
                </p:cNvPr>
                <p:cNvPicPr/>
                <p:nvPr/>
              </p:nvPicPr>
              <p:blipFill>
                <a:blip r:embed="rId110"/>
                <a:stretch>
                  <a:fillRect/>
                </a:stretch>
              </p:blipFill>
              <p:spPr>
                <a:xfrm>
                  <a:off x="1462302" y="4679903"/>
                  <a:ext cx="2030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3" name="Рукописный ввод 62">
                  <a:extLst>
                    <a:ext uri="{FF2B5EF4-FFF2-40B4-BE49-F238E27FC236}">
                      <a16:creationId xmlns:a16="http://schemas.microsoft.com/office/drawing/2014/main" id="{100728C9-9ABC-EE58-AEF9-D36A503F7ACD}"/>
                    </a:ext>
                  </a:extLst>
                </p14:cNvPr>
                <p14:cNvContentPartPr/>
                <p14:nvPr/>
              </p14:nvContentPartPr>
              <p14:xfrm>
                <a:off x="1659582" y="4653623"/>
                <a:ext cx="163800" cy="20880"/>
              </p14:xfrm>
            </p:contentPart>
          </mc:Choice>
          <mc:Fallback xmlns="">
            <p:pic>
              <p:nvPicPr>
                <p:cNvPr id="63" name="Рукописный ввод 62">
                  <a:extLst>
                    <a:ext uri="{FF2B5EF4-FFF2-40B4-BE49-F238E27FC236}">
                      <a16:creationId xmlns:a16="http://schemas.microsoft.com/office/drawing/2014/main" id="{100728C9-9ABC-EE58-AEF9-D36A503F7ACD}"/>
                    </a:ext>
                  </a:extLst>
                </p:cNvPr>
                <p:cNvPicPr/>
                <p:nvPr/>
              </p:nvPicPr>
              <p:blipFill>
                <a:blip r:embed="rId112"/>
                <a:stretch>
                  <a:fillRect/>
                </a:stretch>
              </p:blipFill>
              <p:spPr>
                <a:xfrm>
                  <a:off x="1653462" y="4647503"/>
                  <a:ext cx="17604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4" name="Рукописный ввод 63">
                  <a:extLst>
                    <a:ext uri="{FF2B5EF4-FFF2-40B4-BE49-F238E27FC236}">
                      <a16:creationId xmlns:a16="http://schemas.microsoft.com/office/drawing/2014/main" id="{DA9A8D24-7948-4FB8-34B7-95D6B072DB2C}"/>
                    </a:ext>
                  </a:extLst>
                </p14:cNvPr>
                <p14:cNvContentPartPr/>
                <p14:nvPr/>
              </p14:nvContentPartPr>
              <p14:xfrm>
                <a:off x="1799622" y="4617623"/>
                <a:ext cx="170640" cy="100440"/>
              </p14:xfrm>
            </p:contentPart>
          </mc:Choice>
          <mc:Fallback xmlns="">
            <p:pic>
              <p:nvPicPr>
                <p:cNvPr id="64" name="Рукописный ввод 63">
                  <a:extLst>
                    <a:ext uri="{FF2B5EF4-FFF2-40B4-BE49-F238E27FC236}">
                      <a16:creationId xmlns:a16="http://schemas.microsoft.com/office/drawing/2014/main" id="{DA9A8D24-7948-4FB8-34B7-95D6B072DB2C}"/>
                    </a:ext>
                  </a:extLst>
                </p:cNvPr>
                <p:cNvPicPr/>
                <p:nvPr/>
              </p:nvPicPr>
              <p:blipFill>
                <a:blip r:embed="rId114"/>
                <a:stretch>
                  <a:fillRect/>
                </a:stretch>
              </p:blipFill>
              <p:spPr>
                <a:xfrm>
                  <a:off x="1793502" y="4611503"/>
                  <a:ext cx="18288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5" name="Рукописный ввод 64">
                  <a:extLst>
                    <a:ext uri="{FF2B5EF4-FFF2-40B4-BE49-F238E27FC236}">
                      <a16:creationId xmlns:a16="http://schemas.microsoft.com/office/drawing/2014/main" id="{EE6EF1D4-9F99-CF1F-9B2B-F7FE14D8C759}"/>
                    </a:ext>
                  </a:extLst>
                </p14:cNvPr>
                <p14:cNvContentPartPr/>
                <p14:nvPr/>
              </p14:nvContentPartPr>
              <p14:xfrm>
                <a:off x="1871262" y="4648583"/>
                <a:ext cx="42120" cy="126360"/>
              </p14:xfrm>
            </p:contentPart>
          </mc:Choice>
          <mc:Fallback xmlns="">
            <p:pic>
              <p:nvPicPr>
                <p:cNvPr id="65" name="Рукописный ввод 64">
                  <a:extLst>
                    <a:ext uri="{FF2B5EF4-FFF2-40B4-BE49-F238E27FC236}">
                      <a16:creationId xmlns:a16="http://schemas.microsoft.com/office/drawing/2014/main" id="{EE6EF1D4-9F99-CF1F-9B2B-F7FE14D8C759}"/>
                    </a:ext>
                  </a:extLst>
                </p:cNvPr>
                <p:cNvPicPr/>
                <p:nvPr/>
              </p:nvPicPr>
              <p:blipFill>
                <a:blip r:embed="rId116"/>
                <a:stretch>
                  <a:fillRect/>
                </a:stretch>
              </p:blipFill>
              <p:spPr>
                <a:xfrm>
                  <a:off x="1865142" y="4642463"/>
                  <a:ext cx="543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7" name="Рукописный ввод 66">
                  <a:extLst>
                    <a:ext uri="{FF2B5EF4-FFF2-40B4-BE49-F238E27FC236}">
                      <a16:creationId xmlns:a16="http://schemas.microsoft.com/office/drawing/2014/main" id="{EF73FA87-6791-074C-7256-B3F1ED33ED64}"/>
                    </a:ext>
                  </a:extLst>
                </p14:cNvPr>
                <p14:cNvContentPartPr/>
                <p14:nvPr/>
              </p14:nvContentPartPr>
              <p14:xfrm>
                <a:off x="2010942" y="4589183"/>
                <a:ext cx="105480" cy="96840"/>
              </p14:xfrm>
            </p:contentPart>
          </mc:Choice>
          <mc:Fallback xmlns="">
            <p:pic>
              <p:nvPicPr>
                <p:cNvPr id="67" name="Рукописный ввод 66">
                  <a:extLst>
                    <a:ext uri="{FF2B5EF4-FFF2-40B4-BE49-F238E27FC236}">
                      <a16:creationId xmlns:a16="http://schemas.microsoft.com/office/drawing/2014/main" id="{EF73FA87-6791-074C-7256-B3F1ED33ED64}"/>
                    </a:ext>
                  </a:extLst>
                </p:cNvPr>
                <p:cNvPicPr/>
                <p:nvPr/>
              </p:nvPicPr>
              <p:blipFill>
                <a:blip r:embed="rId118"/>
                <a:stretch>
                  <a:fillRect/>
                </a:stretch>
              </p:blipFill>
              <p:spPr>
                <a:xfrm>
                  <a:off x="2004822" y="4583063"/>
                  <a:ext cx="11772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8" name="Рукописный ввод 67">
                  <a:extLst>
                    <a:ext uri="{FF2B5EF4-FFF2-40B4-BE49-F238E27FC236}">
                      <a16:creationId xmlns:a16="http://schemas.microsoft.com/office/drawing/2014/main" id="{A19E1DF0-616A-B070-28E9-726CD9F291BB}"/>
                    </a:ext>
                  </a:extLst>
                </p14:cNvPr>
                <p14:cNvContentPartPr/>
                <p14:nvPr/>
              </p14:nvContentPartPr>
              <p14:xfrm>
                <a:off x="1961622" y="4621583"/>
                <a:ext cx="132840" cy="202680"/>
              </p14:xfrm>
            </p:contentPart>
          </mc:Choice>
          <mc:Fallback xmlns="">
            <p:pic>
              <p:nvPicPr>
                <p:cNvPr id="68" name="Рукописный ввод 67">
                  <a:extLst>
                    <a:ext uri="{FF2B5EF4-FFF2-40B4-BE49-F238E27FC236}">
                      <a16:creationId xmlns:a16="http://schemas.microsoft.com/office/drawing/2014/main" id="{A19E1DF0-616A-B070-28E9-726CD9F291BB}"/>
                    </a:ext>
                  </a:extLst>
                </p:cNvPr>
                <p:cNvPicPr/>
                <p:nvPr/>
              </p:nvPicPr>
              <p:blipFill>
                <a:blip r:embed="rId120"/>
                <a:stretch>
                  <a:fillRect/>
                </a:stretch>
              </p:blipFill>
              <p:spPr>
                <a:xfrm>
                  <a:off x="1955502" y="4615463"/>
                  <a:ext cx="145080" cy="214920"/>
                </a:xfrm>
                <a:prstGeom prst="rect">
                  <a:avLst/>
                </a:prstGeom>
              </p:spPr>
            </p:pic>
          </mc:Fallback>
        </mc:AlternateContent>
      </p:grpSp>
    </p:spTree>
    <p:extLst>
      <p:ext uri="{BB962C8B-B14F-4D97-AF65-F5344CB8AC3E}">
        <p14:creationId xmlns:p14="http://schemas.microsoft.com/office/powerpoint/2010/main" val="1905436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56217-EDCC-951C-4CB2-F9EE2ED42185}"/>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1B245044-900F-2D7F-4CDB-39F4FF281CDD}"/>
              </a:ext>
            </a:extLst>
          </p:cNvPr>
          <p:cNvSpPr>
            <a:spLocks noGrp="1"/>
          </p:cNvSpPr>
          <p:nvPr>
            <p:ph type="sldNum" sz="quarter" idx="12"/>
          </p:nvPr>
        </p:nvSpPr>
        <p:spPr/>
        <p:txBody>
          <a:bodyPr/>
          <a:lstStyle/>
          <a:p>
            <a:fld id="{CC173F88-3387-453B-9303-AC0210B95CB8}" type="slidenum">
              <a:rPr lang="ru-RU" smtClean="0"/>
              <a:pPr/>
              <a:t>20</a:t>
            </a:fld>
            <a:endParaRPr lang="ru-RU" dirty="0"/>
          </a:p>
        </p:txBody>
      </p:sp>
      <p:sp>
        <p:nvSpPr>
          <p:cNvPr id="5" name="Прямоугольник 4">
            <a:extLst>
              <a:ext uri="{FF2B5EF4-FFF2-40B4-BE49-F238E27FC236}">
                <a16:creationId xmlns:a16="http://schemas.microsoft.com/office/drawing/2014/main" id="{EFE9354A-BCE7-8924-D3FA-1237DD7808BC}"/>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непрерывные</a:t>
            </a:r>
            <a:r>
              <a:rPr lang="ru-RU" sz="2400" dirty="0"/>
              <a:t> </a:t>
            </a:r>
            <a:r>
              <a:rPr lang="ru-RU" sz="2400" b="1" dirty="0">
                <a:solidFill>
                  <a:schemeClr val="tx1"/>
                </a:solidFill>
              </a:rPr>
              <a:t>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7B2B717-3595-B2A2-FC07-E23D51DA2B25}"/>
              </a:ext>
            </a:extLst>
          </p:cNvPr>
          <p:cNvSpPr txBox="1"/>
          <p:nvPr/>
        </p:nvSpPr>
        <p:spPr>
          <a:xfrm>
            <a:off x="0" y="917486"/>
            <a:ext cx="9144000" cy="369332"/>
          </a:xfrm>
          <a:prstGeom prst="rect">
            <a:avLst/>
          </a:prstGeom>
          <a:noFill/>
        </p:spPr>
        <p:txBody>
          <a:bodyPr wrap="square" rtlCol="0">
            <a:spAutoFit/>
          </a:bodyPr>
          <a:lstStyle/>
          <a:p>
            <a:pPr algn="ctr"/>
            <a:r>
              <a:rPr lang="ru-RU" b="1" dirty="0">
                <a:solidFill>
                  <a:srgbClr val="006400"/>
                </a:solidFill>
              </a:rPr>
              <a:t>Числовые характеристики экспоненциального распределения</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0D59920-8B75-F45E-7FA4-3DB274BCA770}"/>
                  </a:ext>
                </a:extLst>
              </p:cNvPr>
              <p:cNvSpPr txBox="1"/>
              <p:nvPr/>
            </p:nvSpPr>
            <p:spPr>
              <a:xfrm>
                <a:off x="0" y="1873049"/>
                <a:ext cx="9144000" cy="2742417"/>
              </a:xfrm>
              <a:prstGeom prst="rect">
                <a:avLst/>
              </a:prstGeom>
              <a:noFill/>
            </p:spPr>
            <p:txBody>
              <a:bodyPr wrap="square" rtlCol="0">
                <a:spAutoFit/>
              </a:bodyPr>
              <a:lstStyle/>
              <a:p>
                <a:pPr algn="just"/>
                <a:r>
                  <a:rPr lang="ru-RU" b="1" dirty="0">
                    <a:solidFill>
                      <a:srgbClr val="3333FF"/>
                    </a:solidFill>
                  </a:rPr>
                  <a:t>Математическое ожидание:</a:t>
                </a:r>
              </a:p>
              <a:p>
                <a:pPr algn="just"/>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m:t>
                          </m:r>
                        </m:sup>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r>
                            <a:rPr lang="en-US" b="0" i="1" smtClean="0">
                              <a:latin typeface="Cambria Math" panose="02040503050406030204" pitchFamily="18" charset="0"/>
                            </a:rPr>
                            <m:t>=</m:t>
                          </m:r>
                        </m:e>
                      </m:nary>
                      <m:nary>
                        <m:naryPr>
                          <m:ctrlPr>
                            <a:rPr lang="en-US" i="1">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m:t>
                          </m:r>
                        </m:sup>
                        <m:e>
                          <m:r>
                            <a:rPr lang="en-US" b="0" i="1" smtClean="0">
                              <a:latin typeface="Cambria Math" panose="02040503050406030204" pitchFamily="18" charset="0"/>
                            </a:rPr>
                            <m:t>𝜆</m:t>
                          </m:r>
                          <m:r>
                            <a:rPr lang="en-US" b="0" i="1" smtClean="0">
                              <a:latin typeface="Cambria Math" panose="02040503050406030204" pitchFamily="18" charset="0"/>
                            </a:rPr>
                            <m:t>⋅ </m:t>
                          </m:r>
                          <m:r>
                            <a:rPr lang="en-US" b="0" i="1" smtClean="0">
                              <a:latin typeface="Cambria Math" panose="02040503050406030204" pitchFamily="18" charset="0"/>
                            </a:rPr>
                            <m:t>𝑥</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𝑥</m:t>
                              </m:r>
                            </m:sup>
                          </m:sSup>
                          <m:r>
                            <a:rPr lang="en-US" i="1">
                              <a:latin typeface="Cambria Math" panose="02040503050406030204" pitchFamily="18" charset="0"/>
                            </a:rPr>
                            <m:t>𝑑𝑥</m:t>
                          </m:r>
                          <m:r>
                            <a:rPr lang="en-US" i="1">
                              <a:latin typeface="Cambria Math" panose="02040503050406030204" pitchFamily="18" charset="0"/>
                            </a:rPr>
                            <m:t>=−</m:t>
                          </m:r>
                          <m:r>
                            <a:rPr lang="en-US" b="0" i="1" smtClean="0">
                              <a:latin typeface="Cambria Math" panose="02040503050406030204" pitchFamily="18" charset="0"/>
                            </a:rPr>
                            <m:t>𝑥</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𝑥</m:t>
                              </m:r>
                            </m:sup>
                          </m:sSup>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e>
                            <m:sub>
                              <m:r>
                                <a:rPr lang="en-US" b="0" i="1" smtClean="0">
                                  <a:latin typeface="Cambria Math" panose="02040503050406030204" pitchFamily="18" charset="0"/>
                                </a:rPr>
                                <m:t> </m:t>
                              </m:r>
                            </m:sub>
                          </m:sSub>
                          <m:f>
                            <m:fPr>
                              <m:type m:val="noBa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0</m:t>
                              </m:r>
                            </m:den>
                          </m:f>
                          <m:r>
                            <a:rPr lang="en-US" b="0" i="1" smtClean="0">
                              <a:latin typeface="Cambria Math" panose="02040503050406030204" pitchFamily="18" charset="0"/>
                            </a:rPr>
                            <m:t>+ </m:t>
                          </m:r>
                        </m:e>
                      </m:nary>
                      <m:nary>
                        <m:naryPr>
                          <m:ctrlPr>
                            <a:rPr lang="en-US"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𝑥</m:t>
                              </m:r>
                            </m:sup>
                          </m:sSup>
                          <m:r>
                            <a:rPr lang="en-US" i="1">
                              <a:latin typeface="Cambria Math" panose="02040503050406030204" pitchFamily="18" charset="0"/>
                            </a:rPr>
                            <m:t>𝑑𝑥</m:t>
                          </m:r>
                          <m:r>
                            <a:rPr lang="en-US" i="1">
                              <a:latin typeface="Cambria Math" panose="02040503050406030204" pitchFamily="18" charset="0"/>
                            </a:rPr>
                            <m:t>=</m:t>
                          </m:r>
                        </m:e>
                      </m:nary>
                      <m:r>
                        <a:rPr lang="en-US" b="0" i="1" smtClean="0">
                          <a:latin typeface="Cambria Math" panose="02040503050406030204" pitchFamily="18" charset="0"/>
                        </a:rPr>
                        <m:t>0</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𝑡</m:t>
                          </m:r>
                        </m:sup>
                      </m:sSup>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m:t>
                              </m:r>
                            </m:e>
                          </m:d>
                        </m:e>
                        <m:sub>
                          <m:r>
                            <a:rPr lang="en-US" i="1">
                              <a:latin typeface="Cambria Math" panose="02040503050406030204" pitchFamily="18" charset="0"/>
                            </a:rPr>
                            <m:t> </m:t>
                          </m:r>
                        </m:sub>
                      </m:sSub>
                      <m:f>
                        <m:fPr>
                          <m:type m:val="noBa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0</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oMath>
                  </m:oMathPara>
                </a14:m>
                <a:endParaRPr lang="en-US" dirty="0"/>
              </a:p>
              <a:p>
                <a:pPr algn="just"/>
                <a:endParaRPr lang="en-US" dirty="0"/>
              </a:p>
              <a:p>
                <a:pPr algn="just">
                  <a:spcAft>
                    <a:spcPts val="600"/>
                  </a:spcAft>
                </a:pPr>
                <a:r>
                  <a:rPr lang="ru-RU" b="1" dirty="0">
                    <a:solidFill>
                      <a:srgbClr val="3333FF"/>
                    </a:solidFill>
                  </a:rPr>
                  <a:t>Дисперсия</a:t>
                </a:r>
                <a:r>
                  <a:rPr lang="ru-RU" dirty="0"/>
                  <a:t>:</a:t>
                </a:r>
              </a:p>
              <a:p>
                <a:pPr algn="just"/>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𝑀</m:t>
                              </m:r>
                              <m:r>
                                <a:rPr lang="en-US" b="0" i="1" smtClean="0">
                                  <a:latin typeface="Cambria Math" panose="02040503050406030204" pitchFamily="18" charset="0"/>
                                </a:rPr>
                                <m:t>𝜉</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trlPr>
                            <a:rPr lang="en-US" i="1">
                              <a:latin typeface="Cambria Math" panose="02040503050406030204" pitchFamily="18" charset="0"/>
                            </a:rPr>
                          </m:ctrlPr>
                        </m:naryPr>
                        <m:sub>
                          <m: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m:t>
                          </m:r>
                        </m:sup>
                        <m:e>
                          <m:sSup>
                            <m:sSupPr>
                              <m:ctrlPr>
                                <a:rPr lang="en-US" b="0" i="1" smtClean="0">
                                  <a:latin typeface="Cambria Math" panose="02040503050406030204" pitchFamily="18" charset="0"/>
                                </a:rPr>
                              </m:ctrlPr>
                            </m:sSupPr>
                            <m:e>
                              <m:r>
                                <a:rPr lang="en-US"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i="1">
                              <a:latin typeface="Cambria Math" panose="02040503050406030204" pitchFamily="18" charset="0"/>
                            </a:rPr>
                            <m:t>𝑑𝑥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den>
                          </m:f>
                        </m:e>
                      </m:nary>
                      <m:r>
                        <a:rPr lang="en-US" b="0" i="1" smtClean="0">
                          <a:latin typeface="Cambria Math" panose="02040503050406030204" pitchFamily="18" charset="0"/>
                        </a:rPr>
                        <m:t>=</m:t>
                      </m:r>
                      <m:nary>
                        <m:naryPr>
                          <m:ctrlPr>
                            <a:rPr lang="en-US" i="1">
                              <a:latin typeface="Cambria Math" panose="02040503050406030204" pitchFamily="18" charset="0"/>
                            </a:rPr>
                          </m:ctrlPr>
                        </m:naryPr>
                        <m:sub>
                          <m:r>
                            <a:rPr lang="en-US" i="1">
                              <a:latin typeface="Cambria Math" panose="02040503050406030204" pitchFamily="18" charset="0"/>
                            </a:rPr>
                            <m:t>0</m:t>
                          </m:r>
                        </m:sub>
                        <m:sup>
                          <m:r>
                            <a:rPr lang="en-US" i="1">
                              <a:latin typeface="Cambria Math" panose="02040503050406030204" pitchFamily="18" charset="0"/>
                            </a:rPr>
                            <m:t>∞</m:t>
                          </m:r>
                        </m:sup>
                        <m:e>
                          <m:r>
                            <a:rPr lang="en-US" i="1">
                              <a:latin typeface="Cambria Math" panose="02040503050406030204" pitchFamily="18" charset="0"/>
                            </a:rPr>
                            <m:t>𝜆</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𝑥</m:t>
                              </m:r>
                            </m:sup>
                          </m:sSup>
                          <m:r>
                            <a:rPr lang="en-US" i="1">
                              <a:latin typeface="Cambria Math" panose="02040503050406030204" pitchFamily="18" charset="0"/>
                            </a:rPr>
                            <m:t>𝑑𝑥</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den>
                          </m:f>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𝑥</m:t>
                              </m:r>
                            </m:sup>
                          </m:sSup>
                        </m:e>
                      </m:nary>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m:t>
                              </m:r>
                            </m:e>
                          </m:d>
                        </m:e>
                        <m:sub>
                          <m:r>
                            <a:rPr lang="en-US" i="1">
                              <a:latin typeface="Cambria Math" panose="02040503050406030204" pitchFamily="18" charset="0"/>
                            </a:rPr>
                            <m:t> </m:t>
                          </m:r>
                        </m:sub>
                      </m:sSub>
                      <m:f>
                        <m:fPr>
                          <m:type m:val="noBa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0</m:t>
                          </m:r>
                        </m:den>
                      </m:f>
                      <m:r>
                        <a:rPr lang="en-US" b="1" i="1" smtClean="0">
                          <a:solidFill>
                            <a:srgbClr val="FF0000"/>
                          </a:solidFill>
                          <a:latin typeface="Cambria Math" panose="02040503050406030204" pitchFamily="18" charset="0"/>
                        </a:rPr>
                        <m:t>+</m:t>
                      </m:r>
                    </m:oMath>
                  </m:oMathPara>
                </a14:m>
                <a:endParaRPr lang="ru-RU" b="1" dirty="0"/>
              </a:p>
            </p:txBody>
          </p:sp>
        </mc:Choice>
        <mc:Fallback xmlns="">
          <p:sp>
            <p:nvSpPr>
              <p:cNvPr id="2" name="TextBox 1">
                <a:extLst>
                  <a:ext uri="{FF2B5EF4-FFF2-40B4-BE49-F238E27FC236}">
                    <a16:creationId xmlns:a16="http://schemas.microsoft.com/office/drawing/2014/main" id="{80D59920-8B75-F45E-7FA4-3DB274BCA770}"/>
                  </a:ext>
                </a:extLst>
              </p:cNvPr>
              <p:cNvSpPr txBox="1">
                <a:spLocks noRot="1" noChangeAspect="1" noMove="1" noResize="1" noEditPoints="1" noAdjustHandles="1" noChangeArrowheads="1" noChangeShapeType="1" noTextEdit="1"/>
              </p:cNvSpPr>
              <p:nvPr/>
            </p:nvSpPr>
            <p:spPr>
              <a:xfrm>
                <a:off x="0" y="1873049"/>
                <a:ext cx="9144000" cy="2742417"/>
              </a:xfrm>
              <a:prstGeom prst="rect">
                <a:avLst/>
              </a:prstGeom>
              <a:blipFill>
                <a:blip r:embed="rId2"/>
                <a:stretch>
                  <a:fillRect l="-533" t="-111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35945E2-3624-1EC8-B780-448D0CFBFFD0}"/>
                  </a:ext>
                </a:extLst>
              </p:cNvPr>
              <p:cNvSpPr txBox="1"/>
              <p:nvPr/>
            </p:nvSpPr>
            <p:spPr>
              <a:xfrm>
                <a:off x="0" y="4615466"/>
                <a:ext cx="6545943" cy="691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0" smtClean="0">
                          <a:solidFill>
                            <a:srgbClr val="FF0000"/>
                          </a:solidFill>
                          <a:latin typeface="Cambria Math" panose="02040503050406030204" pitchFamily="18" charset="0"/>
                        </a:rPr>
                        <m:t>+</m:t>
                      </m:r>
                      <m:nary>
                        <m:naryPr>
                          <m:ctrlPr>
                            <a:rPr lang="en-US" i="1">
                              <a:latin typeface="Cambria Math" panose="02040503050406030204" pitchFamily="18" charset="0"/>
                            </a:rPr>
                          </m:ctrlPr>
                        </m:naryPr>
                        <m:sub>
                          <m:r>
                            <a:rPr lang="en-US" b="0" i="1">
                              <a:latin typeface="Cambria Math" panose="02040503050406030204" pitchFamily="18" charset="0"/>
                            </a:rPr>
                            <m:t>0</m:t>
                          </m:r>
                        </m:sub>
                        <m:sup>
                          <m:r>
                            <a:rPr lang="en-US" b="0" i="1">
                              <a:latin typeface="Cambria Math" panose="02040503050406030204" pitchFamily="18" charset="0"/>
                            </a:rPr>
                            <m:t>∞</m:t>
                          </m:r>
                        </m:sup>
                        <m:e>
                          <m:r>
                            <a:rPr lang="en-US" b="0" i="1" smtClean="0">
                              <a:latin typeface="Cambria Math" panose="02040503050406030204" pitchFamily="18" charset="0"/>
                            </a:rPr>
                            <m:t>2</m:t>
                          </m:r>
                          <m:sSup>
                            <m:sSupPr>
                              <m:ctrlPr>
                                <a:rPr lang="en-US" i="1">
                                  <a:latin typeface="Cambria Math" panose="02040503050406030204" pitchFamily="18" charset="0"/>
                                </a:rPr>
                              </m:ctrlPr>
                            </m:sSupPr>
                            <m:e>
                              <m:r>
                                <a:rPr lang="en-US" b="0" i="1">
                                  <a:latin typeface="Cambria Math" panose="02040503050406030204" pitchFamily="18" charset="0"/>
                                </a:rPr>
                                <m:t>𝑥</m:t>
                              </m:r>
                            </m:e>
                            <m:sup>
                              <m:r>
                                <a:rPr lang="en-US" b="0" i="1">
                                  <a:latin typeface="Cambria Math" panose="02040503050406030204" pitchFamily="18" charset="0"/>
                                </a:rPr>
                                <m:t>2</m:t>
                              </m:r>
                            </m:sup>
                          </m:sSup>
                          <m:sSup>
                            <m:sSupPr>
                              <m:ctrlPr>
                                <a:rPr lang="en-US" i="1">
                                  <a:latin typeface="Cambria Math" panose="02040503050406030204" pitchFamily="18" charset="0"/>
                                </a:rPr>
                              </m:ctrlPr>
                            </m:sSupPr>
                            <m:e>
                              <m:r>
                                <a:rPr lang="en-US" b="0" i="1">
                                  <a:latin typeface="Cambria Math" panose="02040503050406030204" pitchFamily="18" charset="0"/>
                                </a:rPr>
                                <m:t>𝑒</m:t>
                              </m:r>
                            </m:e>
                            <m:sup>
                              <m:r>
                                <a:rPr lang="en-US" b="0" i="1">
                                  <a:latin typeface="Cambria Math" panose="02040503050406030204" pitchFamily="18" charset="0"/>
                                </a:rPr>
                                <m:t>−</m:t>
                              </m:r>
                              <m:r>
                                <a:rPr lang="en-US" b="0" i="1">
                                  <a:latin typeface="Cambria Math" panose="02040503050406030204" pitchFamily="18" charset="0"/>
                                </a:rPr>
                                <m:t>𝜆</m:t>
                              </m:r>
                              <m:r>
                                <a:rPr lang="en-US" b="0" i="1">
                                  <a:latin typeface="Cambria Math" panose="02040503050406030204" pitchFamily="18" charset="0"/>
                                </a:rPr>
                                <m:t>𝑥</m:t>
                              </m:r>
                            </m:sup>
                          </m:sSup>
                          <m:r>
                            <a:rPr lang="en-US" b="0" i="1">
                              <a:latin typeface="Cambria Math" panose="02040503050406030204" pitchFamily="18" charset="0"/>
                            </a:rPr>
                            <m:t>𝑑𝑥</m:t>
                          </m:r>
                          <m:r>
                            <a:rPr lang="en-US" b="0" i="1">
                              <a:latin typeface="Cambria Math" panose="02040503050406030204" pitchFamily="18" charset="0"/>
                            </a:rPr>
                            <m:t>−</m:t>
                          </m:r>
                          <m:f>
                            <m:fPr>
                              <m:ctrlPr>
                                <a:rPr lang="en-US" i="1">
                                  <a:latin typeface="Cambria Math" panose="02040503050406030204" pitchFamily="18" charset="0"/>
                                </a:rPr>
                              </m:ctrlPr>
                            </m:fPr>
                            <m:num>
                              <m:r>
                                <a:rPr lang="en-US" b="0" i="1">
                                  <a:latin typeface="Cambria Math" panose="02040503050406030204" pitchFamily="18" charset="0"/>
                                </a:rPr>
                                <m:t>1</m:t>
                              </m:r>
                            </m:num>
                            <m:den>
                              <m:sSup>
                                <m:sSupPr>
                                  <m:ctrlPr>
                                    <a:rPr lang="en-US" i="1">
                                      <a:latin typeface="Cambria Math" panose="02040503050406030204" pitchFamily="18" charset="0"/>
                                    </a:rPr>
                                  </m:ctrlPr>
                                </m:sSupPr>
                                <m:e>
                                  <m:r>
                                    <a:rPr lang="en-US" b="0" i="1">
                                      <a:latin typeface="Cambria Math" panose="02040503050406030204" pitchFamily="18" charset="0"/>
                                    </a:rPr>
                                    <m:t>𝜆</m:t>
                                  </m:r>
                                </m:e>
                                <m:sup>
                                  <m:r>
                                    <a:rPr lang="en-US" b="0" i="1">
                                      <a:latin typeface="Cambria Math" panose="02040503050406030204" pitchFamily="18" charset="0"/>
                                    </a:rPr>
                                    <m:t>2</m:t>
                                  </m:r>
                                </m:sup>
                              </m:sSup>
                            </m:den>
                          </m:f>
                          <m:r>
                            <a:rPr lang="en-US" b="0" i="1">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a:latin typeface="Cambria Math" panose="02040503050406030204" pitchFamily="18" charset="0"/>
                                </a:rPr>
                                <m:t>1</m:t>
                              </m:r>
                            </m:num>
                            <m:den>
                              <m:r>
                                <a:rPr lang="en-US" b="0" i="1">
                                  <a:latin typeface="Cambria Math" panose="02040503050406030204" pitchFamily="18" charset="0"/>
                                </a:rPr>
                                <m:t>𝜆</m:t>
                              </m:r>
                            </m:den>
                          </m:f>
                          <m:r>
                            <a:rPr lang="en-US" b="0" i="1" smtClean="0">
                              <a:latin typeface="Cambria Math" panose="02040503050406030204" pitchFamily="18" charset="0"/>
                            </a:rPr>
                            <m:t>) </m:t>
                          </m:r>
                          <m:sSup>
                            <m:sSupPr>
                              <m:ctrlPr>
                                <a:rPr lang="en-US" i="1">
                                  <a:latin typeface="Cambria Math" panose="02040503050406030204" pitchFamily="18" charset="0"/>
                                </a:rPr>
                              </m:ctrlPr>
                            </m:sSupPr>
                            <m:e>
                              <m:r>
                                <a:rPr lang="en-US" b="0" i="1">
                                  <a:latin typeface="Cambria Math" panose="02040503050406030204" pitchFamily="18" charset="0"/>
                                </a:rPr>
                                <m:t>𝑒</m:t>
                              </m:r>
                            </m:e>
                            <m:sup>
                              <m:r>
                                <a:rPr lang="en-US" b="0" i="1">
                                  <a:latin typeface="Cambria Math" panose="02040503050406030204" pitchFamily="18" charset="0"/>
                                </a:rPr>
                                <m:t>−</m:t>
                              </m:r>
                              <m:r>
                                <a:rPr lang="en-US" b="0" i="1">
                                  <a:latin typeface="Cambria Math" panose="02040503050406030204" pitchFamily="18" charset="0"/>
                                </a:rPr>
                                <m:t>𝜆</m:t>
                              </m:r>
                              <m:r>
                                <a:rPr lang="en-US" b="0" i="1" smtClean="0">
                                  <a:latin typeface="Cambria Math" panose="02040503050406030204" pitchFamily="18" charset="0"/>
                                </a:rPr>
                                <m:t>𝑡</m:t>
                              </m:r>
                            </m:sup>
                          </m:sSup>
                        </m:e>
                      </m:nary>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b="0" i="1">
                                  <a:latin typeface="Cambria Math" panose="02040503050406030204" pitchFamily="18" charset="0"/>
                                </a:rPr>
                                <m:t>​</m:t>
                              </m:r>
                            </m:e>
                          </m:d>
                        </m:e>
                        <m:sub>
                          <m:r>
                            <a:rPr lang="en-US" b="0" i="1">
                              <a:latin typeface="Cambria Math" panose="02040503050406030204" pitchFamily="18" charset="0"/>
                            </a:rPr>
                            <m:t> </m:t>
                          </m:r>
                        </m:sub>
                      </m:sSub>
                      <m:f>
                        <m:fPr>
                          <m:type m:val="noBar"/>
                          <m:ctrlPr>
                            <a:rPr lang="en-US" i="1">
                              <a:latin typeface="Cambria Math" panose="02040503050406030204" pitchFamily="18" charset="0"/>
                            </a:rPr>
                          </m:ctrlPr>
                        </m:fPr>
                        <m:num>
                          <m:r>
                            <a:rPr lang="en-US" b="0" i="1">
                              <a:latin typeface="Cambria Math" panose="02040503050406030204" pitchFamily="18" charset="0"/>
                            </a:rPr>
                            <m:t>∞</m:t>
                          </m:r>
                        </m:num>
                        <m:den>
                          <m:r>
                            <a:rPr lang="en-US" b="0" i="1">
                              <a:latin typeface="Cambria Math" panose="02040503050406030204" pitchFamily="18" charset="0"/>
                            </a:rPr>
                            <m:t>0</m:t>
                          </m:r>
                        </m:den>
                      </m:f>
                      <m:r>
                        <a:rPr lang="en-US" b="0" i="0" smtClean="0">
                          <a:latin typeface="Cambria Math" panose="02040503050406030204" pitchFamily="18" charset="0"/>
                        </a:rPr>
                        <m:t>=</m:t>
                      </m:r>
                      <m:r>
                        <a:rPr lang="en-US" b="0" i="0" smtClean="0">
                          <a:latin typeface="Cambria Math" panose="02040503050406030204" pitchFamily="18" charset="0"/>
                        </a:rPr>
                        <m:t>0</m:t>
                      </m:r>
                      <m:r>
                        <a:rPr lang="en-US" b="0" i="0"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2</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den>
                      </m:f>
                    </m:oMath>
                  </m:oMathPara>
                </a14:m>
                <a:endParaRPr lang="ru-RU" dirty="0"/>
              </a:p>
            </p:txBody>
          </p:sp>
        </mc:Choice>
        <mc:Fallback xmlns="">
          <p:sp>
            <p:nvSpPr>
              <p:cNvPr id="7" name="TextBox 6">
                <a:extLst>
                  <a:ext uri="{FF2B5EF4-FFF2-40B4-BE49-F238E27FC236}">
                    <a16:creationId xmlns:a16="http://schemas.microsoft.com/office/drawing/2014/main" id="{835945E2-3624-1EC8-B780-448D0CFBFFD0}"/>
                  </a:ext>
                </a:extLst>
              </p:cNvPr>
              <p:cNvSpPr txBox="1">
                <a:spLocks noRot="1" noChangeAspect="1" noMove="1" noResize="1" noEditPoints="1" noAdjustHandles="1" noChangeArrowheads="1" noChangeShapeType="1" noTextEdit="1"/>
              </p:cNvSpPr>
              <p:nvPr/>
            </p:nvSpPr>
            <p:spPr>
              <a:xfrm>
                <a:off x="0" y="4615466"/>
                <a:ext cx="6545943" cy="691664"/>
              </a:xfrm>
              <a:prstGeom prst="rect">
                <a:avLst/>
              </a:prstGeom>
              <a:blipFill>
                <a:blip r:embed="rId3"/>
                <a:stretch>
                  <a:fillRect/>
                </a:stretch>
              </a:blipFill>
            </p:spPr>
            <p:txBody>
              <a:bodyPr/>
              <a:lstStyle/>
              <a:p>
                <a:r>
                  <a:rPr lang="ru-RU">
                    <a:noFill/>
                  </a:rPr>
                  <a:t> </a:t>
                </a:r>
              </a:p>
            </p:txBody>
          </p:sp>
        </mc:Fallback>
      </mc:AlternateContent>
      <p:grpSp>
        <p:nvGrpSpPr>
          <p:cNvPr id="10" name="Группа 9">
            <a:extLst>
              <a:ext uri="{FF2B5EF4-FFF2-40B4-BE49-F238E27FC236}">
                <a16:creationId xmlns:a16="http://schemas.microsoft.com/office/drawing/2014/main" id="{6C36DD83-4338-103D-B06B-DB12DC4CF8E6}"/>
              </a:ext>
            </a:extLst>
          </p:cNvPr>
          <p:cNvGrpSpPr/>
          <p:nvPr/>
        </p:nvGrpSpPr>
        <p:grpSpPr>
          <a:xfrm>
            <a:off x="1765906" y="3120108"/>
            <a:ext cx="536760" cy="235800"/>
            <a:chOff x="1765906" y="3120108"/>
            <a:chExt cx="536760" cy="235800"/>
          </a:xfrm>
        </p:grpSpPr>
        <mc:AlternateContent xmlns:mc="http://schemas.openxmlformats.org/markup-compatibility/2006" xmlns:p14="http://schemas.microsoft.com/office/powerpoint/2010/main">
          <mc:Choice Requires="p14">
            <p:contentPart p14:bwMode="auto" r:id="rId4">
              <p14:nvContentPartPr>
                <p14:cNvPr id="3" name="Рукописный ввод 2">
                  <a:extLst>
                    <a:ext uri="{FF2B5EF4-FFF2-40B4-BE49-F238E27FC236}">
                      <a16:creationId xmlns:a16="http://schemas.microsoft.com/office/drawing/2014/main" id="{B3B684BB-3FD8-6FD5-7F04-E95280E23977}"/>
                    </a:ext>
                  </a:extLst>
                </p14:cNvPr>
                <p14:cNvContentPartPr/>
                <p14:nvPr/>
              </p14:nvContentPartPr>
              <p14:xfrm>
                <a:off x="1765906" y="3120108"/>
                <a:ext cx="273600" cy="235800"/>
              </p14:xfrm>
            </p:contentPart>
          </mc:Choice>
          <mc:Fallback xmlns="">
            <p:pic>
              <p:nvPicPr>
                <p:cNvPr id="3" name="Рукописный ввод 2">
                  <a:extLst>
                    <a:ext uri="{FF2B5EF4-FFF2-40B4-BE49-F238E27FC236}">
                      <a16:creationId xmlns:a16="http://schemas.microsoft.com/office/drawing/2014/main" id="{B3B684BB-3FD8-6FD5-7F04-E95280E23977}"/>
                    </a:ext>
                  </a:extLst>
                </p:cNvPr>
                <p:cNvPicPr/>
                <p:nvPr/>
              </p:nvPicPr>
              <p:blipFill>
                <a:blip r:embed="rId5"/>
                <a:stretch>
                  <a:fillRect/>
                </a:stretch>
              </p:blipFill>
              <p:spPr>
                <a:xfrm>
                  <a:off x="1759786" y="3113988"/>
                  <a:ext cx="28584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Рукописный ввод 7">
                  <a:extLst>
                    <a:ext uri="{FF2B5EF4-FFF2-40B4-BE49-F238E27FC236}">
                      <a16:creationId xmlns:a16="http://schemas.microsoft.com/office/drawing/2014/main" id="{1A4710CA-89D3-3615-451F-9DDDD2EF1603}"/>
                    </a:ext>
                  </a:extLst>
                </p14:cNvPr>
                <p14:cNvContentPartPr/>
                <p14:nvPr/>
              </p14:nvContentPartPr>
              <p14:xfrm>
                <a:off x="2158306" y="3199668"/>
                <a:ext cx="105120" cy="7560"/>
              </p14:xfrm>
            </p:contentPart>
          </mc:Choice>
          <mc:Fallback xmlns="">
            <p:pic>
              <p:nvPicPr>
                <p:cNvPr id="8" name="Рукописный ввод 7">
                  <a:extLst>
                    <a:ext uri="{FF2B5EF4-FFF2-40B4-BE49-F238E27FC236}">
                      <a16:creationId xmlns:a16="http://schemas.microsoft.com/office/drawing/2014/main" id="{1A4710CA-89D3-3615-451F-9DDDD2EF1603}"/>
                    </a:ext>
                  </a:extLst>
                </p:cNvPr>
                <p:cNvPicPr/>
                <p:nvPr/>
              </p:nvPicPr>
              <p:blipFill>
                <a:blip r:embed="rId7"/>
                <a:stretch>
                  <a:fillRect/>
                </a:stretch>
              </p:blipFill>
              <p:spPr>
                <a:xfrm>
                  <a:off x="2152186" y="3193548"/>
                  <a:ext cx="11736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Рукописный ввод 8">
                  <a:extLst>
                    <a:ext uri="{FF2B5EF4-FFF2-40B4-BE49-F238E27FC236}">
                      <a16:creationId xmlns:a16="http://schemas.microsoft.com/office/drawing/2014/main" id="{FCE32F4A-03BF-0130-1DE3-03507A389282}"/>
                    </a:ext>
                  </a:extLst>
                </p14:cNvPr>
                <p14:cNvContentPartPr/>
                <p14:nvPr/>
              </p14:nvContentPartPr>
              <p14:xfrm>
                <a:off x="2155786" y="3256548"/>
                <a:ext cx="146880" cy="54720"/>
              </p14:xfrm>
            </p:contentPart>
          </mc:Choice>
          <mc:Fallback xmlns="">
            <p:pic>
              <p:nvPicPr>
                <p:cNvPr id="9" name="Рукописный ввод 8">
                  <a:extLst>
                    <a:ext uri="{FF2B5EF4-FFF2-40B4-BE49-F238E27FC236}">
                      <a16:creationId xmlns:a16="http://schemas.microsoft.com/office/drawing/2014/main" id="{FCE32F4A-03BF-0130-1DE3-03507A389282}"/>
                    </a:ext>
                  </a:extLst>
                </p:cNvPr>
                <p:cNvPicPr/>
                <p:nvPr/>
              </p:nvPicPr>
              <p:blipFill>
                <a:blip r:embed="rId9"/>
                <a:stretch>
                  <a:fillRect/>
                </a:stretch>
              </p:blipFill>
              <p:spPr>
                <a:xfrm>
                  <a:off x="2149666" y="3250428"/>
                  <a:ext cx="159120" cy="66960"/>
                </a:xfrm>
                <a:prstGeom prst="rect">
                  <a:avLst/>
                </a:prstGeom>
              </p:spPr>
            </p:pic>
          </mc:Fallback>
        </mc:AlternateContent>
      </p:grpSp>
      <p:grpSp>
        <p:nvGrpSpPr>
          <p:cNvPr id="16" name="Группа 15">
            <a:extLst>
              <a:ext uri="{FF2B5EF4-FFF2-40B4-BE49-F238E27FC236}">
                <a16:creationId xmlns:a16="http://schemas.microsoft.com/office/drawing/2014/main" id="{C0AE0C18-CC13-7DCE-6E2F-5EE515C0BC78}"/>
              </a:ext>
            </a:extLst>
          </p:cNvPr>
          <p:cNvGrpSpPr/>
          <p:nvPr/>
        </p:nvGrpSpPr>
        <p:grpSpPr>
          <a:xfrm>
            <a:off x="2490946" y="3080868"/>
            <a:ext cx="167760" cy="399960"/>
            <a:chOff x="2490946" y="3080868"/>
            <a:chExt cx="167760" cy="399960"/>
          </a:xfrm>
        </p:grpSpPr>
        <mc:AlternateContent xmlns:mc="http://schemas.openxmlformats.org/markup-compatibility/2006" xmlns:p14="http://schemas.microsoft.com/office/powerpoint/2010/main">
          <mc:Choice Requires="p14">
            <p:contentPart p14:bwMode="auto" r:id="rId10">
              <p14:nvContentPartPr>
                <p14:cNvPr id="11" name="Рукописный ввод 10">
                  <a:extLst>
                    <a:ext uri="{FF2B5EF4-FFF2-40B4-BE49-F238E27FC236}">
                      <a16:creationId xmlns:a16="http://schemas.microsoft.com/office/drawing/2014/main" id="{BCE265FC-7D5C-6CC8-B894-A21B73639A11}"/>
                    </a:ext>
                  </a:extLst>
                </p14:cNvPr>
                <p14:cNvContentPartPr/>
                <p14:nvPr/>
              </p14:nvContentPartPr>
              <p14:xfrm>
                <a:off x="2490946" y="3080868"/>
                <a:ext cx="167760" cy="253800"/>
              </p14:xfrm>
            </p:contentPart>
          </mc:Choice>
          <mc:Fallback xmlns="">
            <p:pic>
              <p:nvPicPr>
                <p:cNvPr id="11" name="Рукописный ввод 10">
                  <a:extLst>
                    <a:ext uri="{FF2B5EF4-FFF2-40B4-BE49-F238E27FC236}">
                      <a16:creationId xmlns:a16="http://schemas.microsoft.com/office/drawing/2014/main" id="{BCE265FC-7D5C-6CC8-B894-A21B73639A11}"/>
                    </a:ext>
                  </a:extLst>
                </p:cNvPr>
                <p:cNvPicPr/>
                <p:nvPr/>
              </p:nvPicPr>
              <p:blipFill>
                <a:blip r:embed="rId11"/>
                <a:stretch>
                  <a:fillRect/>
                </a:stretch>
              </p:blipFill>
              <p:spPr>
                <a:xfrm>
                  <a:off x="2484826" y="3074748"/>
                  <a:ext cx="1800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Рукописный ввод 11">
                  <a:extLst>
                    <a:ext uri="{FF2B5EF4-FFF2-40B4-BE49-F238E27FC236}">
                      <a16:creationId xmlns:a16="http://schemas.microsoft.com/office/drawing/2014/main" id="{BD9D4113-0333-055E-6065-FB83349F0980}"/>
                    </a:ext>
                  </a:extLst>
                </p14:cNvPr>
                <p14:cNvContentPartPr/>
                <p14:nvPr/>
              </p14:nvContentPartPr>
              <p14:xfrm>
                <a:off x="2532346" y="3166548"/>
                <a:ext cx="83520" cy="314280"/>
              </p14:xfrm>
            </p:contentPart>
          </mc:Choice>
          <mc:Fallback xmlns="">
            <p:pic>
              <p:nvPicPr>
                <p:cNvPr id="12" name="Рукописный ввод 11">
                  <a:extLst>
                    <a:ext uri="{FF2B5EF4-FFF2-40B4-BE49-F238E27FC236}">
                      <a16:creationId xmlns:a16="http://schemas.microsoft.com/office/drawing/2014/main" id="{BD9D4113-0333-055E-6065-FB83349F0980}"/>
                    </a:ext>
                  </a:extLst>
                </p:cNvPr>
                <p:cNvPicPr/>
                <p:nvPr/>
              </p:nvPicPr>
              <p:blipFill>
                <a:blip r:embed="rId13"/>
                <a:stretch>
                  <a:fillRect/>
                </a:stretch>
              </p:blipFill>
              <p:spPr>
                <a:xfrm>
                  <a:off x="2526226" y="3160428"/>
                  <a:ext cx="95760" cy="326520"/>
                </a:xfrm>
                <a:prstGeom prst="rect">
                  <a:avLst/>
                </a:prstGeom>
              </p:spPr>
            </p:pic>
          </mc:Fallback>
        </mc:AlternateContent>
      </p:grpSp>
      <p:grpSp>
        <p:nvGrpSpPr>
          <p:cNvPr id="15" name="Группа 14">
            <a:extLst>
              <a:ext uri="{FF2B5EF4-FFF2-40B4-BE49-F238E27FC236}">
                <a16:creationId xmlns:a16="http://schemas.microsoft.com/office/drawing/2014/main" id="{775E6365-B4EE-0A80-31EC-58A25A085638}"/>
              </a:ext>
            </a:extLst>
          </p:cNvPr>
          <p:cNvGrpSpPr/>
          <p:nvPr/>
        </p:nvGrpSpPr>
        <p:grpSpPr>
          <a:xfrm>
            <a:off x="2827186" y="3074028"/>
            <a:ext cx="101880" cy="430200"/>
            <a:chOff x="2827186" y="3074028"/>
            <a:chExt cx="101880" cy="430200"/>
          </a:xfrm>
        </p:grpSpPr>
        <mc:AlternateContent xmlns:mc="http://schemas.openxmlformats.org/markup-compatibility/2006" xmlns:p14="http://schemas.microsoft.com/office/powerpoint/2010/main">
          <mc:Choice Requires="p14">
            <p:contentPart p14:bwMode="auto" r:id="rId14">
              <p14:nvContentPartPr>
                <p14:cNvPr id="13" name="Рукописный ввод 12">
                  <a:extLst>
                    <a:ext uri="{FF2B5EF4-FFF2-40B4-BE49-F238E27FC236}">
                      <a16:creationId xmlns:a16="http://schemas.microsoft.com/office/drawing/2014/main" id="{1A22547B-D3F9-D53F-1A30-09950D038063}"/>
                    </a:ext>
                  </a:extLst>
                </p14:cNvPr>
                <p14:cNvContentPartPr/>
                <p14:nvPr/>
              </p14:nvContentPartPr>
              <p14:xfrm>
                <a:off x="2827186" y="3074028"/>
                <a:ext cx="18360" cy="27000"/>
              </p14:xfrm>
            </p:contentPart>
          </mc:Choice>
          <mc:Fallback xmlns="">
            <p:pic>
              <p:nvPicPr>
                <p:cNvPr id="13" name="Рукописный ввод 12">
                  <a:extLst>
                    <a:ext uri="{FF2B5EF4-FFF2-40B4-BE49-F238E27FC236}">
                      <a16:creationId xmlns:a16="http://schemas.microsoft.com/office/drawing/2014/main" id="{1A22547B-D3F9-D53F-1A30-09950D038063}"/>
                    </a:ext>
                  </a:extLst>
                </p:cNvPr>
                <p:cNvPicPr/>
                <p:nvPr/>
              </p:nvPicPr>
              <p:blipFill>
                <a:blip r:embed="rId15"/>
                <a:stretch>
                  <a:fillRect/>
                </a:stretch>
              </p:blipFill>
              <p:spPr>
                <a:xfrm>
                  <a:off x="2821066" y="3067908"/>
                  <a:ext cx="306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Рукописный ввод 13">
                  <a:extLst>
                    <a:ext uri="{FF2B5EF4-FFF2-40B4-BE49-F238E27FC236}">
                      <a16:creationId xmlns:a16="http://schemas.microsoft.com/office/drawing/2014/main" id="{6E4EA7DF-7A0E-29AC-EAAA-D932EEA84DB8}"/>
                    </a:ext>
                  </a:extLst>
                </p14:cNvPr>
                <p14:cNvContentPartPr/>
                <p14:nvPr/>
              </p14:nvContentPartPr>
              <p14:xfrm>
                <a:off x="2837266" y="3177348"/>
                <a:ext cx="91800" cy="326880"/>
              </p14:xfrm>
            </p:contentPart>
          </mc:Choice>
          <mc:Fallback xmlns="">
            <p:pic>
              <p:nvPicPr>
                <p:cNvPr id="14" name="Рукописный ввод 13">
                  <a:extLst>
                    <a:ext uri="{FF2B5EF4-FFF2-40B4-BE49-F238E27FC236}">
                      <a16:creationId xmlns:a16="http://schemas.microsoft.com/office/drawing/2014/main" id="{6E4EA7DF-7A0E-29AC-EAAA-D932EEA84DB8}"/>
                    </a:ext>
                  </a:extLst>
                </p:cNvPr>
                <p:cNvPicPr/>
                <p:nvPr/>
              </p:nvPicPr>
              <p:blipFill>
                <a:blip r:embed="rId17"/>
                <a:stretch>
                  <a:fillRect/>
                </a:stretch>
              </p:blipFill>
              <p:spPr>
                <a:xfrm>
                  <a:off x="2831146" y="3171228"/>
                  <a:ext cx="104040" cy="339120"/>
                </a:xfrm>
                <a:prstGeom prst="rect">
                  <a:avLst/>
                </a:prstGeom>
              </p:spPr>
            </p:pic>
          </mc:Fallback>
        </mc:AlternateContent>
      </p:grpSp>
      <p:grpSp>
        <p:nvGrpSpPr>
          <p:cNvPr id="21" name="Группа 20">
            <a:extLst>
              <a:ext uri="{FF2B5EF4-FFF2-40B4-BE49-F238E27FC236}">
                <a16:creationId xmlns:a16="http://schemas.microsoft.com/office/drawing/2014/main" id="{31B09035-29D8-362A-7D30-17D017CD739A}"/>
              </a:ext>
            </a:extLst>
          </p:cNvPr>
          <p:cNvGrpSpPr/>
          <p:nvPr/>
        </p:nvGrpSpPr>
        <p:grpSpPr>
          <a:xfrm>
            <a:off x="3331186" y="2957388"/>
            <a:ext cx="699840" cy="362520"/>
            <a:chOff x="3331186" y="2957388"/>
            <a:chExt cx="699840" cy="362520"/>
          </a:xfrm>
        </p:grpSpPr>
        <mc:AlternateContent xmlns:mc="http://schemas.openxmlformats.org/markup-compatibility/2006" xmlns:p14="http://schemas.microsoft.com/office/powerpoint/2010/main">
          <mc:Choice Requires="p14">
            <p:contentPart p14:bwMode="auto" r:id="rId18">
              <p14:nvContentPartPr>
                <p14:cNvPr id="17" name="Рукописный ввод 16">
                  <a:extLst>
                    <a:ext uri="{FF2B5EF4-FFF2-40B4-BE49-F238E27FC236}">
                      <a16:creationId xmlns:a16="http://schemas.microsoft.com/office/drawing/2014/main" id="{B239736F-A88F-6F54-C9E1-4042849FED52}"/>
                    </a:ext>
                  </a:extLst>
                </p14:cNvPr>
                <p14:cNvContentPartPr/>
                <p14:nvPr/>
              </p14:nvContentPartPr>
              <p14:xfrm>
                <a:off x="3331186" y="2957388"/>
                <a:ext cx="172440" cy="362520"/>
              </p14:xfrm>
            </p:contentPart>
          </mc:Choice>
          <mc:Fallback xmlns="">
            <p:pic>
              <p:nvPicPr>
                <p:cNvPr id="17" name="Рукописный ввод 16">
                  <a:extLst>
                    <a:ext uri="{FF2B5EF4-FFF2-40B4-BE49-F238E27FC236}">
                      <a16:creationId xmlns:a16="http://schemas.microsoft.com/office/drawing/2014/main" id="{B239736F-A88F-6F54-C9E1-4042849FED52}"/>
                    </a:ext>
                  </a:extLst>
                </p:cNvPr>
                <p:cNvPicPr/>
                <p:nvPr/>
              </p:nvPicPr>
              <p:blipFill>
                <a:blip r:embed="rId19"/>
                <a:stretch>
                  <a:fillRect/>
                </a:stretch>
              </p:blipFill>
              <p:spPr>
                <a:xfrm>
                  <a:off x="3325066" y="2951268"/>
                  <a:ext cx="18468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Рукописный ввод 17">
                  <a:extLst>
                    <a:ext uri="{FF2B5EF4-FFF2-40B4-BE49-F238E27FC236}">
                      <a16:creationId xmlns:a16="http://schemas.microsoft.com/office/drawing/2014/main" id="{655D67CF-3504-5E80-ED2E-C4764848D5FF}"/>
                    </a:ext>
                  </a:extLst>
                </p14:cNvPr>
                <p14:cNvContentPartPr/>
                <p14:nvPr/>
              </p14:nvContentPartPr>
              <p14:xfrm>
                <a:off x="3572746" y="3030108"/>
                <a:ext cx="164880" cy="268200"/>
              </p14:xfrm>
            </p:contentPart>
          </mc:Choice>
          <mc:Fallback xmlns="">
            <p:pic>
              <p:nvPicPr>
                <p:cNvPr id="18" name="Рукописный ввод 17">
                  <a:extLst>
                    <a:ext uri="{FF2B5EF4-FFF2-40B4-BE49-F238E27FC236}">
                      <a16:creationId xmlns:a16="http://schemas.microsoft.com/office/drawing/2014/main" id="{655D67CF-3504-5E80-ED2E-C4764848D5FF}"/>
                    </a:ext>
                  </a:extLst>
                </p:cNvPr>
                <p:cNvPicPr/>
                <p:nvPr/>
              </p:nvPicPr>
              <p:blipFill>
                <a:blip r:embed="rId21"/>
                <a:stretch>
                  <a:fillRect/>
                </a:stretch>
              </p:blipFill>
              <p:spPr>
                <a:xfrm>
                  <a:off x="3566626" y="3023988"/>
                  <a:ext cx="17712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Рукописный ввод 18">
                  <a:extLst>
                    <a:ext uri="{FF2B5EF4-FFF2-40B4-BE49-F238E27FC236}">
                      <a16:creationId xmlns:a16="http://schemas.microsoft.com/office/drawing/2014/main" id="{182C8FBB-D075-4B72-2D43-C48856FC36E4}"/>
                    </a:ext>
                  </a:extLst>
                </p14:cNvPr>
                <p14:cNvContentPartPr/>
                <p14:nvPr/>
              </p14:nvContentPartPr>
              <p14:xfrm>
                <a:off x="3845266" y="3120108"/>
                <a:ext cx="136800" cy="28080"/>
              </p14:xfrm>
            </p:contentPart>
          </mc:Choice>
          <mc:Fallback xmlns="">
            <p:pic>
              <p:nvPicPr>
                <p:cNvPr id="19" name="Рукописный ввод 18">
                  <a:extLst>
                    <a:ext uri="{FF2B5EF4-FFF2-40B4-BE49-F238E27FC236}">
                      <a16:creationId xmlns:a16="http://schemas.microsoft.com/office/drawing/2014/main" id="{182C8FBB-D075-4B72-2D43-C48856FC36E4}"/>
                    </a:ext>
                  </a:extLst>
                </p:cNvPr>
                <p:cNvPicPr/>
                <p:nvPr/>
              </p:nvPicPr>
              <p:blipFill>
                <a:blip r:embed="rId23"/>
                <a:stretch>
                  <a:fillRect/>
                </a:stretch>
              </p:blipFill>
              <p:spPr>
                <a:xfrm>
                  <a:off x="3839146" y="3113988"/>
                  <a:ext cx="14904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Рукописный ввод 19">
                  <a:extLst>
                    <a:ext uri="{FF2B5EF4-FFF2-40B4-BE49-F238E27FC236}">
                      <a16:creationId xmlns:a16="http://schemas.microsoft.com/office/drawing/2014/main" id="{783A4C78-40C4-2BE6-975C-32CAFFEB5CDA}"/>
                    </a:ext>
                  </a:extLst>
                </p14:cNvPr>
                <p14:cNvContentPartPr/>
                <p14:nvPr/>
              </p14:nvContentPartPr>
              <p14:xfrm>
                <a:off x="3859666" y="3187428"/>
                <a:ext cx="171360" cy="53280"/>
              </p14:xfrm>
            </p:contentPart>
          </mc:Choice>
          <mc:Fallback xmlns="">
            <p:pic>
              <p:nvPicPr>
                <p:cNvPr id="20" name="Рукописный ввод 19">
                  <a:extLst>
                    <a:ext uri="{FF2B5EF4-FFF2-40B4-BE49-F238E27FC236}">
                      <a16:creationId xmlns:a16="http://schemas.microsoft.com/office/drawing/2014/main" id="{783A4C78-40C4-2BE6-975C-32CAFFEB5CDA}"/>
                    </a:ext>
                  </a:extLst>
                </p:cNvPr>
                <p:cNvPicPr/>
                <p:nvPr/>
              </p:nvPicPr>
              <p:blipFill>
                <a:blip r:embed="rId25"/>
                <a:stretch>
                  <a:fillRect/>
                </a:stretch>
              </p:blipFill>
              <p:spPr>
                <a:xfrm>
                  <a:off x="3853546" y="3181308"/>
                  <a:ext cx="183600" cy="65520"/>
                </a:xfrm>
                <a:prstGeom prst="rect">
                  <a:avLst/>
                </a:prstGeom>
              </p:spPr>
            </p:pic>
          </mc:Fallback>
        </mc:AlternateContent>
      </p:grpSp>
      <p:grpSp>
        <p:nvGrpSpPr>
          <p:cNvPr id="34" name="Группа 33">
            <a:extLst>
              <a:ext uri="{FF2B5EF4-FFF2-40B4-BE49-F238E27FC236}">
                <a16:creationId xmlns:a16="http://schemas.microsoft.com/office/drawing/2014/main" id="{97AC53C7-BF31-08A4-14E3-E94A833BE0ED}"/>
              </a:ext>
            </a:extLst>
          </p:cNvPr>
          <p:cNvGrpSpPr/>
          <p:nvPr/>
        </p:nvGrpSpPr>
        <p:grpSpPr>
          <a:xfrm>
            <a:off x="4196266" y="2791428"/>
            <a:ext cx="1555920" cy="510480"/>
            <a:chOff x="4196266" y="2791428"/>
            <a:chExt cx="1555920" cy="510480"/>
          </a:xfrm>
        </p:grpSpPr>
        <mc:AlternateContent xmlns:mc="http://schemas.openxmlformats.org/markup-compatibility/2006" xmlns:p14="http://schemas.microsoft.com/office/powerpoint/2010/main">
          <mc:Choice Requires="p14">
            <p:contentPart p14:bwMode="auto" r:id="rId26">
              <p14:nvContentPartPr>
                <p14:cNvPr id="22" name="Рукописный ввод 21">
                  <a:extLst>
                    <a:ext uri="{FF2B5EF4-FFF2-40B4-BE49-F238E27FC236}">
                      <a16:creationId xmlns:a16="http://schemas.microsoft.com/office/drawing/2014/main" id="{237D1543-99A1-F265-E66F-E83DEE3A20D8}"/>
                    </a:ext>
                  </a:extLst>
                </p14:cNvPr>
                <p14:cNvContentPartPr/>
                <p14:nvPr/>
              </p14:nvContentPartPr>
              <p14:xfrm>
                <a:off x="4196266" y="2922108"/>
                <a:ext cx="161640" cy="295200"/>
              </p14:xfrm>
            </p:contentPart>
          </mc:Choice>
          <mc:Fallback xmlns="">
            <p:pic>
              <p:nvPicPr>
                <p:cNvPr id="22" name="Рукописный ввод 21">
                  <a:extLst>
                    <a:ext uri="{FF2B5EF4-FFF2-40B4-BE49-F238E27FC236}">
                      <a16:creationId xmlns:a16="http://schemas.microsoft.com/office/drawing/2014/main" id="{237D1543-99A1-F265-E66F-E83DEE3A20D8}"/>
                    </a:ext>
                  </a:extLst>
                </p:cNvPr>
                <p:cNvPicPr/>
                <p:nvPr/>
              </p:nvPicPr>
              <p:blipFill>
                <a:blip r:embed="rId27"/>
                <a:stretch>
                  <a:fillRect/>
                </a:stretch>
              </p:blipFill>
              <p:spPr>
                <a:xfrm>
                  <a:off x="4190146" y="2915988"/>
                  <a:ext cx="17388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Рукописный ввод 22">
                  <a:extLst>
                    <a:ext uri="{FF2B5EF4-FFF2-40B4-BE49-F238E27FC236}">
                      <a16:creationId xmlns:a16="http://schemas.microsoft.com/office/drawing/2014/main" id="{6B5C89DB-4512-737C-39FD-A6AFD2F089A9}"/>
                    </a:ext>
                  </a:extLst>
                </p14:cNvPr>
                <p14:cNvContentPartPr/>
                <p14:nvPr/>
              </p14:nvContentPartPr>
              <p14:xfrm>
                <a:off x="4248106" y="3078708"/>
                <a:ext cx="72360" cy="223200"/>
              </p14:xfrm>
            </p:contentPart>
          </mc:Choice>
          <mc:Fallback xmlns="">
            <p:pic>
              <p:nvPicPr>
                <p:cNvPr id="23" name="Рукописный ввод 22">
                  <a:extLst>
                    <a:ext uri="{FF2B5EF4-FFF2-40B4-BE49-F238E27FC236}">
                      <a16:creationId xmlns:a16="http://schemas.microsoft.com/office/drawing/2014/main" id="{6B5C89DB-4512-737C-39FD-A6AFD2F089A9}"/>
                    </a:ext>
                  </a:extLst>
                </p:cNvPr>
                <p:cNvPicPr/>
                <p:nvPr/>
              </p:nvPicPr>
              <p:blipFill>
                <a:blip r:embed="rId29"/>
                <a:stretch>
                  <a:fillRect/>
                </a:stretch>
              </p:blipFill>
              <p:spPr>
                <a:xfrm>
                  <a:off x="4241986" y="3072588"/>
                  <a:ext cx="8460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Рукописный ввод 24">
                  <a:extLst>
                    <a:ext uri="{FF2B5EF4-FFF2-40B4-BE49-F238E27FC236}">
                      <a16:creationId xmlns:a16="http://schemas.microsoft.com/office/drawing/2014/main" id="{72F20F28-B087-7CAE-7687-4736571556DB}"/>
                    </a:ext>
                  </a:extLst>
                </p14:cNvPr>
                <p14:cNvContentPartPr/>
                <p14:nvPr/>
              </p14:nvContentPartPr>
              <p14:xfrm>
                <a:off x="4493266" y="2946228"/>
                <a:ext cx="219600" cy="186480"/>
              </p14:xfrm>
            </p:contentPart>
          </mc:Choice>
          <mc:Fallback xmlns="">
            <p:pic>
              <p:nvPicPr>
                <p:cNvPr id="25" name="Рукописный ввод 24">
                  <a:extLst>
                    <a:ext uri="{FF2B5EF4-FFF2-40B4-BE49-F238E27FC236}">
                      <a16:creationId xmlns:a16="http://schemas.microsoft.com/office/drawing/2014/main" id="{72F20F28-B087-7CAE-7687-4736571556DB}"/>
                    </a:ext>
                  </a:extLst>
                </p:cNvPr>
                <p:cNvPicPr/>
                <p:nvPr/>
              </p:nvPicPr>
              <p:blipFill>
                <a:blip r:embed="rId31"/>
                <a:stretch>
                  <a:fillRect/>
                </a:stretch>
              </p:blipFill>
              <p:spPr>
                <a:xfrm>
                  <a:off x="4487146" y="2940108"/>
                  <a:ext cx="2318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Рукописный ввод 25">
                  <a:extLst>
                    <a:ext uri="{FF2B5EF4-FFF2-40B4-BE49-F238E27FC236}">
                      <a16:creationId xmlns:a16="http://schemas.microsoft.com/office/drawing/2014/main" id="{2ACA77BE-578F-A5CA-D10B-7C8B1D4D336B}"/>
                    </a:ext>
                  </a:extLst>
                </p14:cNvPr>
                <p14:cNvContentPartPr/>
                <p14:nvPr/>
              </p14:nvContentPartPr>
              <p14:xfrm>
                <a:off x="4688386" y="2892948"/>
                <a:ext cx="195120" cy="25920"/>
              </p14:xfrm>
            </p:contentPart>
          </mc:Choice>
          <mc:Fallback xmlns="">
            <p:pic>
              <p:nvPicPr>
                <p:cNvPr id="26" name="Рукописный ввод 25">
                  <a:extLst>
                    <a:ext uri="{FF2B5EF4-FFF2-40B4-BE49-F238E27FC236}">
                      <a16:creationId xmlns:a16="http://schemas.microsoft.com/office/drawing/2014/main" id="{2ACA77BE-578F-A5CA-D10B-7C8B1D4D336B}"/>
                    </a:ext>
                  </a:extLst>
                </p:cNvPr>
                <p:cNvPicPr/>
                <p:nvPr/>
              </p:nvPicPr>
              <p:blipFill>
                <a:blip r:embed="rId33"/>
                <a:stretch>
                  <a:fillRect/>
                </a:stretch>
              </p:blipFill>
              <p:spPr>
                <a:xfrm>
                  <a:off x="4682266" y="2886828"/>
                  <a:ext cx="2073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Рукописный ввод 26">
                  <a:extLst>
                    <a:ext uri="{FF2B5EF4-FFF2-40B4-BE49-F238E27FC236}">
                      <a16:creationId xmlns:a16="http://schemas.microsoft.com/office/drawing/2014/main" id="{78112C24-3108-32F3-0026-4E3EAE259406}"/>
                    </a:ext>
                  </a:extLst>
                </p14:cNvPr>
                <p14:cNvContentPartPr/>
                <p14:nvPr/>
              </p14:nvContentPartPr>
              <p14:xfrm>
                <a:off x="4954426" y="2791428"/>
                <a:ext cx="131760" cy="147960"/>
              </p14:xfrm>
            </p:contentPart>
          </mc:Choice>
          <mc:Fallback xmlns="">
            <p:pic>
              <p:nvPicPr>
                <p:cNvPr id="27" name="Рукописный ввод 26">
                  <a:extLst>
                    <a:ext uri="{FF2B5EF4-FFF2-40B4-BE49-F238E27FC236}">
                      <a16:creationId xmlns:a16="http://schemas.microsoft.com/office/drawing/2014/main" id="{78112C24-3108-32F3-0026-4E3EAE259406}"/>
                    </a:ext>
                  </a:extLst>
                </p:cNvPr>
                <p:cNvPicPr/>
                <p:nvPr/>
              </p:nvPicPr>
              <p:blipFill>
                <a:blip r:embed="rId35"/>
                <a:stretch>
                  <a:fillRect/>
                </a:stretch>
              </p:blipFill>
              <p:spPr>
                <a:xfrm>
                  <a:off x="4948306" y="2785308"/>
                  <a:ext cx="14400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Рукописный ввод 27">
                  <a:extLst>
                    <a:ext uri="{FF2B5EF4-FFF2-40B4-BE49-F238E27FC236}">
                      <a16:creationId xmlns:a16="http://schemas.microsoft.com/office/drawing/2014/main" id="{8D45F68C-5E4F-427E-BE02-729D66C6EAF2}"/>
                    </a:ext>
                  </a:extLst>
                </p14:cNvPr>
                <p14:cNvContentPartPr/>
                <p14:nvPr/>
              </p14:nvContentPartPr>
              <p14:xfrm>
                <a:off x="4982866" y="2833548"/>
                <a:ext cx="75600" cy="180000"/>
              </p14:xfrm>
            </p:contentPart>
          </mc:Choice>
          <mc:Fallback xmlns="">
            <p:pic>
              <p:nvPicPr>
                <p:cNvPr id="28" name="Рукописный ввод 27">
                  <a:extLst>
                    <a:ext uri="{FF2B5EF4-FFF2-40B4-BE49-F238E27FC236}">
                      <a16:creationId xmlns:a16="http://schemas.microsoft.com/office/drawing/2014/main" id="{8D45F68C-5E4F-427E-BE02-729D66C6EAF2}"/>
                    </a:ext>
                  </a:extLst>
                </p:cNvPr>
                <p:cNvPicPr/>
                <p:nvPr/>
              </p:nvPicPr>
              <p:blipFill>
                <a:blip r:embed="rId37"/>
                <a:stretch>
                  <a:fillRect/>
                </a:stretch>
              </p:blipFill>
              <p:spPr>
                <a:xfrm>
                  <a:off x="4976746" y="2827428"/>
                  <a:ext cx="878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Рукописный ввод 28">
                  <a:extLst>
                    <a:ext uri="{FF2B5EF4-FFF2-40B4-BE49-F238E27FC236}">
                      <a16:creationId xmlns:a16="http://schemas.microsoft.com/office/drawing/2014/main" id="{59B2B5B0-E900-FCE5-8210-5DA1F312FBB1}"/>
                    </a:ext>
                  </a:extLst>
                </p14:cNvPr>
                <p14:cNvContentPartPr/>
                <p14:nvPr/>
              </p14:nvContentPartPr>
              <p14:xfrm>
                <a:off x="5096626" y="2797188"/>
                <a:ext cx="140040" cy="161280"/>
              </p14:xfrm>
            </p:contentPart>
          </mc:Choice>
          <mc:Fallback xmlns="">
            <p:pic>
              <p:nvPicPr>
                <p:cNvPr id="29" name="Рукописный ввод 28">
                  <a:extLst>
                    <a:ext uri="{FF2B5EF4-FFF2-40B4-BE49-F238E27FC236}">
                      <a16:creationId xmlns:a16="http://schemas.microsoft.com/office/drawing/2014/main" id="{59B2B5B0-E900-FCE5-8210-5DA1F312FBB1}"/>
                    </a:ext>
                  </a:extLst>
                </p:cNvPr>
                <p:cNvPicPr/>
                <p:nvPr/>
              </p:nvPicPr>
              <p:blipFill>
                <a:blip r:embed="rId39"/>
                <a:stretch>
                  <a:fillRect/>
                </a:stretch>
              </p:blipFill>
              <p:spPr>
                <a:xfrm>
                  <a:off x="5090506" y="2791068"/>
                  <a:ext cx="15228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Рукописный ввод 29">
                  <a:extLst>
                    <a:ext uri="{FF2B5EF4-FFF2-40B4-BE49-F238E27FC236}">
                      <a16:creationId xmlns:a16="http://schemas.microsoft.com/office/drawing/2014/main" id="{5D38DC54-E47E-9B9F-C644-1B1186C3B533}"/>
                    </a:ext>
                  </a:extLst>
                </p14:cNvPr>
                <p14:cNvContentPartPr/>
                <p14:nvPr/>
              </p14:nvContentPartPr>
              <p14:xfrm>
                <a:off x="5145946" y="2836428"/>
                <a:ext cx="81000" cy="171720"/>
              </p14:xfrm>
            </p:contentPart>
          </mc:Choice>
          <mc:Fallback xmlns="">
            <p:pic>
              <p:nvPicPr>
                <p:cNvPr id="30" name="Рукописный ввод 29">
                  <a:extLst>
                    <a:ext uri="{FF2B5EF4-FFF2-40B4-BE49-F238E27FC236}">
                      <a16:creationId xmlns:a16="http://schemas.microsoft.com/office/drawing/2014/main" id="{5D38DC54-E47E-9B9F-C644-1B1186C3B533}"/>
                    </a:ext>
                  </a:extLst>
                </p:cNvPr>
                <p:cNvPicPr/>
                <p:nvPr/>
              </p:nvPicPr>
              <p:blipFill>
                <a:blip r:embed="rId41"/>
                <a:stretch>
                  <a:fillRect/>
                </a:stretch>
              </p:blipFill>
              <p:spPr>
                <a:xfrm>
                  <a:off x="5139826" y="2830308"/>
                  <a:ext cx="9324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Рукописный ввод 30">
                  <a:extLst>
                    <a:ext uri="{FF2B5EF4-FFF2-40B4-BE49-F238E27FC236}">
                      <a16:creationId xmlns:a16="http://schemas.microsoft.com/office/drawing/2014/main" id="{2E16396D-D59A-2A90-7FEB-1D2705FCF7ED}"/>
                    </a:ext>
                  </a:extLst>
                </p14:cNvPr>
                <p14:cNvContentPartPr/>
                <p14:nvPr/>
              </p14:nvContentPartPr>
              <p14:xfrm>
                <a:off x="5293906" y="2869908"/>
                <a:ext cx="200520" cy="227880"/>
              </p14:xfrm>
            </p:contentPart>
          </mc:Choice>
          <mc:Fallback xmlns="">
            <p:pic>
              <p:nvPicPr>
                <p:cNvPr id="31" name="Рукописный ввод 30">
                  <a:extLst>
                    <a:ext uri="{FF2B5EF4-FFF2-40B4-BE49-F238E27FC236}">
                      <a16:creationId xmlns:a16="http://schemas.microsoft.com/office/drawing/2014/main" id="{2E16396D-D59A-2A90-7FEB-1D2705FCF7ED}"/>
                    </a:ext>
                  </a:extLst>
                </p:cNvPr>
                <p:cNvPicPr/>
                <p:nvPr/>
              </p:nvPicPr>
              <p:blipFill>
                <a:blip r:embed="rId43"/>
                <a:stretch>
                  <a:fillRect/>
                </a:stretch>
              </p:blipFill>
              <p:spPr>
                <a:xfrm>
                  <a:off x="5287786" y="2863788"/>
                  <a:ext cx="21276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2" name="Рукописный ввод 31">
                  <a:extLst>
                    <a:ext uri="{FF2B5EF4-FFF2-40B4-BE49-F238E27FC236}">
                      <a16:creationId xmlns:a16="http://schemas.microsoft.com/office/drawing/2014/main" id="{85C36DD5-0434-AED7-F572-55DB147183B6}"/>
                    </a:ext>
                  </a:extLst>
                </p14:cNvPr>
                <p14:cNvContentPartPr/>
                <p14:nvPr/>
              </p14:nvContentPartPr>
              <p14:xfrm>
                <a:off x="5585506" y="2884668"/>
                <a:ext cx="164520" cy="192240"/>
              </p14:xfrm>
            </p:contentPart>
          </mc:Choice>
          <mc:Fallback xmlns="">
            <p:pic>
              <p:nvPicPr>
                <p:cNvPr id="32" name="Рукописный ввод 31">
                  <a:extLst>
                    <a:ext uri="{FF2B5EF4-FFF2-40B4-BE49-F238E27FC236}">
                      <a16:creationId xmlns:a16="http://schemas.microsoft.com/office/drawing/2014/main" id="{85C36DD5-0434-AED7-F572-55DB147183B6}"/>
                    </a:ext>
                  </a:extLst>
                </p:cNvPr>
                <p:cNvPicPr/>
                <p:nvPr/>
              </p:nvPicPr>
              <p:blipFill>
                <a:blip r:embed="rId45"/>
                <a:stretch>
                  <a:fillRect/>
                </a:stretch>
              </p:blipFill>
              <p:spPr>
                <a:xfrm>
                  <a:off x="5579386" y="2878548"/>
                  <a:ext cx="17676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Рукописный ввод 32">
                  <a:extLst>
                    <a:ext uri="{FF2B5EF4-FFF2-40B4-BE49-F238E27FC236}">
                      <a16:creationId xmlns:a16="http://schemas.microsoft.com/office/drawing/2014/main" id="{D556A717-9F21-8032-787A-4149FBAF8C32}"/>
                    </a:ext>
                  </a:extLst>
                </p14:cNvPr>
                <p14:cNvContentPartPr/>
                <p14:nvPr/>
              </p14:nvContentPartPr>
              <p14:xfrm>
                <a:off x="5553466" y="2927148"/>
                <a:ext cx="198720" cy="266040"/>
              </p14:xfrm>
            </p:contentPart>
          </mc:Choice>
          <mc:Fallback xmlns="">
            <p:pic>
              <p:nvPicPr>
                <p:cNvPr id="33" name="Рукописный ввод 32">
                  <a:extLst>
                    <a:ext uri="{FF2B5EF4-FFF2-40B4-BE49-F238E27FC236}">
                      <a16:creationId xmlns:a16="http://schemas.microsoft.com/office/drawing/2014/main" id="{D556A717-9F21-8032-787A-4149FBAF8C32}"/>
                    </a:ext>
                  </a:extLst>
                </p:cNvPr>
                <p:cNvPicPr/>
                <p:nvPr/>
              </p:nvPicPr>
              <p:blipFill>
                <a:blip r:embed="rId47"/>
                <a:stretch>
                  <a:fillRect/>
                </a:stretch>
              </p:blipFill>
              <p:spPr>
                <a:xfrm>
                  <a:off x="5547346" y="2921028"/>
                  <a:ext cx="210960" cy="278280"/>
                </a:xfrm>
                <a:prstGeom prst="rect">
                  <a:avLst/>
                </a:prstGeom>
              </p:spPr>
            </p:pic>
          </mc:Fallback>
        </mc:AlternateContent>
      </p:grpSp>
      <p:grpSp>
        <p:nvGrpSpPr>
          <p:cNvPr id="41" name="Группа 40">
            <a:extLst>
              <a:ext uri="{FF2B5EF4-FFF2-40B4-BE49-F238E27FC236}">
                <a16:creationId xmlns:a16="http://schemas.microsoft.com/office/drawing/2014/main" id="{AC75D8EB-2AB0-8D7F-901D-2F3A33D2C44F}"/>
              </a:ext>
            </a:extLst>
          </p:cNvPr>
          <p:cNvGrpSpPr/>
          <p:nvPr/>
        </p:nvGrpSpPr>
        <p:grpSpPr>
          <a:xfrm>
            <a:off x="5785666" y="1436028"/>
            <a:ext cx="1114560" cy="383400"/>
            <a:chOff x="5785666" y="1436028"/>
            <a:chExt cx="1114560" cy="383400"/>
          </a:xfrm>
        </p:grpSpPr>
        <mc:AlternateContent xmlns:mc="http://schemas.openxmlformats.org/markup-compatibility/2006" xmlns:p14="http://schemas.microsoft.com/office/powerpoint/2010/main">
          <mc:Choice Requires="p14">
            <p:contentPart p14:bwMode="auto" r:id="rId48">
              <p14:nvContentPartPr>
                <p14:cNvPr id="35" name="Рукописный ввод 34">
                  <a:extLst>
                    <a:ext uri="{FF2B5EF4-FFF2-40B4-BE49-F238E27FC236}">
                      <a16:creationId xmlns:a16="http://schemas.microsoft.com/office/drawing/2014/main" id="{59DF41AF-BC63-1382-3388-94C1CEF0403D}"/>
                    </a:ext>
                  </a:extLst>
                </p14:cNvPr>
                <p14:cNvContentPartPr/>
                <p14:nvPr/>
              </p14:nvContentPartPr>
              <p14:xfrm>
                <a:off x="5785666" y="1436028"/>
                <a:ext cx="156960" cy="383400"/>
              </p14:xfrm>
            </p:contentPart>
          </mc:Choice>
          <mc:Fallback xmlns="">
            <p:pic>
              <p:nvPicPr>
                <p:cNvPr id="35" name="Рукописный ввод 34">
                  <a:extLst>
                    <a:ext uri="{FF2B5EF4-FFF2-40B4-BE49-F238E27FC236}">
                      <a16:creationId xmlns:a16="http://schemas.microsoft.com/office/drawing/2014/main" id="{59DF41AF-BC63-1382-3388-94C1CEF0403D}"/>
                    </a:ext>
                  </a:extLst>
                </p:cNvPr>
                <p:cNvPicPr/>
                <p:nvPr/>
              </p:nvPicPr>
              <p:blipFill>
                <a:blip r:embed="rId49"/>
                <a:stretch>
                  <a:fillRect/>
                </a:stretch>
              </p:blipFill>
              <p:spPr>
                <a:xfrm>
                  <a:off x="5779546" y="1429908"/>
                  <a:ext cx="169200" cy="395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Рукописный ввод 35">
                  <a:extLst>
                    <a:ext uri="{FF2B5EF4-FFF2-40B4-BE49-F238E27FC236}">
                      <a16:creationId xmlns:a16="http://schemas.microsoft.com/office/drawing/2014/main" id="{EA478FCF-98DF-515B-9257-B2F821D66736}"/>
                    </a:ext>
                  </a:extLst>
                </p14:cNvPr>
                <p14:cNvContentPartPr/>
                <p14:nvPr/>
              </p14:nvContentPartPr>
              <p14:xfrm>
                <a:off x="5974306" y="1599468"/>
                <a:ext cx="184680" cy="167040"/>
              </p14:xfrm>
            </p:contentPart>
          </mc:Choice>
          <mc:Fallback xmlns="">
            <p:pic>
              <p:nvPicPr>
                <p:cNvPr id="36" name="Рукописный ввод 35">
                  <a:extLst>
                    <a:ext uri="{FF2B5EF4-FFF2-40B4-BE49-F238E27FC236}">
                      <a16:creationId xmlns:a16="http://schemas.microsoft.com/office/drawing/2014/main" id="{EA478FCF-98DF-515B-9257-B2F821D66736}"/>
                    </a:ext>
                  </a:extLst>
                </p:cNvPr>
                <p:cNvPicPr/>
                <p:nvPr/>
              </p:nvPicPr>
              <p:blipFill>
                <a:blip r:embed="rId51"/>
                <a:stretch>
                  <a:fillRect/>
                </a:stretch>
              </p:blipFill>
              <p:spPr>
                <a:xfrm>
                  <a:off x="5968186" y="1593348"/>
                  <a:ext cx="1969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7" name="Рукописный ввод 36">
                  <a:extLst>
                    <a:ext uri="{FF2B5EF4-FFF2-40B4-BE49-F238E27FC236}">
                      <a16:creationId xmlns:a16="http://schemas.microsoft.com/office/drawing/2014/main" id="{15969C65-0C93-9063-7B82-6C2506BA90F8}"/>
                    </a:ext>
                  </a:extLst>
                </p14:cNvPr>
                <p14:cNvContentPartPr/>
                <p14:nvPr/>
              </p14:nvContentPartPr>
              <p14:xfrm>
                <a:off x="6176266" y="1511988"/>
                <a:ext cx="189720" cy="231480"/>
              </p14:xfrm>
            </p:contentPart>
          </mc:Choice>
          <mc:Fallback xmlns="">
            <p:pic>
              <p:nvPicPr>
                <p:cNvPr id="37" name="Рукописный ввод 36">
                  <a:extLst>
                    <a:ext uri="{FF2B5EF4-FFF2-40B4-BE49-F238E27FC236}">
                      <a16:creationId xmlns:a16="http://schemas.microsoft.com/office/drawing/2014/main" id="{15969C65-0C93-9063-7B82-6C2506BA90F8}"/>
                    </a:ext>
                  </a:extLst>
                </p:cNvPr>
                <p:cNvPicPr/>
                <p:nvPr/>
              </p:nvPicPr>
              <p:blipFill>
                <a:blip r:embed="rId53"/>
                <a:stretch>
                  <a:fillRect/>
                </a:stretch>
              </p:blipFill>
              <p:spPr>
                <a:xfrm>
                  <a:off x="6170146" y="1505868"/>
                  <a:ext cx="20196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8" name="Рукописный ввод 37">
                  <a:extLst>
                    <a:ext uri="{FF2B5EF4-FFF2-40B4-BE49-F238E27FC236}">
                      <a16:creationId xmlns:a16="http://schemas.microsoft.com/office/drawing/2014/main" id="{88AE39C6-35DA-3796-2F47-AA44D8DEAA31}"/>
                    </a:ext>
                  </a:extLst>
                </p14:cNvPr>
                <p14:cNvContentPartPr/>
                <p14:nvPr/>
              </p14:nvContentPartPr>
              <p14:xfrm>
                <a:off x="6435826" y="1576068"/>
                <a:ext cx="118440" cy="149760"/>
              </p14:xfrm>
            </p:contentPart>
          </mc:Choice>
          <mc:Fallback xmlns="">
            <p:pic>
              <p:nvPicPr>
                <p:cNvPr id="38" name="Рукописный ввод 37">
                  <a:extLst>
                    <a:ext uri="{FF2B5EF4-FFF2-40B4-BE49-F238E27FC236}">
                      <a16:creationId xmlns:a16="http://schemas.microsoft.com/office/drawing/2014/main" id="{88AE39C6-35DA-3796-2F47-AA44D8DEAA31}"/>
                    </a:ext>
                  </a:extLst>
                </p:cNvPr>
                <p:cNvPicPr/>
                <p:nvPr/>
              </p:nvPicPr>
              <p:blipFill>
                <a:blip r:embed="rId55"/>
                <a:stretch>
                  <a:fillRect/>
                </a:stretch>
              </p:blipFill>
              <p:spPr>
                <a:xfrm>
                  <a:off x="6429706" y="1569948"/>
                  <a:ext cx="13068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9" name="Рукописный ввод 38">
                  <a:extLst>
                    <a:ext uri="{FF2B5EF4-FFF2-40B4-BE49-F238E27FC236}">
                      <a16:creationId xmlns:a16="http://schemas.microsoft.com/office/drawing/2014/main" id="{12119099-4B54-C92D-0FA0-1E261497C563}"/>
                    </a:ext>
                  </a:extLst>
                </p14:cNvPr>
                <p14:cNvContentPartPr/>
                <p14:nvPr/>
              </p14:nvContentPartPr>
              <p14:xfrm>
                <a:off x="6684586" y="1591188"/>
                <a:ext cx="116640" cy="14400"/>
              </p14:xfrm>
            </p:contentPart>
          </mc:Choice>
          <mc:Fallback xmlns="">
            <p:pic>
              <p:nvPicPr>
                <p:cNvPr id="39" name="Рукописный ввод 38">
                  <a:extLst>
                    <a:ext uri="{FF2B5EF4-FFF2-40B4-BE49-F238E27FC236}">
                      <a16:creationId xmlns:a16="http://schemas.microsoft.com/office/drawing/2014/main" id="{12119099-4B54-C92D-0FA0-1E261497C563}"/>
                    </a:ext>
                  </a:extLst>
                </p:cNvPr>
                <p:cNvPicPr/>
                <p:nvPr/>
              </p:nvPicPr>
              <p:blipFill>
                <a:blip r:embed="rId57"/>
                <a:stretch>
                  <a:fillRect/>
                </a:stretch>
              </p:blipFill>
              <p:spPr>
                <a:xfrm>
                  <a:off x="6678466" y="1585068"/>
                  <a:ext cx="1288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Рукописный ввод 39">
                  <a:extLst>
                    <a:ext uri="{FF2B5EF4-FFF2-40B4-BE49-F238E27FC236}">
                      <a16:creationId xmlns:a16="http://schemas.microsoft.com/office/drawing/2014/main" id="{8F23F863-3229-D1BF-C629-EC103C717F3D}"/>
                    </a:ext>
                  </a:extLst>
                </p14:cNvPr>
                <p14:cNvContentPartPr/>
                <p14:nvPr/>
              </p14:nvContentPartPr>
              <p14:xfrm>
                <a:off x="6731386" y="1654908"/>
                <a:ext cx="168840" cy="27000"/>
              </p14:xfrm>
            </p:contentPart>
          </mc:Choice>
          <mc:Fallback xmlns="">
            <p:pic>
              <p:nvPicPr>
                <p:cNvPr id="40" name="Рукописный ввод 39">
                  <a:extLst>
                    <a:ext uri="{FF2B5EF4-FFF2-40B4-BE49-F238E27FC236}">
                      <a16:creationId xmlns:a16="http://schemas.microsoft.com/office/drawing/2014/main" id="{8F23F863-3229-D1BF-C629-EC103C717F3D}"/>
                    </a:ext>
                  </a:extLst>
                </p:cNvPr>
                <p:cNvPicPr/>
                <p:nvPr/>
              </p:nvPicPr>
              <p:blipFill>
                <a:blip r:embed="rId59"/>
                <a:stretch>
                  <a:fillRect/>
                </a:stretch>
              </p:blipFill>
              <p:spPr>
                <a:xfrm>
                  <a:off x="6725266" y="1648788"/>
                  <a:ext cx="181080" cy="39240"/>
                </a:xfrm>
                <a:prstGeom prst="rect">
                  <a:avLst/>
                </a:prstGeom>
              </p:spPr>
            </p:pic>
          </mc:Fallback>
        </mc:AlternateContent>
      </p:grpSp>
      <p:grpSp>
        <p:nvGrpSpPr>
          <p:cNvPr id="50" name="Группа 49">
            <a:extLst>
              <a:ext uri="{FF2B5EF4-FFF2-40B4-BE49-F238E27FC236}">
                <a16:creationId xmlns:a16="http://schemas.microsoft.com/office/drawing/2014/main" id="{D2EBD02F-0865-05DA-18ED-157140754942}"/>
              </a:ext>
            </a:extLst>
          </p:cNvPr>
          <p:cNvGrpSpPr/>
          <p:nvPr/>
        </p:nvGrpSpPr>
        <p:grpSpPr>
          <a:xfrm>
            <a:off x="7178506" y="1298868"/>
            <a:ext cx="1798200" cy="444240"/>
            <a:chOff x="7178506" y="1298868"/>
            <a:chExt cx="1798200" cy="444240"/>
          </a:xfrm>
        </p:grpSpPr>
        <mc:AlternateContent xmlns:mc="http://schemas.openxmlformats.org/markup-compatibility/2006" xmlns:p14="http://schemas.microsoft.com/office/powerpoint/2010/main">
          <mc:Choice Requires="p14">
            <p:contentPart p14:bwMode="auto" r:id="rId60">
              <p14:nvContentPartPr>
                <p14:cNvPr id="42" name="Рукописный ввод 41">
                  <a:extLst>
                    <a:ext uri="{FF2B5EF4-FFF2-40B4-BE49-F238E27FC236}">
                      <a16:creationId xmlns:a16="http://schemas.microsoft.com/office/drawing/2014/main" id="{F35864DE-16F7-3D7C-3DB8-43FB43B5B743}"/>
                    </a:ext>
                  </a:extLst>
                </p14:cNvPr>
                <p14:cNvContentPartPr/>
                <p14:nvPr/>
              </p14:nvContentPartPr>
              <p14:xfrm>
                <a:off x="7178506" y="1474188"/>
                <a:ext cx="167400" cy="231840"/>
              </p14:xfrm>
            </p:contentPart>
          </mc:Choice>
          <mc:Fallback xmlns="">
            <p:pic>
              <p:nvPicPr>
                <p:cNvPr id="42" name="Рукописный ввод 41">
                  <a:extLst>
                    <a:ext uri="{FF2B5EF4-FFF2-40B4-BE49-F238E27FC236}">
                      <a16:creationId xmlns:a16="http://schemas.microsoft.com/office/drawing/2014/main" id="{F35864DE-16F7-3D7C-3DB8-43FB43B5B743}"/>
                    </a:ext>
                  </a:extLst>
                </p:cNvPr>
                <p:cNvPicPr/>
                <p:nvPr/>
              </p:nvPicPr>
              <p:blipFill>
                <a:blip r:embed="rId61"/>
                <a:stretch>
                  <a:fillRect/>
                </a:stretch>
              </p:blipFill>
              <p:spPr>
                <a:xfrm>
                  <a:off x="7172386" y="1468068"/>
                  <a:ext cx="17964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3" name="Рукописный ввод 42">
                  <a:extLst>
                    <a:ext uri="{FF2B5EF4-FFF2-40B4-BE49-F238E27FC236}">
                      <a16:creationId xmlns:a16="http://schemas.microsoft.com/office/drawing/2014/main" id="{60CD24D6-9BC5-B294-69F6-1B1ED35352AF}"/>
                    </a:ext>
                  </a:extLst>
                </p14:cNvPr>
                <p14:cNvContentPartPr/>
                <p14:nvPr/>
              </p14:nvContentPartPr>
              <p14:xfrm>
                <a:off x="7456786" y="1457628"/>
                <a:ext cx="168840" cy="201240"/>
              </p14:xfrm>
            </p:contentPart>
          </mc:Choice>
          <mc:Fallback xmlns="">
            <p:pic>
              <p:nvPicPr>
                <p:cNvPr id="43" name="Рукописный ввод 42">
                  <a:extLst>
                    <a:ext uri="{FF2B5EF4-FFF2-40B4-BE49-F238E27FC236}">
                      <a16:creationId xmlns:a16="http://schemas.microsoft.com/office/drawing/2014/main" id="{60CD24D6-9BC5-B294-69F6-1B1ED35352AF}"/>
                    </a:ext>
                  </a:extLst>
                </p:cNvPr>
                <p:cNvPicPr/>
                <p:nvPr/>
              </p:nvPicPr>
              <p:blipFill>
                <a:blip r:embed="rId63"/>
                <a:stretch>
                  <a:fillRect/>
                </a:stretch>
              </p:blipFill>
              <p:spPr>
                <a:xfrm>
                  <a:off x="7450666" y="1451508"/>
                  <a:ext cx="18108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5" name="Рукописный ввод 44">
                  <a:extLst>
                    <a:ext uri="{FF2B5EF4-FFF2-40B4-BE49-F238E27FC236}">
                      <a16:creationId xmlns:a16="http://schemas.microsoft.com/office/drawing/2014/main" id="{CF516CDB-F4C2-1DF2-1F40-E48307EA1E4D}"/>
                    </a:ext>
                  </a:extLst>
                </p14:cNvPr>
                <p14:cNvContentPartPr/>
                <p14:nvPr/>
              </p14:nvContentPartPr>
              <p14:xfrm>
                <a:off x="7742986" y="1563468"/>
                <a:ext cx="207000" cy="28440"/>
              </p14:xfrm>
            </p:contentPart>
          </mc:Choice>
          <mc:Fallback xmlns="">
            <p:pic>
              <p:nvPicPr>
                <p:cNvPr id="45" name="Рукописный ввод 44">
                  <a:extLst>
                    <a:ext uri="{FF2B5EF4-FFF2-40B4-BE49-F238E27FC236}">
                      <a16:creationId xmlns:a16="http://schemas.microsoft.com/office/drawing/2014/main" id="{CF516CDB-F4C2-1DF2-1F40-E48307EA1E4D}"/>
                    </a:ext>
                  </a:extLst>
                </p:cNvPr>
                <p:cNvPicPr/>
                <p:nvPr/>
              </p:nvPicPr>
              <p:blipFill>
                <a:blip r:embed="rId65"/>
                <a:stretch>
                  <a:fillRect/>
                </a:stretch>
              </p:blipFill>
              <p:spPr>
                <a:xfrm>
                  <a:off x="7736866" y="1557348"/>
                  <a:ext cx="2192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6" name="Рукописный ввод 45">
                  <a:extLst>
                    <a:ext uri="{FF2B5EF4-FFF2-40B4-BE49-F238E27FC236}">
                      <a16:creationId xmlns:a16="http://schemas.microsoft.com/office/drawing/2014/main" id="{68D2A77A-C700-4EA1-73A4-B33CC1F663D9}"/>
                    </a:ext>
                  </a:extLst>
                </p14:cNvPr>
                <p14:cNvContentPartPr/>
                <p14:nvPr/>
              </p14:nvContentPartPr>
              <p14:xfrm>
                <a:off x="8047906" y="1298868"/>
                <a:ext cx="106920" cy="444240"/>
              </p14:xfrm>
            </p:contentPart>
          </mc:Choice>
          <mc:Fallback xmlns="">
            <p:pic>
              <p:nvPicPr>
                <p:cNvPr id="46" name="Рукописный ввод 45">
                  <a:extLst>
                    <a:ext uri="{FF2B5EF4-FFF2-40B4-BE49-F238E27FC236}">
                      <a16:creationId xmlns:a16="http://schemas.microsoft.com/office/drawing/2014/main" id="{68D2A77A-C700-4EA1-73A4-B33CC1F663D9}"/>
                    </a:ext>
                  </a:extLst>
                </p:cNvPr>
                <p:cNvPicPr/>
                <p:nvPr/>
              </p:nvPicPr>
              <p:blipFill>
                <a:blip r:embed="rId67"/>
                <a:stretch>
                  <a:fillRect/>
                </a:stretch>
              </p:blipFill>
              <p:spPr>
                <a:xfrm>
                  <a:off x="8041786" y="1292748"/>
                  <a:ext cx="119160" cy="456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7" name="Рукописный ввод 46">
                  <a:extLst>
                    <a:ext uri="{FF2B5EF4-FFF2-40B4-BE49-F238E27FC236}">
                      <a16:creationId xmlns:a16="http://schemas.microsoft.com/office/drawing/2014/main" id="{2F08A95F-0171-A471-A424-772025FC2D70}"/>
                    </a:ext>
                  </a:extLst>
                </p14:cNvPr>
                <p14:cNvContentPartPr/>
                <p14:nvPr/>
              </p14:nvContentPartPr>
              <p14:xfrm>
                <a:off x="8313226" y="1398948"/>
                <a:ext cx="165600" cy="211680"/>
              </p14:xfrm>
            </p:contentPart>
          </mc:Choice>
          <mc:Fallback xmlns="">
            <p:pic>
              <p:nvPicPr>
                <p:cNvPr id="47" name="Рукописный ввод 46">
                  <a:extLst>
                    <a:ext uri="{FF2B5EF4-FFF2-40B4-BE49-F238E27FC236}">
                      <a16:creationId xmlns:a16="http://schemas.microsoft.com/office/drawing/2014/main" id="{2F08A95F-0171-A471-A424-772025FC2D70}"/>
                    </a:ext>
                  </a:extLst>
                </p:cNvPr>
                <p:cNvPicPr/>
                <p:nvPr/>
              </p:nvPicPr>
              <p:blipFill>
                <a:blip r:embed="rId69"/>
                <a:stretch>
                  <a:fillRect/>
                </a:stretch>
              </p:blipFill>
              <p:spPr>
                <a:xfrm>
                  <a:off x="8307106" y="1392828"/>
                  <a:ext cx="17784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8" name="Рукописный ввод 47">
                  <a:extLst>
                    <a:ext uri="{FF2B5EF4-FFF2-40B4-BE49-F238E27FC236}">
                      <a16:creationId xmlns:a16="http://schemas.microsoft.com/office/drawing/2014/main" id="{E00F452B-1619-568A-8D77-F9C26F3F9118}"/>
                    </a:ext>
                  </a:extLst>
                </p14:cNvPr>
                <p14:cNvContentPartPr/>
                <p14:nvPr/>
              </p14:nvContentPartPr>
              <p14:xfrm>
                <a:off x="8576026" y="1311108"/>
                <a:ext cx="185040" cy="308880"/>
              </p14:xfrm>
            </p:contentPart>
          </mc:Choice>
          <mc:Fallback xmlns="">
            <p:pic>
              <p:nvPicPr>
                <p:cNvPr id="48" name="Рукописный ввод 47">
                  <a:extLst>
                    <a:ext uri="{FF2B5EF4-FFF2-40B4-BE49-F238E27FC236}">
                      <a16:creationId xmlns:a16="http://schemas.microsoft.com/office/drawing/2014/main" id="{E00F452B-1619-568A-8D77-F9C26F3F9118}"/>
                    </a:ext>
                  </a:extLst>
                </p:cNvPr>
                <p:cNvPicPr/>
                <p:nvPr/>
              </p:nvPicPr>
              <p:blipFill>
                <a:blip r:embed="rId71"/>
                <a:stretch>
                  <a:fillRect/>
                </a:stretch>
              </p:blipFill>
              <p:spPr>
                <a:xfrm>
                  <a:off x="8569906" y="1304988"/>
                  <a:ext cx="19728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9" name="Рукописный ввод 48">
                  <a:extLst>
                    <a:ext uri="{FF2B5EF4-FFF2-40B4-BE49-F238E27FC236}">
                      <a16:creationId xmlns:a16="http://schemas.microsoft.com/office/drawing/2014/main" id="{1C076B9A-4877-175F-9C2B-1BA900F15A16}"/>
                    </a:ext>
                  </a:extLst>
                </p14:cNvPr>
                <p14:cNvContentPartPr/>
                <p14:nvPr/>
              </p14:nvContentPartPr>
              <p14:xfrm>
                <a:off x="8789146" y="1427388"/>
                <a:ext cx="187560" cy="223200"/>
              </p14:xfrm>
            </p:contentPart>
          </mc:Choice>
          <mc:Fallback xmlns="">
            <p:pic>
              <p:nvPicPr>
                <p:cNvPr id="49" name="Рукописный ввод 48">
                  <a:extLst>
                    <a:ext uri="{FF2B5EF4-FFF2-40B4-BE49-F238E27FC236}">
                      <a16:creationId xmlns:a16="http://schemas.microsoft.com/office/drawing/2014/main" id="{1C076B9A-4877-175F-9C2B-1BA900F15A16}"/>
                    </a:ext>
                  </a:extLst>
                </p:cNvPr>
                <p:cNvPicPr/>
                <p:nvPr/>
              </p:nvPicPr>
              <p:blipFill>
                <a:blip r:embed="rId73"/>
                <a:stretch>
                  <a:fillRect/>
                </a:stretch>
              </p:blipFill>
              <p:spPr>
                <a:xfrm>
                  <a:off x="8783026" y="1421268"/>
                  <a:ext cx="199800" cy="235440"/>
                </a:xfrm>
                <a:prstGeom prst="rect">
                  <a:avLst/>
                </a:prstGeom>
              </p:spPr>
            </p:pic>
          </mc:Fallback>
        </mc:AlternateContent>
      </p:grpSp>
      <p:grpSp>
        <p:nvGrpSpPr>
          <p:cNvPr id="53" name="Группа 52">
            <a:extLst>
              <a:ext uri="{FF2B5EF4-FFF2-40B4-BE49-F238E27FC236}">
                <a16:creationId xmlns:a16="http://schemas.microsoft.com/office/drawing/2014/main" id="{68F2EB79-2384-5E48-0027-543CDC83B486}"/>
              </a:ext>
            </a:extLst>
          </p:cNvPr>
          <p:cNvGrpSpPr/>
          <p:nvPr/>
        </p:nvGrpSpPr>
        <p:grpSpPr>
          <a:xfrm>
            <a:off x="6020746" y="3026868"/>
            <a:ext cx="424080" cy="203400"/>
            <a:chOff x="6020746" y="3026868"/>
            <a:chExt cx="424080" cy="203400"/>
          </a:xfrm>
        </p:grpSpPr>
        <mc:AlternateContent xmlns:mc="http://schemas.openxmlformats.org/markup-compatibility/2006" xmlns:p14="http://schemas.microsoft.com/office/powerpoint/2010/main">
          <mc:Choice Requires="p14">
            <p:contentPart p14:bwMode="auto" r:id="rId74">
              <p14:nvContentPartPr>
                <p14:cNvPr id="51" name="Рукописный ввод 50">
                  <a:extLst>
                    <a:ext uri="{FF2B5EF4-FFF2-40B4-BE49-F238E27FC236}">
                      <a16:creationId xmlns:a16="http://schemas.microsoft.com/office/drawing/2014/main" id="{307C9B90-0C04-3C68-3E9D-517403C87812}"/>
                    </a:ext>
                  </a:extLst>
                </p14:cNvPr>
                <p14:cNvContentPartPr/>
                <p14:nvPr/>
              </p14:nvContentPartPr>
              <p14:xfrm>
                <a:off x="6020746" y="3026868"/>
                <a:ext cx="189720" cy="41760"/>
              </p14:xfrm>
            </p:contentPart>
          </mc:Choice>
          <mc:Fallback xmlns="">
            <p:pic>
              <p:nvPicPr>
                <p:cNvPr id="51" name="Рукописный ввод 50">
                  <a:extLst>
                    <a:ext uri="{FF2B5EF4-FFF2-40B4-BE49-F238E27FC236}">
                      <a16:creationId xmlns:a16="http://schemas.microsoft.com/office/drawing/2014/main" id="{307C9B90-0C04-3C68-3E9D-517403C87812}"/>
                    </a:ext>
                  </a:extLst>
                </p:cNvPr>
                <p:cNvPicPr/>
                <p:nvPr/>
              </p:nvPicPr>
              <p:blipFill>
                <a:blip r:embed="rId75"/>
                <a:stretch>
                  <a:fillRect/>
                </a:stretch>
              </p:blipFill>
              <p:spPr>
                <a:xfrm>
                  <a:off x="6014626" y="3020748"/>
                  <a:ext cx="2019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2" name="Рукописный ввод 51">
                  <a:extLst>
                    <a:ext uri="{FF2B5EF4-FFF2-40B4-BE49-F238E27FC236}">
                      <a16:creationId xmlns:a16="http://schemas.microsoft.com/office/drawing/2014/main" id="{B5420026-B666-161F-58BE-F350D2C88E6C}"/>
                    </a:ext>
                  </a:extLst>
                </p14:cNvPr>
                <p14:cNvContentPartPr/>
                <p14:nvPr/>
              </p14:nvContentPartPr>
              <p14:xfrm>
                <a:off x="6031186" y="3068268"/>
                <a:ext cx="413640" cy="162000"/>
              </p14:xfrm>
            </p:contentPart>
          </mc:Choice>
          <mc:Fallback xmlns="">
            <p:pic>
              <p:nvPicPr>
                <p:cNvPr id="52" name="Рукописный ввод 51">
                  <a:extLst>
                    <a:ext uri="{FF2B5EF4-FFF2-40B4-BE49-F238E27FC236}">
                      <a16:creationId xmlns:a16="http://schemas.microsoft.com/office/drawing/2014/main" id="{B5420026-B666-161F-58BE-F350D2C88E6C}"/>
                    </a:ext>
                  </a:extLst>
                </p:cNvPr>
                <p:cNvPicPr/>
                <p:nvPr/>
              </p:nvPicPr>
              <p:blipFill>
                <a:blip r:embed="rId77"/>
                <a:stretch>
                  <a:fillRect/>
                </a:stretch>
              </p:blipFill>
              <p:spPr>
                <a:xfrm>
                  <a:off x="6025066" y="3062148"/>
                  <a:ext cx="425880" cy="174240"/>
                </a:xfrm>
                <a:prstGeom prst="rect">
                  <a:avLst/>
                </a:prstGeom>
              </p:spPr>
            </p:pic>
          </mc:Fallback>
        </mc:AlternateContent>
      </p:grpSp>
      <p:grpSp>
        <p:nvGrpSpPr>
          <p:cNvPr id="62" name="Группа 61">
            <a:extLst>
              <a:ext uri="{FF2B5EF4-FFF2-40B4-BE49-F238E27FC236}">
                <a16:creationId xmlns:a16="http://schemas.microsoft.com/office/drawing/2014/main" id="{1ED20123-1257-5517-A2F9-726E787AA125}"/>
              </a:ext>
            </a:extLst>
          </p:cNvPr>
          <p:cNvGrpSpPr/>
          <p:nvPr/>
        </p:nvGrpSpPr>
        <p:grpSpPr>
          <a:xfrm>
            <a:off x="6701866" y="2893668"/>
            <a:ext cx="432720" cy="322200"/>
            <a:chOff x="6701866" y="2893668"/>
            <a:chExt cx="432720" cy="322200"/>
          </a:xfrm>
        </p:grpSpPr>
        <mc:AlternateContent xmlns:mc="http://schemas.openxmlformats.org/markup-compatibility/2006" xmlns:p14="http://schemas.microsoft.com/office/powerpoint/2010/main">
          <mc:Choice Requires="p14">
            <p:contentPart p14:bwMode="auto" r:id="rId78">
              <p14:nvContentPartPr>
                <p14:cNvPr id="54" name="Рукописный ввод 53">
                  <a:extLst>
                    <a:ext uri="{FF2B5EF4-FFF2-40B4-BE49-F238E27FC236}">
                      <a16:creationId xmlns:a16="http://schemas.microsoft.com/office/drawing/2014/main" id="{C219D56C-DD61-275A-B20A-C696325146B1}"/>
                    </a:ext>
                  </a:extLst>
                </p14:cNvPr>
                <p14:cNvContentPartPr/>
                <p14:nvPr/>
              </p14:nvContentPartPr>
              <p14:xfrm>
                <a:off x="6701866" y="2893668"/>
                <a:ext cx="189720" cy="291240"/>
              </p14:xfrm>
            </p:contentPart>
          </mc:Choice>
          <mc:Fallback xmlns="">
            <p:pic>
              <p:nvPicPr>
                <p:cNvPr id="54" name="Рукописный ввод 53">
                  <a:extLst>
                    <a:ext uri="{FF2B5EF4-FFF2-40B4-BE49-F238E27FC236}">
                      <a16:creationId xmlns:a16="http://schemas.microsoft.com/office/drawing/2014/main" id="{C219D56C-DD61-275A-B20A-C696325146B1}"/>
                    </a:ext>
                  </a:extLst>
                </p:cNvPr>
                <p:cNvPicPr/>
                <p:nvPr/>
              </p:nvPicPr>
              <p:blipFill>
                <a:blip r:embed="rId79"/>
                <a:stretch>
                  <a:fillRect/>
                </a:stretch>
              </p:blipFill>
              <p:spPr>
                <a:xfrm>
                  <a:off x="6695746" y="2887548"/>
                  <a:ext cx="20196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5" name="Рукописный ввод 54">
                  <a:extLst>
                    <a:ext uri="{FF2B5EF4-FFF2-40B4-BE49-F238E27FC236}">
                      <a16:creationId xmlns:a16="http://schemas.microsoft.com/office/drawing/2014/main" id="{EA23BDB9-9919-CCCA-0BB3-8DC7CE1E9766}"/>
                    </a:ext>
                  </a:extLst>
                </p14:cNvPr>
                <p14:cNvContentPartPr/>
                <p14:nvPr/>
              </p14:nvContentPartPr>
              <p14:xfrm>
                <a:off x="6963946" y="2994828"/>
                <a:ext cx="170640" cy="221040"/>
              </p14:xfrm>
            </p:contentPart>
          </mc:Choice>
          <mc:Fallback xmlns="">
            <p:pic>
              <p:nvPicPr>
                <p:cNvPr id="55" name="Рукописный ввод 54">
                  <a:extLst>
                    <a:ext uri="{FF2B5EF4-FFF2-40B4-BE49-F238E27FC236}">
                      <a16:creationId xmlns:a16="http://schemas.microsoft.com/office/drawing/2014/main" id="{EA23BDB9-9919-CCCA-0BB3-8DC7CE1E9766}"/>
                    </a:ext>
                  </a:extLst>
                </p:cNvPr>
                <p:cNvPicPr/>
                <p:nvPr/>
              </p:nvPicPr>
              <p:blipFill>
                <a:blip r:embed="rId81"/>
                <a:stretch>
                  <a:fillRect/>
                </a:stretch>
              </p:blipFill>
              <p:spPr>
                <a:xfrm>
                  <a:off x="6957826" y="2988708"/>
                  <a:ext cx="182880" cy="233280"/>
                </a:xfrm>
                <a:prstGeom prst="rect">
                  <a:avLst/>
                </a:prstGeom>
              </p:spPr>
            </p:pic>
          </mc:Fallback>
        </mc:AlternateContent>
      </p:grpSp>
      <p:grpSp>
        <p:nvGrpSpPr>
          <p:cNvPr id="99" name="Группа 98">
            <a:extLst>
              <a:ext uri="{FF2B5EF4-FFF2-40B4-BE49-F238E27FC236}">
                <a16:creationId xmlns:a16="http://schemas.microsoft.com/office/drawing/2014/main" id="{BD7F8247-6F30-2C6E-F93C-F5D2B73F559C}"/>
              </a:ext>
            </a:extLst>
          </p:cNvPr>
          <p:cNvGrpSpPr/>
          <p:nvPr/>
        </p:nvGrpSpPr>
        <p:grpSpPr>
          <a:xfrm>
            <a:off x="7370026" y="2571468"/>
            <a:ext cx="3793320" cy="1203840"/>
            <a:chOff x="7370026" y="2571468"/>
            <a:chExt cx="3793320" cy="1203840"/>
          </a:xfrm>
        </p:grpSpPr>
        <mc:AlternateContent xmlns:mc="http://schemas.openxmlformats.org/markup-compatibility/2006" xmlns:p14="http://schemas.microsoft.com/office/powerpoint/2010/main">
          <mc:Choice Requires="p14">
            <p:contentPart p14:bwMode="auto" r:id="rId82">
              <p14:nvContentPartPr>
                <p14:cNvPr id="56" name="Рукописный ввод 55">
                  <a:extLst>
                    <a:ext uri="{FF2B5EF4-FFF2-40B4-BE49-F238E27FC236}">
                      <a16:creationId xmlns:a16="http://schemas.microsoft.com/office/drawing/2014/main" id="{ABC62E57-F5A2-9688-06A4-E83D1B1C14D9}"/>
                    </a:ext>
                  </a:extLst>
                </p14:cNvPr>
                <p14:cNvContentPartPr/>
                <p14:nvPr/>
              </p14:nvContentPartPr>
              <p14:xfrm>
                <a:off x="7378306" y="3026508"/>
                <a:ext cx="129960" cy="22320"/>
              </p14:xfrm>
            </p:contentPart>
          </mc:Choice>
          <mc:Fallback xmlns="">
            <p:pic>
              <p:nvPicPr>
                <p:cNvPr id="56" name="Рукописный ввод 55">
                  <a:extLst>
                    <a:ext uri="{FF2B5EF4-FFF2-40B4-BE49-F238E27FC236}">
                      <a16:creationId xmlns:a16="http://schemas.microsoft.com/office/drawing/2014/main" id="{ABC62E57-F5A2-9688-06A4-E83D1B1C14D9}"/>
                    </a:ext>
                  </a:extLst>
                </p:cNvPr>
                <p:cNvPicPr/>
                <p:nvPr/>
              </p:nvPicPr>
              <p:blipFill>
                <a:blip r:embed="rId83"/>
                <a:stretch>
                  <a:fillRect/>
                </a:stretch>
              </p:blipFill>
              <p:spPr>
                <a:xfrm>
                  <a:off x="7372186" y="3020388"/>
                  <a:ext cx="14220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7" name="Рукописный ввод 56">
                  <a:extLst>
                    <a:ext uri="{FF2B5EF4-FFF2-40B4-BE49-F238E27FC236}">
                      <a16:creationId xmlns:a16="http://schemas.microsoft.com/office/drawing/2014/main" id="{985ED327-70C9-83DB-3536-8132791270BA}"/>
                    </a:ext>
                  </a:extLst>
                </p14:cNvPr>
                <p14:cNvContentPartPr/>
                <p14:nvPr/>
              </p14:nvContentPartPr>
              <p14:xfrm>
                <a:off x="7370026" y="3086628"/>
                <a:ext cx="204120" cy="29880"/>
              </p14:xfrm>
            </p:contentPart>
          </mc:Choice>
          <mc:Fallback xmlns="">
            <p:pic>
              <p:nvPicPr>
                <p:cNvPr id="57" name="Рукописный ввод 56">
                  <a:extLst>
                    <a:ext uri="{FF2B5EF4-FFF2-40B4-BE49-F238E27FC236}">
                      <a16:creationId xmlns:a16="http://schemas.microsoft.com/office/drawing/2014/main" id="{985ED327-70C9-83DB-3536-8132791270BA}"/>
                    </a:ext>
                  </a:extLst>
                </p:cNvPr>
                <p:cNvPicPr/>
                <p:nvPr/>
              </p:nvPicPr>
              <p:blipFill>
                <a:blip r:embed="rId85"/>
                <a:stretch>
                  <a:fillRect/>
                </a:stretch>
              </p:blipFill>
              <p:spPr>
                <a:xfrm>
                  <a:off x="7363906" y="3080508"/>
                  <a:ext cx="21636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8" name="Рукописный ввод 57">
                  <a:extLst>
                    <a:ext uri="{FF2B5EF4-FFF2-40B4-BE49-F238E27FC236}">
                      <a16:creationId xmlns:a16="http://schemas.microsoft.com/office/drawing/2014/main" id="{C556EAF9-012E-68AB-CAD2-3419B0B87F23}"/>
                    </a:ext>
                  </a:extLst>
                </p14:cNvPr>
                <p14:cNvContentPartPr/>
                <p14:nvPr/>
              </p14:nvContentPartPr>
              <p14:xfrm>
                <a:off x="7673866" y="2881788"/>
                <a:ext cx="201240" cy="299520"/>
              </p14:xfrm>
            </p:contentPart>
          </mc:Choice>
          <mc:Fallback xmlns="">
            <p:pic>
              <p:nvPicPr>
                <p:cNvPr id="58" name="Рукописный ввод 57">
                  <a:extLst>
                    <a:ext uri="{FF2B5EF4-FFF2-40B4-BE49-F238E27FC236}">
                      <a16:creationId xmlns:a16="http://schemas.microsoft.com/office/drawing/2014/main" id="{C556EAF9-012E-68AB-CAD2-3419B0B87F23}"/>
                    </a:ext>
                  </a:extLst>
                </p:cNvPr>
                <p:cNvPicPr/>
                <p:nvPr/>
              </p:nvPicPr>
              <p:blipFill>
                <a:blip r:embed="rId87"/>
                <a:stretch>
                  <a:fillRect/>
                </a:stretch>
              </p:blipFill>
              <p:spPr>
                <a:xfrm>
                  <a:off x="7667746" y="2875668"/>
                  <a:ext cx="21348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9" name="Рукописный ввод 58">
                  <a:extLst>
                    <a:ext uri="{FF2B5EF4-FFF2-40B4-BE49-F238E27FC236}">
                      <a16:creationId xmlns:a16="http://schemas.microsoft.com/office/drawing/2014/main" id="{052471E8-4DBE-38FA-8C7D-9323CB75055F}"/>
                    </a:ext>
                  </a:extLst>
                </p14:cNvPr>
                <p14:cNvContentPartPr/>
                <p14:nvPr/>
              </p14:nvContentPartPr>
              <p14:xfrm>
                <a:off x="7968706" y="2932188"/>
                <a:ext cx="122760" cy="194040"/>
              </p14:xfrm>
            </p:contentPart>
          </mc:Choice>
          <mc:Fallback xmlns="">
            <p:pic>
              <p:nvPicPr>
                <p:cNvPr id="59" name="Рукописный ввод 58">
                  <a:extLst>
                    <a:ext uri="{FF2B5EF4-FFF2-40B4-BE49-F238E27FC236}">
                      <a16:creationId xmlns:a16="http://schemas.microsoft.com/office/drawing/2014/main" id="{052471E8-4DBE-38FA-8C7D-9323CB75055F}"/>
                    </a:ext>
                  </a:extLst>
                </p:cNvPr>
                <p:cNvPicPr/>
                <p:nvPr/>
              </p:nvPicPr>
              <p:blipFill>
                <a:blip r:embed="rId89"/>
                <a:stretch>
                  <a:fillRect/>
                </a:stretch>
              </p:blipFill>
              <p:spPr>
                <a:xfrm>
                  <a:off x="7962586" y="2926068"/>
                  <a:ext cx="1350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0" name="Рукописный ввод 59">
                  <a:extLst>
                    <a:ext uri="{FF2B5EF4-FFF2-40B4-BE49-F238E27FC236}">
                      <a16:creationId xmlns:a16="http://schemas.microsoft.com/office/drawing/2014/main" id="{356EDB6A-6DB6-4E46-79D4-CB15A38C4632}"/>
                    </a:ext>
                  </a:extLst>
                </p14:cNvPr>
                <p14:cNvContentPartPr/>
                <p14:nvPr/>
              </p14:nvContentPartPr>
              <p14:xfrm>
                <a:off x="7951426" y="2963868"/>
                <a:ext cx="159120" cy="234000"/>
              </p14:xfrm>
            </p:contentPart>
          </mc:Choice>
          <mc:Fallback xmlns="">
            <p:pic>
              <p:nvPicPr>
                <p:cNvPr id="60" name="Рукописный ввод 59">
                  <a:extLst>
                    <a:ext uri="{FF2B5EF4-FFF2-40B4-BE49-F238E27FC236}">
                      <a16:creationId xmlns:a16="http://schemas.microsoft.com/office/drawing/2014/main" id="{356EDB6A-6DB6-4E46-79D4-CB15A38C4632}"/>
                    </a:ext>
                  </a:extLst>
                </p:cNvPr>
                <p:cNvPicPr/>
                <p:nvPr/>
              </p:nvPicPr>
              <p:blipFill>
                <a:blip r:embed="rId91"/>
                <a:stretch>
                  <a:fillRect/>
                </a:stretch>
              </p:blipFill>
              <p:spPr>
                <a:xfrm>
                  <a:off x="7945306" y="2957748"/>
                  <a:ext cx="17136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3" name="Рукописный ввод 62">
                  <a:extLst>
                    <a:ext uri="{FF2B5EF4-FFF2-40B4-BE49-F238E27FC236}">
                      <a16:creationId xmlns:a16="http://schemas.microsoft.com/office/drawing/2014/main" id="{932E0BDB-D58A-16B1-80BB-D7454C67654A}"/>
                    </a:ext>
                  </a:extLst>
                </p14:cNvPr>
                <p14:cNvContentPartPr/>
                <p14:nvPr/>
              </p14:nvContentPartPr>
              <p14:xfrm>
                <a:off x="8215306" y="3072228"/>
                <a:ext cx="68400" cy="298440"/>
              </p14:xfrm>
            </p:contentPart>
          </mc:Choice>
          <mc:Fallback xmlns="">
            <p:pic>
              <p:nvPicPr>
                <p:cNvPr id="63" name="Рукописный ввод 62">
                  <a:extLst>
                    <a:ext uri="{FF2B5EF4-FFF2-40B4-BE49-F238E27FC236}">
                      <a16:creationId xmlns:a16="http://schemas.microsoft.com/office/drawing/2014/main" id="{932E0BDB-D58A-16B1-80BB-D7454C67654A}"/>
                    </a:ext>
                  </a:extLst>
                </p:cNvPr>
                <p:cNvPicPr/>
                <p:nvPr/>
              </p:nvPicPr>
              <p:blipFill>
                <a:blip r:embed="rId93"/>
                <a:stretch>
                  <a:fillRect/>
                </a:stretch>
              </p:blipFill>
              <p:spPr>
                <a:xfrm>
                  <a:off x="8209186" y="3066108"/>
                  <a:ext cx="8064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4" name="Рукописный ввод 63">
                  <a:extLst>
                    <a:ext uri="{FF2B5EF4-FFF2-40B4-BE49-F238E27FC236}">
                      <a16:creationId xmlns:a16="http://schemas.microsoft.com/office/drawing/2014/main" id="{E25792E6-B111-CB81-2EC0-77D10930A6BB}"/>
                    </a:ext>
                  </a:extLst>
                </p14:cNvPr>
                <p14:cNvContentPartPr/>
                <p14:nvPr/>
              </p14:nvContentPartPr>
              <p14:xfrm>
                <a:off x="8536786" y="3022908"/>
                <a:ext cx="162360" cy="190440"/>
              </p14:xfrm>
            </p:contentPart>
          </mc:Choice>
          <mc:Fallback xmlns="">
            <p:pic>
              <p:nvPicPr>
                <p:cNvPr id="64" name="Рукописный ввод 63">
                  <a:extLst>
                    <a:ext uri="{FF2B5EF4-FFF2-40B4-BE49-F238E27FC236}">
                      <a16:creationId xmlns:a16="http://schemas.microsoft.com/office/drawing/2014/main" id="{E25792E6-B111-CB81-2EC0-77D10930A6BB}"/>
                    </a:ext>
                  </a:extLst>
                </p:cNvPr>
                <p:cNvPicPr/>
                <p:nvPr/>
              </p:nvPicPr>
              <p:blipFill>
                <a:blip r:embed="rId95"/>
                <a:stretch>
                  <a:fillRect/>
                </a:stretch>
              </p:blipFill>
              <p:spPr>
                <a:xfrm>
                  <a:off x="8530666" y="3016788"/>
                  <a:ext cx="17460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5" name="Рукописный ввод 64">
                  <a:extLst>
                    <a:ext uri="{FF2B5EF4-FFF2-40B4-BE49-F238E27FC236}">
                      <a16:creationId xmlns:a16="http://schemas.microsoft.com/office/drawing/2014/main" id="{F8A22107-5991-36AD-353D-EAAB4694D429}"/>
                    </a:ext>
                  </a:extLst>
                </p14:cNvPr>
                <p14:cNvContentPartPr/>
                <p14:nvPr/>
              </p14:nvContentPartPr>
              <p14:xfrm>
                <a:off x="8813266" y="3078708"/>
                <a:ext cx="102240" cy="22320"/>
              </p14:xfrm>
            </p:contentPart>
          </mc:Choice>
          <mc:Fallback xmlns="">
            <p:pic>
              <p:nvPicPr>
                <p:cNvPr id="65" name="Рукописный ввод 64">
                  <a:extLst>
                    <a:ext uri="{FF2B5EF4-FFF2-40B4-BE49-F238E27FC236}">
                      <a16:creationId xmlns:a16="http://schemas.microsoft.com/office/drawing/2014/main" id="{F8A22107-5991-36AD-353D-EAAB4694D429}"/>
                    </a:ext>
                  </a:extLst>
                </p:cNvPr>
                <p:cNvPicPr/>
                <p:nvPr/>
              </p:nvPicPr>
              <p:blipFill>
                <a:blip r:embed="rId97"/>
                <a:stretch>
                  <a:fillRect/>
                </a:stretch>
              </p:blipFill>
              <p:spPr>
                <a:xfrm>
                  <a:off x="8807146" y="3072588"/>
                  <a:ext cx="1144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6" name="Рукописный ввод 65">
                  <a:extLst>
                    <a:ext uri="{FF2B5EF4-FFF2-40B4-BE49-F238E27FC236}">
                      <a16:creationId xmlns:a16="http://schemas.microsoft.com/office/drawing/2014/main" id="{10F8975E-EFC7-46D4-3206-BA0714448870}"/>
                    </a:ext>
                  </a:extLst>
                </p14:cNvPr>
                <p14:cNvContentPartPr/>
                <p14:nvPr/>
              </p14:nvContentPartPr>
              <p14:xfrm>
                <a:off x="8769706" y="3149628"/>
                <a:ext cx="173880" cy="30240"/>
              </p14:xfrm>
            </p:contentPart>
          </mc:Choice>
          <mc:Fallback xmlns="">
            <p:pic>
              <p:nvPicPr>
                <p:cNvPr id="66" name="Рукописный ввод 65">
                  <a:extLst>
                    <a:ext uri="{FF2B5EF4-FFF2-40B4-BE49-F238E27FC236}">
                      <a16:creationId xmlns:a16="http://schemas.microsoft.com/office/drawing/2014/main" id="{10F8975E-EFC7-46D4-3206-BA0714448870}"/>
                    </a:ext>
                  </a:extLst>
                </p:cNvPr>
                <p:cNvPicPr/>
                <p:nvPr/>
              </p:nvPicPr>
              <p:blipFill>
                <a:blip r:embed="rId99"/>
                <a:stretch>
                  <a:fillRect/>
                </a:stretch>
              </p:blipFill>
              <p:spPr>
                <a:xfrm>
                  <a:off x="8763586" y="3143508"/>
                  <a:ext cx="1861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9" name="Рукописный ввод 68">
                  <a:extLst>
                    <a:ext uri="{FF2B5EF4-FFF2-40B4-BE49-F238E27FC236}">
                      <a16:creationId xmlns:a16="http://schemas.microsoft.com/office/drawing/2014/main" id="{26A3BA54-2CCC-BD16-483A-CF3F91382C13}"/>
                    </a:ext>
                  </a:extLst>
                </p14:cNvPr>
                <p14:cNvContentPartPr/>
                <p14:nvPr/>
              </p14:nvContentPartPr>
              <p14:xfrm>
                <a:off x="9095866" y="2890788"/>
                <a:ext cx="153720" cy="559440"/>
              </p14:xfrm>
            </p:contentPart>
          </mc:Choice>
          <mc:Fallback xmlns="">
            <p:pic>
              <p:nvPicPr>
                <p:cNvPr id="69" name="Рукописный ввод 68">
                  <a:extLst>
                    <a:ext uri="{FF2B5EF4-FFF2-40B4-BE49-F238E27FC236}">
                      <a16:creationId xmlns:a16="http://schemas.microsoft.com/office/drawing/2014/main" id="{26A3BA54-2CCC-BD16-483A-CF3F91382C13}"/>
                    </a:ext>
                  </a:extLst>
                </p:cNvPr>
                <p:cNvPicPr/>
                <p:nvPr/>
              </p:nvPicPr>
              <p:blipFill>
                <a:blip r:embed="rId101"/>
                <a:stretch>
                  <a:fillRect/>
                </a:stretch>
              </p:blipFill>
              <p:spPr>
                <a:xfrm>
                  <a:off x="9089746" y="2884668"/>
                  <a:ext cx="16596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1" name="Рукописный ввод 70">
                  <a:extLst>
                    <a:ext uri="{FF2B5EF4-FFF2-40B4-BE49-F238E27FC236}">
                      <a16:creationId xmlns:a16="http://schemas.microsoft.com/office/drawing/2014/main" id="{325DB3C0-0D5B-D3FB-CA79-8CB1953D3168}"/>
                    </a:ext>
                  </a:extLst>
                </p14:cNvPr>
                <p14:cNvContentPartPr/>
                <p14:nvPr/>
              </p14:nvContentPartPr>
              <p14:xfrm>
                <a:off x="9548386" y="2968548"/>
                <a:ext cx="111960" cy="240840"/>
              </p14:xfrm>
            </p:contentPart>
          </mc:Choice>
          <mc:Fallback xmlns="">
            <p:pic>
              <p:nvPicPr>
                <p:cNvPr id="71" name="Рукописный ввод 70">
                  <a:extLst>
                    <a:ext uri="{FF2B5EF4-FFF2-40B4-BE49-F238E27FC236}">
                      <a16:creationId xmlns:a16="http://schemas.microsoft.com/office/drawing/2014/main" id="{325DB3C0-0D5B-D3FB-CA79-8CB1953D3168}"/>
                    </a:ext>
                  </a:extLst>
                </p:cNvPr>
                <p:cNvPicPr/>
                <p:nvPr/>
              </p:nvPicPr>
              <p:blipFill>
                <a:blip r:embed="rId103"/>
                <a:stretch>
                  <a:fillRect/>
                </a:stretch>
              </p:blipFill>
              <p:spPr>
                <a:xfrm>
                  <a:off x="9542266" y="2962428"/>
                  <a:ext cx="12420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2" name="Рукописный ввод 71">
                  <a:extLst>
                    <a:ext uri="{FF2B5EF4-FFF2-40B4-BE49-F238E27FC236}">
                      <a16:creationId xmlns:a16="http://schemas.microsoft.com/office/drawing/2014/main" id="{C55807B5-98F7-EF3E-0E00-AF376802E3FE}"/>
                    </a:ext>
                  </a:extLst>
                </p14:cNvPr>
                <p14:cNvContentPartPr/>
                <p14:nvPr/>
              </p14:nvContentPartPr>
              <p14:xfrm>
                <a:off x="9529306" y="3068988"/>
                <a:ext cx="121320" cy="236520"/>
              </p14:xfrm>
            </p:contentPart>
          </mc:Choice>
          <mc:Fallback xmlns="">
            <p:pic>
              <p:nvPicPr>
                <p:cNvPr id="72" name="Рукописный ввод 71">
                  <a:extLst>
                    <a:ext uri="{FF2B5EF4-FFF2-40B4-BE49-F238E27FC236}">
                      <a16:creationId xmlns:a16="http://schemas.microsoft.com/office/drawing/2014/main" id="{C55807B5-98F7-EF3E-0E00-AF376802E3FE}"/>
                    </a:ext>
                  </a:extLst>
                </p:cNvPr>
                <p:cNvPicPr/>
                <p:nvPr/>
              </p:nvPicPr>
              <p:blipFill>
                <a:blip r:embed="rId105"/>
                <a:stretch>
                  <a:fillRect/>
                </a:stretch>
              </p:blipFill>
              <p:spPr>
                <a:xfrm>
                  <a:off x="9523186" y="3062868"/>
                  <a:ext cx="13356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3" name="Рукописный ввод 72">
                  <a:extLst>
                    <a:ext uri="{FF2B5EF4-FFF2-40B4-BE49-F238E27FC236}">
                      <a16:creationId xmlns:a16="http://schemas.microsoft.com/office/drawing/2014/main" id="{0AB1D500-4FAF-72A8-D070-C92B9B936E6F}"/>
                    </a:ext>
                  </a:extLst>
                </p14:cNvPr>
                <p14:cNvContentPartPr/>
                <p14:nvPr/>
              </p14:nvContentPartPr>
              <p14:xfrm>
                <a:off x="9848986" y="2957748"/>
                <a:ext cx="195480" cy="209880"/>
              </p14:xfrm>
            </p:contentPart>
          </mc:Choice>
          <mc:Fallback xmlns="">
            <p:pic>
              <p:nvPicPr>
                <p:cNvPr id="73" name="Рукописный ввод 72">
                  <a:extLst>
                    <a:ext uri="{FF2B5EF4-FFF2-40B4-BE49-F238E27FC236}">
                      <a16:creationId xmlns:a16="http://schemas.microsoft.com/office/drawing/2014/main" id="{0AB1D500-4FAF-72A8-D070-C92B9B936E6F}"/>
                    </a:ext>
                  </a:extLst>
                </p:cNvPr>
                <p:cNvPicPr/>
                <p:nvPr/>
              </p:nvPicPr>
              <p:blipFill>
                <a:blip r:embed="rId107"/>
                <a:stretch>
                  <a:fillRect/>
                </a:stretch>
              </p:blipFill>
              <p:spPr>
                <a:xfrm>
                  <a:off x="9842866" y="2951628"/>
                  <a:ext cx="20772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4" name="Рукописный ввод 73">
                  <a:extLst>
                    <a:ext uri="{FF2B5EF4-FFF2-40B4-BE49-F238E27FC236}">
                      <a16:creationId xmlns:a16="http://schemas.microsoft.com/office/drawing/2014/main" id="{E18837B8-659F-F832-8ABB-1005DC8037BA}"/>
                    </a:ext>
                  </a:extLst>
                </p14:cNvPr>
                <p14:cNvContentPartPr/>
                <p14:nvPr/>
              </p14:nvContentPartPr>
              <p14:xfrm>
                <a:off x="9938986" y="2785308"/>
                <a:ext cx="152640" cy="27000"/>
              </p14:xfrm>
            </p:contentPart>
          </mc:Choice>
          <mc:Fallback xmlns="">
            <p:pic>
              <p:nvPicPr>
                <p:cNvPr id="74" name="Рукописный ввод 73">
                  <a:extLst>
                    <a:ext uri="{FF2B5EF4-FFF2-40B4-BE49-F238E27FC236}">
                      <a16:creationId xmlns:a16="http://schemas.microsoft.com/office/drawing/2014/main" id="{E18837B8-659F-F832-8ABB-1005DC8037BA}"/>
                    </a:ext>
                  </a:extLst>
                </p:cNvPr>
                <p:cNvPicPr/>
                <p:nvPr/>
              </p:nvPicPr>
              <p:blipFill>
                <a:blip r:embed="rId109"/>
                <a:stretch>
                  <a:fillRect/>
                </a:stretch>
              </p:blipFill>
              <p:spPr>
                <a:xfrm>
                  <a:off x="9932866" y="2779188"/>
                  <a:ext cx="1648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6" name="Рукописный ввод 75">
                  <a:extLst>
                    <a:ext uri="{FF2B5EF4-FFF2-40B4-BE49-F238E27FC236}">
                      <a16:creationId xmlns:a16="http://schemas.microsoft.com/office/drawing/2014/main" id="{5D0B3A92-31AE-FEF8-BF2B-A4BB0250281E}"/>
                    </a:ext>
                  </a:extLst>
                </p14:cNvPr>
                <p14:cNvContentPartPr/>
                <p14:nvPr/>
              </p14:nvContentPartPr>
              <p14:xfrm>
                <a:off x="10241746" y="2571468"/>
                <a:ext cx="110520" cy="230760"/>
              </p14:xfrm>
            </p:contentPart>
          </mc:Choice>
          <mc:Fallback xmlns="">
            <p:pic>
              <p:nvPicPr>
                <p:cNvPr id="76" name="Рукописный ввод 75">
                  <a:extLst>
                    <a:ext uri="{FF2B5EF4-FFF2-40B4-BE49-F238E27FC236}">
                      <a16:creationId xmlns:a16="http://schemas.microsoft.com/office/drawing/2014/main" id="{5D0B3A92-31AE-FEF8-BF2B-A4BB0250281E}"/>
                    </a:ext>
                  </a:extLst>
                </p:cNvPr>
                <p:cNvPicPr/>
                <p:nvPr/>
              </p:nvPicPr>
              <p:blipFill>
                <a:blip r:embed="rId111"/>
                <a:stretch>
                  <a:fillRect/>
                </a:stretch>
              </p:blipFill>
              <p:spPr>
                <a:xfrm>
                  <a:off x="10235626" y="2565348"/>
                  <a:ext cx="1227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7" name="Рукописный ввод 76">
                  <a:extLst>
                    <a:ext uri="{FF2B5EF4-FFF2-40B4-BE49-F238E27FC236}">
                      <a16:creationId xmlns:a16="http://schemas.microsoft.com/office/drawing/2014/main" id="{8C028F47-70C6-8CF8-6238-20A35B01BAE7}"/>
                    </a:ext>
                  </a:extLst>
                </p14:cNvPr>
                <p14:cNvContentPartPr/>
                <p14:nvPr/>
              </p14:nvContentPartPr>
              <p14:xfrm>
                <a:off x="10228786" y="2702508"/>
                <a:ext cx="126360" cy="183240"/>
              </p14:xfrm>
            </p:contentPart>
          </mc:Choice>
          <mc:Fallback xmlns="">
            <p:pic>
              <p:nvPicPr>
                <p:cNvPr id="77" name="Рукописный ввод 76">
                  <a:extLst>
                    <a:ext uri="{FF2B5EF4-FFF2-40B4-BE49-F238E27FC236}">
                      <a16:creationId xmlns:a16="http://schemas.microsoft.com/office/drawing/2014/main" id="{8C028F47-70C6-8CF8-6238-20A35B01BAE7}"/>
                    </a:ext>
                  </a:extLst>
                </p:cNvPr>
                <p:cNvPicPr/>
                <p:nvPr/>
              </p:nvPicPr>
              <p:blipFill>
                <a:blip r:embed="rId113"/>
                <a:stretch>
                  <a:fillRect/>
                </a:stretch>
              </p:blipFill>
              <p:spPr>
                <a:xfrm>
                  <a:off x="10222666" y="2696388"/>
                  <a:ext cx="13860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8" name="Рукописный ввод 77">
                  <a:extLst>
                    <a:ext uri="{FF2B5EF4-FFF2-40B4-BE49-F238E27FC236}">
                      <a16:creationId xmlns:a16="http://schemas.microsoft.com/office/drawing/2014/main" id="{DC5EA5A5-94D1-8827-DB80-86AD7A5129AF}"/>
                    </a:ext>
                  </a:extLst>
                </p14:cNvPr>
                <p14:cNvContentPartPr/>
                <p14:nvPr/>
              </p14:nvContentPartPr>
              <p14:xfrm>
                <a:off x="10444786" y="2627268"/>
                <a:ext cx="126720" cy="211320"/>
              </p14:xfrm>
            </p:contentPart>
          </mc:Choice>
          <mc:Fallback xmlns="">
            <p:pic>
              <p:nvPicPr>
                <p:cNvPr id="78" name="Рукописный ввод 77">
                  <a:extLst>
                    <a:ext uri="{FF2B5EF4-FFF2-40B4-BE49-F238E27FC236}">
                      <a16:creationId xmlns:a16="http://schemas.microsoft.com/office/drawing/2014/main" id="{DC5EA5A5-94D1-8827-DB80-86AD7A5129AF}"/>
                    </a:ext>
                  </a:extLst>
                </p:cNvPr>
                <p:cNvPicPr/>
                <p:nvPr/>
              </p:nvPicPr>
              <p:blipFill>
                <a:blip r:embed="rId115"/>
                <a:stretch>
                  <a:fillRect/>
                </a:stretch>
              </p:blipFill>
              <p:spPr>
                <a:xfrm>
                  <a:off x="10438666" y="2621148"/>
                  <a:ext cx="13896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9" name="Рукописный ввод 78">
                  <a:extLst>
                    <a:ext uri="{FF2B5EF4-FFF2-40B4-BE49-F238E27FC236}">
                      <a16:creationId xmlns:a16="http://schemas.microsoft.com/office/drawing/2014/main" id="{551C97F2-11A4-6E73-B37C-1BC17E64F149}"/>
                    </a:ext>
                  </a:extLst>
                </p14:cNvPr>
                <p14:cNvContentPartPr/>
                <p14:nvPr/>
              </p14:nvContentPartPr>
              <p14:xfrm>
                <a:off x="10415986" y="2651748"/>
                <a:ext cx="191160" cy="270720"/>
              </p14:xfrm>
            </p:contentPart>
          </mc:Choice>
          <mc:Fallback xmlns="">
            <p:pic>
              <p:nvPicPr>
                <p:cNvPr id="79" name="Рукописный ввод 78">
                  <a:extLst>
                    <a:ext uri="{FF2B5EF4-FFF2-40B4-BE49-F238E27FC236}">
                      <a16:creationId xmlns:a16="http://schemas.microsoft.com/office/drawing/2014/main" id="{551C97F2-11A4-6E73-B37C-1BC17E64F149}"/>
                    </a:ext>
                  </a:extLst>
                </p:cNvPr>
                <p:cNvPicPr/>
                <p:nvPr/>
              </p:nvPicPr>
              <p:blipFill>
                <a:blip r:embed="rId117"/>
                <a:stretch>
                  <a:fillRect/>
                </a:stretch>
              </p:blipFill>
              <p:spPr>
                <a:xfrm>
                  <a:off x="10409866" y="2645628"/>
                  <a:ext cx="20340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1" name="Рукописный ввод 80">
                  <a:extLst>
                    <a:ext uri="{FF2B5EF4-FFF2-40B4-BE49-F238E27FC236}">
                      <a16:creationId xmlns:a16="http://schemas.microsoft.com/office/drawing/2014/main" id="{35D060EC-038D-A9DD-F303-46A9522E1E00}"/>
                    </a:ext>
                  </a:extLst>
                </p14:cNvPr>
                <p14:cNvContentPartPr/>
                <p14:nvPr/>
              </p14:nvContentPartPr>
              <p14:xfrm>
                <a:off x="10296106" y="2960988"/>
                <a:ext cx="353160" cy="244800"/>
              </p14:xfrm>
            </p:contentPart>
          </mc:Choice>
          <mc:Fallback xmlns="">
            <p:pic>
              <p:nvPicPr>
                <p:cNvPr id="81" name="Рукописный ввод 80">
                  <a:extLst>
                    <a:ext uri="{FF2B5EF4-FFF2-40B4-BE49-F238E27FC236}">
                      <a16:creationId xmlns:a16="http://schemas.microsoft.com/office/drawing/2014/main" id="{35D060EC-038D-A9DD-F303-46A9522E1E00}"/>
                    </a:ext>
                  </a:extLst>
                </p:cNvPr>
                <p:cNvPicPr/>
                <p:nvPr/>
              </p:nvPicPr>
              <p:blipFill>
                <a:blip r:embed="rId119"/>
                <a:stretch>
                  <a:fillRect/>
                </a:stretch>
              </p:blipFill>
              <p:spPr>
                <a:xfrm>
                  <a:off x="10289986" y="2954868"/>
                  <a:ext cx="36540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2" name="Рукописный ввод 81">
                  <a:extLst>
                    <a:ext uri="{FF2B5EF4-FFF2-40B4-BE49-F238E27FC236}">
                      <a16:creationId xmlns:a16="http://schemas.microsoft.com/office/drawing/2014/main" id="{9D293804-3854-5469-6A06-46C45BDF2CFF}"/>
                    </a:ext>
                  </a:extLst>
                </p14:cNvPr>
                <p14:cNvContentPartPr/>
                <p14:nvPr/>
              </p14:nvContentPartPr>
              <p14:xfrm>
                <a:off x="10769866" y="3069348"/>
                <a:ext cx="110880" cy="14400"/>
              </p14:xfrm>
            </p:contentPart>
          </mc:Choice>
          <mc:Fallback xmlns="">
            <p:pic>
              <p:nvPicPr>
                <p:cNvPr id="82" name="Рукописный ввод 81">
                  <a:extLst>
                    <a:ext uri="{FF2B5EF4-FFF2-40B4-BE49-F238E27FC236}">
                      <a16:creationId xmlns:a16="http://schemas.microsoft.com/office/drawing/2014/main" id="{9D293804-3854-5469-6A06-46C45BDF2CFF}"/>
                    </a:ext>
                  </a:extLst>
                </p:cNvPr>
                <p:cNvPicPr/>
                <p:nvPr/>
              </p:nvPicPr>
              <p:blipFill>
                <a:blip r:embed="rId121"/>
                <a:stretch>
                  <a:fillRect/>
                </a:stretch>
              </p:blipFill>
              <p:spPr>
                <a:xfrm>
                  <a:off x="10763746" y="3063228"/>
                  <a:ext cx="1231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3" name="Рукописный ввод 82">
                  <a:extLst>
                    <a:ext uri="{FF2B5EF4-FFF2-40B4-BE49-F238E27FC236}">
                      <a16:creationId xmlns:a16="http://schemas.microsoft.com/office/drawing/2014/main" id="{925C42C2-94B0-0F76-A59D-1FC6BD540CAB}"/>
                    </a:ext>
                  </a:extLst>
                </p14:cNvPr>
                <p14:cNvContentPartPr/>
                <p14:nvPr/>
              </p14:nvContentPartPr>
              <p14:xfrm>
                <a:off x="10770226" y="3008508"/>
                <a:ext cx="98280" cy="204480"/>
              </p14:xfrm>
            </p:contentPart>
          </mc:Choice>
          <mc:Fallback xmlns="">
            <p:pic>
              <p:nvPicPr>
                <p:cNvPr id="83" name="Рукописный ввод 82">
                  <a:extLst>
                    <a:ext uri="{FF2B5EF4-FFF2-40B4-BE49-F238E27FC236}">
                      <a16:creationId xmlns:a16="http://schemas.microsoft.com/office/drawing/2014/main" id="{925C42C2-94B0-0F76-A59D-1FC6BD540CAB}"/>
                    </a:ext>
                  </a:extLst>
                </p:cNvPr>
                <p:cNvPicPr/>
                <p:nvPr/>
              </p:nvPicPr>
              <p:blipFill>
                <a:blip r:embed="rId123"/>
                <a:stretch>
                  <a:fillRect/>
                </a:stretch>
              </p:blipFill>
              <p:spPr>
                <a:xfrm>
                  <a:off x="10764106" y="3002388"/>
                  <a:ext cx="1105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4" name="Рукописный ввод 83">
                  <a:extLst>
                    <a:ext uri="{FF2B5EF4-FFF2-40B4-BE49-F238E27FC236}">
                      <a16:creationId xmlns:a16="http://schemas.microsoft.com/office/drawing/2014/main" id="{FD7EBE91-C032-1145-EFD3-4B06DDD03AFA}"/>
                    </a:ext>
                  </a:extLst>
                </p14:cNvPr>
                <p14:cNvContentPartPr/>
                <p14:nvPr/>
              </p14:nvContentPartPr>
              <p14:xfrm>
                <a:off x="10759786" y="2993028"/>
                <a:ext cx="143280" cy="236520"/>
              </p14:xfrm>
            </p:contentPart>
          </mc:Choice>
          <mc:Fallback xmlns="">
            <p:pic>
              <p:nvPicPr>
                <p:cNvPr id="84" name="Рукописный ввод 83">
                  <a:extLst>
                    <a:ext uri="{FF2B5EF4-FFF2-40B4-BE49-F238E27FC236}">
                      <a16:creationId xmlns:a16="http://schemas.microsoft.com/office/drawing/2014/main" id="{FD7EBE91-C032-1145-EFD3-4B06DDD03AFA}"/>
                    </a:ext>
                  </a:extLst>
                </p:cNvPr>
                <p:cNvPicPr/>
                <p:nvPr/>
              </p:nvPicPr>
              <p:blipFill>
                <a:blip r:embed="rId125"/>
                <a:stretch>
                  <a:fillRect/>
                </a:stretch>
              </p:blipFill>
              <p:spPr>
                <a:xfrm>
                  <a:off x="10753666" y="2986908"/>
                  <a:ext cx="1555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5" name="Рукописный ввод 84">
                  <a:extLst>
                    <a:ext uri="{FF2B5EF4-FFF2-40B4-BE49-F238E27FC236}">
                      <a16:creationId xmlns:a16="http://schemas.microsoft.com/office/drawing/2014/main" id="{B7086817-27C3-A48B-8FB0-54CFFE5A5CDA}"/>
                    </a:ext>
                  </a:extLst>
                </p14:cNvPr>
                <p14:cNvContentPartPr/>
                <p14:nvPr/>
              </p14:nvContentPartPr>
              <p14:xfrm>
                <a:off x="11042386" y="3049548"/>
                <a:ext cx="120960" cy="12600"/>
              </p14:xfrm>
            </p:contentPart>
          </mc:Choice>
          <mc:Fallback xmlns="">
            <p:pic>
              <p:nvPicPr>
                <p:cNvPr id="85" name="Рукописный ввод 84">
                  <a:extLst>
                    <a:ext uri="{FF2B5EF4-FFF2-40B4-BE49-F238E27FC236}">
                      <a16:creationId xmlns:a16="http://schemas.microsoft.com/office/drawing/2014/main" id="{B7086817-27C3-A48B-8FB0-54CFFE5A5CDA}"/>
                    </a:ext>
                  </a:extLst>
                </p:cNvPr>
                <p:cNvPicPr/>
                <p:nvPr/>
              </p:nvPicPr>
              <p:blipFill>
                <a:blip r:embed="rId127"/>
                <a:stretch>
                  <a:fillRect/>
                </a:stretch>
              </p:blipFill>
              <p:spPr>
                <a:xfrm>
                  <a:off x="11036266" y="3043428"/>
                  <a:ext cx="1332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6" name="Рукописный ввод 85">
                  <a:extLst>
                    <a:ext uri="{FF2B5EF4-FFF2-40B4-BE49-F238E27FC236}">
                      <a16:creationId xmlns:a16="http://schemas.microsoft.com/office/drawing/2014/main" id="{A7C8BFED-E6EF-25B5-A9CC-0F04078C35A9}"/>
                    </a:ext>
                  </a:extLst>
                </p14:cNvPr>
                <p14:cNvContentPartPr/>
                <p14:nvPr/>
              </p14:nvContentPartPr>
              <p14:xfrm>
                <a:off x="10979746" y="3117948"/>
                <a:ext cx="143640" cy="37080"/>
              </p14:xfrm>
            </p:contentPart>
          </mc:Choice>
          <mc:Fallback xmlns="">
            <p:pic>
              <p:nvPicPr>
                <p:cNvPr id="86" name="Рукописный ввод 85">
                  <a:extLst>
                    <a:ext uri="{FF2B5EF4-FFF2-40B4-BE49-F238E27FC236}">
                      <a16:creationId xmlns:a16="http://schemas.microsoft.com/office/drawing/2014/main" id="{A7C8BFED-E6EF-25B5-A9CC-0F04078C35A9}"/>
                    </a:ext>
                  </a:extLst>
                </p:cNvPr>
                <p:cNvPicPr/>
                <p:nvPr/>
              </p:nvPicPr>
              <p:blipFill>
                <a:blip r:embed="rId129"/>
                <a:stretch>
                  <a:fillRect/>
                </a:stretch>
              </p:blipFill>
              <p:spPr>
                <a:xfrm>
                  <a:off x="10973626" y="3111828"/>
                  <a:ext cx="15588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8" name="Рукописный ввод 87">
                  <a:extLst>
                    <a:ext uri="{FF2B5EF4-FFF2-40B4-BE49-F238E27FC236}">
                      <a16:creationId xmlns:a16="http://schemas.microsoft.com/office/drawing/2014/main" id="{7F136B3F-A77F-AA3D-EECC-51073C32571A}"/>
                    </a:ext>
                  </a:extLst>
                </p14:cNvPr>
                <p14:cNvContentPartPr/>
                <p14:nvPr/>
              </p14:nvContentPartPr>
              <p14:xfrm>
                <a:off x="8405386" y="3570108"/>
                <a:ext cx="248400" cy="22320"/>
              </p14:xfrm>
            </p:contentPart>
          </mc:Choice>
          <mc:Fallback xmlns="">
            <p:pic>
              <p:nvPicPr>
                <p:cNvPr id="88" name="Рукописный ввод 87">
                  <a:extLst>
                    <a:ext uri="{FF2B5EF4-FFF2-40B4-BE49-F238E27FC236}">
                      <a16:creationId xmlns:a16="http://schemas.microsoft.com/office/drawing/2014/main" id="{7F136B3F-A77F-AA3D-EECC-51073C32571A}"/>
                    </a:ext>
                  </a:extLst>
                </p:cNvPr>
                <p:cNvPicPr/>
                <p:nvPr/>
              </p:nvPicPr>
              <p:blipFill>
                <a:blip r:embed="rId131"/>
                <a:stretch>
                  <a:fillRect/>
                </a:stretch>
              </p:blipFill>
              <p:spPr>
                <a:xfrm>
                  <a:off x="8399266" y="3563988"/>
                  <a:ext cx="2606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9" name="Рукописный ввод 88">
                  <a:extLst>
                    <a:ext uri="{FF2B5EF4-FFF2-40B4-BE49-F238E27FC236}">
                      <a16:creationId xmlns:a16="http://schemas.microsoft.com/office/drawing/2014/main" id="{5644D755-ECD4-4557-4D5B-BC5D522EC17A}"/>
                    </a:ext>
                  </a:extLst>
                </p14:cNvPr>
                <p14:cNvContentPartPr/>
                <p14:nvPr/>
              </p14:nvContentPartPr>
              <p14:xfrm>
                <a:off x="8484946" y="3634548"/>
                <a:ext cx="181440" cy="33480"/>
              </p14:xfrm>
            </p:contentPart>
          </mc:Choice>
          <mc:Fallback xmlns="">
            <p:pic>
              <p:nvPicPr>
                <p:cNvPr id="89" name="Рукописный ввод 88">
                  <a:extLst>
                    <a:ext uri="{FF2B5EF4-FFF2-40B4-BE49-F238E27FC236}">
                      <a16:creationId xmlns:a16="http://schemas.microsoft.com/office/drawing/2014/main" id="{5644D755-ECD4-4557-4D5B-BC5D522EC17A}"/>
                    </a:ext>
                  </a:extLst>
                </p:cNvPr>
                <p:cNvPicPr/>
                <p:nvPr/>
              </p:nvPicPr>
              <p:blipFill>
                <a:blip r:embed="rId133"/>
                <a:stretch>
                  <a:fillRect/>
                </a:stretch>
              </p:blipFill>
              <p:spPr>
                <a:xfrm>
                  <a:off x="8478826" y="3628428"/>
                  <a:ext cx="1936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1" name="Рукописный ввод 90">
                  <a:extLst>
                    <a:ext uri="{FF2B5EF4-FFF2-40B4-BE49-F238E27FC236}">
                      <a16:creationId xmlns:a16="http://schemas.microsoft.com/office/drawing/2014/main" id="{C4D9357B-C127-2246-BA5E-8B1FEBDEAD47}"/>
                    </a:ext>
                  </a:extLst>
                </p14:cNvPr>
                <p14:cNvContentPartPr/>
                <p14:nvPr/>
              </p14:nvContentPartPr>
              <p14:xfrm>
                <a:off x="9175066" y="3545268"/>
                <a:ext cx="262440" cy="230040"/>
              </p14:xfrm>
            </p:contentPart>
          </mc:Choice>
          <mc:Fallback xmlns="">
            <p:pic>
              <p:nvPicPr>
                <p:cNvPr id="91" name="Рукописный ввод 90">
                  <a:extLst>
                    <a:ext uri="{FF2B5EF4-FFF2-40B4-BE49-F238E27FC236}">
                      <a16:creationId xmlns:a16="http://schemas.microsoft.com/office/drawing/2014/main" id="{C4D9357B-C127-2246-BA5E-8B1FEBDEAD47}"/>
                    </a:ext>
                  </a:extLst>
                </p:cNvPr>
                <p:cNvPicPr/>
                <p:nvPr/>
              </p:nvPicPr>
              <p:blipFill>
                <a:blip r:embed="rId135"/>
                <a:stretch>
                  <a:fillRect/>
                </a:stretch>
              </p:blipFill>
              <p:spPr>
                <a:xfrm>
                  <a:off x="9168946" y="3539148"/>
                  <a:ext cx="27468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2" name="Рукописный ввод 91">
                  <a:extLst>
                    <a:ext uri="{FF2B5EF4-FFF2-40B4-BE49-F238E27FC236}">
                      <a16:creationId xmlns:a16="http://schemas.microsoft.com/office/drawing/2014/main" id="{2F9FDF20-9A06-0389-9740-DFDB1E42AA47}"/>
                    </a:ext>
                  </a:extLst>
                </p14:cNvPr>
                <p14:cNvContentPartPr/>
                <p14:nvPr/>
              </p14:nvContentPartPr>
              <p14:xfrm>
                <a:off x="9423106" y="3490188"/>
                <a:ext cx="148680" cy="41040"/>
              </p14:xfrm>
            </p:contentPart>
          </mc:Choice>
          <mc:Fallback xmlns="">
            <p:pic>
              <p:nvPicPr>
                <p:cNvPr id="92" name="Рукописный ввод 91">
                  <a:extLst>
                    <a:ext uri="{FF2B5EF4-FFF2-40B4-BE49-F238E27FC236}">
                      <a16:creationId xmlns:a16="http://schemas.microsoft.com/office/drawing/2014/main" id="{2F9FDF20-9A06-0389-9740-DFDB1E42AA47}"/>
                    </a:ext>
                  </a:extLst>
                </p:cNvPr>
                <p:cNvPicPr/>
                <p:nvPr/>
              </p:nvPicPr>
              <p:blipFill>
                <a:blip r:embed="rId137"/>
                <a:stretch>
                  <a:fillRect/>
                </a:stretch>
              </p:blipFill>
              <p:spPr>
                <a:xfrm>
                  <a:off x="9416986" y="3484068"/>
                  <a:ext cx="16092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3" name="Рукописный ввод 92">
                  <a:extLst>
                    <a:ext uri="{FF2B5EF4-FFF2-40B4-BE49-F238E27FC236}">
                      <a16:creationId xmlns:a16="http://schemas.microsoft.com/office/drawing/2014/main" id="{C46F9AA4-0E37-172B-5AC4-E3498A38D491}"/>
                    </a:ext>
                  </a:extLst>
                </p14:cNvPr>
                <p14:cNvContentPartPr/>
                <p14:nvPr/>
              </p14:nvContentPartPr>
              <p14:xfrm>
                <a:off x="9642346" y="3379308"/>
                <a:ext cx="174960" cy="240840"/>
              </p14:xfrm>
            </p:contentPart>
          </mc:Choice>
          <mc:Fallback xmlns="">
            <p:pic>
              <p:nvPicPr>
                <p:cNvPr id="93" name="Рукописный ввод 92">
                  <a:extLst>
                    <a:ext uri="{FF2B5EF4-FFF2-40B4-BE49-F238E27FC236}">
                      <a16:creationId xmlns:a16="http://schemas.microsoft.com/office/drawing/2014/main" id="{C46F9AA4-0E37-172B-5AC4-E3498A38D491}"/>
                    </a:ext>
                  </a:extLst>
                </p:cNvPr>
                <p:cNvPicPr/>
                <p:nvPr/>
              </p:nvPicPr>
              <p:blipFill>
                <a:blip r:embed="rId139"/>
                <a:stretch>
                  <a:fillRect/>
                </a:stretch>
              </p:blipFill>
              <p:spPr>
                <a:xfrm>
                  <a:off x="9636226" y="3373188"/>
                  <a:ext cx="18720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4" name="Рукописный ввод 93">
                  <a:extLst>
                    <a:ext uri="{FF2B5EF4-FFF2-40B4-BE49-F238E27FC236}">
                      <a16:creationId xmlns:a16="http://schemas.microsoft.com/office/drawing/2014/main" id="{27CE078C-04B5-8A75-A97F-45ABE8B0774F}"/>
                    </a:ext>
                  </a:extLst>
                </p14:cNvPr>
                <p14:cNvContentPartPr/>
                <p14:nvPr/>
              </p14:nvContentPartPr>
              <p14:xfrm>
                <a:off x="9639466" y="3482628"/>
                <a:ext cx="124920" cy="208080"/>
              </p14:xfrm>
            </p:contentPart>
          </mc:Choice>
          <mc:Fallback xmlns="">
            <p:pic>
              <p:nvPicPr>
                <p:cNvPr id="94" name="Рукописный ввод 93">
                  <a:extLst>
                    <a:ext uri="{FF2B5EF4-FFF2-40B4-BE49-F238E27FC236}">
                      <a16:creationId xmlns:a16="http://schemas.microsoft.com/office/drawing/2014/main" id="{27CE078C-04B5-8A75-A97F-45ABE8B0774F}"/>
                    </a:ext>
                  </a:extLst>
                </p:cNvPr>
                <p:cNvPicPr/>
                <p:nvPr/>
              </p:nvPicPr>
              <p:blipFill>
                <a:blip r:embed="rId141"/>
                <a:stretch>
                  <a:fillRect/>
                </a:stretch>
              </p:blipFill>
              <p:spPr>
                <a:xfrm>
                  <a:off x="9633346" y="3476508"/>
                  <a:ext cx="1371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5" name="Рукописный ввод 94">
                  <a:extLst>
                    <a:ext uri="{FF2B5EF4-FFF2-40B4-BE49-F238E27FC236}">
                      <a16:creationId xmlns:a16="http://schemas.microsoft.com/office/drawing/2014/main" id="{AA714F3A-8E10-F80A-94BE-5C279D82FABE}"/>
                    </a:ext>
                  </a:extLst>
                </p14:cNvPr>
                <p14:cNvContentPartPr/>
                <p14:nvPr/>
              </p14:nvContentPartPr>
              <p14:xfrm>
                <a:off x="9077146" y="3616548"/>
                <a:ext cx="150120" cy="16560"/>
              </p14:xfrm>
            </p:contentPart>
          </mc:Choice>
          <mc:Fallback xmlns="">
            <p:pic>
              <p:nvPicPr>
                <p:cNvPr id="95" name="Рукописный ввод 94">
                  <a:extLst>
                    <a:ext uri="{FF2B5EF4-FFF2-40B4-BE49-F238E27FC236}">
                      <a16:creationId xmlns:a16="http://schemas.microsoft.com/office/drawing/2014/main" id="{AA714F3A-8E10-F80A-94BE-5C279D82FABE}"/>
                    </a:ext>
                  </a:extLst>
                </p:cNvPr>
                <p:cNvPicPr/>
                <p:nvPr/>
              </p:nvPicPr>
              <p:blipFill>
                <a:blip r:embed="rId143"/>
                <a:stretch>
                  <a:fillRect/>
                </a:stretch>
              </p:blipFill>
              <p:spPr>
                <a:xfrm>
                  <a:off x="9071026" y="3610428"/>
                  <a:ext cx="1623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7" name="Рукописный ввод 96">
                  <a:extLst>
                    <a:ext uri="{FF2B5EF4-FFF2-40B4-BE49-F238E27FC236}">
                      <a16:creationId xmlns:a16="http://schemas.microsoft.com/office/drawing/2014/main" id="{24F5F437-87AA-2CE4-E623-CDE04A3C003B}"/>
                    </a:ext>
                  </a:extLst>
                </p14:cNvPr>
                <p14:cNvContentPartPr/>
                <p14:nvPr/>
              </p14:nvContentPartPr>
              <p14:xfrm>
                <a:off x="9838546" y="3362388"/>
                <a:ext cx="125280" cy="233280"/>
              </p14:xfrm>
            </p:contentPart>
          </mc:Choice>
          <mc:Fallback xmlns="">
            <p:pic>
              <p:nvPicPr>
                <p:cNvPr id="97" name="Рукописный ввод 96">
                  <a:extLst>
                    <a:ext uri="{FF2B5EF4-FFF2-40B4-BE49-F238E27FC236}">
                      <a16:creationId xmlns:a16="http://schemas.microsoft.com/office/drawing/2014/main" id="{24F5F437-87AA-2CE4-E623-CDE04A3C003B}"/>
                    </a:ext>
                  </a:extLst>
                </p:cNvPr>
                <p:cNvPicPr/>
                <p:nvPr/>
              </p:nvPicPr>
              <p:blipFill>
                <a:blip r:embed="rId145"/>
                <a:stretch>
                  <a:fillRect/>
                </a:stretch>
              </p:blipFill>
              <p:spPr>
                <a:xfrm>
                  <a:off x="9832426" y="3356268"/>
                  <a:ext cx="13752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8" name="Рукописный ввод 97">
                  <a:extLst>
                    <a:ext uri="{FF2B5EF4-FFF2-40B4-BE49-F238E27FC236}">
                      <a16:creationId xmlns:a16="http://schemas.microsoft.com/office/drawing/2014/main" id="{26F31311-1A37-ADC6-2232-27E7B93390C3}"/>
                    </a:ext>
                  </a:extLst>
                </p14:cNvPr>
                <p14:cNvContentPartPr/>
                <p14:nvPr/>
              </p14:nvContentPartPr>
              <p14:xfrm>
                <a:off x="9766546" y="3464988"/>
                <a:ext cx="202320" cy="245880"/>
              </p14:xfrm>
            </p:contentPart>
          </mc:Choice>
          <mc:Fallback xmlns="">
            <p:pic>
              <p:nvPicPr>
                <p:cNvPr id="98" name="Рукописный ввод 97">
                  <a:extLst>
                    <a:ext uri="{FF2B5EF4-FFF2-40B4-BE49-F238E27FC236}">
                      <a16:creationId xmlns:a16="http://schemas.microsoft.com/office/drawing/2014/main" id="{26F31311-1A37-ADC6-2232-27E7B93390C3}"/>
                    </a:ext>
                  </a:extLst>
                </p:cNvPr>
                <p:cNvPicPr/>
                <p:nvPr/>
              </p:nvPicPr>
              <p:blipFill>
                <a:blip r:embed="rId147"/>
                <a:stretch>
                  <a:fillRect/>
                </a:stretch>
              </p:blipFill>
              <p:spPr>
                <a:xfrm>
                  <a:off x="9760426" y="3458868"/>
                  <a:ext cx="214560" cy="258120"/>
                </a:xfrm>
                <a:prstGeom prst="rect">
                  <a:avLst/>
                </a:prstGeom>
              </p:spPr>
            </p:pic>
          </mc:Fallback>
        </mc:AlternateContent>
      </p:grpSp>
    </p:spTree>
    <p:extLst>
      <p:ext uri="{BB962C8B-B14F-4D97-AF65-F5344CB8AC3E}">
        <p14:creationId xmlns:p14="http://schemas.microsoft.com/office/powerpoint/2010/main" val="3986615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D732A9CF-5EE9-6D43-9EDF-F0B2CCE51054}"/>
              </a:ext>
            </a:extLst>
          </p:cNvPr>
          <p:cNvSpPr>
            <a:spLocks noGrp="1"/>
          </p:cNvSpPr>
          <p:nvPr>
            <p:ph type="sldNum" sz="quarter" idx="12"/>
          </p:nvPr>
        </p:nvSpPr>
        <p:spPr/>
        <p:txBody>
          <a:bodyPr/>
          <a:lstStyle/>
          <a:p>
            <a:fld id="{CC173F88-3387-453B-9303-AC0210B95CB8}" type="slidenum">
              <a:rPr lang="ru-RU" smtClean="0"/>
              <a:pPr/>
              <a:t>21</a:t>
            </a:fld>
            <a:endParaRPr lang="ru-RU" dirty="0"/>
          </a:p>
        </p:txBody>
      </p:sp>
      <p:sp>
        <p:nvSpPr>
          <p:cNvPr id="5" name="Прямоугольник 4">
            <a:extLst>
              <a:ext uri="{FF2B5EF4-FFF2-40B4-BE49-F238E27FC236}">
                <a16:creationId xmlns:a16="http://schemas.microsoft.com/office/drawing/2014/main" id="{B0AED051-842C-221E-139F-6EE7BC73E54C}"/>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непрерывные</a:t>
            </a:r>
            <a:r>
              <a:rPr lang="ru-RU" sz="2400" dirty="0"/>
              <a:t> </a:t>
            </a:r>
            <a:r>
              <a:rPr lang="ru-RU" sz="2400" b="1" dirty="0">
                <a:solidFill>
                  <a:schemeClr val="tx1"/>
                </a:solidFill>
              </a:rPr>
              <a:t>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1FAD1EA-3F92-31AC-BDFF-85B51E559BE8}"/>
                  </a:ext>
                </a:extLst>
              </p:cNvPr>
              <p:cNvSpPr txBox="1"/>
              <p:nvPr/>
            </p:nvSpPr>
            <p:spPr>
              <a:xfrm>
                <a:off x="0" y="419100"/>
                <a:ext cx="9144000" cy="6557564"/>
              </a:xfrm>
              <a:prstGeom prst="rect">
                <a:avLst/>
              </a:prstGeom>
              <a:noFill/>
            </p:spPr>
            <p:txBody>
              <a:bodyPr wrap="square" rtlCol="0">
                <a:spAutoFit/>
              </a:bodyPr>
              <a:lstStyle/>
              <a:p>
                <a:pPr algn="ctr"/>
                <a:r>
                  <a:rPr lang="ru-RU" b="1" dirty="0">
                    <a:solidFill>
                      <a:srgbClr val="006400"/>
                    </a:solidFill>
                  </a:rPr>
                  <a:t>Нормальное (Гаусса) распределение</a:t>
                </a:r>
              </a:p>
              <a:p>
                <a:pPr algn="just"/>
                <a:r>
                  <a:rPr lang="ru-RU" b="1" dirty="0">
                    <a:solidFill>
                      <a:srgbClr val="3333FF"/>
                    </a:solidFill>
                  </a:rPr>
                  <a:t>Плотность распределения</a:t>
                </a:r>
                <a:r>
                  <a:rPr lang="ru-RU" dirty="0"/>
                  <a:t>:</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a:rPr lang="en-US" b="0" i="1" smtClean="0">
                                <a:latin typeface="Cambria Math" panose="02040503050406030204" pitchFamily="18" charset="0"/>
                              </a:rPr>
                              <m:t>𝜋</m:t>
                            </m:r>
                          </m:e>
                        </m:rad>
                        <m:r>
                          <a:rPr lang="en-US" b="0" i="1" smtClean="0">
                            <a:latin typeface="Cambria Math" panose="02040503050406030204" pitchFamily="18" charset="0"/>
                          </a:rPr>
                          <m:t> </m:t>
                        </m:r>
                        <m:r>
                          <a:rPr lang="en-US" b="0" i="1" smtClean="0">
                            <a:latin typeface="Cambria Math" panose="02040503050406030204" pitchFamily="18" charset="0"/>
                          </a:rPr>
                          <m:t>𝜎</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ctrlPr>
                              <a:rPr lang="en-US" b="0" i="1" smtClean="0">
                                <a:latin typeface="Cambria Math" panose="02040503050406030204" pitchFamily="18" charset="0"/>
                              </a:rPr>
                            </m:ctrlPr>
                          </m:fPr>
                          <m:num>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den>
                        </m:f>
                      </m:sup>
                    </m:sSup>
                  </m:oMath>
                </a14:m>
                <a:r>
                  <a:rPr lang="en-US" dirty="0"/>
                  <a:t> </a:t>
                </a:r>
                <a:r>
                  <a:rPr lang="ru-RU" dirty="0"/>
                  <a:t>для случайной величины </a:t>
                </a:r>
                <a14:m>
                  <m:oMath xmlns:m="http://schemas.openxmlformats.org/officeDocument/2006/math">
                    <m:r>
                      <a:rPr lang="en-US" b="1" i="1" smtClean="0">
                        <a:solidFill>
                          <a:srgbClr val="006400"/>
                        </a:solidFill>
                        <a:latin typeface="Cambria Math" panose="02040503050406030204" pitchFamily="18" charset="0"/>
                      </a:rPr>
                      <m:t>𝝃</m:t>
                    </m:r>
                    <m:r>
                      <a:rPr lang="en-US" b="1" i="1" smtClean="0">
                        <a:solidFill>
                          <a:srgbClr val="006400"/>
                        </a:solidFill>
                        <a:latin typeface="Cambria Math" panose="02040503050406030204" pitchFamily="18" charset="0"/>
                      </a:rPr>
                      <m:t>∈</m:t>
                    </m:r>
                    <m:r>
                      <a:rPr lang="en-US" b="1" i="1" smtClean="0">
                        <a:solidFill>
                          <a:srgbClr val="006400"/>
                        </a:solidFill>
                        <a:latin typeface="Cambria Math" panose="02040503050406030204" pitchFamily="18" charset="0"/>
                      </a:rPr>
                      <m:t>𝑵</m:t>
                    </m:r>
                    <m:r>
                      <a:rPr lang="en-US" b="1" i="1" smtClean="0">
                        <a:solidFill>
                          <a:srgbClr val="006400"/>
                        </a:solidFill>
                        <a:latin typeface="Cambria Math" panose="02040503050406030204" pitchFamily="18" charset="0"/>
                      </a:rPr>
                      <m:t>(</m:t>
                    </m:r>
                    <m:r>
                      <a:rPr lang="en-US" b="1" i="1" smtClean="0">
                        <a:solidFill>
                          <a:srgbClr val="006400"/>
                        </a:solidFill>
                        <a:latin typeface="Cambria Math" panose="02040503050406030204" pitchFamily="18" charset="0"/>
                      </a:rPr>
                      <m:t>𝝁</m:t>
                    </m:r>
                    <m:r>
                      <a:rPr lang="en-US" b="1" i="1" smtClean="0">
                        <a:solidFill>
                          <a:srgbClr val="006400"/>
                        </a:solidFill>
                        <a:latin typeface="Cambria Math" panose="02040503050406030204" pitchFamily="18" charset="0"/>
                      </a:rPr>
                      <m:t>,</m:t>
                    </m:r>
                    <m:sSup>
                      <m:sSupPr>
                        <m:ctrlPr>
                          <a:rPr lang="en-US" b="1" i="1" smtClean="0">
                            <a:solidFill>
                              <a:srgbClr val="006400"/>
                            </a:solidFill>
                            <a:latin typeface="Cambria Math" panose="02040503050406030204" pitchFamily="18" charset="0"/>
                          </a:rPr>
                        </m:ctrlPr>
                      </m:sSupPr>
                      <m:e>
                        <m:r>
                          <a:rPr lang="en-US" b="1" i="1" smtClean="0">
                            <a:solidFill>
                              <a:srgbClr val="006400"/>
                            </a:solidFill>
                            <a:latin typeface="Cambria Math" panose="02040503050406030204" pitchFamily="18" charset="0"/>
                          </a:rPr>
                          <m:t>𝝈</m:t>
                        </m:r>
                      </m:e>
                      <m:sup>
                        <m:r>
                          <a:rPr lang="en-US" b="1" i="1" smtClean="0">
                            <a:solidFill>
                              <a:srgbClr val="006400"/>
                            </a:solidFill>
                            <a:latin typeface="Cambria Math" panose="02040503050406030204" pitchFamily="18" charset="0"/>
                          </a:rPr>
                          <m:t>𝟐</m:t>
                        </m:r>
                      </m:sup>
                    </m:sSup>
                    <m:r>
                      <a:rPr lang="en-US" b="1" i="1" smtClean="0">
                        <a:solidFill>
                          <a:srgbClr val="006400"/>
                        </a:solidFill>
                        <a:latin typeface="Cambria Math" panose="02040503050406030204" pitchFamily="18" charset="0"/>
                      </a:rPr>
                      <m:t>)</m:t>
                    </m:r>
                  </m:oMath>
                </a14:m>
                <a:r>
                  <a:rPr lang="en-US" b="1" dirty="0">
                    <a:solidFill>
                      <a:srgbClr val="006400"/>
                    </a:solidFill>
                  </a:rPr>
                  <a:t> </a:t>
                </a:r>
                <a:r>
                  <a:rPr lang="ru-RU" dirty="0"/>
                  <a:t>с </a:t>
                </a:r>
                <a:r>
                  <a:rPr lang="ru-RU" b="1" dirty="0">
                    <a:solidFill>
                      <a:srgbClr val="006400"/>
                    </a:solidFill>
                  </a:rPr>
                  <a:t>мат. ожиданием </a:t>
                </a:r>
                <a14:m>
                  <m:oMath xmlns:m="http://schemas.openxmlformats.org/officeDocument/2006/math">
                    <m:r>
                      <a:rPr lang="en-US" b="1" i="1" smtClean="0">
                        <a:solidFill>
                          <a:srgbClr val="006400"/>
                        </a:solidFill>
                        <a:latin typeface="Cambria Math" panose="02040503050406030204" pitchFamily="18" charset="0"/>
                      </a:rPr>
                      <m:t>𝝁</m:t>
                    </m:r>
                  </m:oMath>
                </a14:m>
                <a:r>
                  <a:rPr lang="en-US" b="1" dirty="0">
                    <a:solidFill>
                      <a:srgbClr val="006400"/>
                    </a:solidFill>
                  </a:rPr>
                  <a:t> </a:t>
                </a:r>
                <a:r>
                  <a:rPr lang="ru-RU" b="1" dirty="0">
                    <a:solidFill>
                      <a:srgbClr val="006400"/>
                    </a:solidFill>
                  </a:rPr>
                  <a:t>и дисперсией </a:t>
                </a:r>
                <a14:m>
                  <m:oMath xmlns:m="http://schemas.openxmlformats.org/officeDocument/2006/math">
                    <m:sSup>
                      <m:sSupPr>
                        <m:ctrlPr>
                          <a:rPr lang="en-US" b="1" i="1" smtClean="0">
                            <a:solidFill>
                              <a:srgbClr val="006400"/>
                            </a:solidFill>
                            <a:latin typeface="Cambria Math" panose="02040503050406030204" pitchFamily="18" charset="0"/>
                          </a:rPr>
                        </m:ctrlPr>
                      </m:sSupPr>
                      <m:e>
                        <m:r>
                          <a:rPr lang="en-US" b="1" i="1">
                            <a:solidFill>
                              <a:srgbClr val="006400"/>
                            </a:solidFill>
                            <a:latin typeface="Cambria Math" panose="02040503050406030204" pitchFamily="18" charset="0"/>
                          </a:rPr>
                          <m:t>𝝈</m:t>
                        </m:r>
                      </m:e>
                      <m:sup>
                        <m:r>
                          <a:rPr lang="en-US" b="1" i="1">
                            <a:solidFill>
                              <a:srgbClr val="006400"/>
                            </a:solidFill>
                            <a:latin typeface="Cambria Math" panose="02040503050406030204" pitchFamily="18" charset="0"/>
                          </a:rPr>
                          <m:t>𝟐</m:t>
                        </m:r>
                      </m:sup>
                    </m:sSup>
                  </m:oMath>
                </a14:m>
                <a:endParaRPr lang="ru-RU" b="1" dirty="0"/>
              </a:p>
              <a:p>
                <a:pPr algn="just"/>
                <a:r>
                  <a:rPr lang="ru-RU" b="1" dirty="0">
                    <a:solidFill>
                      <a:srgbClr val="3333FF"/>
                    </a:solidFill>
                  </a:rPr>
                  <a:t>Функция распределения</a:t>
                </a:r>
                <a:r>
                  <a:rPr lang="ru-RU" dirty="0"/>
                  <a:t>:</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𝑥</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𝑥</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𝑑𝑡</m:t>
                        </m:r>
                        <m:r>
                          <a:rPr lang="en-US" b="0" i="1" smtClean="0">
                            <a:latin typeface="Cambria Math" panose="02040503050406030204" pitchFamily="18" charset="0"/>
                          </a:rPr>
                          <m:t>= </m:t>
                        </m:r>
                      </m:e>
                    </m:nary>
                    <m:f>
                      <m:fPr>
                        <m:ctrlPr>
                          <a:rPr lang="en-US" b="1" i="1" smtClean="0">
                            <a:solidFill>
                              <a:srgbClr val="FF0000"/>
                            </a:solidFill>
                            <a:latin typeface="Cambria Math" panose="02040503050406030204" pitchFamily="18" charset="0"/>
                          </a:rPr>
                        </m:ctrlPr>
                      </m:fPr>
                      <m:num>
                        <m:r>
                          <a:rPr lang="en-US" b="1" i="1">
                            <a:solidFill>
                              <a:srgbClr val="FF0000"/>
                            </a:solidFill>
                            <a:latin typeface="Cambria Math" panose="02040503050406030204" pitchFamily="18" charset="0"/>
                          </a:rPr>
                          <m:t>𝟏</m:t>
                        </m:r>
                      </m:num>
                      <m:den>
                        <m:rad>
                          <m:radPr>
                            <m:degHide m:val="on"/>
                            <m:ctrlPr>
                              <a:rPr lang="en-US" b="1" i="1">
                                <a:solidFill>
                                  <a:srgbClr val="FF0000"/>
                                </a:solidFill>
                                <a:latin typeface="Cambria Math" panose="02040503050406030204" pitchFamily="18" charset="0"/>
                              </a:rPr>
                            </m:ctrlPr>
                          </m:radPr>
                          <m:deg/>
                          <m:e>
                            <m:r>
                              <a:rPr lang="en-US" b="1" i="1">
                                <a:solidFill>
                                  <a:srgbClr val="FF0000"/>
                                </a:solidFill>
                                <a:latin typeface="Cambria Math" panose="02040503050406030204" pitchFamily="18" charset="0"/>
                              </a:rPr>
                              <m:t>𝟐</m:t>
                            </m:r>
                            <m:r>
                              <a:rPr lang="en-US" b="1" i="1">
                                <a:solidFill>
                                  <a:srgbClr val="FF0000"/>
                                </a:solidFill>
                                <a:latin typeface="Cambria Math" panose="02040503050406030204" pitchFamily="18" charset="0"/>
                              </a:rPr>
                              <m:t>𝝅</m:t>
                            </m:r>
                          </m:e>
                        </m:rad>
                        <m:r>
                          <a:rPr lang="en-US" b="1" i="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𝝈</m:t>
                        </m:r>
                      </m:den>
                    </m:f>
                    <m:nary>
                      <m:naryPr>
                        <m:ctrlPr>
                          <a:rPr lang="en-US" b="1" i="1">
                            <a:solidFill>
                              <a:srgbClr val="FF0000"/>
                            </a:solidFill>
                            <a:latin typeface="Cambria Math" panose="02040503050406030204" pitchFamily="18" charset="0"/>
                          </a:rPr>
                        </m:ctrlPr>
                      </m:naryPr>
                      <m:sub>
                        <m:r>
                          <m:rPr>
                            <m:brk m:alnAt="23"/>
                          </m:rP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m:t>
                        </m:r>
                      </m:sub>
                      <m:sup>
                        <m:r>
                          <a:rPr lang="en-US" b="1" i="1">
                            <a:solidFill>
                              <a:srgbClr val="FF0000"/>
                            </a:solidFill>
                            <a:latin typeface="Cambria Math" panose="02040503050406030204" pitchFamily="18" charset="0"/>
                          </a:rPr>
                          <m:t>𝒙</m:t>
                        </m:r>
                      </m:sup>
                      <m:e>
                        <m:sSup>
                          <m:sSupPr>
                            <m:ctrlPr>
                              <a:rPr lang="en-US" b="1" i="1" smtClean="0">
                                <a:solidFill>
                                  <a:srgbClr val="FF0000"/>
                                </a:solidFill>
                                <a:latin typeface="Cambria Math" panose="02040503050406030204" pitchFamily="18" charset="0"/>
                              </a:rPr>
                            </m:ctrlPr>
                          </m:sSupPr>
                          <m:e>
                            <m:r>
                              <a:rPr lang="en-US" b="1" i="1" smtClean="0">
                                <a:solidFill>
                                  <a:srgbClr val="FF0000"/>
                                </a:solidFill>
                                <a:latin typeface="Cambria Math" panose="02040503050406030204" pitchFamily="18" charset="0"/>
                              </a:rPr>
                              <m:t>𝒆</m:t>
                            </m:r>
                          </m:e>
                          <m:sup>
                            <m:r>
                              <a:rPr lang="en-US" b="1" i="1" smtClean="0">
                                <a:solidFill>
                                  <a:srgbClr val="FF0000"/>
                                </a:solidFill>
                                <a:latin typeface="Cambria Math" panose="02040503050406030204" pitchFamily="18" charset="0"/>
                              </a:rPr>
                              <m:t>−</m:t>
                            </m:r>
                            <m:f>
                              <m:fPr>
                                <m:ctrlPr>
                                  <a:rPr lang="en-US" b="1" i="1" smtClean="0">
                                    <a:solidFill>
                                      <a:srgbClr val="FF0000"/>
                                    </a:solidFill>
                                    <a:latin typeface="Cambria Math" panose="02040503050406030204" pitchFamily="18" charset="0"/>
                                  </a:rPr>
                                </m:ctrlPr>
                              </m:fPr>
                              <m:num>
                                <m:sSup>
                                  <m:sSupPr>
                                    <m:ctrlPr>
                                      <a:rPr lang="en-US" b="1" i="1" smtClean="0">
                                        <a:solidFill>
                                          <a:srgbClr val="FF0000"/>
                                        </a:solidFill>
                                        <a:latin typeface="Cambria Math" panose="02040503050406030204" pitchFamily="18" charset="0"/>
                                      </a:rPr>
                                    </m:ctrlPr>
                                  </m:sSupPr>
                                  <m:e>
                                    <m:d>
                                      <m:dPr>
                                        <m:ctrlPr>
                                          <a:rPr lang="en-US" b="1" i="1" smtClean="0">
                                            <a:solidFill>
                                              <a:srgbClr val="FF0000"/>
                                            </a:solidFill>
                                            <a:latin typeface="Cambria Math" panose="02040503050406030204" pitchFamily="18" charset="0"/>
                                          </a:rPr>
                                        </m:ctrlPr>
                                      </m:dPr>
                                      <m:e>
                                        <m:r>
                                          <a:rPr lang="en-US" b="1" i="1" smtClean="0">
                                            <a:solidFill>
                                              <a:srgbClr val="FF0000"/>
                                            </a:solidFill>
                                            <a:latin typeface="Cambria Math" panose="02040503050406030204" pitchFamily="18" charset="0"/>
                                          </a:rPr>
                                          <m:t>𝒕</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𝝁</m:t>
                                        </m:r>
                                      </m:e>
                                    </m:d>
                                  </m:e>
                                  <m:sup>
                                    <m:r>
                                      <a:rPr lang="en-US" b="1" i="1" smtClean="0">
                                        <a:solidFill>
                                          <a:srgbClr val="FF0000"/>
                                        </a:solidFill>
                                        <a:latin typeface="Cambria Math" panose="02040503050406030204" pitchFamily="18" charset="0"/>
                                      </a:rPr>
                                      <m:t>𝟐</m:t>
                                    </m:r>
                                  </m:sup>
                                </m:sSup>
                              </m:num>
                              <m:den>
                                <m:r>
                                  <a:rPr lang="en-US" b="1" i="1" smtClean="0">
                                    <a:solidFill>
                                      <a:srgbClr val="FF0000"/>
                                    </a:solidFill>
                                    <a:latin typeface="Cambria Math" panose="02040503050406030204" pitchFamily="18" charset="0"/>
                                  </a:rPr>
                                  <m:t>𝟐</m:t>
                                </m:r>
                                <m:sSup>
                                  <m:sSupPr>
                                    <m:ctrlPr>
                                      <a:rPr lang="en-US" b="1" i="1" smtClean="0">
                                        <a:solidFill>
                                          <a:srgbClr val="FF0000"/>
                                        </a:solidFill>
                                        <a:latin typeface="Cambria Math" panose="02040503050406030204" pitchFamily="18" charset="0"/>
                                      </a:rPr>
                                    </m:ctrlPr>
                                  </m:sSupPr>
                                  <m:e>
                                    <m:r>
                                      <a:rPr lang="en-US" b="1" i="1" smtClean="0">
                                        <a:solidFill>
                                          <a:srgbClr val="FF0000"/>
                                        </a:solidFill>
                                        <a:latin typeface="Cambria Math" panose="02040503050406030204" pitchFamily="18" charset="0"/>
                                      </a:rPr>
                                      <m:t>𝝈</m:t>
                                    </m:r>
                                  </m:e>
                                  <m:sup>
                                    <m:r>
                                      <a:rPr lang="en-US" b="1" i="1" smtClean="0">
                                        <a:solidFill>
                                          <a:srgbClr val="FF0000"/>
                                        </a:solidFill>
                                        <a:latin typeface="Cambria Math" panose="02040503050406030204" pitchFamily="18" charset="0"/>
                                      </a:rPr>
                                      <m:t>𝟐</m:t>
                                    </m:r>
                                  </m:sup>
                                </m:sSup>
                              </m:den>
                            </m:f>
                          </m:sup>
                        </m:sSup>
                        <m:r>
                          <a:rPr lang="en-US" b="1" i="1">
                            <a:solidFill>
                              <a:srgbClr val="FF0000"/>
                            </a:solidFill>
                            <a:latin typeface="Cambria Math" panose="02040503050406030204" pitchFamily="18" charset="0"/>
                          </a:rPr>
                          <m:t>𝒅𝒕</m:t>
                        </m:r>
                      </m:e>
                    </m:nary>
                  </m:oMath>
                </a14:m>
                <a:r>
                  <a:rPr lang="en-US" dirty="0"/>
                  <a:t>. </a:t>
                </a:r>
                <a:r>
                  <a:rPr lang="ru-RU" dirty="0"/>
                  <a:t>Такой интеграл </a:t>
                </a:r>
                <a:r>
                  <a:rPr lang="ru-RU" b="1" dirty="0">
                    <a:solidFill>
                      <a:srgbClr val="FF0000"/>
                    </a:solidFill>
                  </a:rPr>
                  <a:t>не выражается </a:t>
                </a:r>
                <a:r>
                  <a:rPr lang="ru-RU" dirty="0"/>
                  <a:t>в элементарных функциях. Поэтому рассмотрим стандартную нормально распределенную случайную величину </a:t>
                </a:r>
                <a14:m>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𝜇</m:t>
                        </m:r>
                        <m:r>
                          <a:rPr lang="en-US" b="0" i="1" smtClean="0">
                            <a:latin typeface="Cambria Math" panose="02040503050406030204" pitchFamily="18" charset="0"/>
                          </a:rPr>
                          <m:t>=0;</m:t>
                        </m:r>
                        <m:r>
                          <a:rPr lang="en-US" b="0" i="1" smtClean="0">
                            <a:latin typeface="Cambria Math" panose="02040503050406030204" pitchFamily="18" charset="0"/>
                          </a:rPr>
                          <m:t>𝜎</m:t>
                        </m:r>
                        <m:r>
                          <a:rPr lang="en-US" b="0" i="1" smtClean="0">
                            <a:latin typeface="Cambria Math" panose="02040503050406030204" pitchFamily="18" charset="0"/>
                          </a:rPr>
                          <m:t>=1</m:t>
                        </m:r>
                      </m:e>
                    </m:d>
                    <m:r>
                      <a:rPr lang="en-US" b="0" i="0" smtClean="0">
                        <a:latin typeface="Cambria Math" panose="02040503050406030204" pitchFamily="18" charset="0"/>
                      </a:rPr>
                      <m:t>:</m:t>
                    </m:r>
                  </m:oMath>
                </a14:m>
                <a:endParaRPr lang="en-US" dirty="0"/>
              </a:p>
              <a:p>
                <a:pPr algn="just"/>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𝜂</m:t>
                        </m:r>
                      </m:sub>
                    </m:sSub>
                    <m:d>
                      <m:dPr>
                        <m:ctrlPr>
                          <a:rPr lang="en-US" i="1">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sSup>
                      <m:sSupPr>
                        <m:ctrlPr>
                          <a:rPr lang="en-US" i="1">
                            <a:latin typeface="Cambria Math" panose="02040503050406030204" pitchFamily="18" charset="0"/>
                          </a:rPr>
                        </m:ctrlPr>
                      </m:sSupPr>
                      <m:e>
                        <m:r>
                          <a:rPr lang="en-US" i="1">
                            <a:latin typeface="Cambria Math" panose="02040503050406030204" pitchFamily="18" charset="0"/>
                          </a:rPr>
                          <m:t>𝑒</m:t>
                        </m:r>
                      </m:e>
                      <m:sup>
                        <m:f>
                          <m:fPr>
                            <m:ctrlPr>
                              <a:rPr lang="en-US" i="1">
                                <a:latin typeface="Cambria Math" panose="02040503050406030204" pitchFamily="18" charset="0"/>
                              </a:rPr>
                            </m:ctrlPr>
                          </m:fPr>
                          <m:num>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num>
                          <m:den>
                            <m:r>
                              <a:rPr lang="en-US" i="1">
                                <a:latin typeface="Cambria Math" panose="02040503050406030204" pitchFamily="18" charset="0"/>
                              </a:rPr>
                              <m:t>2</m:t>
                            </m:r>
                          </m:den>
                        </m:f>
                      </m:sup>
                    </m:sSup>
                  </m:oMath>
                </a14:m>
                <a:r>
                  <a:rPr lang="ru-RU" dirty="0"/>
                  <a:t>. Для такой величины в расчетах используют таблицы функции Лапласа </a:t>
                </a:r>
                <a14:m>
                  <m:oMath xmlns:m="http://schemas.openxmlformats.org/officeDocument/2006/math">
                    <m:r>
                      <m:rPr>
                        <m:sty m:val="p"/>
                      </m:rPr>
                      <a:rPr lang="en-US" b="0" i="0" smtClean="0">
                        <a:latin typeface="Cambria Math" panose="02040503050406030204" pitchFamily="18" charset="0"/>
                      </a:rPr>
                      <m:t>Φ</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nary>
                      <m:naryPr>
                        <m:ctrlPr>
                          <a:rPr lang="en-US" i="1">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i="1">
                            <a:latin typeface="Cambria Math" panose="02040503050406030204" pitchFamily="18" charset="0"/>
                          </a:rPr>
                          <m:t>𝑥</m:t>
                        </m:r>
                      </m:sup>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num>
                              <m:den>
                                <m:r>
                                  <a:rPr lang="en-US" i="1">
                                    <a:latin typeface="Cambria Math" panose="02040503050406030204" pitchFamily="18" charset="0"/>
                                  </a:rPr>
                                  <m:t>2</m:t>
                                </m:r>
                              </m:den>
                            </m:f>
                          </m:sup>
                        </m:sSup>
                      </m:e>
                    </m:nary>
                    <m:r>
                      <a:rPr lang="en-US" b="0" i="1" smtClean="0">
                        <a:latin typeface="Cambria Math" panose="02040503050406030204" pitchFamily="18" charset="0"/>
                      </a:rPr>
                      <m:t>𝑑𝑡</m:t>
                    </m:r>
                  </m:oMath>
                </a14:m>
                <a:r>
                  <a:rPr lang="ru-RU" dirty="0"/>
                  <a:t>.  Функция распределения стандартной нормали определяется как:</a:t>
                </a:r>
              </a:p>
              <a:p>
                <a14:m>
                  <m:oMath xmlns:m="http://schemas.openxmlformats.org/officeDocument/2006/math">
                    <m:sSub>
                      <m:sSubPr>
                        <m:ctrlPr>
                          <a:rPr lang="ru-RU"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𝜂</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sub>
                    </m:sSub>
                    <m:r>
                      <a:rPr lang="en-US" b="0" i="1" smtClean="0">
                        <a:latin typeface="Cambria Math" panose="02040503050406030204" pitchFamily="18" charset="0"/>
                      </a:rPr>
                      <m:t>=</m:t>
                    </m:r>
                    <m:nary>
                      <m:naryPr>
                        <m:ctrlPr>
                          <a:rPr lang="en-US" i="1">
                            <a:latin typeface="Cambria Math" panose="02040503050406030204" pitchFamily="18" charset="0"/>
                          </a:rPr>
                        </m:ctrlPr>
                      </m:naryPr>
                      <m:sub>
                        <m:r>
                          <m:rPr>
                            <m:brk m:alnAt="23"/>
                          </m:rPr>
                          <a:rPr lang="en-US" i="1">
                            <a:latin typeface="Cambria Math" panose="02040503050406030204" pitchFamily="18" charset="0"/>
                          </a:rPr>
                          <m:t>−</m:t>
                        </m:r>
                        <m:r>
                          <a:rPr lang="en-US" i="1">
                            <a:latin typeface="Cambria Math" panose="02040503050406030204" pitchFamily="18" charset="0"/>
                          </a:rPr>
                          <m:t>∞</m:t>
                        </m:r>
                      </m:sub>
                      <m:sup>
                        <m:r>
                          <a:rPr lang="en-US" i="1">
                            <a:latin typeface="Cambria Math" panose="02040503050406030204" pitchFamily="18" charset="0"/>
                          </a:rPr>
                          <m:t>𝑥</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𝜂</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𝑑𝑡</m:t>
                        </m:r>
                        <m:r>
                          <a:rPr lang="en-US" b="0" i="1" smtClean="0">
                            <a:latin typeface="Cambria Math" panose="02040503050406030204" pitchFamily="18" charset="0"/>
                          </a:rPr>
                          <m:t>=</m:t>
                        </m:r>
                      </m:e>
                    </m:nary>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nary>
                      <m:naryPr>
                        <m:ctrlPr>
                          <a:rPr lang="en-US" i="1">
                            <a:latin typeface="Cambria Math" panose="02040503050406030204" pitchFamily="18" charset="0"/>
                          </a:rPr>
                        </m:ctrlPr>
                      </m:naryPr>
                      <m:sub>
                        <m:r>
                          <a:rPr lang="ru-RU" b="0" i="1" smtClean="0">
                            <a:latin typeface="Cambria Math" panose="02040503050406030204" pitchFamily="18" charset="0"/>
                          </a:rPr>
                          <m:t>−</m:t>
                        </m:r>
                        <m:r>
                          <a:rPr lang="en-US" b="0" i="1" smtClean="0">
                            <a:latin typeface="Cambria Math" panose="02040503050406030204" pitchFamily="18" charset="0"/>
                          </a:rPr>
                          <m:t>∞</m:t>
                        </m:r>
                      </m:sub>
                      <m:sup>
                        <m:r>
                          <a:rPr lang="en-US" i="1">
                            <a:latin typeface="Cambria Math" panose="02040503050406030204" pitchFamily="18" charset="0"/>
                          </a:rPr>
                          <m:t>𝑥</m:t>
                        </m:r>
                      </m:sup>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num>
                              <m:den>
                                <m:r>
                                  <a:rPr lang="en-US" i="1">
                                    <a:latin typeface="Cambria Math" panose="02040503050406030204" pitchFamily="18" charset="0"/>
                                  </a:rPr>
                                  <m:t>2</m:t>
                                </m:r>
                              </m:den>
                            </m:f>
                          </m:sup>
                        </m:sSup>
                      </m:e>
                    </m:nary>
                    <m:r>
                      <a:rPr lang="en-US" b="0" i="1" smtClean="0">
                        <a:latin typeface="Cambria Math" panose="02040503050406030204" pitchFamily="18" charset="0"/>
                      </a:rPr>
                      <m:t>𝑑𝑡</m:t>
                    </m:r>
                    <m:r>
                      <a:rPr lang="en-US" b="0" i="1" smtClean="0">
                        <a:latin typeface="Cambria Math" panose="02040503050406030204" pitchFamily="18" charset="0"/>
                      </a:rPr>
                      <m:t>=</m:t>
                    </m:r>
                    <m:f>
                      <m:fPr>
                        <m:ctrlPr>
                          <a:rPr lang="en-US" b="1" i="1" smtClean="0">
                            <a:solidFill>
                              <a:srgbClr val="FF0000"/>
                            </a:solidFill>
                            <a:latin typeface="Cambria Math" panose="02040503050406030204" pitchFamily="18" charset="0"/>
                          </a:rPr>
                        </m:ctrlPr>
                      </m:fPr>
                      <m:num>
                        <m:r>
                          <a:rPr lang="en-US" b="1" i="1">
                            <a:solidFill>
                              <a:srgbClr val="FF0000"/>
                            </a:solidFill>
                            <a:latin typeface="Cambria Math" panose="02040503050406030204" pitchFamily="18" charset="0"/>
                          </a:rPr>
                          <m:t>𝟏</m:t>
                        </m:r>
                      </m:num>
                      <m:den>
                        <m:rad>
                          <m:radPr>
                            <m:degHide m:val="on"/>
                            <m:ctrlPr>
                              <a:rPr lang="en-US" b="1" i="1">
                                <a:solidFill>
                                  <a:srgbClr val="FF0000"/>
                                </a:solidFill>
                                <a:latin typeface="Cambria Math" panose="02040503050406030204" pitchFamily="18" charset="0"/>
                              </a:rPr>
                            </m:ctrlPr>
                          </m:radPr>
                          <m:deg/>
                          <m:e>
                            <m:r>
                              <a:rPr lang="en-US" b="1" i="1">
                                <a:solidFill>
                                  <a:srgbClr val="FF0000"/>
                                </a:solidFill>
                                <a:latin typeface="Cambria Math" panose="02040503050406030204" pitchFamily="18" charset="0"/>
                              </a:rPr>
                              <m:t>𝟐</m:t>
                            </m:r>
                            <m:r>
                              <a:rPr lang="en-US" b="1" i="1">
                                <a:solidFill>
                                  <a:srgbClr val="FF0000"/>
                                </a:solidFill>
                                <a:latin typeface="Cambria Math" panose="02040503050406030204" pitchFamily="18" charset="0"/>
                              </a:rPr>
                              <m:t>𝝅</m:t>
                            </m:r>
                          </m:e>
                        </m:rad>
                        <m:r>
                          <a:rPr lang="en-US" b="1" i="1">
                            <a:solidFill>
                              <a:srgbClr val="FF0000"/>
                            </a:solidFill>
                            <a:latin typeface="Cambria Math" panose="02040503050406030204" pitchFamily="18" charset="0"/>
                          </a:rPr>
                          <m:t> </m:t>
                        </m:r>
                      </m:den>
                    </m:f>
                    <m:nary>
                      <m:naryPr>
                        <m:ctrlPr>
                          <a:rPr lang="en-US" b="1" i="1" smtClean="0">
                            <a:solidFill>
                              <a:srgbClr val="FF0000"/>
                            </a:solidFill>
                            <a:latin typeface="Cambria Math" panose="02040503050406030204" pitchFamily="18" charset="0"/>
                          </a:rPr>
                        </m:ctrlPr>
                      </m:naryPr>
                      <m:sub>
                        <m:r>
                          <m:rPr>
                            <m:brk m:alnAt="23"/>
                          </m:rP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m:t>
                        </m:r>
                      </m:sub>
                      <m:sup>
                        <m:r>
                          <a:rPr lang="en-US" b="1" i="1" smtClean="0">
                            <a:solidFill>
                              <a:srgbClr val="FF0000"/>
                            </a:solidFill>
                            <a:latin typeface="Cambria Math" panose="02040503050406030204" pitchFamily="18" charset="0"/>
                          </a:rPr>
                          <m:t>𝟎</m:t>
                        </m:r>
                      </m:sup>
                      <m:e>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𝒆</m:t>
                            </m:r>
                          </m:e>
                          <m:sup>
                            <m:r>
                              <a:rPr lang="en-US" b="1" i="1">
                                <a:solidFill>
                                  <a:srgbClr val="FF0000"/>
                                </a:solidFill>
                                <a:latin typeface="Cambria Math" panose="02040503050406030204" pitchFamily="18" charset="0"/>
                              </a:rPr>
                              <m:t>−</m:t>
                            </m:r>
                            <m:f>
                              <m:fPr>
                                <m:ctrlPr>
                                  <a:rPr lang="en-US" b="1" i="1">
                                    <a:solidFill>
                                      <a:srgbClr val="FF0000"/>
                                    </a:solidFill>
                                    <a:latin typeface="Cambria Math" panose="02040503050406030204" pitchFamily="18" charset="0"/>
                                  </a:rPr>
                                </m:ctrlPr>
                              </m:fPr>
                              <m:num>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𝒕</m:t>
                                    </m:r>
                                  </m:e>
                                  <m:sup>
                                    <m:r>
                                      <a:rPr lang="en-US" b="1" i="1">
                                        <a:solidFill>
                                          <a:srgbClr val="FF0000"/>
                                        </a:solidFill>
                                        <a:latin typeface="Cambria Math" panose="02040503050406030204" pitchFamily="18" charset="0"/>
                                      </a:rPr>
                                      <m:t>𝟐</m:t>
                                    </m:r>
                                  </m:sup>
                                </m:sSup>
                              </m:num>
                              <m:den>
                                <m:r>
                                  <a:rPr lang="en-US" b="1" i="1">
                                    <a:solidFill>
                                      <a:srgbClr val="FF0000"/>
                                    </a:solidFill>
                                    <a:latin typeface="Cambria Math" panose="02040503050406030204" pitchFamily="18" charset="0"/>
                                  </a:rPr>
                                  <m:t>𝟐</m:t>
                                </m:r>
                              </m:den>
                            </m:f>
                          </m:sup>
                        </m:sSup>
                        <m:r>
                          <a:rPr lang="en-US" b="1" i="1" smtClean="0">
                            <a:solidFill>
                              <a:srgbClr val="FF0000"/>
                            </a:solidFill>
                            <a:latin typeface="Cambria Math" panose="02040503050406030204" pitchFamily="18" charset="0"/>
                          </a:rPr>
                          <m:t>𝒅𝒕</m:t>
                        </m:r>
                        <m:d>
                          <m:dPr>
                            <m:begChr m:val="["/>
                            <m:endChr m:val="]"/>
                            <m:ctrlPr>
                              <a:rPr lang="en-US" b="1" i="1" smtClean="0">
                                <a:solidFill>
                                  <a:srgbClr val="FF0000"/>
                                </a:solidFill>
                                <a:latin typeface="Cambria Math" panose="02040503050406030204" pitchFamily="18" charset="0"/>
                              </a:rPr>
                            </m:ctrlPr>
                          </m:dPr>
                          <m:e>
                            <m:r>
                              <a:rPr lang="en-US" b="1" i="1" smtClean="0">
                                <a:solidFill>
                                  <a:srgbClr val="FF0000"/>
                                </a:solidFill>
                                <a:latin typeface="Cambria Math" panose="02040503050406030204" pitchFamily="18" charset="0"/>
                              </a:rPr>
                              <m:t>=</m:t>
                            </m:r>
                            <m:f>
                              <m:fPr>
                                <m:ctrlPr>
                                  <a:rPr lang="en-US" b="1" i="1" smtClean="0">
                                    <a:solidFill>
                                      <a:srgbClr val="FF0000"/>
                                    </a:solidFill>
                                    <a:latin typeface="Cambria Math" panose="02040503050406030204" pitchFamily="18" charset="0"/>
                                  </a:rPr>
                                </m:ctrlPr>
                              </m:fPr>
                              <m:num>
                                <m:r>
                                  <a:rPr lang="en-US" b="1" i="1" smtClean="0">
                                    <a:solidFill>
                                      <a:srgbClr val="FF0000"/>
                                    </a:solidFill>
                                    <a:latin typeface="Cambria Math" panose="02040503050406030204" pitchFamily="18" charset="0"/>
                                  </a:rPr>
                                  <m:t>𝟏</m:t>
                                </m:r>
                              </m:num>
                              <m:den>
                                <m:r>
                                  <a:rPr lang="en-US" b="1" i="1" smtClean="0">
                                    <a:solidFill>
                                      <a:srgbClr val="FF0000"/>
                                    </a:solidFill>
                                    <a:latin typeface="Cambria Math" panose="02040503050406030204" pitchFamily="18" charset="0"/>
                                  </a:rPr>
                                  <m:t>𝟐</m:t>
                                </m:r>
                              </m:den>
                            </m:f>
                          </m:e>
                        </m:d>
                      </m:e>
                    </m:nary>
                    <m:r>
                      <a:rPr lang="en-US" b="0" i="1" smtClean="0">
                        <a:latin typeface="Cambria Math" panose="02040503050406030204" pitchFamily="18" charset="0"/>
                      </a:rPr>
                      <m:t>+</m:t>
                    </m:r>
                    <m:f>
                      <m:fPr>
                        <m:ctrlPr>
                          <a:rPr lang="en-US" b="1" i="1" smtClean="0">
                            <a:solidFill>
                              <a:srgbClr val="3333FF"/>
                            </a:solidFill>
                            <a:latin typeface="Cambria Math" panose="02040503050406030204" pitchFamily="18" charset="0"/>
                          </a:rPr>
                        </m:ctrlPr>
                      </m:fPr>
                      <m:num>
                        <m:r>
                          <a:rPr lang="en-US" b="1" i="1">
                            <a:solidFill>
                              <a:srgbClr val="3333FF"/>
                            </a:solidFill>
                            <a:latin typeface="Cambria Math" panose="02040503050406030204" pitchFamily="18" charset="0"/>
                          </a:rPr>
                          <m:t>𝟏</m:t>
                        </m:r>
                      </m:num>
                      <m:den>
                        <m:rad>
                          <m:radPr>
                            <m:degHide m:val="on"/>
                            <m:ctrlPr>
                              <a:rPr lang="en-US" b="1" i="1">
                                <a:solidFill>
                                  <a:srgbClr val="3333FF"/>
                                </a:solidFill>
                                <a:latin typeface="Cambria Math" panose="02040503050406030204" pitchFamily="18" charset="0"/>
                              </a:rPr>
                            </m:ctrlPr>
                          </m:radPr>
                          <m:deg/>
                          <m:e>
                            <m:r>
                              <a:rPr lang="en-US" b="1" i="1">
                                <a:solidFill>
                                  <a:srgbClr val="3333FF"/>
                                </a:solidFill>
                                <a:latin typeface="Cambria Math" panose="02040503050406030204" pitchFamily="18" charset="0"/>
                              </a:rPr>
                              <m:t>𝟐</m:t>
                            </m:r>
                            <m:r>
                              <a:rPr lang="en-US" b="1" i="1">
                                <a:solidFill>
                                  <a:srgbClr val="3333FF"/>
                                </a:solidFill>
                                <a:latin typeface="Cambria Math" panose="02040503050406030204" pitchFamily="18" charset="0"/>
                              </a:rPr>
                              <m:t>𝝅</m:t>
                            </m:r>
                          </m:e>
                        </m:rad>
                        <m:r>
                          <a:rPr lang="en-US" b="1" i="1">
                            <a:solidFill>
                              <a:srgbClr val="3333FF"/>
                            </a:solidFill>
                            <a:latin typeface="Cambria Math" panose="02040503050406030204" pitchFamily="18" charset="0"/>
                          </a:rPr>
                          <m:t> </m:t>
                        </m:r>
                      </m:den>
                    </m:f>
                    <m:nary>
                      <m:naryPr>
                        <m:ctrlPr>
                          <a:rPr lang="en-US" b="1" i="1">
                            <a:solidFill>
                              <a:srgbClr val="3333FF"/>
                            </a:solidFill>
                            <a:latin typeface="Cambria Math" panose="02040503050406030204" pitchFamily="18" charset="0"/>
                          </a:rPr>
                        </m:ctrlPr>
                      </m:naryPr>
                      <m:sub>
                        <m:r>
                          <m:rPr>
                            <m:brk m:alnAt="23"/>
                          </m:rPr>
                          <a:rPr lang="en-US" b="1" i="1" smtClean="0">
                            <a:solidFill>
                              <a:srgbClr val="3333FF"/>
                            </a:solidFill>
                            <a:latin typeface="Cambria Math" panose="02040503050406030204" pitchFamily="18" charset="0"/>
                          </a:rPr>
                          <m:t>𝟎</m:t>
                        </m:r>
                      </m:sub>
                      <m:sup>
                        <m:r>
                          <a:rPr lang="en-US" b="1" i="1" smtClean="0">
                            <a:solidFill>
                              <a:srgbClr val="3333FF"/>
                            </a:solidFill>
                            <a:latin typeface="Cambria Math" panose="02040503050406030204" pitchFamily="18" charset="0"/>
                          </a:rPr>
                          <m:t>𝒙</m:t>
                        </m:r>
                      </m:sup>
                      <m:e>
                        <m:sSup>
                          <m:sSupPr>
                            <m:ctrlPr>
                              <a:rPr lang="en-US" b="1" i="1">
                                <a:solidFill>
                                  <a:srgbClr val="3333FF"/>
                                </a:solidFill>
                                <a:latin typeface="Cambria Math" panose="02040503050406030204" pitchFamily="18" charset="0"/>
                              </a:rPr>
                            </m:ctrlPr>
                          </m:sSupPr>
                          <m:e>
                            <m:r>
                              <a:rPr lang="en-US" b="1" i="1">
                                <a:solidFill>
                                  <a:srgbClr val="3333FF"/>
                                </a:solidFill>
                                <a:latin typeface="Cambria Math" panose="02040503050406030204" pitchFamily="18" charset="0"/>
                              </a:rPr>
                              <m:t>𝒆</m:t>
                            </m:r>
                          </m:e>
                          <m:sup>
                            <m:r>
                              <a:rPr lang="en-US" b="1" i="1">
                                <a:solidFill>
                                  <a:srgbClr val="3333FF"/>
                                </a:solidFill>
                                <a:latin typeface="Cambria Math" panose="02040503050406030204" pitchFamily="18" charset="0"/>
                              </a:rPr>
                              <m:t>−</m:t>
                            </m:r>
                            <m:f>
                              <m:fPr>
                                <m:ctrlPr>
                                  <a:rPr lang="en-US" b="1" i="1">
                                    <a:solidFill>
                                      <a:srgbClr val="3333FF"/>
                                    </a:solidFill>
                                    <a:latin typeface="Cambria Math" panose="02040503050406030204" pitchFamily="18" charset="0"/>
                                  </a:rPr>
                                </m:ctrlPr>
                              </m:fPr>
                              <m:num>
                                <m:sSup>
                                  <m:sSupPr>
                                    <m:ctrlPr>
                                      <a:rPr lang="en-US" b="1" i="1">
                                        <a:solidFill>
                                          <a:srgbClr val="3333FF"/>
                                        </a:solidFill>
                                        <a:latin typeface="Cambria Math" panose="02040503050406030204" pitchFamily="18" charset="0"/>
                                      </a:rPr>
                                    </m:ctrlPr>
                                  </m:sSupPr>
                                  <m:e>
                                    <m:r>
                                      <a:rPr lang="en-US" b="1" i="1">
                                        <a:solidFill>
                                          <a:srgbClr val="3333FF"/>
                                        </a:solidFill>
                                        <a:latin typeface="Cambria Math" panose="02040503050406030204" pitchFamily="18" charset="0"/>
                                      </a:rPr>
                                      <m:t>𝒕</m:t>
                                    </m:r>
                                  </m:e>
                                  <m:sup>
                                    <m:r>
                                      <a:rPr lang="en-US" b="1" i="1">
                                        <a:solidFill>
                                          <a:srgbClr val="3333FF"/>
                                        </a:solidFill>
                                        <a:latin typeface="Cambria Math" panose="02040503050406030204" pitchFamily="18" charset="0"/>
                                      </a:rPr>
                                      <m:t>𝟐</m:t>
                                    </m:r>
                                  </m:sup>
                                </m:sSup>
                              </m:num>
                              <m:den>
                                <m:r>
                                  <a:rPr lang="en-US" b="1" i="1">
                                    <a:solidFill>
                                      <a:srgbClr val="3333FF"/>
                                    </a:solidFill>
                                    <a:latin typeface="Cambria Math" panose="02040503050406030204" pitchFamily="18" charset="0"/>
                                  </a:rPr>
                                  <m:t>𝟐</m:t>
                                </m:r>
                              </m:den>
                            </m:f>
                          </m:sup>
                        </m:sSup>
                      </m:e>
                    </m:nary>
                    <m:r>
                      <a:rPr lang="en-US" b="1" i="1" smtClean="0">
                        <a:solidFill>
                          <a:srgbClr val="3333FF"/>
                        </a:solidFill>
                        <a:latin typeface="Cambria Math" panose="02040503050406030204" pitchFamily="18" charset="0"/>
                      </a:rPr>
                      <m:t>𝒅𝒕</m:t>
                    </m:r>
                    <m:d>
                      <m:dPr>
                        <m:begChr m:val="["/>
                        <m:endChr m:val="]"/>
                        <m:ctrlPr>
                          <a:rPr lang="en-US" b="1" i="1" smtClean="0">
                            <a:solidFill>
                              <a:srgbClr val="3333FF"/>
                            </a:solidFill>
                            <a:latin typeface="Cambria Math" panose="02040503050406030204" pitchFamily="18" charset="0"/>
                          </a:rPr>
                        </m:ctrlPr>
                      </m:dPr>
                      <m:e>
                        <m:r>
                          <a:rPr lang="ru-RU" b="1" i="0" smtClean="0">
                            <a:solidFill>
                              <a:srgbClr val="3333FF"/>
                            </a:solidFill>
                            <a:latin typeface="Cambria Math" panose="02040503050406030204" pitchFamily="18" charset="0"/>
                          </a:rPr>
                          <m:t>=</m:t>
                        </m:r>
                        <m:r>
                          <a:rPr lang="en-US" b="1" i="0" smtClean="0">
                            <a:solidFill>
                              <a:srgbClr val="3333FF"/>
                            </a:solidFill>
                            <a:latin typeface="Cambria Math" panose="02040503050406030204" pitchFamily="18" charset="0"/>
                          </a:rPr>
                          <m:t>𝚽</m:t>
                        </m:r>
                        <m:d>
                          <m:dPr>
                            <m:ctrlPr>
                              <a:rPr lang="en-US" b="1" i="1" smtClean="0">
                                <a:solidFill>
                                  <a:srgbClr val="3333FF"/>
                                </a:solidFill>
                                <a:latin typeface="Cambria Math" panose="02040503050406030204" pitchFamily="18" charset="0"/>
                              </a:rPr>
                            </m:ctrlPr>
                          </m:dPr>
                          <m:e>
                            <m:r>
                              <a:rPr lang="en-US" b="1" i="1" smtClean="0">
                                <a:solidFill>
                                  <a:srgbClr val="3333FF"/>
                                </a:solidFill>
                                <a:latin typeface="Cambria Math" panose="02040503050406030204" pitchFamily="18" charset="0"/>
                              </a:rPr>
                              <m:t>𝒙</m:t>
                            </m:r>
                          </m:e>
                        </m:d>
                      </m:e>
                    </m:d>
                    <m:r>
                      <a:rPr lang="en-US" b="1" i="1" smtClean="0">
                        <a:solidFill>
                          <a:srgbClr val="FF0000"/>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2</m:t>
                        </m:r>
                      </m:den>
                    </m:f>
                    <m:r>
                      <a:rPr lang="en-US" b="0" i="1" smtClean="0">
                        <a:solidFill>
                          <a:schemeClr val="tx1"/>
                        </a:solidFill>
                        <a:latin typeface="Cambria Math" panose="02040503050406030204" pitchFamily="18" charset="0"/>
                      </a:rPr>
                      <m:t>+</m:t>
                    </m:r>
                    <m:r>
                      <m:rPr>
                        <m:sty m:val="p"/>
                      </m:rPr>
                      <a:rPr lang="en-US" b="0" i="0" smtClean="0">
                        <a:solidFill>
                          <a:schemeClr val="tx1"/>
                        </a:solidFill>
                        <a:latin typeface="Cambria Math" panose="02040503050406030204" pitchFamily="18" charset="0"/>
                      </a:rPr>
                      <m:t>Φ</m:t>
                    </m:r>
                    <m:d>
                      <m:dPr>
                        <m:ctrlPr>
                          <a:rPr lang="en-US" b="0" i="1" smtClean="0">
                            <a:solidFill>
                              <a:schemeClr val="tx1"/>
                            </a:solidFill>
                            <a:latin typeface="Cambria Math" panose="02040503050406030204" pitchFamily="18" charset="0"/>
                          </a:rPr>
                        </m:ctrlPr>
                      </m:dPr>
                      <m:e>
                        <m:r>
                          <a:rPr lang="en-US" b="0" i="0" smtClean="0">
                            <a:solidFill>
                              <a:schemeClr val="tx1"/>
                            </a:solidFill>
                            <a:latin typeface="Cambria Math" panose="02040503050406030204" pitchFamily="18" charset="0"/>
                          </a:rPr>
                          <m:t>𝑥</m:t>
                        </m:r>
                      </m:e>
                    </m:d>
                  </m:oMath>
                </a14:m>
                <a:r>
                  <a:rPr lang="en-US" dirty="0"/>
                  <a:t>.</a:t>
                </a:r>
                <a:r>
                  <a:rPr lang="ru-RU" dirty="0"/>
                  <a:t> </a:t>
                </a:r>
                <a:r>
                  <a:rPr lang="ru-RU" b="1" dirty="0">
                    <a:solidFill>
                      <a:srgbClr val="FF0000"/>
                    </a:solidFill>
                  </a:rPr>
                  <a:t>Первый интеграл </a:t>
                </a:r>
                <a:r>
                  <a:rPr lang="ru-RU" dirty="0"/>
                  <a:t>в силу симметрии равен ½, а </a:t>
                </a:r>
                <a:r>
                  <a:rPr lang="ru-RU" b="1" dirty="0">
                    <a:solidFill>
                      <a:srgbClr val="3333FF"/>
                    </a:solidFill>
                  </a:rPr>
                  <a:t>вторая часть </a:t>
                </a:r>
                <a:r>
                  <a:rPr lang="ru-RU" dirty="0"/>
                  <a:t>выражения – есть функция Лапласа. Чтобы посчитать вероятность для произвольной случайно величины </a:t>
                </a:r>
                <a14:m>
                  <m:oMath xmlns:m="http://schemas.openxmlformats.org/officeDocument/2006/math">
                    <m:r>
                      <a:rPr lang="ru-RU" i="1">
                        <a:latin typeface="Cambria Math" panose="02040503050406030204" pitchFamily="18" charset="0"/>
                      </a:rPr>
                      <m:t>𝜉</m:t>
                    </m:r>
                    <m:r>
                      <a:rPr lang="ru-RU" i="1">
                        <a:latin typeface="Cambria Math" panose="02040503050406030204" pitchFamily="18" charset="0"/>
                      </a:rPr>
                      <m:t>∼</m:t>
                    </m:r>
                    <m:r>
                      <a:rPr lang="ru-RU" i="1">
                        <a:latin typeface="Cambria Math" panose="02040503050406030204" pitchFamily="18" charset="0"/>
                      </a:rPr>
                      <m:t>𝑁</m:t>
                    </m:r>
                    <m:d>
                      <m:dPr>
                        <m:ctrlPr>
                          <a:rPr lang="ru-RU" i="1">
                            <a:latin typeface="Cambria Math" panose="02040503050406030204" pitchFamily="18" charset="0"/>
                          </a:rPr>
                        </m:ctrlPr>
                      </m:dPr>
                      <m:e>
                        <m:r>
                          <a:rPr lang="ru-RU" i="1">
                            <a:latin typeface="Cambria Math" panose="02040503050406030204" pitchFamily="18" charset="0"/>
                          </a:rPr>
                          <m:t>𝜇</m:t>
                        </m:r>
                        <m:r>
                          <a:rPr lang="ru-RU" i="1">
                            <a:latin typeface="Cambria Math" panose="02040503050406030204" pitchFamily="18" charset="0"/>
                          </a:rPr>
                          <m:t>,</m:t>
                        </m:r>
                        <m:sSup>
                          <m:sSupPr>
                            <m:ctrlPr>
                              <a:rPr lang="ru-RU" i="1">
                                <a:latin typeface="Cambria Math" panose="02040503050406030204" pitchFamily="18" charset="0"/>
                              </a:rPr>
                            </m:ctrlPr>
                          </m:sSupPr>
                          <m:e>
                            <m:r>
                              <a:rPr lang="ru-RU" i="1">
                                <a:latin typeface="Cambria Math" panose="02040503050406030204" pitchFamily="18" charset="0"/>
                              </a:rPr>
                              <m:t>𝜎</m:t>
                            </m:r>
                          </m:e>
                          <m:sup>
                            <m:r>
                              <a:rPr lang="ru-RU" i="1">
                                <a:latin typeface="Cambria Math" panose="02040503050406030204" pitchFamily="18" charset="0"/>
                              </a:rPr>
                              <m:t>2</m:t>
                            </m:r>
                          </m:sup>
                        </m:sSup>
                      </m:e>
                    </m:d>
                  </m:oMath>
                </a14:m>
                <a:r>
                  <a:rPr lang="ru-RU" dirty="0"/>
                  <a:t>, ее всегда стандартизируют:</a:t>
                </a:r>
                <a:r>
                  <a:rPr lang="en-US" dirty="0"/>
                  <a:t> </a:t>
                </a:r>
                <a14:m>
                  <m:oMath xmlns:m="http://schemas.openxmlformats.org/officeDocument/2006/math">
                    <m:r>
                      <a:rPr lang="ru-RU" i="1">
                        <a:latin typeface="Cambria Math" panose="02040503050406030204" pitchFamily="18" charset="0"/>
                      </a:rPr>
                      <m:t>𝑡</m:t>
                    </m:r>
                    <m:r>
                      <a:rPr lang="ru-RU" i="1">
                        <a:latin typeface="Cambria Math" panose="02040503050406030204" pitchFamily="18" charset="0"/>
                      </a:rPr>
                      <m:t>=</m:t>
                    </m:r>
                    <m:f>
                      <m:fPr>
                        <m:ctrlPr>
                          <a:rPr lang="ru-RU" i="1">
                            <a:latin typeface="Cambria Math" panose="02040503050406030204" pitchFamily="18" charset="0"/>
                          </a:rPr>
                        </m:ctrlPr>
                      </m:fPr>
                      <m:num>
                        <m:r>
                          <a:rPr lang="ru-RU" i="1">
                            <a:latin typeface="Cambria Math" panose="02040503050406030204" pitchFamily="18" charset="0"/>
                          </a:rPr>
                          <m:t>𝑥</m:t>
                        </m:r>
                        <m:r>
                          <a:rPr lang="ru-RU" i="1">
                            <a:latin typeface="Cambria Math" panose="02040503050406030204" pitchFamily="18" charset="0"/>
                          </a:rPr>
                          <m:t>−</m:t>
                        </m:r>
                        <m:r>
                          <a:rPr lang="ru-RU" i="1">
                            <a:latin typeface="Cambria Math" panose="02040503050406030204" pitchFamily="18" charset="0"/>
                          </a:rPr>
                          <m:t>𝜇</m:t>
                        </m:r>
                      </m:num>
                      <m:den>
                        <m:r>
                          <a:rPr lang="ru-RU" i="1">
                            <a:latin typeface="Cambria Math" panose="02040503050406030204" pitchFamily="18" charset="0"/>
                          </a:rPr>
                          <m:t>𝜎</m:t>
                        </m:r>
                      </m:den>
                    </m:f>
                    <m:r>
                      <a:rPr lang="ru-RU" i="1">
                        <a:latin typeface="Cambria Math" panose="02040503050406030204" pitchFamily="18" charset="0"/>
                      </a:rPr>
                      <m:t>⇒</m:t>
                    </m:r>
                    <m:r>
                      <a:rPr lang="ru-RU" i="1">
                        <a:latin typeface="Cambria Math" panose="02040503050406030204" pitchFamily="18" charset="0"/>
                      </a:rPr>
                      <m:t>𝑥</m:t>
                    </m:r>
                    <m:r>
                      <a:rPr lang="ru-RU" i="1">
                        <a:latin typeface="Cambria Math" panose="02040503050406030204" pitchFamily="18" charset="0"/>
                      </a:rPr>
                      <m:t>=</m:t>
                    </m:r>
                    <m:r>
                      <a:rPr lang="ru-RU" i="1">
                        <a:latin typeface="Cambria Math" panose="02040503050406030204" pitchFamily="18" charset="0"/>
                      </a:rPr>
                      <m:t>𝜇</m:t>
                    </m:r>
                    <m:r>
                      <a:rPr lang="ru-RU" i="1">
                        <a:latin typeface="Cambria Math" panose="02040503050406030204" pitchFamily="18" charset="0"/>
                      </a:rPr>
                      <m:t>+</m:t>
                    </m:r>
                    <m:r>
                      <a:rPr lang="ru-RU" i="1">
                        <a:latin typeface="Cambria Math" panose="02040503050406030204" pitchFamily="18" charset="0"/>
                      </a:rPr>
                      <m:t>𝜎</m:t>
                    </m:r>
                    <m:r>
                      <a:rPr lang="ru-RU" i="1">
                        <a:latin typeface="Cambria Math" panose="02040503050406030204" pitchFamily="18" charset="0"/>
                      </a:rPr>
                      <m:t>𝑡</m:t>
                    </m:r>
                    <m:r>
                      <a:rPr lang="ru-RU" i="1">
                        <a:latin typeface="Cambria Math" panose="02040503050406030204" pitchFamily="18" charset="0"/>
                      </a:rPr>
                      <m:t>,</m:t>
                    </m:r>
                    <m:r>
                      <a:rPr lang="ru-RU">
                        <a:latin typeface="Cambria Math" panose="02040503050406030204" pitchFamily="18" charset="0"/>
                      </a:rPr>
                      <m:t> </m:t>
                    </m:r>
                    <m:r>
                      <a:rPr lang="ru-RU" i="1">
                        <a:latin typeface="Cambria Math" panose="02040503050406030204" pitchFamily="18" charset="0"/>
                      </a:rPr>
                      <m:t>𝑑𝑥</m:t>
                    </m:r>
                    <m:r>
                      <a:rPr lang="ru-RU" i="1">
                        <a:latin typeface="Cambria Math" panose="02040503050406030204" pitchFamily="18" charset="0"/>
                      </a:rPr>
                      <m:t>=</m:t>
                    </m:r>
                    <m:r>
                      <a:rPr lang="ru-RU" i="1">
                        <a:latin typeface="Cambria Math" panose="02040503050406030204" pitchFamily="18" charset="0"/>
                      </a:rPr>
                      <m:t>𝜎</m:t>
                    </m:r>
                    <m:r>
                      <a:rPr lang="ru-RU">
                        <a:latin typeface="Cambria Math" panose="02040503050406030204" pitchFamily="18" charset="0"/>
                      </a:rPr>
                      <m:t> </m:t>
                    </m:r>
                    <m:r>
                      <a:rPr lang="ru-RU" i="1">
                        <a:latin typeface="Cambria Math" panose="02040503050406030204" pitchFamily="18" charset="0"/>
                      </a:rPr>
                      <m:t>𝑑𝑡</m:t>
                    </m:r>
                    <m:r>
                      <a:rPr lang="ru-RU">
                        <a:latin typeface="Cambria Math" panose="02040503050406030204" pitchFamily="18" charset="0"/>
                      </a:rPr>
                      <m:t>.</m:t>
                    </m:r>
                    <m:r>
                      <a:rPr lang="en-US" b="0" i="0" smtClean="0">
                        <a:latin typeface="Cambria Math" panose="02040503050406030204" pitchFamily="18" charset="0"/>
                      </a:rPr>
                      <m:t> </m:t>
                    </m:r>
                  </m:oMath>
                </a14:m>
                <a:r>
                  <a:rPr lang="en-US" dirty="0"/>
                  <a:t> </a:t>
                </a:r>
                <a:r>
                  <a:rPr lang="ru-RU" dirty="0"/>
                  <a:t>Таким образом можно оценить вероятность </a:t>
                </a:r>
                <a:r>
                  <a:rPr lang="ru-RU" b="1" dirty="0">
                    <a:solidFill>
                      <a:srgbClr val="006400"/>
                    </a:solidFill>
                  </a:rPr>
                  <a:t>случайной величины </a:t>
                </a:r>
                <a14:m>
                  <m:oMath xmlns:m="http://schemas.openxmlformats.org/officeDocument/2006/math">
                    <m:r>
                      <a:rPr lang="en-US" b="1" i="1">
                        <a:solidFill>
                          <a:srgbClr val="006400"/>
                        </a:solidFill>
                        <a:latin typeface="Cambria Math" panose="02040503050406030204" pitchFamily="18" charset="0"/>
                      </a:rPr>
                      <m:t>𝝃</m:t>
                    </m:r>
                    <m:r>
                      <a:rPr lang="ru-RU" b="1" i="1" smtClean="0">
                        <a:solidFill>
                          <a:srgbClr val="006400"/>
                        </a:solidFill>
                        <a:latin typeface="Cambria Math" panose="02040503050406030204" pitchFamily="18" charset="0"/>
                      </a:rPr>
                      <m:t> </m:t>
                    </m:r>
                  </m:oMath>
                </a14:m>
                <a:r>
                  <a:rPr lang="ru-RU" dirty="0"/>
                  <a:t> попасть в интервал </a:t>
                </a:r>
                <a14:m>
                  <m:oMath xmlns:m="http://schemas.openxmlformats.org/officeDocument/2006/math">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𝜉</m:t>
                    </m:r>
                    <m:r>
                      <a:rPr lang="en-US" b="0" i="1" dirty="0" smtClean="0">
                        <a:latin typeface="Cambria Math" panose="02040503050406030204" pitchFamily="18" charset="0"/>
                      </a:rPr>
                      <m:t>&lt;</m:t>
                    </m:r>
                    <m:r>
                      <a:rPr lang="en-US" b="0" i="1" dirty="0" smtClean="0">
                        <a:latin typeface="Cambria Math" panose="02040503050406030204" pitchFamily="18" charset="0"/>
                      </a:rPr>
                      <m:t>𝑏</m:t>
                    </m:r>
                  </m:oMath>
                </a14:m>
                <a:r>
                  <a:rPr lang="en-US" dirty="0"/>
                  <a:t>:</a:t>
                </a:r>
              </a:p>
              <a:p>
                <a:pPr algn="just"/>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𝑏</m:t>
                          </m:r>
                        </m:e>
                      </m:d>
                      <m:r>
                        <a:rPr lang="en-US" b="0" i="1" smtClean="0">
                          <a:latin typeface="Cambria Math" panose="02040503050406030204" pitchFamily="18" charset="0"/>
                        </a:rPr>
                        <m:t>=</m:t>
                      </m:r>
                      <m:nary>
                        <m:naryPr>
                          <m:ctrlPr>
                            <a:rPr lang="en-US" i="1">
                              <a:latin typeface="Cambria Math" panose="02040503050406030204" pitchFamily="18" charset="0"/>
                            </a:rPr>
                          </m:ctrlPr>
                        </m:naryPr>
                        <m:sub>
                          <m:r>
                            <m:rPr>
                              <m:brk m:alnAt="23"/>
                            </m:rPr>
                            <a:rPr lang="en-US" b="0" i="1" smtClean="0">
                              <a:latin typeface="Cambria Math" panose="02040503050406030204" pitchFamily="18" charset="0"/>
                            </a:rPr>
                            <m:t>𝑎</m:t>
                          </m:r>
                        </m:sub>
                        <m:sup>
                          <m:r>
                            <a:rPr lang="en-US" b="0" i="1" smtClean="0">
                              <a:latin typeface="Cambria Math" panose="02040503050406030204" pitchFamily="18" charset="0"/>
                            </a:rPr>
                            <m:t>𝑏</m:t>
                          </m:r>
                        </m:sup>
                        <m:e>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r>
                                <a:rPr lang="en-US" i="1">
                                  <a:latin typeface="Cambria Math" panose="02040503050406030204" pitchFamily="18" charset="0"/>
                                </a:rPr>
                                <m:t>𝜎</m:t>
                              </m:r>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den>
                              </m:f>
                            </m:sup>
                          </m:sSup>
                        </m:e>
                      </m:nary>
                      <m:r>
                        <a:rPr lang="en-US" b="0" i="1" smtClean="0">
                          <a:latin typeface="Cambria Math" panose="02040503050406030204" pitchFamily="18" charset="0"/>
                        </a:rPr>
                        <m:t>𝑑𝑡</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𝜇</m:t>
                              </m:r>
                            </m:num>
                            <m:den>
                              <m:r>
                                <a:rPr lang="en-US" b="0" i="1" smtClean="0">
                                  <a:latin typeface="Cambria Math" panose="02040503050406030204" pitchFamily="18" charset="0"/>
                                </a:rPr>
                                <m:t>𝜎</m:t>
                              </m:r>
                            </m:den>
                          </m:f>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𝑑𝑡</m:t>
                          </m:r>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𝑑𝑥</m:t>
                          </m:r>
                        </m:e>
                      </m:d>
                      <m:r>
                        <a:rPr lang="en-US" b="0" i="1" smtClean="0">
                          <a:latin typeface="Cambria Math" panose="02040503050406030204" pitchFamily="18" charset="0"/>
                        </a:rPr>
                        <m:t>=</m:t>
                      </m:r>
                      <m:nary>
                        <m:naryPr>
                          <m:ctrlPr>
                            <a:rPr lang="en-US" i="1">
                              <a:latin typeface="Cambria Math" panose="02040503050406030204" pitchFamily="18" charset="0"/>
                            </a:rPr>
                          </m:ctrlPr>
                        </m:naryPr>
                        <m:sub>
                          <m:f>
                            <m:fPr>
                              <m:ctrlPr>
                                <a:rPr lang="en-US" b="0" i="1" smtClean="0">
                                  <a:latin typeface="Cambria Math" panose="02040503050406030204" pitchFamily="18" charset="0"/>
                                </a:rPr>
                              </m:ctrlPr>
                            </m:fPr>
                            <m:num>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𝜇</m:t>
                              </m:r>
                            </m:num>
                            <m:den>
                              <m:r>
                                <a:rPr lang="en-US" b="0" i="1" smtClean="0">
                                  <a:latin typeface="Cambria Math" panose="02040503050406030204" pitchFamily="18" charset="0"/>
                                </a:rPr>
                                <m:t>𝜎</m:t>
                              </m:r>
                            </m:den>
                          </m:f>
                        </m:sub>
                        <m:sup>
                          <m:f>
                            <m:fPr>
                              <m:ctrlPr>
                                <a:rPr lang="en-US" b="0" i="1" smtClean="0">
                                  <a:latin typeface="Cambria Math" panose="02040503050406030204" pitchFamily="18" charset="0"/>
                                </a:rPr>
                              </m:ctrlPr>
                            </m:fPr>
                            <m:num>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𝜇</m:t>
                              </m:r>
                            </m:num>
                            <m:den>
                              <m:r>
                                <a:rPr lang="en-US" b="0" i="1" smtClean="0">
                                  <a:latin typeface="Cambria Math" panose="02040503050406030204" pitchFamily="18" charset="0"/>
                                </a:rPr>
                                <m:t>𝜎</m:t>
                              </m:r>
                            </m:den>
                          </m:f>
                        </m:sup>
                        <m:e>
                          <m:sSup>
                            <m:sSupPr>
                              <m:ctrlPr>
                                <a:rPr lang="en-US" i="1">
                                  <a:latin typeface="Cambria Math" panose="02040503050406030204" pitchFamily="18" charset="0"/>
                                </a:rPr>
                              </m:ctrlPr>
                            </m:sSupPr>
                            <m:e>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b="0" i="1" smtClean="0">
                                          <a:latin typeface="Cambria Math" panose="02040503050406030204" pitchFamily="18" charset="0"/>
                                        </a:rPr>
                                        <m:t>𝑥</m:t>
                                      </m:r>
                                    </m:e>
                                    <m:sup>
                                      <m:r>
                                        <a:rPr lang="en-US" i="1">
                                          <a:latin typeface="Cambria Math" panose="02040503050406030204" pitchFamily="18" charset="0"/>
                                        </a:rPr>
                                        <m:t>2</m:t>
                                      </m:r>
                                    </m:sup>
                                  </m:sSup>
                                </m:num>
                                <m:den>
                                  <m:r>
                                    <a:rPr lang="en-US" i="1">
                                      <a:latin typeface="Cambria Math" panose="02040503050406030204" pitchFamily="18" charset="0"/>
                                    </a:rPr>
                                    <m:t>2</m:t>
                                  </m:r>
                                </m:den>
                              </m:f>
                            </m:sup>
                          </m:sSup>
                        </m:e>
                      </m:nary>
                      <m:r>
                        <a:rPr lang="en-US" b="0" i="1" smtClean="0">
                          <a:latin typeface="Cambria Math" panose="02040503050406030204" pitchFamily="18" charset="0"/>
                        </a:rPr>
                        <m:t>𝑑𝑥</m:t>
                      </m:r>
                      <m:r>
                        <a:rPr lang="en-US" b="0" i="1" smtClean="0">
                          <a:latin typeface="Cambria Math" panose="02040503050406030204" pitchFamily="18" charset="0"/>
                        </a:rPr>
                        <m:t>=</m:t>
                      </m:r>
                      <m:r>
                        <m:rPr>
                          <m:sty m:val="p"/>
                        </m:rPr>
                        <a:rPr lang="en-US" b="0" i="0" smtClean="0">
                          <a:latin typeface="Cambria Math" panose="02040503050406030204" pitchFamily="18" charset="0"/>
                        </a:rPr>
                        <m:t>Φ</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𝜇</m:t>
                              </m:r>
                            </m:num>
                            <m:den>
                              <m:r>
                                <a:rPr lang="en-US" b="0" i="1" smtClean="0">
                                  <a:latin typeface="Cambria Math" panose="02040503050406030204" pitchFamily="18" charset="0"/>
                                </a:rPr>
                                <m:t>𝜎</m:t>
                              </m:r>
                            </m:den>
                          </m:f>
                        </m:e>
                      </m:d>
                      <m:r>
                        <a:rPr lang="en-US" b="0" i="1" smtClean="0">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𝜇</m:t>
                              </m:r>
                            </m:num>
                            <m:den>
                              <m:r>
                                <a:rPr lang="en-US" i="1">
                                  <a:latin typeface="Cambria Math" panose="02040503050406030204" pitchFamily="18" charset="0"/>
                                </a:rPr>
                                <m:t>𝜎</m:t>
                              </m:r>
                            </m:den>
                          </m:f>
                        </m:e>
                      </m:d>
                    </m:oMath>
                  </m:oMathPara>
                </a14:m>
                <a:endParaRPr lang="en-US" dirty="0"/>
              </a:p>
            </p:txBody>
          </p:sp>
        </mc:Choice>
        <mc:Fallback xmlns="">
          <p:sp>
            <p:nvSpPr>
              <p:cNvPr id="6" name="TextBox 5">
                <a:extLst>
                  <a:ext uri="{FF2B5EF4-FFF2-40B4-BE49-F238E27FC236}">
                    <a16:creationId xmlns:a16="http://schemas.microsoft.com/office/drawing/2014/main" id="{61FAD1EA-3F92-31AC-BDFF-85B51E559BE8}"/>
                  </a:ext>
                </a:extLst>
              </p:cNvPr>
              <p:cNvSpPr txBox="1">
                <a:spLocks noRot="1" noChangeAspect="1" noMove="1" noResize="1" noEditPoints="1" noAdjustHandles="1" noChangeArrowheads="1" noChangeShapeType="1" noTextEdit="1"/>
              </p:cNvSpPr>
              <p:nvPr/>
            </p:nvSpPr>
            <p:spPr>
              <a:xfrm>
                <a:off x="0" y="419100"/>
                <a:ext cx="9144000" cy="6557564"/>
              </a:xfrm>
              <a:prstGeom prst="rect">
                <a:avLst/>
              </a:prstGeom>
              <a:blipFill>
                <a:blip r:embed="rId3"/>
                <a:stretch>
                  <a:fillRect l="-533" t="-558" r="-533"/>
                </a:stretch>
              </a:blipFill>
            </p:spPr>
            <p:txBody>
              <a:bodyPr/>
              <a:lstStyle/>
              <a:p>
                <a:r>
                  <a:rPr lang="ru-RU">
                    <a:noFill/>
                  </a:rPr>
                  <a:t> </a:t>
                </a:r>
              </a:p>
            </p:txBody>
          </p:sp>
        </mc:Fallback>
      </mc:AlternateContent>
    </p:spTree>
    <p:extLst>
      <p:ext uri="{BB962C8B-B14F-4D97-AF65-F5344CB8AC3E}">
        <p14:creationId xmlns:p14="http://schemas.microsoft.com/office/powerpoint/2010/main" val="4058227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3651509A-1E2E-07C4-3553-D105D7C869F3}"/>
              </a:ext>
            </a:extLst>
          </p:cNvPr>
          <p:cNvSpPr>
            <a:spLocks noGrp="1"/>
          </p:cNvSpPr>
          <p:nvPr>
            <p:ph type="sldNum" sz="quarter" idx="12"/>
          </p:nvPr>
        </p:nvSpPr>
        <p:spPr/>
        <p:txBody>
          <a:bodyPr/>
          <a:lstStyle/>
          <a:p>
            <a:fld id="{CC173F88-3387-453B-9303-AC0210B95CB8}" type="slidenum">
              <a:rPr lang="ru-RU" smtClean="0"/>
              <a:pPr/>
              <a:t>22</a:t>
            </a:fld>
            <a:endParaRPr lang="ru-RU" dirty="0"/>
          </a:p>
        </p:txBody>
      </p:sp>
      <p:sp>
        <p:nvSpPr>
          <p:cNvPr id="5" name="Прямоугольник 4">
            <a:extLst>
              <a:ext uri="{FF2B5EF4-FFF2-40B4-BE49-F238E27FC236}">
                <a16:creationId xmlns:a16="http://schemas.microsoft.com/office/drawing/2014/main" id="{4C22D0C4-D559-ACC3-3EE1-26BB1A941FCB}"/>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непрерывные</a:t>
            </a:r>
            <a:r>
              <a:rPr lang="ru-RU" sz="2400" dirty="0"/>
              <a:t> </a:t>
            </a:r>
            <a:r>
              <a:rPr lang="ru-RU" sz="2400" b="1" dirty="0">
                <a:solidFill>
                  <a:schemeClr val="tx1"/>
                </a:solidFill>
              </a:rPr>
              <a:t>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p:pic>
        <p:nvPicPr>
          <p:cNvPr id="9" name="Рисунок 8">
            <a:extLst>
              <a:ext uri="{FF2B5EF4-FFF2-40B4-BE49-F238E27FC236}">
                <a16:creationId xmlns:a16="http://schemas.microsoft.com/office/drawing/2014/main" id="{6E315F2C-DB01-CB71-0FD7-A663242DDC0A}"/>
              </a:ext>
            </a:extLst>
          </p:cNvPr>
          <p:cNvPicPr>
            <a:picLocks noChangeAspect="1"/>
          </p:cNvPicPr>
          <p:nvPr/>
        </p:nvPicPr>
        <p:blipFill>
          <a:blip r:embed="rId2"/>
          <a:stretch>
            <a:fillRect/>
          </a:stretch>
        </p:blipFill>
        <p:spPr>
          <a:xfrm>
            <a:off x="2482850" y="3711492"/>
            <a:ext cx="4197350" cy="3121107"/>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15FCF58-E306-60CA-877E-CEE688B46C94}"/>
                  </a:ext>
                </a:extLst>
              </p:cNvPr>
              <p:cNvSpPr txBox="1"/>
              <p:nvPr/>
            </p:nvSpPr>
            <p:spPr>
              <a:xfrm>
                <a:off x="0" y="419100"/>
                <a:ext cx="9144000" cy="3323987"/>
              </a:xfrm>
              <a:prstGeom prst="rect">
                <a:avLst/>
              </a:prstGeom>
              <a:noFill/>
            </p:spPr>
            <p:txBody>
              <a:bodyPr wrap="square" rtlCol="0">
                <a:spAutoFit/>
              </a:bodyPr>
              <a:lstStyle/>
              <a:p>
                <a:pPr algn="just"/>
                <a:r>
                  <a:rPr lang="ru-RU" b="1" dirty="0">
                    <a:solidFill>
                      <a:srgbClr val="3333FF"/>
                    </a:solidFill>
                  </a:rPr>
                  <a:t>Правило </a:t>
                </a:r>
                <a14:m>
                  <m:oMath xmlns:m="http://schemas.openxmlformats.org/officeDocument/2006/math">
                    <m:r>
                      <a:rPr lang="ru-RU" b="1" i="1" smtClean="0">
                        <a:solidFill>
                          <a:srgbClr val="3333FF"/>
                        </a:solidFill>
                        <a:latin typeface="Cambria Math" panose="02040503050406030204" pitchFamily="18" charset="0"/>
                      </a:rPr>
                      <m:t>𝟑</m:t>
                    </m:r>
                    <m:r>
                      <a:rPr lang="en-US" b="1" i="1" smtClean="0">
                        <a:solidFill>
                          <a:srgbClr val="3333FF"/>
                        </a:solidFill>
                        <a:latin typeface="Cambria Math" panose="02040503050406030204" pitchFamily="18" charset="0"/>
                      </a:rPr>
                      <m:t>𝝈</m:t>
                    </m:r>
                  </m:oMath>
                </a14:m>
                <a:r>
                  <a:rPr lang="en-US" b="1" dirty="0">
                    <a:solidFill>
                      <a:srgbClr val="3333FF"/>
                    </a:solidFill>
                  </a:rPr>
                  <a:t>:</a:t>
                </a:r>
              </a:p>
              <a:p>
                <a:pPr algn="just"/>
                <a:r>
                  <a:rPr lang="ru-RU" dirty="0"/>
                  <a:t>Правило </a:t>
                </a:r>
                <a14:m>
                  <m:oMath xmlns:m="http://schemas.openxmlformats.org/officeDocument/2006/math">
                    <m:r>
                      <a:rPr lang="ru-RU" b="0" i="1" smtClean="0">
                        <a:solidFill>
                          <a:schemeClr val="tx1"/>
                        </a:solidFill>
                        <a:latin typeface="Cambria Math" panose="02040503050406030204" pitchFamily="18" charset="0"/>
                      </a:rPr>
                      <m:t>3</m:t>
                    </m:r>
                    <m:r>
                      <a:rPr lang="en-US" b="0" i="1">
                        <a:solidFill>
                          <a:schemeClr val="tx1"/>
                        </a:solidFill>
                        <a:latin typeface="Cambria Math" panose="02040503050406030204" pitchFamily="18" charset="0"/>
                      </a:rPr>
                      <m:t>𝜎</m:t>
                    </m:r>
                  </m:oMath>
                </a14:m>
                <a:r>
                  <a:rPr lang="ru-RU" dirty="0"/>
                  <a:t> гласит, что с вероятностью около </a:t>
                </a:r>
                <a:r>
                  <a:rPr lang="ru-RU" b="1" dirty="0">
                    <a:solidFill>
                      <a:srgbClr val="FF0000"/>
                    </a:solidFill>
                  </a:rPr>
                  <a:t>99.73%</a:t>
                </a:r>
                <a:r>
                  <a:rPr lang="ru-RU" dirty="0"/>
                  <a:t> случайная величина попадает в интервал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i="1" smtClean="0">
                        <a:latin typeface="Cambria Math" panose="02040503050406030204" pitchFamily="18" charset="0"/>
                      </a:rPr>
                      <m:t>𝜇</m:t>
                    </m:r>
                    <m:r>
                      <a:rPr lang="en-US" b="0" i="1" smtClean="0">
                        <a:latin typeface="Cambria Math" panose="02040503050406030204" pitchFamily="18" charset="0"/>
                      </a:rPr>
                      <m:t>−</m:t>
                    </m:r>
                    <m:r>
                      <a:rPr lang="en-US" i="1">
                        <a:latin typeface="Cambria Math" panose="02040503050406030204" pitchFamily="18" charset="0"/>
                      </a:rPr>
                      <m:t>3</m:t>
                    </m:r>
                    <m:r>
                      <a:rPr lang="en-US" i="1">
                        <a:latin typeface="Cambria Math" panose="02040503050406030204" pitchFamily="18" charset="0"/>
                      </a:rPr>
                      <m:t>𝜎</m:t>
                    </m:r>
                    <m:r>
                      <a:rPr lang="en-US" b="0" i="1" smtClean="0">
                        <a:latin typeface="Cambria Math" panose="02040503050406030204" pitchFamily="18" charset="0"/>
                      </a:rPr>
                      <m:t>≤</m:t>
                    </m:r>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𝜇</m:t>
                    </m:r>
                    <m:r>
                      <a:rPr lang="en-US" b="0" i="1" smtClean="0">
                        <a:latin typeface="Cambria Math" panose="02040503050406030204" pitchFamily="18" charset="0"/>
                      </a:rPr>
                      <m:t>+3</m:t>
                    </m:r>
                    <m:r>
                      <a:rPr lang="en-US" b="0" i="1" smtClean="0">
                        <a:latin typeface="Cambria Math" panose="02040503050406030204" pitchFamily="18" charset="0"/>
                      </a:rPr>
                      <m:t>𝜎</m:t>
                    </m:r>
                    <m:r>
                      <a:rPr lang="en-US" b="0" i="1" smtClean="0">
                        <a:latin typeface="Cambria Math" panose="02040503050406030204" pitchFamily="18" charset="0"/>
                      </a:rPr>
                      <m:t>)</m:t>
                    </m:r>
                  </m:oMath>
                </a14:m>
                <a:r>
                  <a:rPr lang="en-US" dirty="0"/>
                  <a:t>.</a:t>
                </a:r>
                <a:r>
                  <a:rPr lang="ru-RU" dirty="0"/>
                  <a:t> Пусть </a:t>
                </a:r>
                <a14:m>
                  <m:oMath xmlns:m="http://schemas.openxmlformats.org/officeDocument/2006/math">
                    <m:r>
                      <a:rPr lang="ru-RU" i="1">
                        <a:latin typeface="Cambria Math" panose="02040503050406030204" pitchFamily="18" charset="0"/>
                      </a:rPr>
                      <m:t>𝜉</m:t>
                    </m:r>
                  </m:oMath>
                </a14:m>
                <a:r>
                  <a:rPr lang="ru-RU" dirty="0"/>
                  <a:t> нормально распределенная случайная величина. Ее стандартная форма: </a:t>
                </a:r>
                <a14:m>
                  <m:oMath xmlns:m="http://schemas.openxmlformats.org/officeDocument/2006/math">
                    <m:r>
                      <a:rPr lang="ru-RU" i="1">
                        <a:latin typeface="Cambria Math" panose="02040503050406030204" pitchFamily="18" charset="0"/>
                      </a:rPr>
                      <m:t>𝑍</m:t>
                    </m:r>
                    <m:r>
                      <a:rPr lang="ru-RU" i="1">
                        <a:latin typeface="Cambria Math" panose="02040503050406030204" pitchFamily="18" charset="0"/>
                      </a:rPr>
                      <m:t>=</m:t>
                    </m:r>
                    <m:f>
                      <m:fPr>
                        <m:ctrlPr>
                          <a:rPr lang="ru-RU" i="1">
                            <a:latin typeface="Cambria Math" panose="02040503050406030204" pitchFamily="18" charset="0"/>
                          </a:rPr>
                        </m:ctrlPr>
                      </m:fPr>
                      <m:num>
                        <m:r>
                          <a:rPr lang="ru-RU" i="1">
                            <a:latin typeface="Cambria Math" panose="02040503050406030204" pitchFamily="18" charset="0"/>
                          </a:rPr>
                          <m:t>𝜉</m:t>
                        </m:r>
                        <m:r>
                          <a:rPr lang="ru-RU" i="1">
                            <a:latin typeface="Cambria Math" panose="02040503050406030204" pitchFamily="18" charset="0"/>
                          </a:rPr>
                          <m:t>−</m:t>
                        </m:r>
                        <m:r>
                          <a:rPr lang="ru-RU" i="1">
                            <a:latin typeface="Cambria Math" panose="02040503050406030204" pitchFamily="18" charset="0"/>
                          </a:rPr>
                          <m:t>𝜇</m:t>
                        </m:r>
                      </m:num>
                      <m:den>
                        <m:r>
                          <a:rPr lang="ru-RU" i="1">
                            <a:latin typeface="Cambria Math" panose="02040503050406030204" pitchFamily="18" charset="0"/>
                          </a:rPr>
                          <m:t>𝜎</m:t>
                        </m:r>
                      </m:den>
                    </m:f>
                    <m:r>
                      <a:rPr lang="ru-RU" i="1">
                        <a:latin typeface="Cambria Math" panose="02040503050406030204" pitchFamily="18" charset="0"/>
                      </a:rPr>
                      <m:t>∼</m:t>
                    </m:r>
                    <m:r>
                      <a:rPr lang="ru-RU" i="1">
                        <a:latin typeface="Cambria Math" panose="02040503050406030204" pitchFamily="18" charset="0"/>
                      </a:rPr>
                      <m:t>𝑁</m:t>
                    </m:r>
                    <m:d>
                      <m:dPr>
                        <m:ctrlPr>
                          <a:rPr lang="ru-RU" i="1">
                            <a:latin typeface="Cambria Math" panose="02040503050406030204" pitchFamily="18" charset="0"/>
                          </a:rPr>
                        </m:ctrlPr>
                      </m:dPr>
                      <m:e>
                        <m:r>
                          <a:rPr lang="ru-RU" i="1">
                            <a:latin typeface="Cambria Math" panose="02040503050406030204" pitchFamily="18" charset="0"/>
                          </a:rPr>
                          <m:t>0,1</m:t>
                        </m:r>
                      </m:e>
                    </m:d>
                  </m:oMath>
                </a14:m>
                <a:r>
                  <a:rPr lang="ru-RU" dirty="0"/>
                  <a:t>. При этом вероятность попасть в симметричный интервал вокруг среднего выражается через функцию стандартной нормали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rPr>
                          <m:t>𝐹</m:t>
                        </m:r>
                      </m:e>
                      <m:sub>
                        <m:r>
                          <a:rPr lang="ru-RU" i="1">
                            <a:latin typeface="Cambria Math" panose="02040503050406030204" pitchFamily="18" charset="0"/>
                          </a:rPr>
                          <m:t>𝑍</m:t>
                        </m:r>
                      </m:sub>
                    </m:sSub>
                    <m:d>
                      <m:dPr>
                        <m:ctrlPr>
                          <a:rPr lang="ru-RU" i="1">
                            <a:latin typeface="Cambria Math" panose="02040503050406030204" pitchFamily="18" charset="0"/>
                          </a:rPr>
                        </m:ctrlPr>
                      </m:dPr>
                      <m:e>
                        <m:r>
                          <a:rPr lang="ru-RU" i="1">
                            <a:latin typeface="Cambria Math" panose="02040503050406030204" pitchFamily="18" charset="0"/>
                          </a:rPr>
                          <m:t>𝑥</m:t>
                        </m:r>
                      </m:e>
                    </m:d>
                    <m:r>
                      <a:rPr lang="ru-RU" i="1">
                        <a:latin typeface="Cambria Math" panose="02040503050406030204" pitchFamily="18" charset="0"/>
                      </a:rPr>
                      <m:t>=</m:t>
                    </m:r>
                    <m:f>
                      <m:fPr>
                        <m:ctrlPr>
                          <a:rPr lang="ru-RU" i="1">
                            <a:latin typeface="Cambria Math" panose="02040503050406030204" pitchFamily="18" charset="0"/>
                          </a:rPr>
                        </m:ctrlPr>
                      </m:fPr>
                      <m:num>
                        <m:r>
                          <a:rPr lang="ru-RU" i="1">
                            <a:latin typeface="Cambria Math" panose="02040503050406030204" pitchFamily="18" charset="0"/>
                          </a:rPr>
                          <m:t>1</m:t>
                        </m:r>
                      </m:num>
                      <m:den>
                        <m:r>
                          <a:rPr lang="ru-RU" i="1">
                            <a:latin typeface="Cambria Math" panose="02040503050406030204" pitchFamily="18" charset="0"/>
                          </a:rPr>
                          <m:t>2</m:t>
                        </m:r>
                      </m:den>
                    </m:f>
                    <m:r>
                      <a:rPr lang="ru-RU" i="1">
                        <a:latin typeface="Cambria Math" panose="02040503050406030204" pitchFamily="18" charset="0"/>
                      </a:rPr>
                      <m:t>+</m:t>
                    </m:r>
                    <m:r>
                      <m:rPr>
                        <m:sty m:val="p"/>
                      </m:rPr>
                      <a:rPr lang="ru-RU">
                        <a:latin typeface="Cambria Math" panose="02040503050406030204" pitchFamily="18" charset="0"/>
                      </a:rPr>
                      <m:t>Φ</m:t>
                    </m:r>
                    <m:d>
                      <m:dPr>
                        <m:ctrlPr>
                          <a:rPr lang="ru-RU" i="1">
                            <a:latin typeface="Cambria Math" panose="02040503050406030204" pitchFamily="18" charset="0"/>
                          </a:rPr>
                        </m:ctrlPr>
                      </m:dPr>
                      <m:e>
                        <m:r>
                          <a:rPr lang="ru-RU" i="1">
                            <a:latin typeface="Cambria Math" panose="02040503050406030204" pitchFamily="18" charset="0"/>
                          </a:rPr>
                          <m:t>𝑥</m:t>
                        </m:r>
                      </m:e>
                    </m:d>
                  </m:oMath>
                </a14:m>
                <a:r>
                  <a:rPr lang="ru-RU" dirty="0"/>
                  <a:t>. Тогда вероятность попадания </a:t>
                </a:r>
                <a14:m>
                  <m:oMath xmlns:m="http://schemas.openxmlformats.org/officeDocument/2006/math">
                    <m:r>
                      <a:rPr lang="ru-RU" i="1">
                        <a:latin typeface="Cambria Math" panose="02040503050406030204" pitchFamily="18" charset="0"/>
                      </a:rPr>
                      <m:t>𝜉</m:t>
                    </m:r>
                  </m:oMath>
                </a14:m>
                <a:r>
                  <a:rPr lang="ru-RU" dirty="0"/>
                  <a:t> в интервал </a:t>
                </a:r>
                <a14:m>
                  <m:oMath xmlns:m="http://schemas.openxmlformats.org/officeDocument/2006/math">
                    <m:r>
                      <a:rPr lang="ru-RU" i="1">
                        <a:latin typeface="Cambria Math" panose="02040503050406030204" pitchFamily="18" charset="0"/>
                      </a:rPr>
                      <m:t>𝜇</m:t>
                    </m:r>
                    <m:r>
                      <a:rPr lang="ru-RU">
                        <a:latin typeface="Cambria Math" panose="02040503050406030204" pitchFamily="18" charset="0"/>
                      </a:rPr>
                      <m:t>±</m:t>
                    </m:r>
                    <m:r>
                      <a:rPr lang="ru-RU" i="1">
                        <a:latin typeface="Cambria Math" panose="02040503050406030204" pitchFamily="18" charset="0"/>
                      </a:rPr>
                      <m:t>𝑘</m:t>
                    </m:r>
                    <m:r>
                      <a:rPr lang="ru-RU" i="1">
                        <a:latin typeface="Cambria Math" panose="02040503050406030204" pitchFamily="18" charset="0"/>
                      </a:rPr>
                      <m:t>𝜎</m:t>
                    </m:r>
                  </m:oMath>
                </a14:m>
                <a:r>
                  <a:rPr lang="ru-RU" dirty="0"/>
                  <a:t> есть:</a:t>
                </a:r>
              </a:p>
              <a:p>
                <a14:m>
                  <m:oMath xmlns:m="http://schemas.openxmlformats.org/officeDocument/2006/math">
                    <m:r>
                      <a:rPr lang="ru-RU" i="1">
                        <a:latin typeface="Cambria Math" panose="02040503050406030204" pitchFamily="18" charset="0"/>
                      </a:rPr>
                      <m:t>𝑃</m:t>
                    </m:r>
                    <m:d>
                      <m:dPr>
                        <m:ctrlPr>
                          <a:rPr lang="ru-RU" i="1">
                            <a:latin typeface="Cambria Math" panose="02040503050406030204" pitchFamily="18" charset="0"/>
                          </a:rPr>
                        </m:ctrlPr>
                      </m:dPr>
                      <m:e>
                        <m:r>
                          <a:rPr lang="ru-RU" i="1">
                            <a:latin typeface="Cambria Math" panose="02040503050406030204" pitchFamily="18" charset="0"/>
                          </a:rPr>
                          <m:t>𝜇</m:t>
                        </m:r>
                        <m:r>
                          <a:rPr lang="ru-RU" i="1">
                            <a:latin typeface="Cambria Math" panose="02040503050406030204" pitchFamily="18" charset="0"/>
                          </a:rPr>
                          <m:t>−</m:t>
                        </m:r>
                        <m:r>
                          <a:rPr lang="ru-RU" i="1">
                            <a:latin typeface="Cambria Math" panose="02040503050406030204" pitchFamily="18" charset="0"/>
                          </a:rPr>
                          <m:t>𝑘</m:t>
                        </m:r>
                        <m:r>
                          <a:rPr lang="ru-RU" i="1">
                            <a:latin typeface="Cambria Math" panose="02040503050406030204" pitchFamily="18" charset="0"/>
                          </a:rPr>
                          <m:t>𝜎</m:t>
                        </m:r>
                        <m:r>
                          <a:rPr lang="ru-RU" i="1">
                            <a:latin typeface="Cambria Math" panose="02040503050406030204" pitchFamily="18" charset="0"/>
                          </a:rPr>
                          <m:t>≤</m:t>
                        </m:r>
                        <m:r>
                          <a:rPr lang="ru-RU" i="1">
                            <a:latin typeface="Cambria Math" panose="02040503050406030204" pitchFamily="18" charset="0"/>
                          </a:rPr>
                          <m:t>𝜉</m:t>
                        </m:r>
                        <m:r>
                          <a:rPr lang="ru-RU" i="1">
                            <a:latin typeface="Cambria Math" panose="02040503050406030204" pitchFamily="18" charset="0"/>
                          </a:rPr>
                          <m:t>&lt;</m:t>
                        </m:r>
                        <m:r>
                          <a:rPr lang="ru-RU" i="1">
                            <a:latin typeface="Cambria Math" panose="02040503050406030204" pitchFamily="18" charset="0"/>
                          </a:rPr>
                          <m:t>𝜇</m:t>
                        </m:r>
                        <m:r>
                          <a:rPr lang="ru-RU" i="1">
                            <a:latin typeface="Cambria Math" panose="02040503050406030204" pitchFamily="18" charset="0"/>
                          </a:rPr>
                          <m:t>+</m:t>
                        </m:r>
                        <m:r>
                          <a:rPr lang="ru-RU" i="1">
                            <a:latin typeface="Cambria Math" panose="02040503050406030204" pitchFamily="18" charset="0"/>
                          </a:rPr>
                          <m:t>𝑘</m:t>
                        </m:r>
                        <m:r>
                          <a:rPr lang="ru-RU" i="1">
                            <a:latin typeface="Cambria Math" panose="02040503050406030204" pitchFamily="18" charset="0"/>
                          </a:rPr>
                          <m:t>𝜎</m:t>
                        </m:r>
                      </m:e>
                    </m:d>
                    <m:r>
                      <a:rPr lang="ru-RU" i="1">
                        <a:latin typeface="Cambria Math" panose="02040503050406030204" pitchFamily="18" charset="0"/>
                      </a:rPr>
                      <m:t>=</m:t>
                    </m:r>
                    <m:r>
                      <a:rPr lang="ru-RU" i="1">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Z</m:t>
                    </m:r>
                    <m:r>
                      <a:rPr lang="en-US" b="0" i="1" smtClean="0">
                        <a:latin typeface="Cambria Math" panose="02040503050406030204" pitchFamily="18" charset="0"/>
                      </a:rPr>
                      <m:t>|&lt;</m:t>
                    </m:r>
                    <m:r>
                      <m:rPr>
                        <m:sty m:val="p"/>
                      </m:rPr>
                      <a:rPr lang="en-US" b="0" i="1" smtClean="0">
                        <a:latin typeface="Cambria Math" panose="02040503050406030204" pitchFamily="18" charset="0"/>
                      </a:rPr>
                      <m:t>k</m:t>
                    </m:r>
                    <m:r>
                      <a:rPr lang="en-US" b="0" i="1" smtClean="0">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𝐹</m:t>
                        </m:r>
                      </m:e>
                      <m:sub>
                        <m:r>
                          <a:rPr lang="ru-RU" i="1">
                            <a:latin typeface="Cambria Math" panose="02040503050406030204" pitchFamily="18" charset="0"/>
                          </a:rPr>
                          <m:t>𝑍</m:t>
                        </m:r>
                      </m:sub>
                    </m:sSub>
                    <m:d>
                      <m:dPr>
                        <m:ctrlPr>
                          <a:rPr lang="ru-RU" i="1">
                            <a:latin typeface="Cambria Math" panose="02040503050406030204" pitchFamily="18" charset="0"/>
                          </a:rPr>
                        </m:ctrlPr>
                      </m:dPr>
                      <m:e>
                        <m:r>
                          <a:rPr lang="ru-RU" i="1">
                            <a:latin typeface="Cambria Math" panose="02040503050406030204" pitchFamily="18" charset="0"/>
                          </a:rPr>
                          <m:t>𝑘</m:t>
                        </m:r>
                      </m:e>
                    </m:d>
                    <m:r>
                      <a:rPr lang="ru-RU" i="1">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𝐹</m:t>
                        </m:r>
                      </m:e>
                      <m:sub>
                        <m:r>
                          <a:rPr lang="ru-RU" i="1">
                            <a:latin typeface="Cambria Math" panose="02040503050406030204" pitchFamily="18" charset="0"/>
                          </a:rPr>
                          <m:t>𝑍</m:t>
                        </m:r>
                      </m:sub>
                    </m:sSub>
                    <m:d>
                      <m:dPr>
                        <m:ctrlPr>
                          <a:rPr lang="ru-RU" i="1">
                            <a:latin typeface="Cambria Math" panose="02040503050406030204" pitchFamily="18" charset="0"/>
                          </a:rPr>
                        </m:ctrlPr>
                      </m:dPr>
                      <m:e>
                        <m:r>
                          <a:rPr lang="ru-RU" i="1">
                            <a:latin typeface="Cambria Math" panose="02040503050406030204" pitchFamily="18" charset="0"/>
                          </a:rPr>
                          <m:t>−</m:t>
                        </m:r>
                        <m:r>
                          <a:rPr lang="ru-RU" i="1">
                            <a:latin typeface="Cambria Math" panose="02040503050406030204" pitchFamily="18" charset="0"/>
                          </a:rPr>
                          <m:t>𝑘</m:t>
                        </m:r>
                      </m:e>
                    </m:d>
                    <m:r>
                      <a:rPr lang="ru-RU" i="1">
                        <a:latin typeface="Cambria Math" panose="02040503050406030204" pitchFamily="18" charset="0"/>
                      </a:rPr>
                      <m:t>=</m:t>
                    </m:r>
                    <m:d>
                      <m:dPr>
                        <m:ctrlPr>
                          <a:rPr lang="ru-RU" i="1">
                            <a:latin typeface="Cambria Math" panose="02040503050406030204" pitchFamily="18" charset="0"/>
                          </a:rPr>
                        </m:ctrlPr>
                      </m:dPr>
                      <m:e>
                        <m:f>
                          <m:fPr>
                            <m:ctrlPr>
                              <a:rPr lang="ru-RU" i="1">
                                <a:latin typeface="Cambria Math" panose="02040503050406030204" pitchFamily="18" charset="0"/>
                              </a:rPr>
                            </m:ctrlPr>
                          </m:fPr>
                          <m:num>
                            <m:r>
                              <a:rPr lang="ru-RU" i="1">
                                <a:latin typeface="Cambria Math" panose="02040503050406030204" pitchFamily="18" charset="0"/>
                              </a:rPr>
                              <m:t>1</m:t>
                            </m:r>
                          </m:num>
                          <m:den>
                            <m:r>
                              <a:rPr lang="ru-RU" i="1">
                                <a:latin typeface="Cambria Math" panose="02040503050406030204" pitchFamily="18" charset="0"/>
                              </a:rPr>
                              <m:t>2</m:t>
                            </m:r>
                          </m:den>
                        </m:f>
                        <m:r>
                          <a:rPr lang="ru-RU" i="1">
                            <a:latin typeface="Cambria Math" panose="02040503050406030204" pitchFamily="18" charset="0"/>
                          </a:rPr>
                          <m:t>+</m:t>
                        </m:r>
                        <m:r>
                          <m:rPr>
                            <m:sty m:val="p"/>
                          </m:rPr>
                          <a:rPr lang="ru-RU">
                            <a:latin typeface="Cambria Math" panose="02040503050406030204" pitchFamily="18" charset="0"/>
                          </a:rPr>
                          <m:t>Φ</m:t>
                        </m:r>
                        <m:d>
                          <m:dPr>
                            <m:ctrlPr>
                              <a:rPr lang="ru-RU" i="1">
                                <a:latin typeface="Cambria Math" panose="02040503050406030204" pitchFamily="18" charset="0"/>
                              </a:rPr>
                            </m:ctrlPr>
                          </m:dPr>
                          <m:e>
                            <m:r>
                              <a:rPr lang="ru-RU" i="1">
                                <a:latin typeface="Cambria Math" panose="02040503050406030204" pitchFamily="18" charset="0"/>
                              </a:rPr>
                              <m:t>𝑘</m:t>
                            </m:r>
                          </m:e>
                        </m:d>
                      </m:e>
                    </m:d>
                    <m:r>
                      <a:rPr lang="ru-RU" i="1">
                        <a:latin typeface="Cambria Math" panose="02040503050406030204" pitchFamily="18" charset="0"/>
                      </a:rPr>
                      <m:t>−</m:t>
                    </m:r>
                    <m:d>
                      <m:dPr>
                        <m:ctrlPr>
                          <a:rPr lang="ru-RU" i="1">
                            <a:latin typeface="Cambria Math" panose="02040503050406030204" pitchFamily="18" charset="0"/>
                          </a:rPr>
                        </m:ctrlPr>
                      </m:dPr>
                      <m:e>
                        <m:f>
                          <m:fPr>
                            <m:ctrlPr>
                              <a:rPr lang="ru-RU" i="1">
                                <a:latin typeface="Cambria Math" panose="02040503050406030204" pitchFamily="18" charset="0"/>
                              </a:rPr>
                            </m:ctrlPr>
                          </m:fPr>
                          <m:num>
                            <m:r>
                              <a:rPr lang="ru-RU" i="1">
                                <a:latin typeface="Cambria Math" panose="02040503050406030204" pitchFamily="18" charset="0"/>
                              </a:rPr>
                              <m:t>1</m:t>
                            </m:r>
                          </m:num>
                          <m:den>
                            <m:r>
                              <a:rPr lang="ru-RU" i="1">
                                <a:latin typeface="Cambria Math" panose="02040503050406030204" pitchFamily="18" charset="0"/>
                              </a:rPr>
                              <m:t>2</m:t>
                            </m:r>
                          </m:den>
                        </m:f>
                        <m:r>
                          <a:rPr lang="ru-RU" i="1">
                            <a:latin typeface="Cambria Math" panose="02040503050406030204" pitchFamily="18" charset="0"/>
                          </a:rPr>
                          <m:t>+</m:t>
                        </m:r>
                        <m:r>
                          <m:rPr>
                            <m:sty m:val="p"/>
                          </m:rPr>
                          <a:rPr lang="ru-RU">
                            <a:latin typeface="Cambria Math" panose="02040503050406030204" pitchFamily="18" charset="0"/>
                          </a:rPr>
                          <m:t>Φ</m:t>
                        </m:r>
                        <m:d>
                          <m:dPr>
                            <m:ctrlPr>
                              <a:rPr lang="ru-RU" i="1">
                                <a:latin typeface="Cambria Math" panose="02040503050406030204" pitchFamily="18" charset="0"/>
                              </a:rPr>
                            </m:ctrlPr>
                          </m:dPr>
                          <m:e>
                            <m:r>
                              <a:rPr lang="ru-RU" i="1">
                                <a:latin typeface="Cambria Math" panose="02040503050406030204" pitchFamily="18" charset="0"/>
                              </a:rPr>
                              <m:t>−</m:t>
                            </m:r>
                            <m:r>
                              <a:rPr lang="ru-RU" i="1">
                                <a:latin typeface="Cambria Math" panose="02040503050406030204" pitchFamily="18" charset="0"/>
                              </a:rPr>
                              <m:t>𝑘</m:t>
                            </m:r>
                          </m:e>
                        </m:d>
                      </m:e>
                    </m:d>
                    <m:r>
                      <a:rPr lang="ru-RU" i="1">
                        <a:latin typeface="Cambria Math" panose="02040503050406030204" pitchFamily="18" charset="0"/>
                      </a:rPr>
                      <m:t>=2</m:t>
                    </m:r>
                    <m:r>
                      <m:rPr>
                        <m:sty m:val="p"/>
                      </m:rPr>
                      <a:rPr lang="ru-RU">
                        <a:latin typeface="Cambria Math" panose="02040503050406030204" pitchFamily="18" charset="0"/>
                      </a:rPr>
                      <m:t>Φ</m:t>
                    </m:r>
                    <m:d>
                      <m:dPr>
                        <m:ctrlPr>
                          <a:rPr lang="ru-RU" i="1">
                            <a:latin typeface="Cambria Math" panose="02040503050406030204" pitchFamily="18" charset="0"/>
                          </a:rPr>
                        </m:ctrlPr>
                      </m:dPr>
                      <m:e>
                        <m:r>
                          <a:rPr lang="ru-RU" i="1">
                            <a:latin typeface="Cambria Math" panose="02040503050406030204" pitchFamily="18" charset="0"/>
                          </a:rPr>
                          <m:t>𝑘</m:t>
                        </m:r>
                      </m:e>
                    </m:d>
                    <m:r>
                      <a:rPr lang="en-US" b="0" i="1" smtClean="0">
                        <a:latin typeface="Cambria Math" panose="02040503050406030204" pitchFamily="18" charset="0"/>
                      </a:rPr>
                      <m:t> </m:t>
                    </m:r>
                  </m:oMath>
                </a14:m>
                <a:r>
                  <a:rPr lang="en-US" dirty="0"/>
                  <a:t>(</a:t>
                </a:r>
                <a:r>
                  <a:rPr lang="ru-RU" dirty="0"/>
                  <a:t>по симметрии </a:t>
                </a:r>
                <a14:m>
                  <m:oMath xmlns:m="http://schemas.openxmlformats.org/officeDocument/2006/math">
                    <m:r>
                      <m:rPr>
                        <m:sty m:val="p"/>
                      </m:rPr>
                      <a:rPr lang="ru-RU">
                        <a:latin typeface="Cambria Math" panose="02040503050406030204" pitchFamily="18" charset="0"/>
                      </a:rPr>
                      <m:t>Φ</m:t>
                    </m:r>
                    <m:d>
                      <m:dPr>
                        <m:ctrlPr>
                          <a:rPr lang="ru-RU" i="1">
                            <a:latin typeface="Cambria Math" panose="02040503050406030204" pitchFamily="18" charset="0"/>
                          </a:rPr>
                        </m:ctrlPr>
                      </m:dPr>
                      <m:e>
                        <m:r>
                          <a:rPr lang="ru-RU" i="1">
                            <a:latin typeface="Cambria Math" panose="02040503050406030204" pitchFamily="18" charset="0"/>
                          </a:rPr>
                          <m:t>−</m:t>
                        </m:r>
                        <m:r>
                          <a:rPr lang="ru-RU" i="1">
                            <a:latin typeface="Cambria Math" panose="02040503050406030204" pitchFamily="18" charset="0"/>
                          </a:rPr>
                          <m:t>𝑘</m:t>
                        </m:r>
                      </m:e>
                    </m:d>
                    <m:r>
                      <a:rPr lang="ru-RU" i="1">
                        <a:latin typeface="Cambria Math" panose="02040503050406030204" pitchFamily="18" charset="0"/>
                      </a:rPr>
                      <m:t>=−</m:t>
                    </m:r>
                    <m:r>
                      <m:rPr>
                        <m:sty m:val="p"/>
                      </m:rPr>
                      <a:rPr lang="ru-RU">
                        <a:latin typeface="Cambria Math" panose="02040503050406030204" pitchFamily="18" charset="0"/>
                      </a:rPr>
                      <m:t>Φ</m:t>
                    </m:r>
                    <m:d>
                      <m:dPr>
                        <m:ctrlPr>
                          <a:rPr lang="ru-RU" i="1">
                            <a:latin typeface="Cambria Math" panose="02040503050406030204" pitchFamily="18" charset="0"/>
                          </a:rPr>
                        </m:ctrlPr>
                      </m:dPr>
                      <m:e>
                        <m:r>
                          <a:rPr lang="ru-RU" i="1">
                            <a:latin typeface="Cambria Math" panose="02040503050406030204" pitchFamily="18" charset="0"/>
                          </a:rPr>
                          <m:t>𝑘</m:t>
                        </m:r>
                      </m:e>
                    </m:d>
                  </m:oMath>
                </a14:m>
                <a:r>
                  <a:rPr lang="ru-RU" dirty="0"/>
                  <a:t>)</a:t>
                </a:r>
                <a:endParaRPr lang="en-US" dirty="0"/>
              </a:p>
              <a:p>
                <a:pPr algn="just"/>
                <a:r>
                  <a:rPr lang="ru-RU" dirty="0"/>
                  <a:t>Аналогично, для интервалов </a:t>
                </a:r>
                <a14:m>
                  <m:oMath xmlns:m="http://schemas.openxmlformats.org/officeDocument/2006/math">
                    <m:r>
                      <a:rPr lang="en-US" i="1">
                        <a:latin typeface="Cambria Math" panose="02040503050406030204" pitchFamily="18" charset="0"/>
                      </a:rPr>
                      <m:t>𝜇</m:t>
                    </m:r>
                    <m:r>
                      <a:rPr lang="en-US" b="0" i="1" smtClean="0">
                        <a:latin typeface="Cambria Math" panose="02040503050406030204" pitchFamily="18" charset="0"/>
                      </a:rPr>
                      <m:t>±</m:t>
                    </m:r>
                    <m:r>
                      <a:rPr lang="en-US" i="1">
                        <a:latin typeface="Cambria Math" panose="02040503050406030204" pitchFamily="18" charset="0"/>
                      </a:rPr>
                      <m:t>𝜎</m:t>
                    </m:r>
                  </m:oMath>
                </a14:m>
                <a:r>
                  <a:rPr lang="ru-RU" dirty="0"/>
                  <a:t> и </a:t>
                </a:r>
                <a14:m>
                  <m:oMath xmlns:m="http://schemas.openxmlformats.org/officeDocument/2006/math">
                    <m:r>
                      <a:rPr lang="en-US" i="1">
                        <a:latin typeface="Cambria Math" panose="02040503050406030204" pitchFamily="18" charset="0"/>
                      </a:rPr>
                      <m:t>𝜇</m:t>
                    </m:r>
                    <m:r>
                      <a:rPr lang="en-US" b="0" i="1" smtClean="0">
                        <a:latin typeface="Cambria Math" panose="02040503050406030204" pitchFamily="18" charset="0"/>
                      </a:rPr>
                      <m:t>±2</m:t>
                    </m:r>
                    <m:r>
                      <a:rPr lang="en-US" i="1">
                        <a:latin typeface="Cambria Math" panose="02040503050406030204" pitchFamily="18" charset="0"/>
                      </a:rPr>
                      <m:t>𝜎</m:t>
                    </m:r>
                  </m:oMath>
                </a14:m>
                <a:r>
                  <a:rPr lang="en-US" dirty="0"/>
                  <a:t> </a:t>
                </a:r>
                <a:r>
                  <a:rPr lang="ru-RU" dirty="0"/>
                  <a:t>вероятности попадания случайной величины в них равны </a:t>
                </a:r>
                <a:r>
                  <a:rPr lang="ru-RU" b="1" dirty="0">
                    <a:solidFill>
                      <a:srgbClr val="FF0000"/>
                    </a:solidFill>
                  </a:rPr>
                  <a:t>68%</a:t>
                </a:r>
                <a:r>
                  <a:rPr lang="ru-RU" dirty="0"/>
                  <a:t> и </a:t>
                </a:r>
                <a:r>
                  <a:rPr lang="ru-RU" b="1" dirty="0">
                    <a:solidFill>
                      <a:srgbClr val="FF0000"/>
                    </a:solidFill>
                  </a:rPr>
                  <a:t>95%</a:t>
                </a:r>
                <a:r>
                  <a:rPr lang="ru-RU" dirty="0"/>
                  <a:t>, соответственно. </a:t>
                </a:r>
              </a:p>
            </p:txBody>
          </p:sp>
        </mc:Choice>
        <mc:Fallback xmlns="">
          <p:sp>
            <p:nvSpPr>
              <p:cNvPr id="10" name="TextBox 9">
                <a:extLst>
                  <a:ext uri="{FF2B5EF4-FFF2-40B4-BE49-F238E27FC236}">
                    <a16:creationId xmlns:a16="http://schemas.microsoft.com/office/drawing/2014/main" id="{B15FCF58-E306-60CA-877E-CEE688B46C94}"/>
                  </a:ext>
                </a:extLst>
              </p:cNvPr>
              <p:cNvSpPr txBox="1">
                <a:spLocks noRot="1" noChangeAspect="1" noMove="1" noResize="1" noEditPoints="1" noAdjustHandles="1" noChangeArrowheads="1" noChangeShapeType="1" noTextEdit="1"/>
              </p:cNvSpPr>
              <p:nvPr/>
            </p:nvSpPr>
            <p:spPr>
              <a:xfrm>
                <a:off x="0" y="419100"/>
                <a:ext cx="9144000" cy="3323987"/>
              </a:xfrm>
              <a:prstGeom prst="rect">
                <a:avLst/>
              </a:prstGeom>
              <a:blipFill>
                <a:blip r:embed="rId3"/>
                <a:stretch>
                  <a:fillRect l="-533" t="-1101" r="-533" b="-2018"/>
                </a:stretch>
              </a:blipFill>
            </p:spPr>
            <p:txBody>
              <a:bodyPr/>
              <a:lstStyle/>
              <a:p>
                <a:r>
                  <a:rPr lang="ru-RU">
                    <a:noFill/>
                  </a:rPr>
                  <a:t> </a:t>
                </a:r>
              </a:p>
            </p:txBody>
          </p:sp>
        </mc:Fallback>
      </mc:AlternateContent>
    </p:spTree>
    <p:extLst>
      <p:ext uri="{BB962C8B-B14F-4D97-AF65-F5344CB8AC3E}">
        <p14:creationId xmlns:p14="http://schemas.microsoft.com/office/powerpoint/2010/main" val="1012970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6746282D-4762-02B7-DB67-D968D0923ACA}"/>
              </a:ext>
            </a:extLst>
          </p:cNvPr>
          <p:cNvSpPr>
            <a:spLocks noGrp="1"/>
          </p:cNvSpPr>
          <p:nvPr>
            <p:ph type="sldNum" sz="quarter" idx="12"/>
          </p:nvPr>
        </p:nvSpPr>
        <p:spPr/>
        <p:txBody>
          <a:bodyPr/>
          <a:lstStyle/>
          <a:p>
            <a:fld id="{CC173F88-3387-453B-9303-AC0210B95CB8}" type="slidenum">
              <a:rPr lang="ru-RU" smtClean="0"/>
              <a:pPr/>
              <a:t>23</a:t>
            </a:fld>
            <a:endParaRPr lang="ru-RU" dirty="0"/>
          </a:p>
        </p:txBody>
      </p:sp>
      <p:sp>
        <p:nvSpPr>
          <p:cNvPr id="5" name="Прямоугольник 4">
            <a:extLst>
              <a:ext uri="{FF2B5EF4-FFF2-40B4-BE49-F238E27FC236}">
                <a16:creationId xmlns:a16="http://schemas.microsoft.com/office/drawing/2014/main" id="{205CBEEB-EC1B-4A43-5AAF-3469F4819E73}"/>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непрерывные</a:t>
            </a:r>
            <a:r>
              <a:rPr lang="ru-RU" sz="2400" dirty="0"/>
              <a:t> </a:t>
            </a:r>
            <a:r>
              <a:rPr lang="ru-RU" sz="2400" b="1" dirty="0">
                <a:solidFill>
                  <a:schemeClr val="tx1"/>
                </a:solidFill>
              </a:rPr>
              <a:t>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66A460F-E62B-A8DC-FC94-4D0B188FF729}"/>
                  </a:ext>
                </a:extLst>
              </p:cNvPr>
              <p:cNvSpPr txBox="1"/>
              <p:nvPr/>
            </p:nvSpPr>
            <p:spPr>
              <a:xfrm>
                <a:off x="0" y="583537"/>
                <a:ext cx="9144000" cy="1554272"/>
              </a:xfrm>
              <a:prstGeom prst="rect">
                <a:avLst/>
              </a:prstGeom>
              <a:noFill/>
            </p:spPr>
            <p:txBody>
              <a:bodyPr wrap="square" rtlCol="0">
                <a:spAutoFit/>
              </a:bodyPr>
              <a:lstStyle/>
              <a:p>
                <a:pPr algn="just">
                  <a:spcAft>
                    <a:spcPts val="600"/>
                  </a:spcAft>
                </a:pPr>
                <a:r>
                  <a:rPr lang="ru-RU" b="1" dirty="0">
                    <a:solidFill>
                      <a:srgbClr val="3333FF"/>
                    </a:solidFill>
                  </a:rPr>
                  <a:t>Полная ширина пика на половине высоты (</a:t>
                </a:r>
                <a:r>
                  <a:rPr lang="en-US" b="1" dirty="0">
                    <a:solidFill>
                      <a:srgbClr val="3333FF"/>
                    </a:solidFill>
                  </a:rPr>
                  <a:t>FWHM</a:t>
                </a:r>
                <a:r>
                  <a:rPr lang="ru-RU" b="1" dirty="0">
                    <a:solidFill>
                      <a:srgbClr val="3333FF"/>
                    </a:solidFill>
                  </a:rPr>
                  <a:t>)</a:t>
                </a:r>
                <a:r>
                  <a:rPr lang="en-US" b="1" dirty="0">
                    <a:solidFill>
                      <a:srgbClr val="3333FF"/>
                    </a:solidFill>
                  </a:rPr>
                  <a:t>:</a:t>
                </a:r>
              </a:p>
              <a:p>
                <a:pPr algn="just" fontAlgn="base"/>
                <a:r>
                  <a:rPr lang="ru-RU" dirty="0"/>
                  <a:t>Еще одной важной характеристикой распределения Гаусса является полная ширина на половине высоты, которая показывает ширину распределения между точками, где значение функции равно половине её амплитуды. Параметр </a:t>
                </a:r>
                <a14:m>
                  <m:oMath xmlns:m="http://schemas.openxmlformats.org/officeDocument/2006/math">
                    <m:r>
                      <a:rPr lang="en-US" i="1" dirty="0" smtClean="0">
                        <a:solidFill>
                          <a:schemeClr val="tx1"/>
                        </a:solidFill>
                        <a:latin typeface="Cambria Math" panose="02040503050406030204" pitchFamily="18" charset="0"/>
                      </a:rPr>
                      <m:t>𝐹𝑊𝐻𝑀</m:t>
                    </m:r>
                    <m:r>
                      <a:rPr lang="en-US" i="1" dirty="0" smtClean="0">
                        <a:solidFill>
                          <a:schemeClr val="tx1"/>
                        </a:solidFill>
                        <a:latin typeface="Cambria Math" panose="02040503050406030204" pitchFamily="18" charset="0"/>
                      </a:rPr>
                      <m:t> (</m:t>
                    </m:r>
                    <m:r>
                      <m:rPr>
                        <m:sty m:val="p"/>
                      </m:rPr>
                      <a:rPr lang="en-US" b="0" i="0" dirty="0" smtClean="0">
                        <a:solidFill>
                          <a:schemeClr val="tx1"/>
                        </a:solidFill>
                        <a:latin typeface="Cambria Math" panose="02040503050406030204" pitchFamily="18" charset="0"/>
                      </a:rPr>
                      <m:t>Γ</m:t>
                    </m:r>
                    <m:r>
                      <a:rPr lang="en-US" i="1" dirty="0" smtClean="0">
                        <a:solidFill>
                          <a:schemeClr val="tx1"/>
                        </a:solidFill>
                        <a:latin typeface="Cambria Math" panose="02040503050406030204" pitchFamily="18" charset="0"/>
                      </a:rPr>
                      <m:t>)</m:t>
                    </m:r>
                  </m:oMath>
                </a14:m>
                <a:r>
                  <a:rPr lang="ru-RU" dirty="0">
                    <a:solidFill>
                      <a:schemeClr val="tx1"/>
                    </a:solidFill>
                  </a:rPr>
                  <a:t> связан со среднеквадратичным отклонением соотношением </a:t>
                </a:r>
                <a14:m>
                  <m:oMath xmlns:m="http://schemas.openxmlformats.org/officeDocument/2006/math">
                    <m:r>
                      <a:rPr lang="en-US" b="0" i="1" dirty="0" smtClean="0">
                        <a:solidFill>
                          <a:schemeClr val="tx1"/>
                        </a:solidFill>
                        <a:latin typeface="Cambria Math" panose="02040503050406030204" pitchFamily="18" charset="0"/>
                      </a:rPr>
                      <m:t>𝐹𝑊𝐻𝑀</m:t>
                    </m:r>
                    <m:r>
                      <a:rPr lang="ru-RU" b="0" i="1" dirty="0" smtClean="0">
                        <a:solidFill>
                          <a:schemeClr val="tx1"/>
                        </a:solidFill>
                        <a:latin typeface="Cambria Math" panose="02040503050406030204" pitchFamily="18" charset="0"/>
                      </a:rPr>
                      <m:t>≈</m:t>
                    </m:r>
                    <m:r>
                      <a:rPr lang="en-US" b="0" i="1" dirty="0" smtClean="0">
                        <a:solidFill>
                          <a:schemeClr val="tx1"/>
                        </a:solidFill>
                        <a:latin typeface="Cambria Math" panose="02040503050406030204" pitchFamily="18" charset="0"/>
                      </a:rPr>
                      <m:t>2.35</m:t>
                    </m:r>
                    <m:r>
                      <a:rPr lang="en-US" b="0" i="1" dirty="0" smtClean="0">
                        <a:solidFill>
                          <a:schemeClr val="tx1"/>
                        </a:solidFill>
                        <a:latin typeface="Cambria Math" panose="02040503050406030204" pitchFamily="18" charset="0"/>
                      </a:rPr>
                      <m:t>𝜎</m:t>
                    </m:r>
                  </m:oMath>
                </a14:m>
                <a:endParaRPr lang="ru-RU" dirty="0">
                  <a:solidFill>
                    <a:srgbClr val="3333FF"/>
                  </a:solidFill>
                </a:endParaRPr>
              </a:p>
            </p:txBody>
          </p:sp>
        </mc:Choice>
        <mc:Fallback xmlns="">
          <p:sp>
            <p:nvSpPr>
              <p:cNvPr id="6" name="TextBox 5">
                <a:extLst>
                  <a:ext uri="{FF2B5EF4-FFF2-40B4-BE49-F238E27FC236}">
                    <a16:creationId xmlns:a16="http://schemas.microsoft.com/office/drawing/2014/main" id="{866A460F-E62B-A8DC-FC94-4D0B188FF729}"/>
                  </a:ext>
                </a:extLst>
              </p:cNvPr>
              <p:cNvSpPr txBox="1">
                <a:spLocks noRot="1" noChangeAspect="1" noMove="1" noResize="1" noEditPoints="1" noAdjustHandles="1" noChangeArrowheads="1" noChangeShapeType="1" noTextEdit="1"/>
              </p:cNvSpPr>
              <p:nvPr/>
            </p:nvSpPr>
            <p:spPr>
              <a:xfrm>
                <a:off x="0" y="583537"/>
                <a:ext cx="9144000" cy="1554272"/>
              </a:xfrm>
              <a:prstGeom prst="rect">
                <a:avLst/>
              </a:prstGeom>
              <a:blipFill>
                <a:blip r:embed="rId2"/>
                <a:stretch>
                  <a:fillRect l="-533" t="-2353" r="-533" b="-549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2B616C3-AB84-E93D-3DE7-0C9D091D7B95}"/>
                  </a:ext>
                </a:extLst>
              </p:cNvPr>
              <p:cNvSpPr txBox="1"/>
              <p:nvPr/>
            </p:nvSpPr>
            <p:spPr>
              <a:xfrm>
                <a:off x="-7339" y="2180254"/>
                <a:ext cx="4985442" cy="3117520"/>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f>
                        <m:fPr>
                          <m:ctrlPr>
                            <a:rPr lang="en-US" b="0" i="1" dirty="0" smtClean="0">
                              <a:solidFill>
                                <a:schemeClr val="tx1"/>
                              </a:solidFill>
                              <a:latin typeface="Cambria Math" panose="02040503050406030204" pitchFamily="18" charset="0"/>
                            </a:rPr>
                          </m:ctrlPr>
                        </m:fPr>
                        <m:num>
                          <m:r>
                            <a:rPr lang="en-US" b="0" i="1" dirty="0" smtClean="0">
                              <a:solidFill>
                                <a:schemeClr val="tx1"/>
                              </a:solidFill>
                              <a:latin typeface="Cambria Math" panose="02040503050406030204" pitchFamily="18" charset="0"/>
                            </a:rPr>
                            <m:t>1</m:t>
                          </m:r>
                        </m:num>
                        <m:den>
                          <m:r>
                            <a:rPr lang="en-US" b="0" i="1" dirty="0" smtClean="0">
                              <a:solidFill>
                                <a:schemeClr val="tx1"/>
                              </a:solidFill>
                              <a:latin typeface="Cambria Math" panose="02040503050406030204" pitchFamily="18" charset="0"/>
                            </a:rPr>
                            <m:t>2</m:t>
                          </m:r>
                        </m:den>
                      </m:f>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𝑓</m:t>
                          </m:r>
                        </m:e>
                        <m:sub>
                          <m:r>
                            <a:rPr lang="en-US" b="0" i="1" dirty="0" smtClean="0">
                              <a:solidFill>
                                <a:schemeClr val="tx1"/>
                              </a:solidFill>
                              <a:latin typeface="Cambria Math" panose="02040503050406030204" pitchFamily="18" charset="0"/>
                            </a:rPr>
                            <m:t>𝑚𝑎𝑥</m:t>
                          </m:r>
                        </m:sub>
                      </m:sSub>
                      <m:r>
                        <a:rPr lang="en-US" b="0" i="1" dirty="0" smtClean="0">
                          <a:solidFill>
                            <a:schemeClr val="tx1"/>
                          </a:solidFill>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2</m:t>
                          </m:r>
                        </m:den>
                      </m:f>
                      <m:f>
                        <m:fPr>
                          <m:ctrlPr>
                            <a:rPr lang="en-US" b="0" i="1" dirty="0" smtClean="0">
                              <a:solidFill>
                                <a:schemeClr val="tx1"/>
                              </a:solidFill>
                              <a:latin typeface="Cambria Math" panose="02040503050406030204" pitchFamily="18" charset="0"/>
                            </a:rPr>
                          </m:ctrlPr>
                        </m:fPr>
                        <m:num>
                          <m:r>
                            <a:rPr lang="en-US" b="0" i="1" dirty="0" smtClean="0">
                              <a:solidFill>
                                <a:schemeClr val="tx1"/>
                              </a:solidFill>
                              <a:latin typeface="Cambria Math" panose="02040503050406030204" pitchFamily="18" charset="0"/>
                            </a:rPr>
                            <m:t>1</m:t>
                          </m:r>
                        </m:num>
                        <m:den>
                          <m:rad>
                            <m:radPr>
                              <m:degHide m:val="on"/>
                              <m:ctrlPr>
                                <a:rPr lang="en-US" b="0" i="1" dirty="0" smtClean="0">
                                  <a:solidFill>
                                    <a:schemeClr val="tx1"/>
                                  </a:solidFill>
                                  <a:latin typeface="Cambria Math" panose="02040503050406030204" pitchFamily="18" charset="0"/>
                                </a:rPr>
                              </m:ctrlPr>
                            </m:radPr>
                            <m:deg/>
                            <m:e>
                              <m:r>
                                <a:rPr lang="en-US" b="0" i="1" dirty="0" smtClean="0">
                                  <a:solidFill>
                                    <a:schemeClr val="tx1"/>
                                  </a:solidFill>
                                  <a:latin typeface="Cambria Math" panose="02040503050406030204" pitchFamily="18" charset="0"/>
                                </a:rPr>
                                <m:t>2</m:t>
                              </m:r>
                              <m:r>
                                <a:rPr lang="en-US" b="0" i="1" dirty="0" smtClean="0">
                                  <a:solidFill>
                                    <a:schemeClr val="tx1"/>
                                  </a:solidFill>
                                  <a:latin typeface="Cambria Math" panose="02040503050406030204" pitchFamily="18" charset="0"/>
                                </a:rPr>
                                <m:t>𝜋</m:t>
                              </m:r>
                            </m:e>
                          </m:rad>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𝜎</m:t>
                          </m:r>
                        </m:den>
                      </m:f>
                      <m:r>
                        <a:rPr lang="ru-RU" i="1" dirty="0" smtClean="0">
                          <a:latin typeface="Cambria Math" panose="02040503050406030204" pitchFamily="18" charset="0"/>
                        </a:rPr>
                        <m:t>=</m:t>
                      </m:r>
                      <m:f>
                        <m:fPr>
                          <m:ctrlPr>
                            <a:rPr lang="ru-RU" i="1">
                              <a:latin typeface="Cambria Math" panose="02040503050406030204" pitchFamily="18" charset="0"/>
                            </a:rPr>
                          </m:ctrlPr>
                        </m:fPr>
                        <m:num>
                          <m:r>
                            <a:rPr lang="en-US" i="1">
                              <a:latin typeface="Cambria Math" panose="02040503050406030204" pitchFamily="18" charset="0"/>
                            </a:rPr>
                            <m:t>1</m:t>
                          </m:r>
                        </m:num>
                        <m:den>
                          <m:rad>
                            <m:radPr>
                              <m:degHide m:val="on"/>
                              <m:ctrlPr>
                                <a:rPr lang="ru-RU" i="1">
                                  <a:latin typeface="Cambria Math" panose="02040503050406030204" pitchFamily="18" charset="0"/>
                                </a:rPr>
                              </m:ctrlPr>
                            </m:radPr>
                            <m:deg/>
                            <m:e>
                              <m:r>
                                <a:rPr lang="en-US" i="1">
                                  <a:latin typeface="Cambria Math" panose="02040503050406030204" pitchFamily="18" charset="0"/>
                                </a:rPr>
                                <m:t>2</m:t>
                              </m:r>
                              <m:r>
                                <m:rPr>
                                  <m:sty m:val="p"/>
                                </m:rPr>
                                <a:rPr lang="en-US">
                                  <a:latin typeface="Cambria Math" panose="02040503050406030204" pitchFamily="18" charset="0"/>
                                </a:rPr>
                                <m:t>π</m:t>
                              </m:r>
                            </m:e>
                          </m:rad>
                          <m:r>
                            <m:rPr>
                              <m:sty m:val="p"/>
                            </m:rPr>
                            <a:rPr lang="en-US">
                              <a:latin typeface="Cambria Math" panose="02040503050406030204" pitchFamily="18" charset="0"/>
                            </a:rPr>
                            <m:t>σ</m:t>
                          </m:r>
                        </m:den>
                      </m:f>
                      <m:sSup>
                        <m:sSupPr>
                          <m:ctrlPr>
                            <a:rPr lang="ru-RU"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ru-RU" i="1">
                                  <a:latin typeface="Cambria Math" panose="02040503050406030204" pitchFamily="18" charset="0"/>
                                </a:rPr>
                              </m:ctrlPr>
                            </m:fPr>
                            <m:num>
                              <m:sSup>
                                <m:sSupPr>
                                  <m:ctrlPr>
                                    <a:rPr lang="ru-RU" i="1">
                                      <a:latin typeface="Cambria Math" panose="02040503050406030204" pitchFamily="18" charset="0"/>
                                    </a:rPr>
                                  </m:ctrlPr>
                                </m:sSupPr>
                                <m:e>
                                  <m:d>
                                    <m:dPr>
                                      <m:ctrlPr>
                                        <a:rPr lang="ru-RU"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m:rPr>
                                          <m:sty m:val="p"/>
                                        </m:rPr>
                                        <a:rPr lang="en-US">
                                          <a:latin typeface="Cambria Math" panose="02040503050406030204" pitchFamily="18" charset="0"/>
                                        </a:rPr>
                                        <m:t>μ</m:t>
                                      </m:r>
                                    </m:e>
                                  </m:d>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ru-RU" i="1">
                                      <a:latin typeface="Cambria Math" panose="02040503050406030204" pitchFamily="18" charset="0"/>
                                    </a:rPr>
                                  </m:ctrlPr>
                                </m:sSupPr>
                                <m:e>
                                  <m:r>
                                    <m:rPr>
                                      <m:sty m:val="p"/>
                                    </m:rPr>
                                    <a:rPr lang="en-US">
                                      <a:latin typeface="Cambria Math" panose="02040503050406030204" pitchFamily="18" charset="0"/>
                                    </a:rPr>
                                    <m:t>σ</m:t>
                                  </m:r>
                                </m:e>
                                <m:sup>
                                  <m:r>
                                    <a:rPr lang="en-US" i="1">
                                      <a:latin typeface="Cambria Math" panose="02040503050406030204" pitchFamily="18" charset="0"/>
                                    </a:rPr>
                                    <m:t>2</m:t>
                                  </m:r>
                                </m:sup>
                              </m:sSup>
                            </m:den>
                          </m:f>
                        </m:sup>
                      </m:sSup>
                      <m:r>
                        <a:rPr lang="ru-RU" b="0" i="1" smtClean="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1</m:t>
                          </m:r>
                        </m:num>
                        <m:den>
                          <m:rad>
                            <m:radPr>
                              <m:degHide m:val="on"/>
                              <m:ctrlPr>
                                <a:rPr lang="en-US" i="1" dirty="0">
                                  <a:latin typeface="Cambria Math" panose="02040503050406030204" pitchFamily="18" charset="0"/>
                                </a:rPr>
                              </m:ctrlPr>
                            </m:radPr>
                            <m:deg/>
                            <m:e>
                              <m:r>
                                <a:rPr lang="en-US" i="1" dirty="0">
                                  <a:latin typeface="Cambria Math" panose="02040503050406030204" pitchFamily="18" charset="0"/>
                                </a:rPr>
                                <m:t>2</m:t>
                              </m:r>
                              <m:r>
                                <a:rPr lang="en-US" i="1" dirty="0">
                                  <a:latin typeface="Cambria Math" panose="02040503050406030204" pitchFamily="18" charset="0"/>
                                </a:rPr>
                                <m:t>𝜋</m:t>
                              </m:r>
                            </m:e>
                          </m:rad>
                          <m:r>
                            <a:rPr lang="en-US" i="1" dirty="0">
                              <a:latin typeface="Cambria Math" panose="02040503050406030204" pitchFamily="18" charset="0"/>
                            </a:rPr>
                            <m:t> </m:t>
                          </m:r>
                          <m:r>
                            <a:rPr lang="en-US" i="1" dirty="0">
                              <a:latin typeface="Cambria Math" panose="02040503050406030204" pitchFamily="18" charset="0"/>
                            </a:rPr>
                            <m:t>𝜎</m:t>
                          </m:r>
                        </m:den>
                      </m:f>
                      <m:sSup>
                        <m:sSupPr>
                          <m:ctrlPr>
                            <a:rPr lang="en-US" b="0" i="1" dirty="0" smtClean="0">
                              <a:solidFill>
                                <a:schemeClr val="tx1"/>
                              </a:solidFill>
                              <a:latin typeface="Cambria Math" panose="02040503050406030204" pitchFamily="18" charset="0"/>
                            </a:rPr>
                          </m:ctrlPr>
                        </m:sSupPr>
                        <m:e>
                          <m:r>
                            <a:rPr lang="en-US" b="0" i="1" dirty="0" smtClean="0">
                              <a:solidFill>
                                <a:schemeClr val="tx1"/>
                              </a:solidFill>
                              <a:latin typeface="Cambria Math" panose="02040503050406030204" pitchFamily="18" charset="0"/>
                            </a:rPr>
                            <m:t>𝑒</m:t>
                          </m:r>
                        </m:e>
                        <m:sup>
                          <m:r>
                            <a:rPr lang="en-US" b="0" i="1" dirty="0" smtClean="0">
                              <a:solidFill>
                                <a:schemeClr val="tx1"/>
                              </a:solidFill>
                              <a:latin typeface="Cambria Math" panose="02040503050406030204" pitchFamily="18" charset="0"/>
                            </a:rPr>
                            <m:t>−</m:t>
                          </m:r>
                          <m:f>
                            <m:fPr>
                              <m:ctrlPr>
                                <a:rPr lang="en-US" b="0" i="1" dirty="0" smtClean="0">
                                  <a:solidFill>
                                    <a:schemeClr val="tx1"/>
                                  </a:solidFill>
                                  <a:latin typeface="Cambria Math" panose="02040503050406030204" pitchFamily="18" charset="0"/>
                                </a:rPr>
                              </m:ctrlPr>
                            </m:fPr>
                            <m:num>
                              <m:sSup>
                                <m:sSupPr>
                                  <m:ctrlPr>
                                    <a:rPr lang="en-US" b="0" i="1" dirty="0" smtClean="0">
                                      <a:solidFill>
                                        <a:schemeClr val="tx1"/>
                                      </a:solidFill>
                                      <a:latin typeface="Cambria Math" panose="02040503050406030204" pitchFamily="18" charset="0"/>
                                    </a:rPr>
                                  </m:ctrlPr>
                                </m:sSupPr>
                                <m:e>
                                  <m:d>
                                    <m:dPr>
                                      <m:ctrlPr>
                                        <a:rPr lang="en-US" b="0" i="1" dirty="0" smtClean="0">
                                          <a:solidFill>
                                            <a:schemeClr val="tx1"/>
                                          </a:solidFill>
                                          <a:latin typeface="Cambria Math" panose="02040503050406030204" pitchFamily="18" charset="0"/>
                                        </a:rPr>
                                      </m:ctrlPr>
                                    </m:dPr>
                                    <m:e>
                                      <m:f>
                                        <m:fPr>
                                          <m:ctrlPr>
                                            <a:rPr lang="en-US" b="0" i="1" dirty="0" smtClean="0">
                                              <a:solidFill>
                                                <a:schemeClr val="tx1"/>
                                              </a:solidFill>
                                              <a:latin typeface="Cambria Math" panose="02040503050406030204" pitchFamily="18" charset="0"/>
                                            </a:rPr>
                                          </m:ctrlPr>
                                        </m:fPr>
                                        <m:num>
                                          <m:r>
                                            <m:rPr>
                                              <m:sty m:val="p"/>
                                            </m:rPr>
                                            <a:rPr lang="en-US" b="0" i="0" dirty="0" smtClean="0">
                                              <a:solidFill>
                                                <a:schemeClr val="tx1"/>
                                              </a:solidFill>
                                              <a:latin typeface="Cambria Math" panose="02040503050406030204" pitchFamily="18" charset="0"/>
                                            </a:rPr>
                                            <m:t>Γ</m:t>
                                          </m:r>
                                        </m:num>
                                        <m:den>
                                          <m:r>
                                            <a:rPr lang="en-US" b="0" i="1" dirty="0" smtClean="0">
                                              <a:solidFill>
                                                <a:schemeClr val="tx1"/>
                                              </a:solidFill>
                                              <a:latin typeface="Cambria Math" panose="02040503050406030204" pitchFamily="18" charset="0"/>
                                            </a:rPr>
                                            <m:t>2</m:t>
                                          </m:r>
                                        </m:den>
                                      </m:f>
                                    </m:e>
                                  </m:d>
                                </m:e>
                                <m:sup>
                                  <m:r>
                                    <a:rPr lang="en-US" b="0" i="1" dirty="0" smtClean="0">
                                      <a:solidFill>
                                        <a:schemeClr val="tx1"/>
                                      </a:solidFill>
                                      <a:latin typeface="Cambria Math" panose="02040503050406030204" pitchFamily="18" charset="0"/>
                                    </a:rPr>
                                    <m:t>2</m:t>
                                  </m:r>
                                </m:sup>
                              </m:sSup>
                            </m:num>
                            <m:den>
                              <m:r>
                                <a:rPr lang="en-US" b="0" i="1" dirty="0" smtClean="0">
                                  <a:solidFill>
                                    <a:schemeClr val="tx1"/>
                                  </a:solidFill>
                                  <a:latin typeface="Cambria Math" panose="02040503050406030204" pitchFamily="18" charset="0"/>
                                </a:rPr>
                                <m:t>2</m:t>
                              </m:r>
                              <m:sSup>
                                <m:sSupPr>
                                  <m:ctrlPr>
                                    <a:rPr lang="en-US" b="0" i="1" dirty="0" smtClean="0">
                                      <a:solidFill>
                                        <a:schemeClr val="tx1"/>
                                      </a:solidFill>
                                      <a:latin typeface="Cambria Math" panose="02040503050406030204" pitchFamily="18" charset="0"/>
                                    </a:rPr>
                                  </m:ctrlPr>
                                </m:sSupPr>
                                <m:e>
                                  <m:r>
                                    <a:rPr lang="en-US" b="0" i="1" dirty="0" smtClean="0">
                                      <a:solidFill>
                                        <a:schemeClr val="tx1"/>
                                      </a:solidFill>
                                      <a:latin typeface="Cambria Math" panose="02040503050406030204" pitchFamily="18" charset="0"/>
                                    </a:rPr>
                                    <m:t>𝜎</m:t>
                                  </m:r>
                                </m:e>
                                <m:sup>
                                  <m:r>
                                    <a:rPr lang="en-US" b="0" i="1" dirty="0" smtClean="0">
                                      <a:solidFill>
                                        <a:schemeClr val="tx1"/>
                                      </a:solidFill>
                                      <a:latin typeface="Cambria Math" panose="02040503050406030204" pitchFamily="18" charset="0"/>
                                    </a:rPr>
                                    <m:t>2</m:t>
                                  </m:r>
                                </m:sup>
                              </m:sSup>
                            </m:den>
                          </m:f>
                        </m:sup>
                      </m:sSup>
                      <m:d>
                        <m:dPr>
                          <m:begChr m:val="|"/>
                          <m:endChr m:val="|"/>
                          <m:ctrlPr>
                            <a:rPr lang="en-US" b="0" i="1" dirty="0" smtClean="0">
                              <a:solidFill>
                                <a:schemeClr val="tx1"/>
                              </a:solidFill>
                              <a:latin typeface="Cambria Math" panose="02040503050406030204" pitchFamily="18" charset="0"/>
                            </a:rPr>
                          </m:ctrlPr>
                        </m:dPr>
                        <m:e>
                          <m:r>
                            <a:rPr lang="en-US" b="0" i="1" dirty="0" smtClean="0">
                              <a:solidFill>
                                <a:schemeClr val="tx1"/>
                              </a:solidFill>
                              <a:latin typeface="Cambria Math" panose="02040503050406030204" pitchFamily="18" charset="0"/>
                            </a:rPr>
                            <m:t>𝑥</m:t>
                          </m:r>
                          <m:r>
                            <a:rPr lang="en-US" b="0" i="1" dirty="0" smtClean="0">
                              <a:solidFill>
                                <a:schemeClr val="tx1"/>
                              </a:solidFill>
                              <a:latin typeface="Cambria Math" panose="02040503050406030204" pitchFamily="18" charset="0"/>
                            </a:rPr>
                            <m:t>−</m:t>
                          </m:r>
                          <m:r>
                            <a:rPr lang="en-US" b="0" i="1" dirty="0" smtClean="0">
                              <a:solidFill>
                                <a:schemeClr val="tx1"/>
                              </a:solidFill>
                              <a:latin typeface="Cambria Math" panose="02040503050406030204" pitchFamily="18" charset="0"/>
                            </a:rPr>
                            <m:t>𝜇</m:t>
                          </m:r>
                          <m:r>
                            <a:rPr lang="en-US" b="0" i="1" dirty="0" smtClean="0">
                              <a:solidFill>
                                <a:schemeClr val="tx1"/>
                              </a:solidFill>
                              <a:latin typeface="Cambria Math" panose="02040503050406030204" pitchFamily="18" charset="0"/>
                            </a:rPr>
                            <m:t>=</m:t>
                          </m:r>
                          <m:f>
                            <m:fPr>
                              <m:ctrlPr>
                                <a:rPr lang="en-US" b="0" i="1" dirty="0" smtClean="0">
                                  <a:solidFill>
                                    <a:schemeClr val="tx1"/>
                                  </a:solidFill>
                                  <a:latin typeface="Cambria Math" panose="02040503050406030204" pitchFamily="18" charset="0"/>
                                </a:rPr>
                              </m:ctrlPr>
                            </m:fPr>
                            <m:num>
                              <m:r>
                                <m:rPr>
                                  <m:sty m:val="p"/>
                                </m:rPr>
                                <a:rPr lang="en-US" b="0" i="0" dirty="0" smtClean="0">
                                  <a:solidFill>
                                    <a:schemeClr val="tx1"/>
                                  </a:solidFill>
                                  <a:latin typeface="Cambria Math" panose="02040503050406030204" pitchFamily="18" charset="0"/>
                                </a:rPr>
                                <m:t>Γ</m:t>
                              </m:r>
                            </m:num>
                            <m:den>
                              <m:r>
                                <a:rPr lang="en-US" b="0" i="1" dirty="0" smtClean="0">
                                  <a:solidFill>
                                    <a:schemeClr val="tx1"/>
                                  </a:solidFill>
                                  <a:latin typeface="Cambria Math" panose="02040503050406030204" pitchFamily="18" charset="0"/>
                                </a:rPr>
                                <m:t>2</m:t>
                              </m:r>
                            </m:den>
                          </m:f>
                        </m:e>
                      </m:d>
                      <m:r>
                        <a:rPr lang="en-US" b="0" i="1" dirty="0" smtClean="0">
                          <a:solidFill>
                            <a:schemeClr val="tx1"/>
                          </a:solidFill>
                          <a:latin typeface="Cambria Math" panose="02040503050406030204" pitchFamily="18" charset="0"/>
                        </a:rPr>
                        <m:t>=</m:t>
                      </m:r>
                    </m:oMath>
                  </m:oMathPara>
                </a14:m>
                <a:endParaRPr lang="en-US" b="0" i="1" dirty="0">
                  <a:solidFill>
                    <a:schemeClr val="tx1"/>
                  </a:solidFill>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𝑒</m:t>
                          </m:r>
                        </m:e>
                        <m:sup>
                          <m:r>
                            <a:rPr lang="en-US" i="1" dirty="0">
                              <a:latin typeface="Cambria Math" panose="02040503050406030204" pitchFamily="18" charset="0"/>
                            </a:rPr>
                            <m:t>−</m:t>
                          </m:r>
                          <m:f>
                            <m:fPr>
                              <m:ctrlPr>
                                <a:rPr lang="en-US" i="1" dirty="0">
                                  <a:latin typeface="Cambria Math" panose="02040503050406030204" pitchFamily="18" charset="0"/>
                                </a:rPr>
                              </m:ctrlPr>
                            </m:fPr>
                            <m:num>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r>
                                        <m:rPr>
                                          <m:sty m:val="p"/>
                                        </m:rPr>
                                        <a:rPr lang="en-US" i="0" dirty="0" smtClean="0">
                                          <a:latin typeface="Cambria Math" panose="02040503050406030204" pitchFamily="18" charset="0"/>
                                        </a:rPr>
                                        <m:t>Γ</m:t>
                                      </m:r>
                                    </m:e>
                                    <m:sup>
                                      <m:r>
                                        <a:rPr lang="en-US" b="0" i="1" dirty="0" smtClean="0">
                                          <a:latin typeface="Cambria Math" panose="02040503050406030204" pitchFamily="18" charset="0"/>
                                        </a:rPr>
                                        <m:t>2</m:t>
                                      </m:r>
                                    </m:sup>
                                  </m:sSup>
                                </m:num>
                                <m:den>
                                  <m:r>
                                    <a:rPr lang="en-US" b="0" i="1" dirty="0" smtClean="0">
                                      <a:latin typeface="Cambria Math" panose="02040503050406030204" pitchFamily="18" charset="0"/>
                                    </a:rPr>
                                    <m:t>4</m:t>
                                  </m:r>
                                </m:den>
                              </m:f>
                            </m:num>
                            <m:den>
                              <m:sSup>
                                <m:sSupPr>
                                  <m:ctrlPr>
                                    <a:rPr lang="en-US" i="1" dirty="0">
                                      <a:latin typeface="Cambria Math" panose="02040503050406030204" pitchFamily="18" charset="0"/>
                                    </a:rPr>
                                  </m:ctrlPr>
                                </m:sSupPr>
                                <m:e>
                                  <m:r>
                                    <a:rPr lang="en-US" b="0" i="1" dirty="0" smtClean="0">
                                      <a:latin typeface="Cambria Math" panose="02040503050406030204" pitchFamily="18" charset="0"/>
                                    </a:rPr>
                                    <m:t>2</m:t>
                                  </m:r>
                                  <m:r>
                                    <a:rPr lang="en-US" i="1" dirty="0">
                                      <a:latin typeface="Cambria Math" panose="02040503050406030204" pitchFamily="18" charset="0"/>
                                    </a:rPr>
                                    <m:t>𝜎</m:t>
                                  </m:r>
                                </m:e>
                                <m:sup>
                                  <m:r>
                                    <a:rPr lang="en-US" i="1" dirty="0">
                                      <a:latin typeface="Cambria Math" panose="02040503050406030204" pitchFamily="18" charset="0"/>
                                    </a:rPr>
                                    <m:t>2</m:t>
                                  </m:r>
                                </m:sup>
                              </m:sSup>
                            </m:den>
                          </m:f>
                        </m:sup>
                      </m:sSup>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2</m:t>
                          </m:r>
                        </m:den>
                      </m:f>
                      <m:r>
                        <a:rPr lang="en-US" b="0" i="1" dirty="0" smtClean="0">
                          <a:latin typeface="Cambria Math" panose="02040503050406030204" pitchFamily="18" charset="0"/>
                        </a:rPr>
                        <m:t>⇒</m:t>
                      </m:r>
                      <m:r>
                        <a:rPr lang="en-US" b="0" i="0" dirty="0" smtClean="0">
                          <a:latin typeface="Cambria Math" panose="02040503050406030204" pitchFamily="18" charset="0"/>
                        </a:rPr>
                        <m:t>0−</m:t>
                      </m:r>
                      <m:r>
                        <m:rPr>
                          <m:sty m:val="p"/>
                        </m:rPr>
                        <a:rPr lang="en-US" b="0" i="0" dirty="0" smtClean="0">
                          <a:latin typeface="Cambria Math" panose="02040503050406030204" pitchFamily="18" charset="0"/>
                        </a:rPr>
                        <m:t>ln</m:t>
                      </m:r>
                      <m:d>
                        <m:dPr>
                          <m:ctrlPr>
                            <a:rPr lang="en-US" b="0" i="1" dirty="0" smtClean="0">
                              <a:latin typeface="Cambria Math" panose="02040503050406030204" pitchFamily="18" charset="0"/>
                            </a:rPr>
                          </m:ctrlPr>
                        </m:dPr>
                        <m:e>
                          <m:r>
                            <a:rPr lang="en-US" b="0" i="0" dirty="0" smtClean="0">
                              <a:latin typeface="Cambria Math" panose="02040503050406030204" pitchFamily="18" charset="0"/>
                            </a:rPr>
                            <m:t>2</m:t>
                          </m:r>
                        </m:e>
                      </m:d>
                      <m:r>
                        <a:rPr lang="en-US" b="0" i="0" dirty="0" smtClean="0">
                          <a:latin typeface="Cambria Math" panose="02040503050406030204" pitchFamily="18" charset="0"/>
                        </a:rPr>
                        <m:t>=−</m:t>
                      </m:r>
                      <m:f>
                        <m:fPr>
                          <m:ctrlPr>
                            <a:rPr lang="en-US" b="0" i="1" dirty="0" smtClean="0">
                              <a:latin typeface="Cambria Math" panose="02040503050406030204" pitchFamily="18" charset="0"/>
                            </a:rPr>
                          </m:ctrlPr>
                        </m:fPr>
                        <m:num>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r>
                                    <m:rPr>
                                      <m:sty m:val="p"/>
                                    </m:rPr>
                                    <a:rPr lang="en-US" b="0" i="0" dirty="0" smtClean="0">
                                      <a:latin typeface="Cambria Math" panose="02040503050406030204" pitchFamily="18" charset="0"/>
                                    </a:rPr>
                                    <m:t>Γ</m:t>
                                  </m:r>
                                </m:e>
                                <m:sup>
                                  <m:r>
                                    <a:rPr lang="en-US" b="0" i="1" dirty="0" smtClean="0">
                                      <a:latin typeface="Cambria Math" panose="02040503050406030204" pitchFamily="18" charset="0"/>
                                    </a:rPr>
                                    <m:t>2</m:t>
                                  </m:r>
                                </m:sup>
                              </m:sSup>
                            </m:num>
                            <m:den>
                              <m:r>
                                <a:rPr lang="en-US" b="0" i="1" dirty="0" smtClean="0">
                                  <a:latin typeface="Cambria Math" panose="02040503050406030204" pitchFamily="18" charset="0"/>
                                </a:rPr>
                                <m:t>4</m:t>
                              </m:r>
                            </m:den>
                          </m:f>
                        </m:num>
                        <m:den>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r>
                                <a:rPr lang="en-US" b="0" i="1" dirty="0" smtClean="0">
                                  <a:latin typeface="Cambria Math" panose="02040503050406030204" pitchFamily="18" charset="0"/>
                                </a:rPr>
                                <m:t>𝜎</m:t>
                              </m:r>
                            </m:e>
                            <m:sup>
                              <m:r>
                                <a:rPr lang="en-US" b="0" i="1" dirty="0" smtClean="0">
                                  <a:latin typeface="Cambria Math" panose="02040503050406030204" pitchFamily="18" charset="0"/>
                                </a:rPr>
                                <m:t>2</m:t>
                              </m:r>
                            </m:sup>
                          </m:sSup>
                        </m:den>
                      </m:f>
                      <m:r>
                        <a:rPr lang="en-US" b="0" i="1" dirty="0" smtClean="0">
                          <a:latin typeface="Cambria Math" panose="02040503050406030204" pitchFamily="18" charset="0"/>
                        </a:rPr>
                        <m:t>⇒  </m:t>
                      </m:r>
                    </m:oMath>
                  </m:oMathPara>
                </a14:m>
                <a:endParaRPr lang="en-US" b="0" i="1"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r>
                                <m:rPr>
                                  <m:sty m:val="p"/>
                                </m:rPr>
                                <a:rPr lang="en-US" b="0" i="0" dirty="0" smtClean="0">
                                  <a:latin typeface="Cambria Math" panose="02040503050406030204" pitchFamily="18" charset="0"/>
                                </a:rPr>
                                <m:t>Γ</m:t>
                              </m:r>
                            </m:e>
                            <m:sup>
                              <m:r>
                                <a:rPr lang="en-US" b="0" i="1" dirty="0" smtClean="0">
                                  <a:latin typeface="Cambria Math" panose="02040503050406030204" pitchFamily="18" charset="0"/>
                                </a:rPr>
                                <m:t>2</m:t>
                              </m:r>
                            </m:sup>
                          </m:sSup>
                        </m:num>
                        <m:den>
                          <m:r>
                            <a:rPr lang="en-US" b="0" i="1" dirty="0" smtClean="0">
                              <a:latin typeface="Cambria Math" panose="02040503050406030204" pitchFamily="18" charset="0"/>
                            </a:rPr>
                            <m:t>4</m:t>
                          </m:r>
                        </m:den>
                      </m:f>
                      <m:r>
                        <a:rPr lang="en-US" b="0" i="1" dirty="0" smtClean="0">
                          <a:latin typeface="Cambria Math" panose="02040503050406030204" pitchFamily="18" charset="0"/>
                        </a:rPr>
                        <m:t>=2</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𝜎</m:t>
                          </m:r>
                        </m:e>
                        <m:sup>
                          <m:r>
                            <a:rPr lang="en-US" b="0" i="1" dirty="0" smtClean="0">
                              <a:latin typeface="Cambria Math" panose="02040503050406030204" pitchFamily="18" charset="0"/>
                            </a:rPr>
                            <m:t>2</m:t>
                          </m:r>
                        </m:sup>
                      </m:sSup>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ln</m:t>
                          </m:r>
                        </m:fName>
                        <m:e>
                          <m:r>
                            <a:rPr lang="en-US" b="0" i="1" dirty="0" smtClean="0">
                              <a:latin typeface="Cambria Math" panose="02040503050406030204" pitchFamily="18" charset="0"/>
                            </a:rPr>
                            <m:t>2</m:t>
                          </m:r>
                        </m:e>
                      </m:func>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m:rPr>
                              <m:sty m:val="p"/>
                            </m:rPr>
                            <a:rPr lang="en-US" b="0" i="0" dirty="0" smtClean="0">
                              <a:latin typeface="Cambria Math" panose="02040503050406030204" pitchFamily="18" charset="0"/>
                            </a:rPr>
                            <m:t>Γ</m:t>
                          </m:r>
                        </m:e>
                        <m:sup>
                          <m:r>
                            <a:rPr lang="en-US" b="0" i="0" dirty="0" smtClean="0">
                              <a:latin typeface="Cambria Math" panose="02040503050406030204" pitchFamily="18" charset="0"/>
                            </a:rPr>
                            <m:t>2</m:t>
                          </m:r>
                        </m:sup>
                      </m:sSup>
                      <m:r>
                        <a:rPr lang="en-US" b="0" i="1" dirty="0" smtClean="0">
                          <a:latin typeface="Cambria Math" panose="02040503050406030204" pitchFamily="18" charset="0"/>
                        </a:rPr>
                        <m:t>=8</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𝜎</m:t>
                          </m:r>
                        </m:e>
                        <m:sup>
                          <m:r>
                            <a:rPr lang="en-US" b="0" i="1" dirty="0" smtClean="0">
                              <a:latin typeface="Cambria Math" panose="02040503050406030204" pitchFamily="18" charset="0"/>
                            </a:rPr>
                            <m:t>2</m:t>
                          </m:r>
                        </m:sup>
                      </m:sSup>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ln</m:t>
                          </m:r>
                        </m:fName>
                        <m:e>
                          <m:r>
                            <a:rPr lang="en-US" b="0" i="1" dirty="0" smtClean="0">
                              <a:latin typeface="Cambria Math" panose="02040503050406030204" pitchFamily="18" charset="0"/>
                            </a:rPr>
                            <m:t>2</m:t>
                          </m:r>
                        </m:e>
                      </m:func>
                      <m:r>
                        <a:rPr lang="en-US" b="0" i="1" dirty="0" smtClean="0">
                          <a:latin typeface="Cambria Math" panose="02040503050406030204" pitchFamily="18" charset="0"/>
                        </a:rPr>
                        <m:t>⇒</m:t>
                      </m:r>
                      <m:r>
                        <a:rPr lang="en-US" b="0" i="1" dirty="0" smtClean="0">
                          <a:latin typeface="Cambria Math" panose="02040503050406030204" pitchFamily="18" charset="0"/>
                        </a:rPr>
                        <m:t>𝐹𝑊𝐻𝑀</m:t>
                      </m:r>
                      <m:r>
                        <a:rPr lang="en-US" b="0" i="1" dirty="0" smtClean="0">
                          <a:latin typeface="Cambria Math" panose="02040503050406030204" pitchFamily="18" charset="0"/>
                        </a:rPr>
                        <m:t>=</m:t>
                      </m:r>
                      <m:r>
                        <m:rPr>
                          <m:sty m:val="p"/>
                        </m:rPr>
                        <a:rPr lang="en-US" b="0" i="0" dirty="0" smtClean="0">
                          <a:latin typeface="Cambria Math" panose="02040503050406030204" pitchFamily="18" charset="0"/>
                        </a:rPr>
                        <m:t>Γ</m:t>
                      </m:r>
                      <m:r>
                        <a:rPr lang="en-US" b="0" i="1" dirty="0" smtClean="0">
                          <a:latin typeface="Cambria Math" panose="02040503050406030204" pitchFamily="18" charset="0"/>
                        </a:rPr>
                        <m:t>=2</m:t>
                      </m:r>
                      <m:r>
                        <a:rPr lang="en-US" b="0" i="1" dirty="0" smtClean="0">
                          <a:latin typeface="Cambria Math" panose="02040503050406030204" pitchFamily="18" charset="0"/>
                        </a:rPr>
                        <m:t>𝜎</m:t>
                      </m:r>
                      <m:rad>
                        <m:radPr>
                          <m:degHide m:val="on"/>
                          <m:ctrlPr>
                            <a:rPr lang="en-US" i="1" dirty="0">
                              <a:latin typeface="Cambria Math" panose="02040503050406030204" pitchFamily="18" charset="0"/>
                            </a:rPr>
                          </m:ctrlPr>
                        </m:radPr>
                        <m:deg/>
                        <m:e>
                          <m:r>
                            <a:rPr lang="en-US" i="1" dirty="0">
                              <a:latin typeface="Cambria Math" panose="02040503050406030204" pitchFamily="18" charset="0"/>
                            </a:rPr>
                            <m:t>2</m:t>
                          </m:r>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ln</m:t>
                              </m:r>
                            </m:fName>
                            <m:e>
                              <m:r>
                                <a:rPr lang="en-US" i="1" dirty="0">
                                  <a:latin typeface="Cambria Math" panose="02040503050406030204" pitchFamily="18" charset="0"/>
                                </a:rPr>
                                <m:t>2</m:t>
                              </m:r>
                            </m:e>
                          </m:func>
                        </m:e>
                      </m:rad>
                      <m:r>
                        <a:rPr lang="en-US" b="0" i="1" dirty="0" smtClean="0">
                          <a:latin typeface="Cambria Math" panose="02040503050406030204" pitchFamily="18" charset="0"/>
                        </a:rPr>
                        <m:t>≈2.35</m:t>
                      </m:r>
                      <m:r>
                        <a:rPr lang="en-US" b="0" i="1" dirty="0" smtClean="0">
                          <a:latin typeface="Cambria Math" panose="02040503050406030204" pitchFamily="18" charset="0"/>
                        </a:rPr>
                        <m:t>𝜎</m:t>
                      </m:r>
                    </m:oMath>
                  </m:oMathPara>
                </a14:m>
                <a:endParaRPr lang="ru-RU" dirty="0"/>
              </a:p>
            </p:txBody>
          </p:sp>
        </mc:Choice>
        <mc:Fallback xmlns="">
          <p:sp>
            <p:nvSpPr>
              <p:cNvPr id="13" name="TextBox 12">
                <a:extLst>
                  <a:ext uri="{FF2B5EF4-FFF2-40B4-BE49-F238E27FC236}">
                    <a16:creationId xmlns:a16="http://schemas.microsoft.com/office/drawing/2014/main" id="{62B616C3-AB84-E93D-3DE7-0C9D091D7B95}"/>
                  </a:ext>
                </a:extLst>
              </p:cNvPr>
              <p:cNvSpPr txBox="1">
                <a:spLocks noRot="1" noChangeAspect="1" noMove="1" noResize="1" noEditPoints="1" noAdjustHandles="1" noChangeArrowheads="1" noChangeShapeType="1" noTextEdit="1"/>
              </p:cNvSpPr>
              <p:nvPr/>
            </p:nvSpPr>
            <p:spPr>
              <a:xfrm>
                <a:off x="-7339" y="2180254"/>
                <a:ext cx="4985442" cy="3117520"/>
              </a:xfrm>
              <a:prstGeom prst="rect">
                <a:avLst/>
              </a:prstGeom>
              <a:blipFill>
                <a:blip r:embed="rId3"/>
                <a:stretch>
                  <a:fillRect/>
                </a:stretch>
              </a:blipFill>
            </p:spPr>
            <p:txBody>
              <a:bodyPr/>
              <a:lstStyle/>
              <a:p>
                <a:r>
                  <a:rPr lang="ru-RU">
                    <a:noFill/>
                  </a:rPr>
                  <a:t> </a:t>
                </a:r>
              </a:p>
            </p:txBody>
          </p:sp>
        </mc:Fallback>
      </mc:AlternateContent>
      <p:grpSp>
        <p:nvGrpSpPr>
          <p:cNvPr id="19" name="Группа 18">
            <a:extLst>
              <a:ext uri="{FF2B5EF4-FFF2-40B4-BE49-F238E27FC236}">
                <a16:creationId xmlns:a16="http://schemas.microsoft.com/office/drawing/2014/main" id="{3D2EEE8A-1EB1-692F-4935-B359467C0E2D}"/>
              </a:ext>
            </a:extLst>
          </p:cNvPr>
          <p:cNvGrpSpPr/>
          <p:nvPr/>
        </p:nvGrpSpPr>
        <p:grpSpPr>
          <a:xfrm>
            <a:off x="4945090" y="2302529"/>
            <a:ext cx="4198910" cy="2674618"/>
            <a:chOff x="4945090" y="1896428"/>
            <a:chExt cx="4198910" cy="2674618"/>
          </a:xfrm>
        </p:grpSpPr>
        <p:grpSp>
          <p:nvGrpSpPr>
            <p:cNvPr id="16" name="Группа 15">
              <a:extLst>
                <a:ext uri="{FF2B5EF4-FFF2-40B4-BE49-F238E27FC236}">
                  <a16:creationId xmlns:a16="http://schemas.microsoft.com/office/drawing/2014/main" id="{8F4BF166-DF8E-5D61-9C94-CFB07319B7A0}"/>
                </a:ext>
              </a:extLst>
            </p:cNvPr>
            <p:cNvGrpSpPr/>
            <p:nvPr/>
          </p:nvGrpSpPr>
          <p:grpSpPr>
            <a:xfrm>
              <a:off x="4945090" y="1896428"/>
              <a:ext cx="4198910" cy="2674618"/>
              <a:chOff x="4945090" y="1896428"/>
              <a:chExt cx="4198910" cy="2674618"/>
            </a:xfrm>
          </p:grpSpPr>
          <p:grpSp>
            <p:nvGrpSpPr>
              <p:cNvPr id="11" name="Группа 10">
                <a:extLst>
                  <a:ext uri="{FF2B5EF4-FFF2-40B4-BE49-F238E27FC236}">
                    <a16:creationId xmlns:a16="http://schemas.microsoft.com/office/drawing/2014/main" id="{87EDB300-7C4A-DAE1-046C-6922FC686834}"/>
                  </a:ext>
                </a:extLst>
              </p:cNvPr>
              <p:cNvGrpSpPr/>
              <p:nvPr/>
            </p:nvGrpSpPr>
            <p:grpSpPr>
              <a:xfrm>
                <a:off x="4945090" y="1896428"/>
                <a:ext cx="4198910" cy="2674618"/>
                <a:chOff x="4729936" y="1896428"/>
                <a:chExt cx="4198910" cy="2674618"/>
              </a:xfrm>
            </p:grpSpPr>
            <p:grpSp>
              <p:nvGrpSpPr>
                <p:cNvPr id="9" name="Группа 8">
                  <a:extLst>
                    <a:ext uri="{FF2B5EF4-FFF2-40B4-BE49-F238E27FC236}">
                      <a16:creationId xmlns:a16="http://schemas.microsoft.com/office/drawing/2014/main" id="{E1B558C0-2D4A-BF93-9EA7-39D52714B607}"/>
                    </a:ext>
                  </a:extLst>
                </p:cNvPr>
                <p:cNvGrpSpPr/>
                <p:nvPr/>
              </p:nvGrpSpPr>
              <p:grpSpPr>
                <a:xfrm>
                  <a:off x="4729936" y="1896428"/>
                  <a:ext cx="4198910" cy="2674618"/>
                  <a:chOff x="4729936" y="1896428"/>
                  <a:chExt cx="4198910" cy="2674618"/>
                </a:xfrm>
              </p:grpSpPr>
              <p:pic>
                <p:nvPicPr>
                  <p:cNvPr id="1026" name="Picture 2" descr="undefined">
                    <a:extLst>
                      <a:ext uri="{FF2B5EF4-FFF2-40B4-BE49-F238E27FC236}">
                        <a16:creationId xmlns:a16="http://schemas.microsoft.com/office/drawing/2014/main" id="{D12E393F-2D4D-5777-0203-0C5F6F67143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29936" y="1896428"/>
                    <a:ext cx="4198910" cy="267461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Прямая соединительная линия 7">
                    <a:extLst>
                      <a:ext uri="{FF2B5EF4-FFF2-40B4-BE49-F238E27FC236}">
                        <a16:creationId xmlns:a16="http://schemas.microsoft.com/office/drawing/2014/main" id="{705FE7CA-334F-3CB0-CA95-800AA76B55E3}"/>
                      </a:ext>
                    </a:extLst>
                  </p:cNvPr>
                  <p:cNvCxnSpPr/>
                  <p:nvPr/>
                </p:nvCxnSpPr>
                <p:spPr>
                  <a:xfrm>
                    <a:off x="7086600" y="3022899"/>
                    <a:ext cx="0" cy="1183341"/>
                  </a:xfrm>
                  <a:prstGeom prst="line">
                    <a:avLst/>
                  </a:prstGeom>
                  <a:ln w="28575">
                    <a:solidFill>
                      <a:srgbClr val="0064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A4FDB65-1682-C05A-37D5-5CB78FC7A3DD}"/>
                        </a:ext>
                      </a:extLst>
                    </p:cNvPr>
                    <p:cNvSpPr txBox="1"/>
                    <p:nvPr/>
                  </p:nvSpPr>
                  <p:spPr>
                    <a:xfrm>
                      <a:off x="6915454" y="4134903"/>
                      <a:ext cx="37042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ru-RU" b="0" i="1" smtClean="0">
                                <a:latin typeface="Cambria Math" panose="02040503050406030204" pitchFamily="18" charset="0"/>
                              </a:rPr>
                              <m:t>𝜇</m:t>
                            </m:r>
                          </m:oMath>
                        </m:oMathPara>
                      </a14:m>
                      <a:endParaRPr lang="ru-RU" dirty="0"/>
                    </a:p>
                  </p:txBody>
                </p:sp>
              </mc:Choice>
              <mc:Fallback xmlns="">
                <p:sp>
                  <p:nvSpPr>
                    <p:cNvPr id="10" name="TextBox 9">
                      <a:extLst>
                        <a:ext uri="{FF2B5EF4-FFF2-40B4-BE49-F238E27FC236}">
                          <a16:creationId xmlns:a16="http://schemas.microsoft.com/office/drawing/2014/main" id="{CA4FDB65-1682-C05A-37D5-5CB78FC7A3DD}"/>
                        </a:ext>
                      </a:extLst>
                    </p:cNvPr>
                    <p:cNvSpPr txBox="1">
                      <a:spLocks noRot="1" noChangeAspect="1" noMove="1" noResize="1" noEditPoints="1" noAdjustHandles="1" noChangeArrowheads="1" noChangeShapeType="1" noTextEdit="1"/>
                    </p:cNvSpPr>
                    <p:nvPr/>
                  </p:nvSpPr>
                  <p:spPr>
                    <a:xfrm>
                      <a:off x="6915454" y="4134903"/>
                      <a:ext cx="370422" cy="369332"/>
                    </a:xfrm>
                    <a:prstGeom prst="rect">
                      <a:avLst/>
                    </a:prstGeom>
                    <a:blipFill>
                      <a:blip r:embed="rId5"/>
                      <a:stretch>
                        <a:fillRect b="-3279"/>
                      </a:stretch>
                    </a:blipFill>
                  </p:spPr>
                  <p:txBody>
                    <a:bodyPr/>
                    <a:lstStyle/>
                    <a:p>
                      <a:r>
                        <a:rPr lang="ru-RU">
                          <a:noFill/>
                        </a:rPr>
                        <a:t> </a:t>
                      </a:r>
                    </a:p>
                  </p:txBody>
                </p:sp>
              </mc:Fallback>
            </mc:AlternateContent>
          </p:grpSp>
          <p:cxnSp>
            <p:nvCxnSpPr>
              <p:cNvPr id="15" name="Прямая соединительная линия 14">
                <a:extLst>
                  <a:ext uri="{FF2B5EF4-FFF2-40B4-BE49-F238E27FC236}">
                    <a16:creationId xmlns:a16="http://schemas.microsoft.com/office/drawing/2014/main" id="{705229AF-C75D-240D-8BF4-D6DD66EF7078}"/>
                  </a:ext>
                </a:extLst>
              </p:cNvPr>
              <p:cNvCxnSpPr/>
              <p:nvPr/>
            </p:nvCxnSpPr>
            <p:spPr>
              <a:xfrm>
                <a:off x="6820348" y="3614569"/>
                <a:ext cx="968188" cy="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F669023-37F7-9B92-641E-DFB6B56B4020}"/>
                    </a:ext>
                  </a:extLst>
                </p:cNvPr>
                <p:cNvSpPr txBox="1"/>
                <p:nvPr/>
              </p:nvSpPr>
              <p:spPr>
                <a:xfrm>
                  <a:off x="6807346" y="3638967"/>
                  <a:ext cx="52129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1" i="0" smtClean="0">
                            <a:solidFill>
                              <a:srgbClr val="3333FF"/>
                            </a:solidFill>
                            <a:latin typeface="Cambria Math" panose="02040503050406030204" pitchFamily="18" charset="0"/>
                          </a:rPr>
                          <m:t>𝚪</m:t>
                        </m:r>
                        <m:r>
                          <a:rPr lang="en-US" sz="1400" b="1" i="1" smtClean="0">
                            <a:solidFill>
                              <a:srgbClr val="3333FF"/>
                            </a:solidFill>
                            <a:latin typeface="Cambria Math" panose="02040503050406030204" pitchFamily="18" charset="0"/>
                          </a:rPr>
                          <m:t>/</m:t>
                        </m:r>
                        <m:r>
                          <a:rPr lang="en-US" sz="1400" b="1" i="1" smtClean="0">
                            <a:solidFill>
                              <a:srgbClr val="3333FF"/>
                            </a:solidFill>
                            <a:latin typeface="Cambria Math" panose="02040503050406030204" pitchFamily="18" charset="0"/>
                          </a:rPr>
                          <m:t>𝟐</m:t>
                        </m:r>
                      </m:oMath>
                    </m:oMathPara>
                  </a14:m>
                  <a:endParaRPr lang="ru-RU" sz="1400" b="1" dirty="0">
                    <a:solidFill>
                      <a:srgbClr val="3333FF"/>
                    </a:solidFill>
                  </a:endParaRPr>
                </a:p>
              </p:txBody>
            </p:sp>
          </mc:Choice>
          <mc:Fallback xmlns="">
            <p:sp>
              <p:nvSpPr>
                <p:cNvPr id="17" name="TextBox 16">
                  <a:extLst>
                    <a:ext uri="{FF2B5EF4-FFF2-40B4-BE49-F238E27FC236}">
                      <a16:creationId xmlns:a16="http://schemas.microsoft.com/office/drawing/2014/main" id="{4F669023-37F7-9B92-641E-DFB6B56B4020}"/>
                    </a:ext>
                  </a:extLst>
                </p:cNvPr>
                <p:cNvSpPr txBox="1">
                  <a:spLocks noRot="1" noChangeAspect="1" noMove="1" noResize="1" noEditPoints="1" noAdjustHandles="1" noChangeArrowheads="1" noChangeShapeType="1" noTextEdit="1"/>
                </p:cNvSpPr>
                <p:nvPr/>
              </p:nvSpPr>
              <p:spPr>
                <a:xfrm>
                  <a:off x="6807346" y="3638967"/>
                  <a:ext cx="521297" cy="307777"/>
                </a:xfrm>
                <a:prstGeom prst="rect">
                  <a:avLst/>
                </a:prstGeom>
                <a:blipFill>
                  <a:blip r:embed="rId6"/>
                  <a:stretch>
                    <a:fillRect b="-8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2708657-E46E-65E1-1F3A-FAA9C0ED3DBA}"/>
                    </a:ext>
                  </a:extLst>
                </p:cNvPr>
                <p:cNvSpPr txBox="1"/>
                <p:nvPr/>
              </p:nvSpPr>
              <p:spPr>
                <a:xfrm>
                  <a:off x="7315819" y="3640051"/>
                  <a:ext cx="52129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1" i="0" smtClean="0">
                            <a:solidFill>
                              <a:srgbClr val="3333FF"/>
                            </a:solidFill>
                            <a:latin typeface="Cambria Math" panose="02040503050406030204" pitchFamily="18" charset="0"/>
                          </a:rPr>
                          <m:t>𝚪</m:t>
                        </m:r>
                        <m:r>
                          <a:rPr lang="en-US" sz="1400" b="1" i="1" smtClean="0">
                            <a:solidFill>
                              <a:srgbClr val="3333FF"/>
                            </a:solidFill>
                            <a:latin typeface="Cambria Math" panose="02040503050406030204" pitchFamily="18" charset="0"/>
                          </a:rPr>
                          <m:t>/</m:t>
                        </m:r>
                        <m:r>
                          <a:rPr lang="en-US" sz="1400" b="1" i="1" smtClean="0">
                            <a:solidFill>
                              <a:srgbClr val="3333FF"/>
                            </a:solidFill>
                            <a:latin typeface="Cambria Math" panose="02040503050406030204" pitchFamily="18" charset="0"/>
                          </a:rPr>
                          <m:t>𝟐</m:t>
                        </m:r>
                      </m:oMath>
                    </m:oMathPara>
                  </a14:m>
                  <a:endParaRPr lang="ru-RU" sz="1400" b="1" dirty="0">
                    <a:solidFill>
                      <a:srgbClr val="3333FF"/>
                    </a:solidFill>
                  </a:endParaRPr>
                </a:p>
              </p:txBody>
            </p:sp>
          </mc:Choice>
          <mc:Fallback xmlns="">
            <p:sp>
              <p:nvSpPr>
                <p:cNvPr id="18" name="TextBox 17">
                  <a:extLst>
                    <a:ext uri="{FF2B5EF4-FFF2-40B4-BE49-F238E27FC236}">
                      <a16:creationId xmlns:a16="http://schemas.microsoft.com/office/drawing/2014/main" id="{D2708657-E46E-65E1-1F3A-FAA9C0ED3DBA}"/>
                    </a:ext>
                  </a:extLst>
                </p:cNvPr>
                <p:cNvSpPr txBox="1">
                  <a:spLocks noRot="1" noChangeAspect="1" noMove="1" noResize="1" noEditPoints="1" noAdjustHandles="1" noChangeArrowheads="1" noChangeShapeType="1" noTextEdit="1"/>
                </p:cNvSpPr>
                <p:nvPr/>
              </p:nvSpPr>
              <p:spPr>
                <a:xfrm>
                  <a:off x="7315819" y="3640051"/>
                  <a:ext cx="521297" cy="307777"/>
                </a:xfrm>
                <a:prstGeom prst="rect">
                  <a:avLst/>
                </a:prstGeom>
                <a:blipFill>
                  <a:blip r:embed="rId7"/>
                  <a:stretch>
                    <a:fillRect b="-8000"/>
                  </a:stretch>
                </a:blipFill>
              </p:spPr>
              <p:txBody>
                <a:bodyPr/>
                <a:lstStyle/>
                <a:p>
                  <a:r>
                    <a:rPr lang="ru-RU">
                      <a:noFill/>
                    </a:rPr>
                    <a:t> </a:t>
                  </a:r>
                </a:p>
              </p:txBody>
            </p:sp>
          </mc:Fallback>
        </mc:AlternateContent>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8A65F32-2917-4AAE-E2FE-5C3D986626B6}"/>
                  </a:ext>
                </a:extLst>
              </p:cNvPr>
              <p:cNvSpPr txBox="1"/>
              <p:nvPr/>
            </p:nvSpPr>
            <p:spPr>
              <a:xfrm>
                <a:off x="3" y="5510998"/>
                <a:ext cx="9143997" cy="923330"/>
              </a:xfrm>
              <a:prstGeom prst="rect">
                <a:avLst/>
              </a:prstGeom>
              <a:noFill/>
            </p:spPr>
            <p:txBody>
              <a:bodyPr wrap="square">
                <a:spAutoFit/>
              </a:bodyPr>
              <a:lstStyle/>
              <a:p>
                <a:pPr algn="just"/>
                <a14:m>
                  <m:oMath xmlns:m="http://schemas.openxmlformats.org/officeDocument/2006/math">
                    <m:r>
                      <a:rPr lang="en-US" i="1" dirty="0">
                        <a:latin typeface="Cambria Math" panose="02040503050406030204" pitchFamily="18" charset="0"/>
                      </a:rPr>
                      <m:t>𝐹𝑊𝐻𝑀</m:t>
                    </m:r>
                    <m:r>
                      <a:rPr lang="en-US" i="1" dirty="0">
                        <a:latin typeface="Cambria Math" panose="02040503050406030204" pitchFamily="18" charset="0"/>
                      </a:rPr>
                      <m:t> </m:t>
                    </m:r>
                  </m:oMath>
                </a14:m>
                <a:r>
                  <a:rPr lang="ru-RU" b="0" i="0" dirty="0">
                    <a:solidFill>
                      <a:srgbClr val="2C2C36"/>
                    </a:solidFill>
                    <a:effectLst/>
                    <a:latin typeface="system-ui"/>
                  </a:rPr>
                  <a:t>часто используемая  метрика, которая </a:t>
                </a:r>
                <a:r>
                  <a:rPr lang="ru-RU" b="0" i="0" dirty="0">
                    <a:solidFill>
                      <a:srgbClr val="111827"/>
                    </a:solidFill>
                    <a:effectLst/>
                    <a:latin typeface="system-ui"/>
                  </a:rPr>
                  <a:t>широко используется в естественных науках и обработке сигналов. Аналогичные </a:t>
                </a:r>
                <a14:m>
                  <m:oMath xmlns:m="http://schemas.openxmlformats.org/officeDocument/2006/math">
                    <m:r>
                      <a:rPr lang="en-US" i="1" dirty="0">
                        <a:latin typeface="Cambria Math" panose="02040503050406030204" pitchFamily="18" charset="0"/>
                      </a:rPr>
                      <m:t>𝐹𝑊𝐻𝑀</m:t>
                    </m:r>
                  </m:oMath>
                </a14:m>
                <a:r>
                  <a:rPr lang="ru-RU" dirty="0"/>
                  <a:t> метрики также часто используются в </a:t>
                </a:r>
                <a:r>
                  <a:rPr lang="en-US" dirty="0"/>
                  <a:t>KDE, </a:t>
                </a:r>
                <a:r>
                  <a:rPr lang="ru-RU" dirty="0"/>
                  <a:t>Гауссовых процессах, </a:t>
                </a:r>
                <a:r>
                  <a:rPr lang="en-US" dirty="0"/>
                  <a:t>CV.</a:t>
                </a:r>
                <a:endParaRPr lang="ru-RU" dirty="0"/>
              </a:p>
            </p:txBody>
          </p:sp>
        </mc:Choice>
        <mc:Fallback xmlns="">
          <p:sp>
            <p:nvSpPr>
              <p:cNvPr id="21" name="TextBox 20">
                <a:extLst>
                  <a:ext uri="{FF2B5EF4-FFF2-40B4-BE49-F238E27FC236}">
                    <a16:creationId xmlns:a16="http://schemas.microsoft.com/office/drawing/2014/main" id="{88A65F32-2917-4AAE-E2FE-5C3D986626B6}"/>
                  </a:ext>
                </a:extLst>
              </p:cNvPr>
              <p:cNvSpPr txBox="1">
                <a:spLocks noRot="1" noChangeAspect="1" noMove="1" noResize="1" noEditPoints="1" noAdjustHandles="1" noChangeArrowheads="1" noChangeShapeType="1" noTextEdit="1"/>
              </p:cNvSpPr>
              <p:nvPr/>
            </p:nvSpPr>
            <p:spPr>
              <a:xfrm>
                <a:off x="3" y="5510998"/>
                <a:ext cx="9143997" cy="923330"/>
              </a:xfrm>
              <a:prstGeom prst="rect">
                <a:avLst/>
              </a:prstGeom>
              <a:blipFill>
                <a:blip r:embed="rId8"/>
                <a:stretch>
                  <a:fillRect l="-533" t="-3289" r="-533" b="-921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943FD92-B2DD-E4EE-3E77-69BD25161331}"/>
                  </a:ext>
                </a:extLst>
              </p:cNvPr>
              <p:cNvSpPr txBox="1"/>
              <p:nvPr/>
            </p:nvSpPr>
            <p:spPr>
              <a:xfrm>
                <a:off x="6095155" y="2159139"/>
                <a:ext cx="2466976" cy="6646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rPr>
                          </m:ctrlPr>
                        </m:sSubPr>
                        <m:e>
                          <m:r>
                            <a:rPr lang="ru-RU" i="1">
                              <a:latin typeface="Cambria Math" panose="02040503050406030204" pitchFamily="18" charset="0"/>
                            </a:rPr>
                            <m:t>𝑓</m:t>
                          </m:r>
                        </m:e>
                        <m:sub>
                          <m:r>
                            <m:rPr>
                              <m:sty m:val="p"/>
                            </m:rPr>
                            <a:rPr lang="ru-RU" i="0">
                              <a:latin typeface="Cambria Math" panose="02040503050406030204" pitchFamily="18" charset="0"/>
                            </a:rPr>
                            <m:t>max</m:t>
                          </m:r>
                        </m:sub>
                      </m:sSub>
                      <m:r>
                        <a:rPr lang="ru-RU" i="0">
                          <a:latin typeface="Cambria Math" panose="02040503050406030204" pitchFamily="18" charset="0"/>
                        </a:rPr>
                        <m:t>=</m:t>
                      </m:r>
                      <m:r>
                        <a:rPr lang="ru-RU" i="1">
                          <a:latin typeface="Cambria Math" panose="02040503050406030204" pitchFamily="18" charset="0"/>
                        </a:rPr>
                        <m:t>𝑓</m:t>
                      </m:r>
                      <m:d>
                        <m:dPr>
                          <m:ctrlPr>
                            <a:rPr lang="ru-RU" i="1">
                              <a:latin typeface="Cambria Math" panose="02040503050406030204" pitchFamily="18" charset="0"/>
                            </a:rPr>
                          </m:ctrlPr>
                        </m:dPr>
                        <m:e>
                          <m:r>
                            <a:rPr lang="ru-RU" i="1">
                              <a:latin typeface="Cambria Math" panose="02040503050406030204" pitchFamily="18" charset="0"/>
                            </a:rPr>
                            <m:t>𝜇</m:t>
                          </m:r>
                        </m:e>
                      </m:d>
                      <m:r>
                        <a:rPr lang="ru-RU" i="0">
                          <a:latin typeface="Cambria Math" panose="02040503050406030204" pitchFamily="18" charset="0"/>
                        </a:rPr>
                        <m:t>=</m:t>
                      </m:r>
                      <m:f>
                        <m:fPr>
                          <m:ctrlPr>
                            <a:rPr lang="ru-RU" i="1">
                              <a:latin typeface="Cambria Math" panose="02040503050406030204" pitchFamily="18" charset="0"/>
                            </a:rPr>
                          </m:ctrlPr>
                        </m:fPr>
                        <m:num>
                          <m:r>
                            <a:rPr lang="ru-RU" i="0">
                              <a:latin typeface="Cambria Math" panose="02040503050406030204" pitchFamily="18" charset="0"/>
                            </a:rPr>
                            <m:t>1</m:t>
                          </m:r>
                        </m:num>
                        <m:den>
                          <m:rad>
                            <m:radPr>
                              <m:degHide m:val="on"/>
                              <m:ctrlPr>
                                <a:rPr lang="ru-RU" i="1">
                                  <a:latin typeface="Cambria Math" panose="02040503050406030204" pitchFamily="18" charset="0"/>
                                </a:rPr>
                              </m:ctrlPr>
                            </m:radPr>
                            <m:deg/>
                            <m:e>
                              <m:r>
                                <a:rPr lang="ru-RU" i="0">
                                  <a:latin typeface="Cambria Math" panose="02040503050406030204" pitchFamily="18" charset="0"/>
                                </a:rPr>
                                <m:t>2</m:t>
                              </m:r>
                              <m:r>
                                <a:rPr lang="ru-RU" i="1">
                                  <a:latin typeface="Cambria Math" panose="02040503050406030204" pitchFamily="18" charset="0"/>
                                </a:rPr>
                                <m:t>𝜋</m:t>
                              </m:r>
                            </m:e>
                          </m:rad>
                          <m:r>
                            <m:rPr>
                              <m:nor/>
                            </m:rPr>
                            <a:rPr lang="ru-RU" b="0" i="1">
                              <a:latin typeface="Cambria Math" panose="02040503050406030204" pitchFamily="18" charset="0"/>
                            </a:rPr>
                            <m:t> </m:t>
                          </m:r>
                          <m:r>
                            <a:rPr lang="ru-RU" b="0" i="1">
                              <a:latin typeface="Cambria Math" panose="02040503050406030204" pitchFamily="18" charset="0"/>
                            </a:rPr>
                            <m:t>𝜎</m:t>
                          </m:r>
                        </m:den>
                      </m:f>
                    </m:oMath>
                  </m:oMathPara>
                </a14:m>
                <a:endParaRPr lang="ru-RU" dirty="0"/>
              </a:p>
            </p:txBody>
          </p:sp>
        </mc:Choice>
        <mc:Fallback xmlns="">
          <p:sp>
            <p:nvSpPr>
              <p:cNvPr id="12" name="TextBox 11">
                <a:extLst>
                  <a:ext uri="{FF2B5EF4-FFF2-40B4-BE49-F238E27FC236}">
                    <a16:creationId xmlns:a16="http://schemas.microsoft.com/office/drawing/2014/main" id="{2943FD92-B2DD-E4EE-3E77-69BD25161331}"/>
                  </a:ext>
                </a:extLst>
              </p:cNvPr>
              <p:cNvSpPr txBox="1">
                <a:spLocks noRot="1" noChangeAspect="1" noMove="1" noResize="1" noEditPoints="1" noAdjustHandles="1" noChangeArrowheads="1" noChangeShapeType="1" noTextEdit="1"/>
              </p:cNvSpPr>
              <p:nvPr/>
            </p:nvSpPr>
            <p:spPr>
              <a:xfrm>
                <a:off x="6095155" y="2159139"/>
                <a:ext cx="2466976" cy="664606"/>
              </a:xfrm>
              <a:prstGeom prst="rect">
                <a:avLst/>
              </a:prstGeom>
              <a:blipFill>
                <a:blip r:embed="rId9"/>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3861087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251002B5-1E65-E1E4-1D1C-151C31D60564}"/>
              </a:ext>
            </a:extLst>
          </p:cNvPr>
          <p:cNvSpPr>
            <a:spLocks noGrp="1"/>
          </p:cNvSpPr>
          <p:nvPr>
            <p:ph type="sldNum" sz="quarter" idx="12"/>
          </p:nvPr>
        </p:nvSpPr>
        <p:spPr/>
        <p:txBody>
          <a:bodyPr/>
          <a:lstStyle/>
          <a:p>
            <a:fld id="{CC173F88-3387-453B-9303-AC0210B95CB8}" type="slidenum">
              <a:rPr lang="ru-RU" smtClean="0"/>
              <a:pPr/>
              <a:t>24</a:t>
            </a:fld>
            <a:endParaRPr lang="ru-RU" dirty="0"/>
          </a:p>
        </p:txBody>
      </p:sp>
      <p:sp>
        <p:nvSpPr>
          <p:cNvPr id="5" name="Прямоугольник 4">
            <a:extLst>
              <a:ext uri="{FF2B5EF4-FFF2-40B4-BE49-F238E27FC236}">
                <a16:creationId xmlns:a16="http://schemas.microsoft.com/office/drawing/2014/main" id="{AC894A47-644F-93F3-A854-31FBB677D267}"/>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Основные непрерывные</a:t>
            </a:r>
            <a:r>
              <a:rPr lang="ru-RU" sz="2400" dirty="0"/>
              <a:t> </a:t>
            </a:r>
            <a:r>
              <a:rPr lang="ru-RU" sz="2400" b="1" dirty="0">
                <a:solidFill>
                  <a:schemeClr val="tx1"/>
                </a:solidFill>
              </a:rPr>
              <a:t>распределения случайных величин</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98FDE1D-9892-32C9-A363-5FD2380FCA22}"/>
                  </a:ext>
                </a:extLst>
              </p:cNvPr>
              <p:cNvSpPr txBox="1"/>
              <p:nvPr/>
            </p:nvSpPr>
            <p:spPr>
              <a:xfrm>
                <a:off x="0" y="407497"/>
                <a:ext cx="9144000" cy="3352200"/>
              </a:xfrm>
              <a:prstGeom prst="rect">
                <a:avLst/>
              </a:prstGeom>
              <a:noFill/>
            </p:spPr>
            <p:txBody>
              <a:bodyPr wrap="square" rtlCol="0">
                <a:spAutoFit/>
              </a:bodyPr>
              <a:lstStyle/>
              <a:p>
                <a:pPr algn="ctr"/>
                <a:r>
                  <a:rPr lang="ru-RU" b="1" dirty="0">
                    <a:solidFill>
                      <a:srgbClr val="006400"/>
                    </a:solidFill>
                  </a:rPr>
                  <a:t>Вывод числовых характеристик распределения Гаусса</a:t>
                </a:r>
              </a:p>
              <a:p>
                <a:pPr algn="just"/>
                <a:r>
                  <a:rPr lang="ru-RU" b="1" dirty="0">
                    <a:solidFill>
                      <a:srgbClr val="3333FF"/>
                    </a:solidFill>
                  </a:rPr>
                  <a:t>Математическое ожидание</a:t>
                </a:r>
                <a:r>
                  <a:rPr lang="ru-RU" dirty="0"/>
                  <a:t>:</a:t>
                </a:r>
                <a:r>
                  <a:rPr lang="en-US" dirty="0"/>
                  <a:t> </a:t>
                </a:r>
                <a:endParaRPr lang="ru-RU" dirty="0"/>
              </a:p>
              <a:p>
                <a:pPr algn="just"/>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𝜉</m:t>
                      </m:r>
                      <m:r>
                        <a:rPr lang="en-US" i="1">
                          <a:latin typeface="Cambria Math" panose="02040503050406030204" pitchFamily="18" charset="0"/>
                        </a:rPr>
                        <m:t>=</m:t>
                      </m:r>
                      <m:nary>
                        <m:naryPr>
                          <m:ctrlPr>
                            <a:rPr lang="en-US" i="1">
                              <a:latin typeface="Cambria Math" panose="02040503050406030204" pitchFamily="18" charset="0"/>
                            </a:rPr>
                          </m:ctrlPr>
                        </m:naryPr>
                        <m:sub>
                          <m:r>
                            <m:rPr>
                              <m:brk m:alnAt="23"/>
                            </m:rPr>
                            <a:rPr lang="en-US" i="1">
                              <a:latin typeface="Cambria Math" panose="02040503050406030204" pitchFamily="18" charset="0"/>
                            </a:rPr>
                            <m:t>−</m:t>
                          </m:r>
                          <m:r>
                            <a:rPr lang="en-US" i="1">
                              <a:latin typeface="Cambria Math" panose="02040503050406030204" pitchFamily="18" charset="0"/>
                            </a:rPr>
                            <m:t>∞</m:t>
                          </m:r>
                        </m:sub>
                        <m:sup>
                          <m:r>
                            <a:rPr lang="en-US" i="1">
                              <a:latin typeface="Cambria Math" panose="02040503050406030204" pitchFamily="18" charset="0"/>
                            </a:rPr>
                            <m:t>∞</m:t>
                          </m:r>
                        </m:sup>
                        <m:e>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𝑑𝑥</m:t>
                          </m:r>
                          <m:r>
                            <a:rPr lang="en-US" i="1">
                              <a:latin typeface="Cambria Math" panose="02040503050406030204" pitchFamily="18" charset="0"/>
                            </a:rPr>
                            <m:t>=</m:t>
                          </m:r>
                        </m:e>
                      </m:nary>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a:rPr lang="en-US" b="0" i="1" smtClean="0">
                                  <a:latin typeface="Cambria Math" panose="02040503050406030204" pitchFamily="18" charset="0"/>
                                </a:rPr>
                                <m:t>𝜋</m:t>
                              </m:r>
                            </m:e>
                          </m:rad>
                          <m:r>
                            <a:rPr lang="en-US" b="0" i="1" smtClean="0">
                              <a:latin typeface="Cambria Math" panose="02040503050406030204" pitchFamily="18" charset="0"/>
                            </a:rPr>
                            <m:t> </m:t>
                          </m:r>
                          <m:r>
                            <a:rPr lang="en-US" b="0" i="1" smtClean="0">
                              <a:latin typeface="Cambria Math" panose="02040503050406030204" pitchFamily="18" charset="0"/>
                            </a:rPr>
                            <m:t>𝜎</m:t>
                          </m:r>
                        </m:den>
                      </m:f>
                      <m:nary>
                        <m:naryPr>
                          <m:ctrlPr>
                            <a:rPr lang="en-US" i="1">
                              <a:latin typeface="Cambria Math" panose="02040503050406030204" pitchFamily="18" charset="0"/>
                            </a:rPr>
                          </m:ctrlPr>
                        </m:naryPr>
                        <m:sub>
                          <m:r>
                            <a:rPr lang="en-US" b="0" i="1" smtClean="0">
                              <a:latin typeface="Cambria Math" panose="02040503050406030204" pitchFamily="18" charset="0"/>
                            </a:rPr>
                            <m:t>−∞</m:t>
                          </m:r>
                        </m:sub>
                        <m:sup>
                          <m:r>
                            <a:rPr lang="en-US" i="1">
                              <a:latin typeface="Cambria Math" panose="02040503050406030204" pitchFamily="18" charset="0"/>
                            </a:rPr>
                            <m:t>∞</m:t>
                          </m:r>
                        </m:sup>
                        <m:e>
                          <m:r>
                            <a:rPr lang="en-US" b="0" i="1" smtClean="0">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b="0" i="1" smtClean="0">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den>
                              </m:f>
                            </m:sup>
                          </m:sSup>
                          <m:r>
                            <a:rPr lang="en-US" i="1">
                              <a:latin typeface="Cambria Math" panose="02040503050406030204" pitchFamily="18" charset="0"/>
                            </a:rPr>
                            <m:t>𝑑𝑥</m:t>
                          </m:r>
                          <m:r>
                            <a:rPr lang="en-US" i="1">
                              <a:latin typeface="Cambria Math" panose="02040503050406030204" pitchFamily="18" charset="0"/>
                            </a:rPr>
                            <m:t>=  </m:t>
                          </m:r>
                        </m:e>
                      </m:nary>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num>
                            <m:den>
                              <m:r>
                                <a:rPr lang="en-US" b="0" i="1" smtClean="0">
                                  <a:latin typeface="Cambria Math" panose="02040503050406030204" pitchFamily="18" charset="0"/>
                                </a:rPr>
                                <m:t>𝜎</m:t>
                              </m:r>
                            </m:den>
                          </m:f>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𝑑𝑥</m:t>
                          </m:r>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𝑑𝑡</m:t>
                          </m:r>
                        </m:e>
                      </m:d>
                      <m:r>
                        <a:rPr lang="en-US" b="1" i="1" smtClean="0">
                          <a:solidFill>
                            <a:srgbClr val="FF0000"/>
                          </a:solidFill>
                          <a:latin typeface="Cambria Math" panose="02040503050406030204" pitchFamily="18" charset="0"/>
                        </a:rPr>
                        <m:t>=</m:t>
                      </m:r>
                      <m:r>
                        <a:rPr lang="en-US" b="0" i="1" smtClean="0">
                          <a:latin typeface="Cambria Math" panose="02040503050406030204" pitchFamily="18" charset="0"/>
                        </a:rPr>
                        <m:t>              </m:t>
                      </m:r>
                      <m:r>
                        <a:rPr lang="en-US" b="1" i="1" smtClean="0">
                          <a:solidFill>
                            <a:srgbClr val="FF0000"/>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nary>
                        <m:naryPr>
                          <m:ctrlPr>
                            <a:rPr lang="en-US" i="1">
                              <a:latin typeface="Cambria Math" panose="02040503050406030204" pitchFamily="18" charset="0"/>
                            </a:rPr>
                          </m:ctrlPr>
                        </m:naryPr>
                        <m:sub>
                          <m:r>
                            <a:rPr lang="en-US" i="1">
                              <a:latin typeface="Cambria Math" panose="02040503050406030204" pitchFamily="18" charset="0"/>
                            </a:rPr>
                            <m:t>−∞</m:t>
                          </m:r>
                        </m:sub>
                        <m:sup>
                          <m:r>
                            <a:rPr lang="en-US" i="1">
                              <a:latin typeface="Cambria Math" panose="02040503050406030204" pitchFamily="18" charset="0"/>
                            </a:rPr>
                            <m:t>∞</m:t>
                          </m:r>
                        </m:sup>
                        <m:e>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 </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b="0" i="1" smtClean="0">
                                          <a:latin typeface="Cambria Math" panose="02040503050406030204" pitchFamily="18" charset="0"/>
                                        </a:rPr>
                                        <m:t>𝑡</m:t>
                                      </m:r>
                                    </m:e>
                                    <m:sup>
                                      <m:r>
                                        <a:rPr lang="en-US" i="1">
                                          <a:latin typeface="Cambria Math" panose="02040503050406030204" pitchFamily="18" charset="0"/>
                                        </a:rPr>
                                        <m:t>2</m:t>
                                      </m:r>
                                    </m:sup>
                                  </m:sSup>
                                </m:num>
                                <m:den>
                                  <m:r>
                                    <a:rPr lang="en-US" i="1">
                                      <a:latin typeface="Cambria Math" panose="02040503050406030204" pitchFamily="18" charset="0"/>
                                    </a:rPr>
                                    <m:t>2</m:t>
                                  </m:r>
                                </m:den>
                              </m:f>
                            </m:sup>
                          </m:sSup>
                          <m:r>
                            <a:rPr lang="en-US" i="1">
                              <a:latin typeface="Cambria Math" panose="02040503050406030204" pitchFamily="18" charset="0"/>
                            </a:rPr>
                            <m:t>𝑑</m:t>
                          </m:r>
                          <m:r>
                            <a:rPr lang="en-US" b="0" i="1" smtClean="0">
                              <a:latin typeface="Cambria Math" panose="02040503050406030204" pitchFamily="18" charset="0"/>
                            </a:rPr>
                            <m:t>𝑡</m:t>
                          </m:r>
                          <m:r>
                            <a:rPr lang="en-US" i="1">
                              <a:latin typeface="Cambria Math" panose="02040503050406030204" pitchFamily="18" charset="0"/>
                            </a:rPr>
                            <m:t>=  </m:t>
                          </m:r>
                        </m:e>
                      </m:nary>
                      <m:f>
                        <m:fPr>
                          <m:ctrlPr>
                            <a:rPr lang="en-US" i="1">
                              <a:latin typeface="Cambria Math" panose="02040503050406030204" pitchFamily="18" charset="0"/>
                            </a:rPr>
                          </m:ctrlPr>
                        </m:fPr>
                        <m:num>
                          <m:r>
                            <a:rPr lang="en-US" b="0" i="1" smtClean="0">
                              <a:latin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nary>
                        <m:naryPr>
                          <m:ctrlPr>
                            <a:rPr lang="en-US" b="1" i="1" smtClean="0">
                              <a:solidFill>
                                <a:srgbClr val="FF0000"/>
                              </a:solidFill>
                              <a:latin typeface="Cambria Math" panose="02040503050406030204" pitchFamily="18" charset="0"/>
                            </a:rPr>
                          </m:ctrlPr>
                        </m:naryPr>
                        <m:sub>
                          <m:r>
                            <a:rPr lang="en-US" b="1" i="1">
                              <a:solidFill>
                                <a:srgbClr val="FF0000"/>
                              </a:solidFill>
                              <a:latin typeface="Cambria Math" panose="02040503050406030204" pitchFamily="18" charset="0"/>
                            </a:rPr>
                            <m:t>−∞</m:t>
                          </m:r>
                        </m:sub>
                        <m:sup>
                          <m:r>
                            <a:rPr lang="en-US" b="1" i="1">
                              <a:solidFill>
                                <a:srgbClr val="FF0000"/>
                              </a:solidFill>
                              <a:latin typeface="Cambria Math" panose="02040503050406030204" pitchFamily="18" charset="0"/>
                            </a:rPr>
                            <m:t>∞</m:t>
                          </m:r>
                        </m:sup>
                        <m:e>
                          <m:r>
                            <a:rPr lang="en-US" b="1" i="1" smtClean="0">
                              <a:solidFill>
                                <a:srgbClr val="FF0000"/>
                              </a:solidFill>
                              <a:latin typeface="Cambria Math" panose="02040503050406030204" pitchFamily="18" charset="0"/>
                            </a:rPr>
                            <m:t>𝒕</m:t>
                          </m:r>
                          <m:r>
                            <a:rPr lang="en-US" b="1" i="1">
                              <a:solidFill>
                                <a:srgbClr val="FF0000"/>
                              </a:solidFill>
                              <a:latin typeface="Cambria Math" panose="02040503050406030204" pitchFamily="18" charset="0"/>
                            </a:rPr>
                            <m:t>⋅</m:t>
                          </m:r>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𝒆</m:t>
                              </m:r>
                            </m:e>
                            <m:sup>
                              <m:r>
                                <a:rPr lang="en-US" b="1" i="1">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 </m:t>
                              </m:r>
                              <m:f>
                                <m:fPr>
                                  <m:ctrlPr>
                                    <a:rPr lang="en-US" b="1" i="1">
                                      <a:solidFill>
                                        <a:srgbClr val="FF0000"/>
                                      </a:solidFill>
                                      <a:latin typeface="Cambria Math" panose="02040503050406030204" pitchFamily="18" charset="0"/>
                                    </a:rPr>
                                  </m:ctrlPr>
                                </m:fPr>
                                <m:num>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𝒕</m:t>
                                      </m:r>
                                    </m:e>
                                    <m:sup>
                                      <m:r>
                                        <a:rPr lang="en-US" b="1" i="1">
                                          <a:solidFill>
                                            <a:srgbClr val="FF0000"/>
                                          </a:solidFill>
                                          <a:latin typeface="Cambria Math" panose="02040503050406030204" pitchFamily="18" charset="0"/>
                                        </a:rPr>
                                        <m:t>𝟐</m:t>
                                      </m:r>
                                    </m:sup>
                                  </m:sSup>
                                </m:num>
                                <m:den>
                                  <m:r>
                                    <a:rPr lang="en-US" b="1" i="1">
                                      <a:solidFill>
                                        <a:srgbClr val="FF0000"/>
                                      </a:solidFill>
                                      <a:latin typeface="Cambria Math" panose="02040503050406030204" pitchFamily="18" charset="0"/>
                                    </a:rPr>
                                    <m:t>𝟐</m:t>
                                  </m:r>
                                </m:den>
                              </m:f>
                            </m:sup>
                          </m:sSup>
                          <m:r>
                            <a:rPr lang="en-US" b="1" i="1">
                              <a:solidFill>
                                <a:srgbClr val="FF0000"/>
                              </a:solidFill>
                              <a:latin typeface="Cambria Math" panose="02040503050406030204" pitchFamily="18" charset="0"/>
                            </a:rPr>
                            <m:t>𝒅</m:t>
                          </m:r>
                          <m:r>
                            <a:rPr lang="en-US" b="1" i="1" smtClean="0">
                              <a:solidFill>
                                <a:srgbClr val="FF0000"/>
                              </a:solidFill>
                              <a:latin typeface="Cambria Math" panose="02040503050406030204" pitchFamily="18" charset="0"/>
                            </a:rPr>
                            <m:t>𝒕</m:t>
                          </m:r>
                        </m:e>
                      </m:nary>
                      <m:r>
                        <a:rPr lang="en-US" b="0" i="1" smtClean="0">
                          <a:latin typeface="Cambria Math" panose="02040503050406030204" pitchFamily="18" charset="0"/>
                        </a:rPr>
                        <m:t>+</m:t>
                      </m:r>
                      <m:r>
                        <a:rPr lang="en-US" b="0" i="1" smtClean="0">
                          <a:latin typeface="Cambria Math" panose="02040503050406030204" pitchFamily="18" charset="0"/>
                        </a:rPr>
                        <m:t>𝜇</m:t>
                      </m:r>
                      <m:nary>
                        <m:naryPr>
                          <m:ctrlPr>
                            <a:rPr lang="en-US" b="1" i="1" smtClean="0">
                              <a:solidFill>
                                <a:srgbClr val="3333FF"/>
                              </a:solidFill>
                              <a:latin typeface="Cambria Math" panose="02040503050406030204" pitchFamily="18" charset="0"/>
                            </a:rPr>
                          </m:ctrlPr>
                        </m:naryPr>
                        <m:sub>
                          <m:r>
                            <a:rPr lang="en-US" b="1" i="1">
                              <a:solidFill>
                                <a:srgbClr val="3333FF"/>
                              </a:solidFill>
                              <a:latin typeface="Cambria Math" panose="02040503050406030204" pitchFamily="18" charset="0"/>
                            </a:rPr>
                            <m:t>−∞</m:t>
                          </m:r>
                        </m:sub>
                        <m:sup>
                          <m:r>
                            <a:rPr lang="en-US" b="1" i="1">
                              <a:solidFill>
                                <a:srgbClr val="3333FF"/>
                              </a:solidFill>
                              <a:latin typeface="Cambria Math" panose="02040503050406030204" pitchFamily="18" charset="0"/>
                            </a:rPr>
                            <m:t>∞</m:t>
                          </m:r>
                        </m:sup>
                        <m:e>
                          <m:f>
                            <m:fPr>
                              <m:ctrlPr>
                                <a:rPr lang="en-US" b="1" i="1" smtClean="0">
                                  <a:solidFill>
                                    <a:srgbClr val="3333FF"/>
                                  </a:solidFill>
                                  <a:latin typeface="Cambria Math" panose="02040503050406030204" pitchFamily="18" charset="0"/>
                                </a:rPr>
                              </m:ctrlPr>
                            </m:fPr>
                            <m:num>
                              <m:r>
                                <a:rPr lang="ru-RU" b="1" i="1" smtClean="0">
                                  <a:solidFill>
                                    <a:srgbClr val="3333FF"/>
                                  </a:solidFill>
                                  <a:latin typeface="Cambria Math" panose="02040503050406030204" pitchFamily="18" charset="0"/>
                                </a:rPr>
                                <m:t>𝟏</m:t>
                              </m:r>
                            </m:num>
                            <m:den>
                              <m:rad>
                                <m:radPr>
                                  <m:degHide m:val="on"/>
                                  <m:ctrlPr>
                                    <a:rPr lang="en-US" b="1" i="1" smtClean="0">
                                      <a:solidFill>
                                        <a:srgbClr val="3333FF"/>
                                      </a:solidFill>
                                      <a:latin typeface="Cambria Math" panose="02040503050406030204" pitchFamily="18" charset="0"/>
                                    </a:rPr>
                                  </m:ctrlPr>
                                </m:radPr>
                                <m:deg/>
                                <m:e>
                                  <m:r>
                                    <a:rPr lang="en-US" b="1" i="1" smtClean="0">
                                      <a:solidFill>
                                        <a:srgbClr val="3333FF"/>
                                      </a:solidFill>
                                      <a:latin typeface="Cambria Math" panose="02040503050406030204" pitchFamily="18" charset="0"/>
                                    </a:rPr>
                                    <m:t>𝟐</m:t>
                                  </m:r>
                                  <m:r>
                                    <a:rPr lang="en-US" b="1" i="1" smtClean="0">
                                      <a:solidFill>
                                        <a:srgbClr val="3333FF"/>
                                      </a:solidFill>
                                      <a:latin typeface="Cambria Math" panose="02040503050406030204" pitchFamily="18" charset="0"/>
                                    </a:rPr>
                                    <m:t>𝝅</m:t>
                                  </m:r>
                                </m:e>
                              </m:rad>
                            </m:den>
                          </m:f>
                          <m:sSup>
                            <m:sSupPr>
                              <m:ctrlPr>
                                <a:rPr lang="en-US" b="1" i="1">
                                  <a:solidFill>
                                    <a:srgbClr val="3333FF"/>
                                  </a:solidFill>
                                  <a:latin typeface="Cambria Math" panose="02040503050406030204" pitchFamily="18" charset="0"/>
                                </a:rPr>
                              </m:ctrlPr>
                            </m:sSupPr>
                            <m:e>
                              <m:r>
                                <a:rPr lang="en-US" b="1" i="1">
                                  <a:solidFill>
                                    <a:srgbClr val="3333FF"/>
                                  </a:solidFill>
                                  <a:latin typeface="Cambria Math" panose="02040503050406030204" pitchFamily="18" charset="0"/>
                                </a:rPr>
                                <m:t>𝒆</m:t>
                              </m:r>
                            </m:e>
                            <m:sup>
                              <m:r>
                                <a:rPr lang="en-US" b="1" i="1">
                                  <a:solidFill>
                                    <a:srgbClr val="3333FF"/>
                                  </a:solidFill>
                                  <a:latin typeface="Cambria Math" panose="02040503050406030204" pitchFamily="18" charset="0"/>
                                </a:rPr>
                                <m:t>− </m:t>
                              </m:r>
                              <m:f>
                                <m:fPr>
                                  <m:ctrlPr>
                                    <a:rPr lang="en-US" b="1" i="1">
                                      <a:solidFill>
                                        <a:srgbClr val="3333FF"/>
                                      </a:solidFill>
                                      <a:latin typeface="Cambria Math" panose="02040503050406030204" pitchFamily="18" charset="0"/>
                                    </a:rPr>
                                  </m:ctrlPr>
                                </m:fPr>
                                <m:num>
                                  <m:sSup>
                                    <m:sSupPr>
                                      <m:ctrlPr>
                                        <a:rPr lang="en-US" b="1" i="1">
                                          <a:solidFill>
                                            <a:srgbClr val="3333FF"/>
                                          </a:solidFill>
                                          <a:latin typeface="Cambria Math" panose="02040503050406030204" pitchFamily="18" charset="0"/>
                                        </a:rPr>
                                      </m:ctrlPr>
                                    </m:sSupPr>
                                    <m:e>
                                      <m:r>
                                        <a:rPr lang="en-US" b="1" i="1">
                                          <a:solidFill>
                                            <a:srgbClr val="3333FF"/>
                                          </a:solidFill>
                                          <a:latin typeface="Cambria Math" panose="02040503050406030204" pitchFamily="18" charset="0"/>
                                        </a:rPr>
                                        <m:t>𝒕</m:t>
                                      </m:r>
                                    </m:e>
                                    <m:sup>
                                      <m:r>
                                        <a:rPr lang="en-US" b="1" i="1">
                                          <a:solidFill>
                                            <a:srgbClr val="3333FF"/>
                                          </a:solidFill>
                                          <a:latin typeface="Cambria Math" panose="02040503050406030204" pitchFamily="18" charset="0"/>
                                        </a:rPr>
                                        <m:t>𝟐</m:t>
                                      </m:r>
                                    </m:sup>
                                  </m:sSup>
                                </m:num>
                                <m:den>
                                  <m:r>
                                    <a:rPr lang="en-US" b="1" i="1">
                                      <a:solidFill>
                                        <a:srgbClr val="3333FF"/>
                                      </a:solidFill>
                                      <a:latin typeface="Cambria Math" panose="02040503050406030204" pitchFamily="18" charset="0"/>
                                    </a:rPr>
                                    <m:t>𝟐</m:t>
                                  </m:r>
                                </m:den>
                              </m:f>
                            </m:sup>
                          </m:sSup>
                          <m:r>
                            <a:rPr lang="en-US" b="1" i="1">
                              <a:solidFill>
                                <a:srgbClr val="3333FF"/>
                              </a:solidFill>
                              <a:latin typeface="Cambria Math" panose="02040503050406030204" pitchFamily="18" charset="0"/>
                            </a:rPr>
                            <m:t>𝒅𝒕</m:t>
                          </m:r>
                        </m:e>
                      </m:nary>
                      <m:r>
                        <a:rPr lang="en-US" b="0" i="1" smtClean="0">
                          <a:latin typeface="Cambria Math" panose="02040503050406030204" pitchFamily="18" charset="0"/>
                        </a:rPr>
                        <m:t>=0+</m:t>
                      </m:r>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𝜇</m:t>
                      </m:r>
                    </m:oMath>
                  </m:oMathPara>
                </a14:m>
                <a:endParaRPr lang="ru-RU" b="1" dirty="0"/>
              </a:p>
              <a:p>
                <a:pPr algn="just"/>
                <a:endParaRPr lang="en-US" b="1" dirty="0">
                  <a:solidFill>
                    <a:srgbClr val="3333FF"/>
                  </a:solidFill>
                </a:endParaRPr>
              </a:p>
              <a:p>
                <a:pPr algn="just">
                  <a:spcAft>
                    <a:spcPts val="600"/>
                  </a:spcAft>
                </a:pPr>
                <a:r>
                  <a:rPr lang="ru-RU" dirty="0"/>
                  <a:t>Интеграл</a:t>
                </a:r>
                <a:r>
                  <a:rPr lang="ru-RU" b="1" dirty="0">
                    <a:solidFill>
                      <a:srgbClr val="3333FF"/>
                    </a:solidFill>
                  </a:rPr>
                  <a:t> </a:t>
                </a:r>
                <a:r>
                  <a:rPr lang="ru-RU" b="1" dirty="0">
                    <a:solidFill>
                      <a:srgbClr val="FF0000"/>
                    </a:solidFill>
                  </a:rPr>
                  <a:t>нечетной функции </a:t>
                </a:r>
                <a:r>
                  <a:rPr lang="ru-RU" dirty="0"/>
                  <a:t>по симметричному интервалу равен 0. Второй интеграл представляет собой плотность </a:t>
                </a:r>
                <a:r>
                  <a:rPr lang="ru-RU" b="1" dirty="0">
                    <a:solidFill>
                      <a:srgbClr val="3333FF"/>
                    </a:solidFill>
                  </a:rPr>
                  <a:t>стандартного нормального распределения</a:t>
                </a:r>
                <a:r>
                  <a:rPr lang="ru-RU" dirty="0"/>
                  <a:t>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𝜇</m:t>
                    </m:r>
                    <m:r>
                      <a:rPr lang="en-US" b="0" i="1" dirty="0" smtClean="0">
                        <a:latin typeface="Cambria Math" panose="02040503050406030204" pitchFamily="18" charset="0"/>
                      </a:rPr>
                      <m:t>=0, </m:t>
                    </m:r>
                    <m:r>
                      <a:rPr lang="en-US" b="0" i="1" dirty="0" smtClean="0">
                        <a:latin typeface="Cambria Math" panose="02040503050406030204" pitchFamily="18" charset="0"/>
                      </a:rPr>
                      <m:t>𝜎</m:t>
                    </m:r>
                    <m:r>
                      <a:rPr lang="en-US" b="0" i="1" dirty="0" smtClean="0">
                        <a:latin typeface="Cambria Math" panose="02040503050406030204" pitchFamily="18" charset="0"/>
                      </a:rPr>
                      <m:t>=1)</m:t>
                    </m:r>
                  </m:oMath>
                </a14:m>
                <a:r>
                  <a:rPr lang="en-US" dirty="0"/>
                  <a:t> </a:t>
                </a:r>
                <a:r>
                  <a:rPr lang="ru-RU" dirty="0"/>
                  <a:t>и равен 1.</a:t>
                </a:r>
              </a:p>
              <a:p>
                <a:pPr algn="just"/>
                <a:r>
                  <a:rPr lang="ru-RU" b="1" dirty="0">
                    <a:solidFill>
                      <a:srgbClr val="3333FF"/>
                    </a:solidFill>
                  </a:rPr>
                  <a:t>Дисперсия</a:t>
                </a:r>
                <a:r>
                  <a:rPr lang="ru-RU" dirty="0"/>
                  <a:t>:</a:t>
                </a:r>
              </a:p>
            </p:txBody>
          </p:sp>
        </mc:Choice>
        <mc:Fallback xmlns="">
          <p:sp>
            <p:nvSpPr>
              <p:cNvPr id="6" name="TextBox 5">
                <a:extLst>
                  <a:ext uri="{FF2B5EF4-FFF2-40B4-BE49-F238E27FC236}">
                    <a16:creationId xmlns:a16="http://schemas.microsoft.com/office/drawing/2014/main" id="{898FDE1D-9892-32C9-A363-5FD2380FCA22}"/>
                  </a:ext>
                </a:extLst>
              </p:cNvPr>
              <p:cNvSpPr txBox="1">
                <a:spLocks noRot="1" noChangeAspect="1" noMove="1" noResize="1" noEditPoints="1" noAdjustHandles="1" noChangeArrowheads="1" noChangeShapeType="1" noTextEdit="1"/>
              </p:cNvSpPr>
              <p:nvPr/>
            </p:nvSpPr>
            <p:spPr>
              <a:xfrm>
                <a:off x="0" y="407497"/>
                <a:ext cx="9144000" cy="3352200"/>
              </a:xfrm>
              <a:prstGeom prst="rect">
                <a:avLst/>
              </a:prstGeom>
              <a:blipFill>
                <a:blip r:embed="rId2"/>
                <a:stretch>
                  <a:fillRect l="-533" t="-1091" r="-533" b="-2000"/>
                </a:stretch>
              </a:blipFill>
            </p:spPr>
            <p:txBody>
              <a:bodyPr/>
              <a:lstStyle/>
              <a:p>
                <a:r>
                  <a:rPr lang="ru-RU">
                    <a:noFill/>
                  </a:rPr>
                  <a:t> </a:t>
                </a:r>
              </a:p>
            </p:txBody>
          </p:sp>
        </mc:Fallback>
      </mc:AlternateContent>
      <p:grpSp>
        <p:nvGrpSpPr>
          <p:cNvPr id="27" name="Группа 26">
            <a:extLst>
              <a:ext uri="{FF2B5EF4-FFF2-40B4-BE49-F238E27FC236}">
                <a16:creationId xmlns:a16="http://schemas.microsoft.com/office/drawing/2014/main" id="{CABC5A3B-025B-AF85-31F1-F8F544E3AFAB}"/>
              </a:ext>
            </a:extLst>
          </p:cNvPr>
          <p:cNvGrpSpPr/>
          <p:nvPr/>
        </p:nvGrpSpPr>
        <p:grpSpPr>
          <a:xfrm>
            <a:off x="-25400" y="3466632"/>
            <a:ext cx="9791701" cy="2062245"/>
            <a:chOff x="-25400" y="3936532"/>
            <a:chExt cx="9791701" cy="2062245"/>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BC535DF-CB72-ED57-C4B4-97F9C5A5BA60}"/>
                    </a:ext>
                  </a:extLst>
                </p:cNvPr>
                <p:cNvSpPr txBox="1"/>
                <p:nvPr/>
              </p:nvSpPr>
              <p:spPr>
                <a:xfrm>
                  <a:off x="0" y="3936532"/>
                  <a:ext cx="9258300" cy="719236"/>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𝐷</m:t>
                        </m:r>
                        <m:r>
                          <a:rPr lang="en-US" i="1" smtClean="0">
                            <a:latin typeface="Cambria Math" panose="02040503050406030204" pitchFamily="18" charset="0"/>
                          </a:rPr>
                          <m:t>𝜉</m:t>
                        </m:r>
                        <m:r>
                          <a:rPr lang="en-US" i="1" smtClean="0">
                            <a:latin typeface="Cambria Math" panose="02040503050406030204" pitchFamily="18" charset="0"/>
                          </a:rPr>
                          <m:t>=</m:t>
                        </m:r>
                        <m:r>
                          <a:rPr lang="en-US" i="1" smtClean="0">
                            <a:latin typeface="Cambria Math" panose="02040503050406030204" pitchFamily="18" charset="0"/>
                          </a:rPr>
                          <m:t>𝑀</m:t>
                        </m:r>
                        <m:sSup>
                          <m:sSupPr>
                            <m:ctrlPr>
                              <a:rPr lang="en-US" i="1">
                                <a:latin typeface="Cambria Math" panose="02040503050406030204" pitchFamily="18" charset="0"/>
                              </a:rPr>
                            </m:ctrlPr>
                          </m:sSupPr>
                          <m:e>
                            <m:r>
                              <a:rPr lang="en-US" i="1">
                                <a:latin typeface="Cambria Math" panose="02040503050406030204" pitchFamily="18" charset="0"/>
                              </a:rPr>
                              <m:t>𝜉</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𝑀</m:t>
                                </m:r>
                                <m:r>
                                  <a:rPr lang="en-US" i="1">
                                    <a:latin typeface="Cambria Math" panose="02040503050406030204" pitchFamily="18" charset="0"/>
                                  </a:rPr>
                                  <m:t>𝜉</m:t>
                                </m:r>
                              </m:e>
                            </m:d>
                          </m:e>
                          <m:sup>
                            <m:r>
                              <a:rPr lang="en-US" i="1">
                                <a:latin typeface="Cambria Math" panose="02040503050406030204" pitchFamily="18" charset="0"/>
                              </a:rPr>
                              <m:t>2</m:t>
                            </m:r>
                          </m:sup>
                        </m:sSup>
                        <m:r>
                          <a:rPr lang="en-US" b="0" i="1" smtClean="0">
                            <a:latin typeface="Cambria Math" panose="02040503050406030204" pitchFamily="18" charset="0"/>
                          </a:rPr>
                          <m:t>⇒</m:t>
                        </m:r>
                        <m:r>
                          <a:rPr lang="en-US" i="1">
                            <a:latin typeface="Cambria Math" panose="02040503050406030204" pitchFamily="18" charset="0"/>
                          </a:rPr>
                          <m:t>𝑀</m:t>
                        </m:r>
                        <m:sSup>
                          <m:sSupPr>
                            <m:ctrlPr>
                              <a:rPr lang="en-US" i="1">
                                <a:latin typeface="Cambria Math" panose="02040503050406030204" pitchFamily="18" charset="0"/>
                              </a:rPr>
                            </m:ctrlPr>
                          </m:sSupPr>
                          <m:e>
                            <m:r>
                              <a:rPr lang="en-US" i="1">
                                <a:latin typeface="Cambria Math" panose="02040503050406030204" pitchFamily="18" charset="0"/>
                              </a:rPr>
                              <m:t>𝜉</m:t>
                            </m:r>
                          </m:e>
                          <m:sup>
                            <m:r>
                              <a:rPr lang="en-US" i="1">
                                <a:latin typeface="Cambria Math" panose="02040503050406030204" pitchFamily="18" charset="0"/>
                              </a:rPr>
                              <m:t>2</m:t>
                            </m:r>
                          </m:sup>
                        </m:sSup>
                        <m:r>
                          <a:rPr lang="en-US" b="0" i="1" smtClean="0">
                            <a:latin typeface="Cambria Math" panose="02040503050406030204" pitchFamily="18" charset="0"/>
                          </a:rPr>
                          <m:t>=</m:t>
                        </m:r>
                        <m:nary>
                          <m:naryPr>
                            <m:ctrlPr>
                              <a:rPr lang="en-US" i="1">
                                <a:latin typeface="Cambria Math" panose="02040503050406030204" pitchFamily="18" charset="0"/>
                              </a:rPr>
                            </m:ctrlPr>
                          </m:naryPr>
                          <m:sub>
                            <m:r>
                              <m:rPr>
                                <m:brk m:alnAt="23"/>
                              </m:rPr>
                              <a:rPr lang="en-US" i="1">
                                <a:latin typeface="Cambria Math" panose="02040503050406030204" pitchFamily="18" charset="0"/>
                              </a:rPr>
                              <m:t>−</m:t>
                            </m:r>
                            <m:r>
                              <a:rPr lang="en-US" i="1">
                                <a:latin typeface="Cambria Math" panose="02040503050406030204" pitchFamily="18" charset="0"/>
                              </a:rPr>
                              <m:t>∞</m:t>
                            </m:r>
                          </m:sub>
                          <m:sup>
                            <m:r>
                              <a:rPr lang="en-US" i="1">
                                <a:latin typeface="Cambria Math" panose="02040503050406030204" pitchFamily="18" charset="0"/>
                              </a:rPr>
                              <m:t>∞</m:t>
                            </m:r>
                          </m:sup>
                          <m:e>
                            <m:sSup>
                              <m:sSupPr>
                                <m:ctrlPr>
                                  <a:rPr lang="en-US" b="0" i="1" smtClean="0">
                                    <a:latin typeface="Cambria Math" panose="02040503050406030204" pitchFamily="18" charset="0"/>
                                  </a:rPr>
                                </m:ctrlPr>
                              </m:sSupPr>
                              <m:e>
                                <m:r>
                                  <a:rPr lang="en-US" i="1">
                                    <a:latin typeface="Cambria Math" panose="02040503050406030204" pitchFamily="18" charset="0"/>
                                  </a:rPr>
                                  <m:t>𝑥</m:t>
                                </m:r>
                              </m:e>
                              <m:sup>
                                <m:r>
                                  <a:rPr lang="en-US" b="0" i="1" smtClean="0">
                                    <a:latin typeface="Cambria Math" panose="02040503050406030204" pitchFamily="18" charset="0"/>
                                  </a:rPr>
                                  <m:t>2</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𝑑𝑥</m:t>
                            </m:r>
                            <m:r>
                              <a:rPr lang="en-US" i="1">
                                <a:latin typeface="Cambria Math" panose="02040503050406030204" pitchFamily="18" charset="0"/>
                              </a:rPr>
                              <m:t>=</m:t>
                            </m:r>
                          </m:e>
                        </m:nary>
                        <m:nary>
                          <m:naryPr>
                            <m:ctrlPr>
                              <a:rPr lang="en-US" i="1">
                                <a:latin typeface="Cambria Math" panose="02040503050406030204" pitchFamily="18" charset="0"/>
                              </a:rPr>
                            </m:ctrlPr>
                          </m:naryPr>
                          <m:sub>
                            <m:r>
                              <m:rPr>
                                <m:brk m:alnAt="23"/>
                              </m:rPr>
                              <a:rPr lang="en-US" i="1">
                                <a:latin typeface="Cambria Math" panose="02040503050406030204" pitchFamily="18" charset="0"/>
                              </a:rPr>
                              <m:t>−</m:t>
                            </m:r>
                            <m:r>
                              <a:rPr lang="en-US" i="1">
                                <a:latin typeface="Cambria Math" panose="02040503050406030204" pitchFamily="18" charset="0"/>
                              </a:rPr>
                              <m:t>∞</m:t>
                            </m:r>
                          </m:sub>
                          <m:sup>
                            <m:r>
                              <a:rPr lang="en-US" i="1">
                                <a:latin typeface="Cambria Math" panose="02040503050406030204" pitchFamily="18" charset="0"/>
                              </a:rPr>
                              <m:t>∞</m:t>
                            </m:r>
                          </m:sup>
                          <m:e>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r>
                                  <a:rPr lang="en-US" i="1">
                                    <a:latin typeface="Cambria Math" panose="02040503050406030204" pitchFamily="18" charset="0"/>
                                  </a:rPr>
                                  <m:t>𝜎</m:t>
                                </m:r>
                              </m:den>
                            </m:f>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den>
                                </m:f>
                              </m:sup>
                            </m:sSup>
                            <m:r>
                              <a:rPr lang="en-US" i="1">
                                <a:latin typeface="Cambria Math" panose="02040503050406030204" pitchFamily="18" charset="0"/>
                              </a:rPr>
                              <m:t>𝑑𝑥</m:t>
                            </m:r>
                            <m:r>
                              <a:rPr lang="en-US" b="1" i="1" smtClean="0">
                                <a:solidFill>
                                  <a:srgbClr val="FF0000"/>
                                </a:solidFill>
                                <a:latin typeface="Cambria Math" panose="02040503050406030204" pitchFamily="18" charset="0"/>
                              </a:rPr>
                              <m:t>=</m:t>
                            </m:r>
                          </m:e>
                        </m:nary>
                      </m:oMath>
                    </m:oMathPara>
                  </a14:m>
                  <a:endParaRPr lang="ru-RU" dirty="0"/>
                </a:p>
              </p:txBody>
            </p:sp>
          </mc:Choice>
          <mc:Fallback xmlns="">
            <p:sp>
              <p:nvSpPr>
                <p:cNvPr id="14" name="TextBox 13">
                  <a:extLst>
                    <a:ext uri="{FF2B5EF4-FFF2-40B4-BE49-F238E27FC236}">
                      <a16:creationId xmlns:a16="http://schemas.microsoft.com/office/drawing/2014/main" id="{5BC535DF-CB72-ED57-C4B4-97F9C5A5BA60}"/>
                    </a:ext>
                  </a:extLst>
                </p:cNvPr>
                <p:cNvSpPr txBox="1">
                  <a:spLocks noRot="1" noChangeAspect="1" noMove="1" noResize="1" noEditPoints="1" noAdjustHandles="1" noChangeArrowheads="1" noChangeShapeType="1" noTextEdit="1"/>
                </p:cNvSpPr>
                <p:nvPr/>
              </p:nvSpPr>
              <p:spPr>
                <a:xfrm>
                  <a:off x="0" y="3936532"/>
                  <a:ext cx="9258300" cy="719236"/>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CEFAFA6-F40B-3517-3E27-B6BAD4E953A7}"/>
                    </a:ext>
                  </a:extLst>
                </p:cNvPr>
                <p:cNvSpPr txBox="1"/>
                <p:nvPr/>
              </p:nvSpPr>
              <p:spPr>
                <a:xfrm>
                  <a:off x="-25400" y="4630515"/>
                  <a:ext cx="9791701" cy="69967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1" i="1" smtClean="0">
                            <a:solidFill>
                              <a:srgbClr val="FF0000"/>
                            </a:solidFill>
                            <a:latin typeface="Cambria Math" panose="02040503050406030204" pitchFamily="18" charset="0"/>
                          </a:rPr>
                          <m:t>=</m:t>
                        </m:r>
                        <m:d>
                          <m:dPr>
                            <m:begChr m:val="|"/>
                            <m:endChr m:val="|"/>
                            <m:ctrlPr>
                              <a:rPr lang="en-US"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𝜇</m:t>
                                </m:r>
                              </m:num>
                              <m:den>
                                <m:r>
                                  <a:rPr lang="en-US" i="1">
                                    <a:latin typeface="Cambria Math" panose="02040503050406030204" pitchFamily="18" charset="0"/>
                                  </a:rPr>
                                  <m:t>𝜎</m:t>
                                </m:r>
                              </m:den>
                            </m:f>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 </m:t>
                            </m:r>
                            <m:r>
                              <a:rPr lang="en-US" i="1">
                                <a:latin typeface="Cambria Math" panose="02040503050406030204" pitchFamily="18" charset="0"/>
                              </a:rPr>
                              <m:t>𝑑𝑥</m:t>
                            </m:r>
                            <m:r>
                              <a:rPr lang="en-US" i="1">
                                <a:latin typeface="Cambria Math" panose="02040503050406030204" pitchFamily="18" charset="0"/>
                              </a:rPr>
                              <m:t>=</m:t>
                            </m:r>
                            <m:r>
                              <a:rPr lang="en-US" i="1">
                                <a:latin typeface="Cambria Math" panose="02040503050406030204" pitchFamily="18" charset="0"/>
                              </a:rPr>
                              <m:t>𝜎</m:t>
                            </m:r>
                            <m:r>
                              <a:rPr lang="en-US" i="1">
                                <a:latin typeface="Cambria Math" panose="02040503050406030204" pitchFamily="18" charset="0"/>
                              </a:rPr>
                              <m:t>𝑑𝑡</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nary>
                          <m:naryPr>
                            <m:ctrlPr>
                              <a:rPr lang="en-US" i="1">
                                <a:latin typeface="Cambria Math" panose="02040503050406030204" pitchFamily="18" charset="0"/>
                              </a:rPr>
                            </m:ctrlPr>
                          </m:naryPr>
                          <m:sub>
                            <m:r>
                              <m:rPr>
                                <m:brk m:alnAt="23"/>
                              </m:rPr>
                              <a:rPr lang="en-US" i="1">
                                <a:latin typeface="Cambria Math" panose="02040503050406030204" pitchFamily="18" charset="0"/>
                              </a:rPr>
                              <m:t>−</m:t>
                            </m:r>
                            <m:r>
                              <a:rPr lang="en-US" i="1">
                                <a:latin typeface="Cambria Math" panose="02040503050406030204" pitchFamily="18" charset="0"/>
                              </a:rPr>
                              <m:t>∞</m:t>
                            </m:r>
                          </m:sub>
                          <m:sup>
                            <m:r>
                              <a:rPr lang="en-US" i="1">
                                <a:latin typeface="Cambria Math" panose="02040503050406030204" pitchFamily="18" charset="0"/>
                              </a:rPr>
                              <m:t>∞</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𝜎</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 </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num>
                                  <m:den>
                                    <m:r>
                                      <a:rPr lang="en-US" i="1">
                                        <a:latin typeface="Cambria Math" panose="02040503050406030204" pitchFamily="18" charset="0"/>
                                      </a:rPr>
                                      <m:t>2</m:t>
                                    </m:r>
                                  </m:den>
                                </m:f>
                              </m:sup>
                            </m:sSup>
                            <m:r>
                              <a:rPr lang="en-US" i="1">
                                <a:latin typeface="Cambria Math" panose="02040503050406030204" pitchFamily="18" charset="0"/>
                              </a:rPr>
                              <m:t>𝑑𝑡</m:t>
                            </m:r>
                            <m:r>
                              <a:rPr lang="en-US" b="1" i="1">
                                <a:latin typeface="Cambria Math" panose="02040503050406030204" pitchFamily="18" charset="0"/>
                              </a:rPr>
                              <m:t>=</m:t>
                            </m:r>
                          </m:e>
                        </m:nary>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nary>
                          <m:naryPr>
                            <m:ctrlPr>
                              <a:rPr lang="en-US" b="1" i="1">
                                <a:latin typeface="Cambria Math" panose="02040503050406030204" pitchFamily="18" charset="0"/>
                              </a:rPr>
                            </m:ctrlPr>
                          </m:naryPr>
                          <m:sub>
                            <m:r>
                              <m:rPr>
                                <m:brk m:alnAt="23"/>
                              </m:rPr>
                              <a:rPr lang="en-US" b="1" i="1">
                                <a:latin typeface="Cambria Math" panose="02040503050406030204" pitchFamily="18" charset="0"/>
                              </a:rPr>
                              <m:t>−</m:t>
                            </m:r>
                            <m:r>
                              <a:rPr lang="en-US" b="1" i="1">
                                <a:latin typeface="Cambria Math" panose="02040503050406030204" pitchFamily="18" charset="0"/>
                              </a:rPr>
                              <m:t>∞</m:t>
                            </m:r>
                          </m:sub>
                          <m:sup>
                            <m:r>
                              <a:rPr lang="en-US" b="1" i="1">
                                <a:latin typeface="Cambria Math" panose="02040503050406030204" pitchFamily="18" charset="0"/>
                              </a:rPr>
                              <m:t>∞</m:t>
                            </m:r>
                          </m:sup>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r>
                                  <a:rPr lang="en-US" i="1">
                                    <a:latin typeface="Cambria Math" panose="02040503050406030204" pitchFamily="18" charset="0"/>
                                  </a:rPr>
                                  <m:t>+2</m:t>
                                </m:r>
                                <m:r>
                                  <a:rPr lang="en-US" i="1">
                                    <a:latin typeface="Cambria Math" panose="02040503050406030204" pitchFamily="18" charset="0"/>
                                  </a:rPr>
                                  <m:t>𝜇𝜎</m:t>
                                </m:r>
                                <m:r>
                                  <a:rPr lang="en-US" i="1">
                                    <a:latin typeface="Cambria Math" panose="02040503050406030204" pitchFamily="18" charset="0"/>
                                  </a:rPr>
                                  <m:t>𝑡</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𝜇</m:t>
                                    </m:r>
                                  </m:e>
                                  <m:sup>
                                    <m:r>
                                      <a:rPr lang="en-US" i="1">
                                        <a:latin typeface="Cambria Math" panose="02040503050406030204" pitchFamily="18" charset="0"/>
                                      </a:rPr>
                                      <m:t>2</m:t>
                                    </m:r>
                                  </m:sup>
                                </m:sSup>
                              </m:e>
                            </m:d>
                          </m:e>
                        </m:nary>
                        <m:r>
                          <a:rPr lang="en-US" b="1" i="1" smtClean="0">
                            <a:solidFill>
                              <a:srgbClr val="FF0000"/>
                            </a:solidFill>
                            <a:latin typeface="Cambria Math" panose="02040503050406030204" pitchFamily="18" charset="0"/>
                          </a:rPr>
                          <m:t>×</m:t>
                        </m:r>
                        <m:r>
                          <a:rPr lang="en-US" b="1" i="1">
                            <a:latin typeface="Cambria Math" panose="02040503050406030204" pitchFamily="18" charset="0"/>
                          </a:rPr>
                          <m:t> </m:t>
                        </m:r>
                      </m:oMath>
                    </m:oMathPara>
                  </a14:m>
                  <a:endParaRPr lang="ru-RU" b="1" dirty="0">
                    <a:solidFill>
                      <a:srgbClr val="FF0000"/>
                    </a:solidFill>
                  </a:endParaRPr>
                </a:p>
              </p:txBody>
            </p:sp>
          </mc:Choice>
          <mc:Fallback xmlns="">
            <p:sp>
              <p:nvSpPr>
                <p:cNvPr id="16" name="TextBox 15">
                  <a:extLst>
                    <a:ext uri="{FF2B5EF4-FFF2-40B4-BE49-F238E27FC236}">
                      <a16:creationId xmlns:a16="http://schemas.microsoft.com/office/drawing/2014/main" id="{0CEFAFA6-F40B-3517-3E27-B6BAD4E953A7}"/>
                    </a:ext>
                  </a:extLst>
                </p:cNvPr>
                <p:cNvSpPr txBox="1">
                  <a:spLocks noRot="1" noChangeAspect="1" noMove="1" noResize="1" noEditPoints="1" noAdjustHandles="1" noChangeArrowheads="1" noChangeShapeType="1" noTextEdit="1"/>
                </p:cNvSpPr>
                <p:nvPr/>
              </p:nvSpPr>
              <p:spPr>
                <a:xfrm>
                  <a:off x="-25400" y="4630515"/>
                  <a:ext cx="9791701" cy="699679"/>
                </a:xfrm>
                <a:prstGeom prst="rect">
                  <a:avLst/>
                </a:prstGeom>
                <a:blipFill>
                  <a:blip r:embed="rId4"/>
                  <a:stretch>
                    <a:fillRect/>
                  </a:stretch>
                </a:blipFill>
              </p:spPr>
              <p:txBody>
                <a:bodyPr/>
                <a:lstStyle/>
                <a:p>
                  <a:r>
                    <a:rPr lang="ru-RU">
                      <a:noFill/>
                    </a:rPr>
                    <a:t> </a:t>
                  </a:r>
                </a:p>
              </p:txBody>
            </p:sp>
          </mc:Fallback>
        </mc:AlternateContent>
        <p:grpSp>
          <p:nvGrpSpPr>
            <p:cNvPr id="24" name="Группа 23">
              <a:extLst>
                <a:ext uri="{FF2B5EF4-FFF2-40B4-BE49-F238E27FC236}">
                  <a16:creationId xmlns:a16="http://schemas.microsoft.com/office/drawing/2014/main" id="{07C5DF11-FA77-0815-DD69-6ECF1C21CAA3}"/>
                </a:ext>
              </a:extLst>
            </p:cNvPr>
            <p:cNvGrpSpPr/>
            <p:nvPr/>
          </p:nvGrpSpPr>
          <p:grpSpPr>
            <a:xfrm>
              <a:off x="-25400" y="5289691"/>
              <a:ext cx="9169400" cy="709086"/>
              <a:chOff x="-25400" y="5289691"/>
              <a:chExt cx="9169400" cy="709086"/>
            </a:xfrm>
          </p:grpSpPr>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186EF4A-5D30-D00B-AB5A-FB44436FA067}"/>
                      </a:ext>
                    </a:extLst>
                  </p:cNvPr>
                  <p:cNvSpPr txBox="1"/>
                  <p:nvPr/>
                </p:nvSpPr>
                <p:spPr>
                  <a:xfrm>
                    <a:off x="-25400" y="5289691"/>
                    <a:ext cx="9169400" cy="69967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1" i="1" smtClean="0">
                              <a:solidFill>
                                <a:srgbClr val="FF0000"/>
                              </a:solidFill>
                              <a:latin typeface="Cambria Math" panose="02040503050406030204" pitchFamily="18" charset="0"/>
                            </a:rPr>
                            <m:t>×</m:t>
                          </m:r>
                          <m:sSup>
                            <m:sSupPr>
                              <m:ctrlPr>
                                <a:rPr lang="en-US" i="1" smtClean="0">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 </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num>
                                <m:den>
                                  <m:r>
                                    <a:rPr lang="en-US" i="1">
                                      <a:latin typeface="Cambria Math" panose="02040503050406030204" pitchFamily="18" charset="0"/>
                                    </a:rPr>
                                    <m:t>2</m:t>
                                  </m:r>
                                </m:den>
                              </m:f>
                            </m:sup>
                          </m:sSup>
                          <m:r>
                            <a:rPr lang="en-US" i="1">
                              <a:latin typeface="Cambria Math" panose="02040503050406030204" pitchFamily="18" charset="0"/>
                            </a:rPr>
                            <m:t>𝑑𝑡</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nary>
                            <m:naryPr>
                              <m:ctrlPr>
                                <a:rPr lang="en-US" i="1">
                                  <a:latin typeface="Cambria Math" panose="02040503050406030204" pitchFamily="18" charset="0"/>
                                </a:rPr>
                              </m:ctrlPr>
                            </m:naryPr>
                            <m:sub>
                              <m:r>
                                <m:rPr>
                                  <m:brk m:alnAt="23"/>
                                </m:rPr>
                                <a:rPr lang="en-US" i="1">
                                  <a:latin typeface="Cambria Math" panose="02040503050406030204" pitchFamily="18" charset="0"/>
                                </a:rPr>
                                <m:t>−</m:t>
                              </m:r>
                              <m:r>
                                <a:rPr lang="en-US" i="1">
                                  <a:latin typeface="Cambria Math" panose="02040503050406030204" pitchFamily="18" charset="0"/>
                                </a:rPr>
                                <m:t>∞</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 </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num>
                                    <m:den>
                                      <m:r>
                                        <a:rPr lang="en-US" i="1">
                                          <a:latin typeface="Cambria Math" panose="02040503050406030204" pitchFamily="18" charset="0"/>
                                        </a:rPr>
                                        <m:t>2</m:t>
                                      </m:r>
                                    </m:den>
                                  </m:f>
                                </m:sup>
                              </m:sSup>
                              <m:r>
                                <a:rPr lang="en-US" i="1">
                                  <a:latin typeface="Cambria Math" panose="02040503050406030204" pitchFamily="18" charset="0"/>
                                </a:rPr>
                                <m:t>𝑑𝑡</m:t>
                              </m:r>
                              <m:r>
                                <a:rPr lang="en-US" b="1" i="1">
                                  <a:latin typeface="Cambria Math" panose="02040503050406030204" pitchFamily="18" charset="0"/>
                                </a:rPr>
                                <m:t>+</m:t>
                              </m:r>
                              <m:nary>
                                <m:naryPr>
                                  <m:ctrlPr>
                                    <a:rPr lang="en-US" i="1">
                                      <a:latin typeface="Cambria Math" panose="02040503050406030204" pitchFamily="18" charset="0"/>
                                    </a:rPr>
                                  </m:ctrlPr>
                                </m:naryPr>
                                <m:sub>
                                  <m:r>
                                    <m:rPr>
                                      <m:brk m:alnAt="23"/>
                                    </m:rPr>
                                    <a:rPr lang="en-US" i="1">
                                      <a:latin typeface="Cambria Math" panose="02040503050406030204" pitchFamily="18" charset="0"/>
                                    </a:rPr>
                                    <m:t>−</m:t>
                                  </m:r>
                                  <m:r>
                                    <a:rPr lang="en-US" i="1">
                                      <a:latin typeface="Cambria Math" panose="02040503050406030204" pitchFamily="18" charset="0"/>
                                    </a:rPr>
                                    <m:t>∞</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b="0" i="1" smtClean="0">
                                          <a:latin typeface="Cambria Math" panose="02040503050406030204" pitchFamily="18" charset="0"/>
                                        </a:rPr>
                                        <m:t>2</m:t>
                                      </m:r>
                                      <m:r>
                                        <a:rPr lang="en-US" i="1">
                                          <a:latin typeface="Cambria Math" panose="02040503050406030204" pitchFamily="18" charset="0"/>
                                        </a:rPr>
                                        <m:t>𝜇</m:t>
                                      </m:r>
                                      <m:r>
                                        <a:rPr lang="en-US" b="0" i="1" smtClean="0">
                                          <a:latin typeface="Cambria Math" panose="02040503050406030204" pitchFamily="18" charset="0"/>
                                        </a:rPr>
                                        <m:t>𝜎</m:t>
                                      </m:r>
                                      <m:r>
                                        <a:rPr lang="en-US" b="0" i="1" smtClean="0">
                                          <a:latin typeface="Cambria Math" panose="02040503050406030204" pitchFamily="18" charset="0"/>
                                        </a:rPr>
                                        <m:t>𝑡</m:t>
                                      </m:r>
                                    </m:e>
                                    <m:sup>
                                      <m:r>
                                        <a:rPr lang="en-US" b="0" i="1" smtClean="0">
                                          <a:latin typeface="Cambria Math" panose="02040503050406030204" pitchFamily="18" charset="0"/>
                                        </a:rPr>
                                        <m:t> </m:t>
                                      </m:r>
                                    </m:sup>
                                  </m:s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 </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num>
                                        <m:den>
                                          <m:r>
                                            <a:rPr lang="en-US" i="1">
                                              <a:latin typeface="Cambria Math" panose="02040503050406030204" pitchFamily="18" charset="0"/>
                                            </a:rPr>
                                            <m:t>2</m:t>
                                          </m:r>
                                        </m:den>
                                      </m:f>
                                    </m:sup>
                                  </m:sSup>
                                  <m:r>
                                    <a:rPr lang="en-US" i="1">
                                      <a:latin typeface="Cambria Math" panose="02040503050406030204" pitchFamily="18" charset="0"/>
                                    </a:rPr>
                                    <m:t>𝑑𝑡</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𝜇</m:t>
                                      </m:r>
                                    </m:e>
                                    <m:sup>
                                      <m:r>
                                        <a:rPr lang="en-US" i="1">
                                          <a:latin typeface="Cambria Math" panose="02040503050406030204" pitchFamily="18" charset="0"/>
                                        </a:rPr>
                                        <m:t>2</m:t>
                                      </m:r>
                                    </m:sup>
                                  </m:sSup>
                                  <m:nary>
                                    <m:naryPr>
                                      <m:ctrlPr>
                                        <a:rPr lang="en-US" i="1">
                                          <a:latin typeface="Cambria Math" panose="02040503050406030204" pitchFamily="18" charset="0"/>
                                        </a:rPr>
                                      </m:ctrlPr>
                                    </m:naryPr>
                                    <m:sub>
                                      <m:r>
                                        <m:rPr>
                                          <m:brk m:alnAt="23"/>
                                        </m:rPr>
                                        <a:rPr lang="en-US" i="1">
                                          <a:latin typeface="Cambria Math" panose="02040503050406030204" pitchFamily="18" charset="0"/>
                                        </a:rPr>
                                        <m:t>−</m:t>
                                      </m:r>
                                      <m:r>
                                        <a:rPr lang="en-US" i="1">
                                          <a:latin typeface="Cambria Math" panose="02040503050406030204" pitchFamily="18" charset="0"/>
                                        </a:rPr>
                                        <m:t>∞</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ru-RU" b="0" i="1" smtClean="0">
                                              <a:latin typeface="Cambria Math" panose="02040503050406030204" pitchFamily="18" charset="0"/>
                                            </a:rPr>
                                            <m:t> </m:t>
                                          </m:r>
                                        </m:e>
                                        <m:sup>
                                          <m:r>
                                            <a:rPr lang="en-US" i="1">
                                              <a:latin typeface="Cambria Math" panose="02040503050406030204" pitchFamily="18" charset="0"/>
                                            </a:rPr>
                                            <m:t> </m:t>
                                          </m:r>
                                        </m:sup>
                                      </m:sSup>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r>
                                            <a:rPr lang="en-US" i="1">
                                              <a:latin typeface="Cambria Math" panose="02040503050406030204" pitchFamily="18" charset="0"/>
                                            </a:rPr>
                                            <m:t> </m:t>
                                          </m:r>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 </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num>
                                            <m:den>
                                              <m:r>
                                                <a:rPr lang="en-US" i="1">
                                                  <a:latin typeface="Cambria Math" panose="02040503050406030204" pitchFamily="18" charset="0"/>
                                                </a:rPr>
                                                <m:t>2</m:t>
                                              </m:r>
                                            </m:den>
                                          </m:f>
                                        </m:sup>
                                      </m:sSup>
                                      <m:r>
                                        <a:rPr lang="en-US" i="1">
                                          <a:latin typeface="Cambria Math" panose="02040503050406030204" pitchFamily="18" charset="0"/>
                                        </a:rPr>
                                        <m:t>𝑑𝑡</m:t>
                                      </m:r>
                                    </m:e>
                                  </m:nary>
                                </m:e>
                              </m:nary>
                            </m:e>
                          </m:nary>
                        </m:oMath>
                      </m:oMathPara>
                    </a14:m>
                    <a:endParaRPr lang="ru-RU" dirty="0"/>
                  </a:p>
                </p:txBody>
              </p:sp>
            </mc:Choice>
            <mc:Fallback xmlns="">
              <p:sp>
                <p:nvSpPr>
                  <p:cNvPr id="20" name="TextBox 19">
                    <a:extLst>
                      <a:ext uri="{FF2B5EF4-FFF2-40B4-BE49-F238E27FC236}">
                        <a16:creationId xmlns:a16="http://schemas.microsoft.com/office/drawing/2014/main" id="{C186EF4A-5D30-D00B-AB5A-FB44436FA067}"/>
                      </a:ext>
                    </a:extLst>
                  </p:cNvPr>
                  <p:cNvSpPr txBox="1">
                    <a:spLocks noRot="1" noChangeAspect="1" noMove="1" noResize="1" noEditPoints="1" noAdjustHandles="1" noChangeArrowheads="1" noChangeShapeType="1" noTextEdit="1"/>
                  </p:cNvSpPr>
                  <p:nvPr/>
                </p:nvSpPr>
                <p:spPr>
                  <a:xfrm>
                    <a:off x="-25400" y="5289691"/>
                    <a:ext cx="9169400" cy="699679"/>
                  </a:xfrm>
                  <a:prstGeom prst="rect">
                    <a:avLst/>
                  </a:prstGeom>
                  <a:blipFill>
                    <a:blip r:embed="rId5"/>
                    <a:stretch>
                      <a:fillRect/>
                    </a:stretch>
                  </a:blipFill>
                </p:spPr>
                <p:txBody>
                  <a:bodyPr/>
                  <a:lstStyle/>
                  <a:p>
                    <a:r>
                      <a:rPr lang="ru-RU">
                        <a:noFill/>
                      </a:rPr>
                      <a:t> </a:t>
                    </a:r>
                  </a:p>
                </p:txBody>
              </p:sp>
            </mc:Fallback>
          </mc:AlternateContent>
          <p:sp>
            <p:nvSpPr>
              <p:cNvPr id="21" name="Прямоугольник 20">
                <a:extLst>
                  <a:ext uri="{FF2B5EF4-FFF2-40B4-BE49-F238E27FC236}">
                    <a16:creationId xmlns:a16="http://schemas.microsoft.com/office/drawing/2014/main" id="{7F76AA0F-F1A8-6ECB-B179-88AA9A4CC48B}"/>
                  </a:ext>
                </a:extLst>
              </p:cNvPr>
              <p:cNvSpPr/>
              <p:nvPr/>
            </p:nvSpPr>
            <p:spPr>
              <a:xfrm>
                <a:off x="1206500" y="5304794"/>
                <a:ext cx="2349500" cy="6939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Прямоугольник 21">
                <a:extLst>
                  <a:ext uri="{FF2B5EF4-FFF2-40B4-BE49-F238E27FC236}">
                    <a16:creationId xmlns:a16="http://schemas.microsoft.com/office/drawing/2014/main" id="{7D682C9F-2821-BBFA-E003-60E7E8495C9E}"/>
                  </a:ext>
                </a:extLst>
              </p:cNvPr>
              <p:cNvSpPr/>
              <p:nvPr/>
            </p:nvSpPr>
            <p:spPr>
              <a:xfrm>
                <a:off x="3708400" y="5292538"/>
                <a:ext cx="2400300" cy="693983"/>
              </a:xfrm>
              <a:prstGeom prst="rect">
                <a:avLst/>
              </a:prstGeom>
              <a:noFill/>
              <a:ln w="38100">
                <a:solidFill>
                  <a:srgbClr val="333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a:extLst>
                  <a:ext uri="{FF2B5EF4-FFF2-40B4-BE49-F238E27FC236}">
                    <a16:creationId xmlns:a16="http://schemas.microsoft.com/office/drawing/2014/main" id="{7C76BEF6-E86D-413C-63AD-F0D85810AC78}"/>
                  </a:ext>
                </a:extLst>
              </p:cNvPr>
              <p:cNvSpPr/>
              <p:nvPr/>
            </p:nvSpPr>
            <p:spPr>
              <a:xfrm>
                <a:off x="6318251" y="5292538"/>
                <a:ext cx="2349500" cy="693983"/>
              </a:xfrm>
              <a:prstGeom prst="rect">
                <a:avLst/>
              </a:prstGeom>
              <a:noFill/>
              <a:ln w="38100">
                <a:solidFill>
                  <a:srgbClr val="006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78C16D7-4DE7-1FBD-08B9-52AFB151DA3B}"/>
                  </a:ext>
                </a:extLst>
              </p:cNvPr>
              <p:cNvSpPr txBox="1"/>
              <p:nvPr/>
            </p:nvSpPr>
            <p:spPr>
              <a:xfrm>
                <a:off x="-25400" y="5516621"/>
                <a:ext cx="9169400" cy="893514"/>
              </a:xfrm>
              <a:prstGeom prst="rect">
                <a:avLst/>
              </a:prstGeom>
              <a:noFill/>
            </p:spPr>
            <p:txBody>
              <a:bodyPr wrap="square">
                <a:spAutoFit/>
              </a:bodyPr>
              <a:lstStyle/>
              <a:p>
                <a14:m>
                  <m:oMath xmlns:m="http://schemas.openxmlformats.org/officeDocument/2006/math">
                    <m:nary>
                      <m:naryPr>
                        <m:ctrlPr>
                          <a:rPr lang="en-US" b="1" i="1" smtClean="0">
                            <a:solidFill>
                              <a:srgbClr val="FF0000"/>
                            </a:solidFill>
                            <a:latin typeface="Cambria Math" panose="02040503050406030204" pitchFamily="18" charset="0"/>
                          </a:rPr>
                        </m:ctrlPr>
                      </m:naryPr>
                      <m:sub>
                        <m:r>
                          <m:rPr>
                            <m:brk m:alnAt="23"/>
                          </m:rP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m:t>
                        </m:r>
                      </m:sub>
                      <m:sup>
                        <m:r>
                          <a:rPr lang="en-US" b="1" i="1">
                            <a:solidFill>
                              <a:srgbClr val="FF0000"/>
                            </a:solidFill>
                            <a:latin typeface="Cambria Math" panose="02040503050406030204" pitchFamily="18" charset="0"/>
                          </a:rPr>
                          <m:t>∞</m:t>
                        </m:r>
                      </m:sup>
                      <m:e>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𝒕</m:t>
                            </m:r>
                          </m:e>
                          <m:sup>
                            <m:r>
                              <a:rPr lang="en-US" b="1" i="1">
                                <a:solidFill>
                                  <a:srgbClr val="FF0000"/>
                                </a:solidFill>
                                <a:latin typeface="Cambria Math" panose="02040503050406030204" pitchFamily="18" charset="0"/>
                              </a:rPr>
                              <m:t>𝟐</m:t>
                            </m:r>
                          </m:sup>
                        </m:sSup>
                        <m:r>
                          <a:rPr lang="en-US" b="1" i="1">
                            <a:solidFill>
                              <a:srgbClr val="FF0000"/>
                            </a:solidFill>
                            <a:latin typeface="Cambria Math" panose="02040503050406030204" pitchFamily="18" charset="0"/>
                          </a:rPr>
                          <m:t>⋅</m:t>
                        </m:r>
                        <m:f>
                          <m:fPr>
                            <m:ctrlPr>
                              <a:rPr lang="en-US" b="1" i="1">
                                <a:solidFill>
                                  <a:srgbClr val="FF0000"/>
                                </a:solidFill>
                                <a:latin typeface="Cambria Math" panose="02040503050406030204" pitchFamily="18" charset="0"/>
                              </a:rPr>
                            </m:ctrlPr>
                          </m:fPr>
                          <m:num>
                            <m:r>
                              <a:rPr lang="en-US" b="1" i="1">
                                <a:solidFill>
                                  <a:srgbClr val="FF0000"/>
                                </a:solidFill>
                                <a:latin typeface="Cambria Math" panose="02040503050406030204" pitchFamily="18" charset="0"/>
                              </a:rPr>
                              <m:t>𝟏</m:t>
                            </m:r>
                          </m:num>
                          <m:den>
                            <m:rad>
                              <m:radPr>
                                <m:degHide m:val="on"/>
                                <m:ctrlPr>
                                  <a:rPr lang="en-US" b="1" i="1">
                                    <a:solidFill>
                                      <a:srgbClr val="FF0000"/>
                                    </a:solidFill>
                                    <a:latin typeface="Cambria Math" panose="02040503050406030204" pitchFamily="18" charset="0"/>
                                  </a:rPr>
                                </m:ctrlPr>
                              </m:radPr>
                              <m:deg/>
                              <m:e>
                                <m:r>
                                  <a:rPr lang="en-US" b="1" i="1">
                                    <a:solidFill>
                                      <a:srgbClr val="FF0000"/>
                                    </a:solidFill>
                                    <a:latin typeface="Cambria Math" panose="02040503050406030204" pitchFamily="18" charset="0"/>
                                  </a:rPr>
                                  <m:t>𝟐</m:t>
                                </m:r>
                                <m:r>
                                  <a:rPr lang="en-US" b="1" i="1">
                                    <a:solidFill>
                                      <a:srgbClr val="FF0000"/>
                                    </a:solidFill>
                                    <a:latin typeface="Cambria Math" panose="02040503050406030204" pitchFamily="18" charset="0"/>
                                  </a:rPr>
                                  <m:t>𝝅</m:t>
                                </m:r>
                              </m:e>
                            </m:rad>
                            <m:r>
                              <a:rPr lang="en-US" b="1" i="1">
                                <a:solidFill>
                                  <a:srgbClr val="FF0000"/>
                                </a:solidFill>
                                <a:latin typeface="Cambria Math" panose="02040503050406030204" pitchFamily="18" charset="0"/>
                              </a:rPr>
                              <m:t> </m:t>
                            </m:r>
                          </m:den>
                        </m:f>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𝒆</m:t>
                            </m:r>
                          </m:e>
                          <m:sup>
                            <m:r>
                              <a:rPr lang="en-US" b="1" i="1">
                                <a:solidFill>
                                  <a:srgbClr val="FF0000"/>
                                </a:solidFill>
                                <a:latin typeface="Cambria Math" panose="02040503050406030204" pitchFamily="18" charset="0"/>
                              </a:rPr>
                              <m:t>− </m:t>
                            </m:r>
                            <m:f>
                              <m:fPr>
                                <m:ctrlPr>
                                  <a:rPr lang="en-US" b="1" i="1">
                                    <a:solidFill>
                                      <a:srgbClr val="FF0000"/>
                                    </a:solidFill>
                                    <a:latin typeface="Cambria Math" panose="02040503050406030204" pitchFamily="18" charset="0"/>
                                  </a:rPr>
                                </m:ctrlPr>
                              </m:fPr>
                              <m:num>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𝒕</m:t>
                                    </m:r>
                                  </m:e>
                                  <m:sup>
                                    <m:r>
                                      <a:rPr lang="en-US" b="1" i="1">
                                        <a:solidFill>
                                          <a:srgbClr val="FF0000"/>
                                        </a:solidFill>
                                        <a:latin typeface="Cambria Math" panose="02040503050406030204" pitchFamily="18" charset="0"/>
                                      </a:rPr>
                                      <m:t>𝟐</m:t>
                                    </m:r>
                                  </m:sup>
                                </m:sSup>
                              </m:num>
                              <m:den>
                                <m:r>
                                  <a:rPr lang="en-US" b="1" i="1">
                                    <a:solidFill>
                                      <a:srgbClr val="FF0000"/>
                                    </a:solidFill>
                                    <a:latin typeface="Cambria Math" panose="02040503050406030204" pitchFamily="18" charset="0"/>
                                  </a:rPr>
                                  <m:t>𝟐</m:t>
                                </m:r>
                              </m:den>
                            </m:f>
                          </m:sup>
                        </m:sSup>
                        <m:r>
                          <a:rPr lang="en-US" b="1" i="1">
                            <a:solidFill>
                              <a:srgbClr val="FF0000"/>
                            </a:solidFill>
                            <a:latin typeface="Cambria Math" panose="02040503050406030204" pitchFamily="18" charset="0"/>
                          </a:rPr>
                          <m:t>𝒅𝒕</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𝟏</m:t>
                        </m:r>
                        <m:r>
                          <a:rPr lang="en-US" b="1" i="1" smtClean="0">
                            <a:solidFill>
                              <a:srgbClr val="FF0000"/>
                            </a:solidFill>
                            <a:latin typeface="Cambria Math" panose="02040503050406030204" pitchFamily="18" charset="0"/>
                          </a:rPr>
                          <m:t>⇒</m:t>
                        </m:r>
                        <m:sSup>
                          <m:sSupPr>
                            <m:ctrlPr>
                              <a:rPr lang="en-US" b="1" i="1" smtClean="0">
                                <a:solidFill>
                                  <a:srgbClr val="FF0000"/>
                                </a:solidFill>
                                <a:latin typeface="Cambria Math" panose="02040503050406030204" pitchFamily="18" charset="0"/>
                              </a:rPr>
                            </m:ctrlPr>
                          </m:sSupPr>
                          <m:e>
                            <m:r>
                              <a:rPr lang="en-US" b="1" i="1" smtClean="0">
                                <a:solidFill>
                                  <a:srgbClr val="FF0000"/>
                                </a:solidFill>
                                <a:latin typeface="Cambria Math" panose="02040503050406030204" pitchFamily="18" charset="0"/>
                              </a:rPr>
                              <m:t>𝝈</m:t>
                            </m:r>
                          </m:e>
                          <m:sup>
                            <m:r>
                              <a:rPr lang="en-US" b="1" i="1" smtClean="0">
                                <a:solidFill>
                                  <a:srgbClr val="FF0000"/>
                                </a:solidFill>
                                <a:latin typeface="Cambria Math" panose="02040503050406030204" pitchFamily="18" charset="0"/>
                              </a:rPr>
                              <m:t>𝟐</m:t>
                            </m:r>
                          </m:sup>
                        </m:sSup>
                      </m:e>
                    </m:nary>
                  </m:oMath>
                </a14:m>
                <a:r>
                  <a:rPr lang="en-US" dirty="0"/>
                  <a:t>, </a:t>
                </a:r>
                <a14:m>
                  <m:oMath xmlns:m="http://schemas.openxmlformats.org/officeDocument/2006/math">
                    <m:nary>
                      <m:naryPr>
                        <m:ctrlPr>
                          <a:rPr lang="en-US" b="1" i="1" smtClean="0">
                            <a:solidFill>
                              <a:srgbClr val="3333FF"/>
                            </a:solidFill>
                            <a:latin typeface="Cambria Math" panose="02040503050406030204" pitchFamily="18" charset="0"/>
                          </a:rPr>
                        </m:ctrlPr>
                      </m:naryPr>
                      <m:sub>
                        <m:r>
                          <a:rPr lang="en-US" b="1" i="1">
                            <a:solidFill>
                              <a:srgbClr val="3333FF"/>
                            </a:solidFill>
                            <a:latin typeface="Cambria Math" panose="02040503050406030204" pitchFamily="18" charset="0"/>
                          </a:rPr>
                          <m:t>−∞</m:t>
                        </m:r>
                      </m:sub>
                      <m:sup>
                        <m:r>
                          <a:rPr lang="en-US" b="1" i="1">
                            <a:solidFill>
                              <a:srgbClr val="3333FF"/>
                            </a:solidFill>
                            <a:latin typeface="Cambria Math" panose="02040503050406030204" pitchFamily="18" charset="0"/>
                          </a:rPr>
                          <m:t>∞</m:t>
                        </m:r>
                      </m:sup>
                      <m:e>
                        <m:r>
                          <a:rPr lang="en-US" b="1" i="1">
                            <a:solidFill>
                              <a:srgbClr val="3333FF"/>
                            </a:solidFill>
                            <a:latin typeface="Cambria Math" panose="02040503050406030204" pitchFamily="18" charset="0"/>
                          </a:rPr>
                          <m:t>𝒕</m:t>
                        </m:r>
                        <m:r>
                          <a:rPr lang="en-US" b="1" i="1">
                            <a:solidFill>
                              <a:srgbClr val="3333FF"/>
                            </a:solidFill>
                            <a:latin typeface="Cambria Math" panose="02040503050406030204" pitchFamily="18" charset="0"/>
                          </a:rPr>
                          <m:t>⋅</m:t>
                        </m:r>
                        <m:sSup>
                          <m:sSupPr>
                            <m:ctrlPr>
                              <a:rPr lang="en-US" b="1" i="1">
                                <a:solidFill>
                                  <a:srgbClr val="3333FF"/>
                                </a:solidFill>
                                <a:latin typeface="Cambria Math" panose="02040503050406030204" pitchFamily="18" charset="0"/>
                              </a:rPr>
                            </m:ctrlPr>
                          </m:sSupPr>
                          <m:e>
                            <m:r>
                              <a:rPr lang="en-US" b="1" i="1">
                                <a:solidFill>
                                  <a:srgbClr val="3333FF"/>
                                </a:solidFill>
                                <a:latin typeface="Cambria Math" panose="02040503050406030204" pitchFamily="18" charset="0"/>
                              </a:rPr>
                              <m:t>𝒆</m:t>
                            </m:r>
                          </m:e>
                          <m:sup>
                            <m:r>
                              <a:rPr lang="en-US" b="1" i="1">
                                <a:solidFill>
                                  <a:srgbClr val="3333FF"/>
                                </a:solidFill>
                                <a:latin typeface="Cambria Math" panose="02040503050406030204" pitchFamily="18" charset="0"/>
                              </a:rPr>
                              <m:t>− </m:t>
                            </m:r>
                            <m:f>
                              <m:fPr>
                                <m:ctrlPr>
                                  <a:rPr lang="en-US" b="1" i="1">
                                    <a:solidFill>
                                      <a:srgbClr val="3333FF"/>
                                    </a:solidFill>
                                    <a:latin typeface="Cambria Math" panose="02040503050406030204" pitchFamily="18" charset="0"/>
                                  </a:rPr>
                                </m:ctrlPr>
                              </m:fPr>
                              <m:num>
                                <m:sSup>
                                  <m:sSupPr>
                                    <m:ctrlPr>
                                      <a:rPr lang="en-US" b="1" i="1">
                                        <a:solidFill>
                                          <a:srgbClr val="3333FF"/>
                                        </a:solidFill>
                                        <a:latin typeface="Cambria Math" panose="02040503050406030204" pitchFamily="18" charset="0"/>
                                      </a:rPr>
                                    </m:ctrlPr>
                                  </m:sSupPr>
                                  <m:e>
                                    <m:r>
                                      <a:rPr lang="en-US" b="1" i="1">
                                        <a:solidFill>
                                          <a:srgbClr val="3333FF"/>
                                        </a:solidFill>
                                        <a:latin typeface="Cambria Math" panose="02040503050406030204" pitchFamily="18" charset="0"/>
                                      </a:rPr>
                                      <m:t>𝒕</m:t>
                                    </m:r>
                                  </m:e>
                                  <m:sup>
                                    <m:r>
                                      <a:rPr lang="en-US" b="1" i="1">
                                        <a:solidFill>
                                          <a:srgbClr val="3333FF"/>
                                        </a:solidFill>
                                        <a:latin typeface="Cambria Math" panose="02040503050406030204" pitchFamily="18" charset="0"/>
                                      </a:rPr>
                                      <m:t>𝟐</m:t>
                                    </m:r>
                                  </m:sup>
                                </m:sSup>
                              </m:num>
                              <m:den>
                                <m:r>
                                  <a:rPr lang="en-US" b="1" i="1">
                                    <a:solidFill>
                                      <a:srgbClr val="3333FF"/>
                                    </a:solidFill>
                                    <a:latin typeface="Cambria Math" panose="02040503050406030204" pitchFamily="18" charset="0"/>
                                  </a:rPr>
                                  <m:t>𝟐</m:t>
                                </m:r>
                              </m:den>
                            </m:f>
                          </m:sup>
                        </m:sSup>
                        <m:r>
                          <a:rPr lang="en-US" b="1" i="1">
                            <a:solidFill>
                              <a:srgbClr val="3333FF"/>
                            </a:solidFill>
                            <a:latin typeface="Cambria Math" panose="02040503050406030204" pitchFamily="18" charset="0"/>
                          </a:rPr>
                          <m:t>𝒅𝒕</m:t>
                        </m:r>
                      </m:e>
                    </m:nary>
                    <m:r>
                      <a:rPr lang="en-US" b="0" i="1">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m:t>
                    </m:r>
                  </m:oMath>
                </a14:m>
                <a:r>
                  <a:rPr lang="en-US" dirty="0">
                    <a:solidFill>
                      <a:schemeClr val="tx1"/>
                    </a:solidFill>
                  </a:rPr>
                  <a:t> </a:t>
                </a:r>
                <a:r>
                  <a:rPr lang="ru-RU" b="1" dirty="0">
                    <a:solidFill>
                      <a:srgbClr val="3333FF"/>
                    </a:solidFill>
                  </a:rPr>
                  <a:t>нечетная функция</a:t>
                </a:r>
                <a:r>
                  <a:rPr lang="en-US" dirty="0"/>
                  <a:t> </a:t>
                </a:r>
                <a14:m>
                  <m:oMath xmlns:m="http://schemas.openxmlformats.org/officeDocument/2006/math">
                    <m:r>
                      <a:rPr lang="en-US" b="1" i="1" smtClean="0">
                        <a:solidFill>
                          <a:srgbClr val="3333FF"/>
                        </a:solidFill>
                        <a:latin typeface="Cambria Math" panose="02040503050406030204" pitchFamily="18" charset="0"/>
                      </a:rPr>
                      <m:t>⇒</m:t>
                    </m:r>
                    <m:r>
                      <a:rPr lang="en-US" b="1" i="1" smtClean="0">
                        <a:solidFill>
                          <a:srgbClr val="3333FF"/>
                        </a:solidFill>
                        <a:latin typeface="Cambria Math" panose="02040503050406030204" pitchFamily="18" charset="0"/>
                      </a:rPr>
                      <m:t>𝟎</m:t>
                    </m:r>
                    <m:r>
                      <a:rPr lang="en-US" b="1" i="0" smtClean="0">
                        <a:solidFill>
                          <a:srgbClr val="3333FF"/>
                        </a:solidFill>
                        <a:latin typeface="Cambria Math" panose="02040503050406030204" pitchFamily="18" charset="0"/>
                      </a:rPr>
                      <m:t>,</m:t>
                    </m:r>
                    <m:r>
                      <a:rPr lang="en-US" i="1" smtClean="0">
                        <a:latin typeface="Cambria Math" panose="02040503050406030204" pitchFamily="18" charset="0"/>
                      </a:rPr>
                      <m:t> </m:t>
                    </m:r>
                    <m:nary>
                      <m:naryPr>
                        <m:ctrlPr>
                          <a:rPr lang="en-US" b="1" i="1" smtClean="0">
                            <a:solidFill>
                              <a:srgbClr val="006400"/>
                            </a:solidFill>
                            <a:latin typeface="Cambria Math" panose="02040503050406030204" pitchFamily="18" charset="0"/>
                          </a:rPr>
                        </m:ctrlPr>
                      </m:naryPr>
                      <m:sub>
                        <m:r>
                          <m:rPr>
                            <m:brk m:alnAt="23"/>
                          </m:rPr>
                          <a:rPr lang="en-US" b="1" i="1">
                            <a:solidFill>
                              <a:srgbClr val="006400"/>
                            </a:solidFill>
                            <a:latin typeface="Cambria Math" panose="02040503050406030204" pitchFamily="18" charset="0"/>
                          </a:rPr>
                          <m:t>−</m:t>
                        </m:r>
                        <m:r>
                          <a:rPr lang="en-US" b="1" i="1">
                            <a:solidFill>
                              <a:srgbClr val="006400"/>
                            </a:solidFill>
                            <a:latin typeface="Cambria Math" panose="02040503050406030204" pitchFamily="18" charset="0"/>
                          </a:rPr>
                          <m:t>∞</m:t>
                        </m:r>
                      </m:sub>
                      <m:sup>
                        <m:r>
                          <a:rPr lang="en-US" b="1" i="1">
                            <a:solidFill>
                              <a:srgbClr val="006400"/>
                            </a:solidFill>
                            <a:latin typeface="Cambria Math" panose="02040503050406030204" pitchFamily="18" charset="0"/>
                          </a:rPr>
                          <m:t>∞</m:t>
                        </m:r>
                      </m:sup>
                      <m:e>
                        <m:sSup>
                          <m:sSupPr>
                            <m:ctrlPr>
                              <a:rPr lang="en-US" b="1" i="1">
                                <a:solidFill>
                                  <a:srgbClr val="006400"/>
                                </a:solidFill>
                                <a:latin typeface="Cambria Math" panose="02040503050406030204" pitchFamily="18" charset="0"/>
                              </a:rPr>
                            </m:ctrlPr>
                          </m:sSupPr>
                          <m:e>
                            <m:f>
                              <m:fPr>
                                <m:ctrlPr>
                                  <a:rPr lang="en-US" b="1" i="1">
                                    <a:solidFill>
                                      <a:srgbClr val="006400"/>
                                    </a:solidFill>
                                    <a:latin typeface="Cambria Math" panose="02040503050406030204" pitchFamily="18" charset="0"/>
                                  </a:rPr>
                                </m:ctrlPr>
                              </m:fPr>
                              <m:num>
                                <m:r>
                                  <a:rPr lang="en-US" b="1" i="1">
                                    <a:solidFill>
                                      <a:srgbClr val="006400"/>
                                    </a:solidFill>
                                    <a:latin typeface="Cambria Math" panose="02040503050406030204" pitchFamily="18" charset="0"/>
                                  </a:rPr>
                                  <m:t>𝟏</m:t>
                                </m:r>
                              </m:num>
                              <m:den>
                                <m:rad>
                                  <m:radPr>
                                    <m:degHide m:val="on"/>
                                    <m:ctrlPr>
                                      <a:rPr lang="en-US" b="1" i="1">
                                        <a:solidFill>
                                          <a:srgbClr val="006400"/>
                                        </a:solidFill>
                                        <a:latin typeface="Cambria Math" panose="02040503050406030204" pitchFamily="18" charset="0"/>
                                      </a:rPr>
                                    </m:ctrlPr>
                                  </m:radPr>
                                  <m:deg/>
                                  <m:e>
                                    <m:r>
                                      <a:rPr lang="en-US" b="1" i="1">
                                        <a:solidFill>
                                          <a:srgbClr val="006400"/>
                                        </a:solidFill>
                                        <a:latin typeface="Cambria Math" panose="02040503050406030204" pitchFamily="18" charset="0"/>
                                      </a:rPr>
                                      <m:t>𝟐</m:t>
                                    </m:r>
                                    <m:r>
                                      <a:rPr lang="en-US" b="1" i="1">
                                        <a:solidFill>
                                          <a:srgbClr val="006400"/>
                                        </a:solidFill>
                                        <a:latin typeface="Cambria Math" panose="02040503050406030204" pitchFamily="18" charset="0"/>
                                      </a:rPr>
                                      <m:t>𝝅</m:t>
                                    </m:r>
                                  </m:e>
                                </m:rad>
                                <m:r>
                                  <a:rPr lang="en-US" b="1" i="1">
                                    <a:solidFill>
                                      <a:srgbClr val="006400"/>
                                    </a:solidFill>
                                    <a:latin typeface="Cambria Math" panose="02040503050406030204" pitchFamily="18" charset="0"/>
                                  </a:rPr>
                                  <m:t> </m:t>
                                </m:r>
                              </m:den>
                            </m:f>
                            <m:sSup>
                              <m:sSupPr>
                                <m:ctrlPr>
                                  <a:rPr lang="en-US" b="1" i="1">
                                    <a:solidFill>
                                      <a:srgbClr val="006400"/>
                                    </a:solidFill>
                                    <a:latin typeface="Cambria Math" panose="02040503050406030204" pitchFamily="18" charset="0"/>
                                  </a:rPr>
                                </m:ctrlPr>
                              </m:sSupPr>
                              <m:e>
                                <m:r>
                                  <a:rPr lang="en-US" b="1" i="1">
                                    <a:solidFill>
                                      <a:srgbClr val="006400"/>
                                    </a:solidFill>
                                    <a:latin typeface="Cambria Math" panose="02040503050406030204" pitchFamily="18" charset="0"/>
                                  </a:rPr>
                                  <m:t>𝒆</m:t>
                                </m:r>
                              </m:e>
                              <m:sup>
                                <m:r>
                                  <a:rPr lang="en-US" b="1" i="1">
                                    <a:solidFill>
                                      <a:srgbClr val="006400"/>
                                    </a:solidFill>
                                    <a:latin typeface="Cambria Math" panose="02040503050406030204" pitchFamily="18" charset="0"/>
                                  </a:rPr>
                                  <m:t>− </m:t>
                                </m:r>
                                <m:f>
                                  <m:fPr>
                                    <m:ctrlPr>
                                      <a:rPr lang="en-US" b="1" i="1">
                                        <a:solidFill>
                                          <a:srgbClr val="006400"/>
                                        </a:solidFill>
                                        <a:latin typeface="Cambria Math" panose="02040503050406030204" pitchFamily="18" charset="0"/>
                                      </a:rPr>
                                    </m:ctrlPr>
                                  </m:fPr>
                                  <m:num>
                                    <m:sSup>
                                      <m:sSupPr>
                                        <m:ctrlPr>
                                          <a:rPr lang="en-US" b="1" i="1">
                                            <a:solidFill>
                                              <a:srgbClr val="006400"/>
                                            </a:solidFill>
                                            <a:latin typeface="Cambria Math" panose="02040503050406030204" pitchFamily="18" charset="0"/>
                                          </a:rPr>
                                        </m:ctrlPr>
                                      </m:sSupPr>
                                      <m:e>
                                        <m:r>
                                          <a:rPr lang="en-US" b="1" i="1">
                                            <a:solidFill>
                                              <a:srgbClr val="006400"/>
                                            </a:solidFill>
                                            <a:latin typeface="Cambria Math" panose="02040503050406030204" pitchFamily="18" charset="0"/>
                                          </a:rPr>
                                          <m:t>𝒕</m:t>
                                        </m:r>
                                      </m:e>
                                      <m:sup>
                                        <m:r>
                                          <a:rPr lang="en-US" b="1" i="1">
                                            <a:solidFill>
                                              <a:srgbClr val="006400"/>
                                            </a:solidFill>
                                            <a:latin typeface="Cambria Math" panose="02040503050406030204" pitchFamily="18" charset="0"/>
                                          </a:rPr>
                                          <m:t>𝟐</m:t>
                                        </m:r>
                                      </m:sup>
                                    </m:sSup>
                                  </m:num>
                                  <m:den>
                                    <m:r>
                                      <a:rPr lang="en-US" b="1" i="1">
                                        <a:solidFill>
                                          <a:srgbClr val="006400"/>
                                        </a:solidFill>
                                        <a:latin typeface="Cambria Math" panose="02040503050406030204" pitchFamily="18" charset="0"/>
                                      </a:rPr>
                                      <m:t>𝟐</m:t>
                                    </m:r>
                                  </m:den>
                                </m:f>
                              </m:sup>
                            </m:sSup>
                          </m:e>
                          <m:sup>
                            <m:r>
                              <a:rPr lang="en-US" b="1" i="1">
                                <a:solidFill>
                                  <a:srgbClr val="006400"/>
                                </a:solidFill>
                                <a:latin typeface="Cambria Math" panose="02040503050406030204" pitchFamily="18" charset="0"/>
                              </a:rPr>
                              <m:t> </m:t>
                            </m:r>
                          </m:sup>
                        </m:sSup>
                        <m:r>
                          <a:rPr lang="en-US" b="1" i="1">
                            <a:solidFill>
                              <a:srgbClr val="006400"/>
                            </a:solidFill>
                            <a:latin typeface="Cambria Math" panose="02040503050406030204" pitchFamily="18" charset="0"/>
                          </a:rPr>
                          <m:t>𝒅𝒕</m:t>
                        </m:r>
                      </m:e>
                    </m:nary>
                    <m:r>
                      <a:rPr lang="en-US" b="1" i="1" smtClean="0">
                        <a:solidFill>
                          <a:srgbClr val="006400"/>
                        </a:solidFill>
                        <a:latin typeface="Cambria Math" panose="02040503050406030204" pitchFamily="18" charset="0"/>
                      </a:rPr>
                      <m:t>=</m:t>
                    </m:r>
                    <m:r>
                      <a:rPr lang="en-US" b="1" i="1" smtClean="0">
                        <a:solidFill>
                          <a:srgbClr val="006400"/>
                        </a:solidFill>
                        <a:latin typeface="Cambria Math" panose="02040503050406030204" pitchFamily="18" charset="0"/>
                      </a:rPr>
                      <m:t>𝟏</m:t>
                    </m:r>
                    <m:r>
                      <a:rPr lang="en-US" b="1" i="1" smtClean="0">
                        <a:solidFill>
                          <a:srgbClr val="006400"/>
                        </a:solidFill>
                        <a:latin typeface="Cambria Math" panose="02040503050406030204" pitchFamily="18" charset="0"/>
                      </a:rPr>
                      <m:t>⇒</m:t>
                    </m:r>
                    <m:sSup>
                      <m:sSupPr>
                        <m:ctrlPr>
                          <a:rPr lang="en-US" b="1" i="1" smtClean="0">
                            <a:solidFill>
                              <a:srgbClr val="006400"/>
                            </a:solidFill>
                            <a:latin typeface="Cambria Math" panose="02040503050406030204" pitchFamily="18" charset="0"/>
                          </a:rPr>
                        </m:ctrlPr>
                      </m:sSupPr>
                      <m:e>
                        <m:r>
                          <a:rPr lang="en-US" b="1" i="1" smtClean="0">
                            <a:solidFill>
                              <a:srgbClr val="006400"/>
                            </a:solidFill>
                            <a:latin typeface="Cambria Math" panose="02040503050406030204" pitchFamily="18" charset="0"/>
                          </a:rPr>
                          <m:t>𝝁</m:t>
                        </m:r>
                      </m:e>
                      <m:sup>
                        <m:r>
                          <a:rPr lang="en-US" b="1" i="1" smtClean="0">
                            <a:solidFill>
                              <a:srgbClr val="006400"/>
                            </a:solidFill>
                            <a:latin typeface="Cambria Math" panose="02040503050406030204" pitchFamily="18" charset="0"/>
                          </a:rPr>
                          <m:t>𝟐</m:t>
                        </m:r>
                      </m:sup>
                    </m:sSup>
                    <m:r>
                      <a:rPr lang="en-US" b="1" i="0" smtClean="0">
                        <a:solidFill>
                          <a:srgbClr val="006400"/>
                        </a:solidFill>
                        <a:latin typeface="Cambria Math" panose="02040503050406030204" pitchFamily="18" charset="0"/>
                      </a:rPr>
                      <m:t>.</m:t>
                    </m:r>
                  </m:oMath>
                </a14:m>
                <a:r>
                  <a:rPr lang="en-US" b="1" dirty="0">
                    <a:solidFill>
                      <a:srgbClr val="3333FF"/>
                    </a:solidFill>
                  </a:rPr>
                  <a:t> </a:t>
                </a:r>
                <a:r>
                  <a:rPr lang="ru-RU" dirty="0"/>
                  <a:t>Отсюда</a:t>
                </a:r>
                <a:r>
                  <a:rPr lang="ru-RU" b="1" dirty="0">
                    <a:solidFill>
                      <a:srgbClr val="3333FF"/>
                    </a:solidFill>
                  </a:rPr>
                  <a:t> </a:t>
                </a:r>
                <a14:m>
                  <m:oMath xmlns:m="http://schemas.openxmlformats.org/officeDocument/2006/math">
                    <m:r>
                      <a:rPr lang="en-US" b="1" i="1" smtClean="0">
                        <a:solidFill>
                          <a:schemeClr val="tx1"/>
                        </a:solidFill>
                        <a:latin typeface="Cambria Math" panose="02040503050406030204" pitchFamily="18" charset="0"/>
                      </a:rPr>
                      <m:t>𝑫</m:t>
                    </m:r>
                    <m:r>
                      <a:rPr lang="en-US" b="1" i="1" smtClean="0">
                        <a:solidFill>
                          <a:schemeClr val="tx1"/>
                        </a:solidFill>
                        <a:latin typeface="Cambria Math" panose="02040503050406030204" pitchFamily="18" charset="0"/>
                      </a:rPr>
                      <m:t>𝝃</m:t>
                    </m:r>
                    <m:r>
                      <a:rPr lang="en-US" b="1" i="1" smtClean="0">
                        <a:solidFill>
                          <a:schemeClr val="tx1"/>
                        </a:solidFill>
                        <a:latin typeface="Cambria Math" panose="02040503050406030204" pitchFamily="18" charset="0"/>
                      </a:rPr>
                      <m:t>=</m:t>
                    </m:r>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𝝈</m:t>
                        </m:r>
                      </m:e>
                      <m:sup>
                        <m:r>
                          <a:rPr lang="en-US" b="1" i="1" smtClean="0">
                            <a:solidFill>
                              <a:schemeClr val="tx1"/>
                            </a:solidFill>
                            <a:latin typeface="Cambria Math" panose="02040503050406030204" pitchFamily="18" charset="0"/>
                          </a:rPr>
                          <m:t>𝟐</m:t>
                        </m:r>
                      </m:sup>
                    </m:sSup>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𝟎</m:t>
                    </m:r>
                    <m:r>
                      <a:rPr lang="en-US" b="1" i="1" smtClean="0">
                        <a:solidFill>
                          <a:schemeClr val="tx1"/>
                        </a:solidFill>
                        <a:latin typeface="Cambria Math" panose="02040503050406030204" pitchFamily="18" charset="0"/>
                      </a:rPr>
                      <m:t>+</m:t>
                    </m:r>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𝝁</m:t>
                        </m:r>
                      </m:e>
                      <m:sup>
                        <m:r>
                          <a:rPr lang="en-US" b="1" i="1" smtClean="0">
                            <a:solidFill>
                              <a:schemeClr val="tx1"/>
                            </a:solidFill>
                            <a:latin typeface="Cambria Math" panose="02040503050406030204" pitchFamily="18" charset="0"/>
                          </a:rPr>
                          <m:t>𝟐</m:t>
                        </m:r>
                      </m:sup>
                    </m:sSup>
                    <m:r>
                      <a:rPr lang="en-US" b="1" i="1" smtClean="0">
                        <a:solidFill>
                          <a:schemeClr val="tx1"/>
                        </a:solidFill>
                        <a:latin typeface="Cambria Math" panose="02040503050406030204" pitchFamily="18" charset="0"/>
                      </a:rPr>
                      <m:t>−</m:t>
                    </m:r>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𝝁</m:t>
                        </m:r>
                      </m:e>
                      <m:sup>
                        <m:r>
                          <a:rPr lang="en-US" b="1" i="1" smtClean="0">
                            <a:solidFill>
                              <a:schemeClr val="tx1"/>
                            </a:solidFill>
                            <a:latin typeface="Cambria Math" panose="02040503050406030204" pitchFamily="18" charset="0"/>
                          </a:rPr>
                          <m:t>𝟐</m:t>
                        </m:r>
                      </m:sup>
                    </m:sSup>
                    <m:r>
                      <a:rPr lang="en-US" b="1" i="1" smtClean="0">
                        <a:solidFill>
                          <a:schemeClr val="tx1"/>
                        </a:solidFill>
                        <a:latin typeface="Cambria Math" panose="02040503050406030204" pitchFamily="18" charset="0"/>
                      </a:rPr>
                      <m:t>=</m:t>
                    </m:r>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𝝈</m:t>
                        </m:r>
                      </m:e>
                      <m:sup>
                        <m:r>
                          <a:rPr lang="en-US" b="1" i="1" smtClean="0">
                            <a:solidFill>
                              <a:schemeClr val="tx1"/>
                            </a:solidFill>
                            <a:latin typeface="Cambria Math" panose="02040503050406030204" pitchFamily="18" charset="0"/>
                          </a:rPr>
                          <m:t>𝟐</m:t>
                        </m:r>
                      </m:sup>
                    </m:sSup>
                  </m:oMath>
                </a14:m>
                <a:endParaRPr lang="ru-RU" b="1" dirty="0">
                  <a:solidFill>
                    <a:srgbClr val="3333FF"/>
                  </a:solidFill>
                </a:endParaRPr>
              </a:p>
            </p:txBody>
          </p:sp>
        </mc:Choice>
        <mc:Fallback xmlns="">
          <p:sp>
            <p:nvSpPr>
              <p:cNvPr id="26" name="TextBox 25">
                <a:extLst>
                  <a:ext uri="{FF2B5EF4-FFF2-40B4-BE49-F238E27FC236}">
                    <a16:creationId xmlns:a16="http://schemas.microsoft.com/office/drawing/2014/main" id="{F78C16D7-4DE7-1FBD-08B9-52AFB151DA3B}"/>
                  </a:ext>
                </a:extLst>
              </p:cNvPr>
              <p:cNvSpPr txBox="1">
                <a:spLocks noRot="1" noChangeAspect="1" noMove="1" noResize="1" noEditPoints="1" noAdjustHandles="1" noChangeArrowheads="1" noChangeShapeType="1" noTextEdit="1"/>
              </p:cNvSpPr>
              <p:nvPr/>
            </p:nvSpPr>
            <p:spPr>
              <a:xfrm>
                <a:off x="-25400" y="5516621"/>
                <a:ext cx="9169400" cy="893514"/>
              </a:xfrm>
              <a:prstGeom prst="rect">
                <a:avLst/>
              </a:prstGeom>
              <a:blipFill>
                <a:blip r:embed="rId6"/>
                <a:stretch>
                  <a:fillRect b="-10204"/>
                </a:stretch>
              </a:blipFill>
            </p:spPr>
            <p:txBody>
              <a:bodyPr/>
              <a:lstStyle/>
              <a:p>
                <a:r>
                  <a:rPr lang="ru-RU">
                    <a:noFill/>
                  </a:rPr>
                  <a:t> </a:t>
                </a:r>
              </a:p>
            </p:txBody>
          </p:sp>
        </mc:Fallback>
      </mc:AlternateContent>
    </p:spTree>
    <p:extLst>
      <p:ext uri="{BB962C8B-B14F-4D97-AF65-F5344CB8AC3E}">
        <p14:creationId xmlns:p14="http://schemas.microsoft.com/office/powerpoint/2010/main" val="1044177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B94E3E75-53C8-CF8C-B009-F9E6E48CD8D0}"/>
              </a:ext>
            </a:extLst>
          </p:cNvPr>
          <p:cNvSpPr>
            <a:spLocks noGrp="1"/>
          </p:cNvSpPr>
          <p:nvPr>
            <p:ph type="sldNum" sz="quarter" idx="12"/>
          </p:nvPr>
        </p:nvSpPr>
        <p:spPr/>
        <p:txBody>
          <a:bodyPr/>
          <a:lstStyle/>
          <a:p>
            <a:fld id="{CC173F88-3387-453B-9303-AC0210B95CB8}" type="slidenum">
              <a:rPr lang="ru-RU" smtClean="0"/>
              <a:pPr/>
              <a:t>25</a:t>
            </a:fld>
            <a:endParaRPr lang="ru-RU" dirty="0"/>
          </a:p>
        </p:txBody>
      </p:sp>
      <p:sp>
        <p:nvSpPr>
          <p:cNvPr id="5" name="Прямоугольник 4">
            <a:extLst>
              <a:ext uri="{FF2B5EF4-FFF2-40B4-BE49-F238E27FC236}">
                <a16:creationId xmlns:a16="http://schemas.microsoft.com/office/drawing/2014/main" id="{9EA24023-74A9-3627-7D87-3200332B6C1B}"/>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Предельные теоремы теории вероятностей</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1762101-30A8-7448-5D03-A35B8C670234}"/>
                  </a:ext>
                </a:extLst>
              </p:cNvPr>
              <p:cNvSpPr txBox="1"/>
              <p:nvPr/>
            </p:nvSpPr>
            <p:spPr>
              <a:xfrm>
                <a:off x="1" y="419100"/>
                <a:ext cx="9144000" cy="5395003"/>
              </a:xfrm>
              <a:prstGeom prst="rect">
                <a:avLst/>
              </a:prstGeom>
              <a:noFill/>
            </p:spPr>
            <p:txBody>
              <a:bodyPr wrap="square" rtlCol="0">
                <a:spAutoFit/>
              </a:bodyPr>
              <a:lstStyle/>
              <a:p>
                <a:pPr algn="just">
                  <a:spcAft>
                    <a:spcPts val="600"/>
                  </a:spcAft>
                </a:pPr>
                <a:r>
                  <a:rPr lang="ru-RU" dirty="0"/>
                  <a:t>Для последовательности случайных величин принято говорить о сходимости этой последовательности по вероятности. Для доказательства  необходимо уметь вычислять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𝜉</m:t>
                        </m:r>
                      </m:e>
                    </m:d>
                    <m:r>
                      <a:rPr lang="en-US" b="0" i="1" smtClean="0">
                        <a:latin typeface="Cambria Math" panose="02040503050406030204" pitchFamily="18" charset="0"/>
                      </a:rPr>
                      <m:t>&gt;</m:t>
                    </m:r>
                    <m:r>
                      <a:rPr lang="en-US" b="0" i="1" smtClean="0">
                        <a:latin typeface="Cambria Math" panose="02040503050406030204" pitchFamily="18" charset="0"/>
                      </a:rPr>
                      <m:t>𝜖</m:t>
                    </m:r>
                    <m:r>
                      <a:rPr lang="en-US" b="0" i="1" smtClean="0">
                        <a:latin typeface="Cambria Math" panose="02040503050406030204" pitchFamily="18" charset="0"/>
                      </a:rPr>
                      <m:t>)</m:t>
                    </m:r>
                  </m:oMath>
                </a14:m>
                <a:r>
                  <a:rPr lang="ru-RU" dirty="0"/>
                  <a:t> при больших </a:t>
                </a:r>
                <a14:m>
                  <m:oMath xmlns:m="http://schemas.openxmlformats.org/officeDocument/2006/math">
                    <m:r>
                      <a:rPr lang="en-US" i="1" dirty="0" smtClean="0">
                        <a:latin typeface="Cambria Math" panose="02040503050406030204" pitchFamily="18" charset="0"/>
                      </a:rPr>
                      <m:t>𝑛</m:t>
                    </m:r>
                  </m:oMath>
                </a14:m>
                <a:r>
                  <a:rPr lang="en-US" dirty="0"/>
                  <a:t>. </a:t>
                </a:r>
                <a:r>
                  <a:rPr lang="ru-RU" dirty="0"/>
                  <a:t>Но для этого нужно знать закон распределения, что не всегда возможно. Поэтому полезно знать неравенства, позволяющие оценивать вероятность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𝜉</m:t>
                        </m:r>
                      </m:e>
                    </m:d>
                    <m:r>
                      <a:rPr lang="en-US" i="1">
                        <a:latin typeface="Cambria Math" panose="02040503050406030204" pitchFamily="18" charset="0"/>
                      </a:rPr>
                      <m:t>&gt;</m:t>
                    </m:r>
                    <m:r>
                      <a:rPr lang="en-US" i="1">
                        <a:latin typeface="Cambria Math" panose="02040503050406030204" pitchFamily="18" charset="0"/>
                      </a:rPr>
                      <m:t>𝜖</m:t>
                    </m:r>
                    <m:r>
                      <a:rPr lang="en-US" i="1">
                        <a:latin typeface="Cambria Math" panose="02040503050406030204" pitchFamily="18" charset="0"/>
                      </a:rPr>
                      <m:t>)</m:t>
                    </m:r>
                  </m:oMath>
                </a14:m>
                <a:r>
                  <a:rPr lang="ru-RU" dirty="0"/>
                  <a:t> сверху. В этом случае для доказательства сходимости достаточно будет устремить эту оценку к нулю.</a:t>
                </a:r>
              </a:p>
              <a:p>
                <a:pPr algn="just"/>
                <a:r>
                  <a:rPr lang="ru-RU" b="1" dirty="0">
                    <a:solidFill>
                      <a:srgbClr val="3333FF"/>
                    </a:solidFill>
                  </a:rPr>
                  <a:t>Теорема (неравенство Маркова)</a:t>
                </a:r>
                <a:r>
                  <a:rPr lang="ru-RU" dirty="0"/>
                  <a:t>: Пусть есть случайная величина </a:t>
                </a:r>
                <a14:m>
                  <m:oMath xmlns:m="http://schemas.openxmlformats.org/officeDocument/2006/math">
                    <m:r>
                      <a:rPr lang="en-US" b="0" i="1" smtClean="0">
                        <a:latin typeface="Cambria Math" panose="02040503050406030204" pitchFamily="18" charset="0"/>
                      </a:rPr>
                      <m:t>𝜉</m:t>
                    </m:r>
                    <m:r>
                      <a:rPr lang="en-US" b="0" i="1" smtClean="0">
                        <a:latin typeface="Cambria Math" panose="02040503050406030204" pitchFamily="18" charset="0"/>
                      </a:rPr>
                      <m:t>:</m:t>
                    </m:r>
                    <m:r>
                      <m:rPr>
                        <m:sty m:val="p"/>
                      </m:rPr>
                      <a:rPr lang="en-US" b="0" i="0" smtClean="0">
                        <a:latin typeface="Cambria Math" panose="02040503050406030204" pitchFamily="18" charset="0"/>
                      </a:rPr>
                      <m:t>Ω</m:t>
                    </m:r>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                             </a:t>
                </a:r>
                <a:r>
                  <a:rPr lang="ru-RU" dirty="0"/>
                  <a:t>Если </a:t>
                </a:r>
                <a14:m>
                  <m:oMath xmlns:m="http://schemas.openxmlformats.org/officeDocument/2006/math">
                    <m:r>
                      <a:rPr lang="ru-RU" b="0" i="1" smtClean="0">
                        <a:latin typeface="Cambria Math" panose="02040503050406030204" pitchFamily="18" charset="0"/>
                      </a:rPr>
                      <m:t>𝜉</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  ∀  </m:t>
                    </m:r>
                    <m:r>
                      <a:rPr lang="en-US" b="0" i="1" smtClean="0">
                        <a:latin typeface="Cambria Math" panose="02040503050406030204" pitchFamily="18" charset="0"/>
                      </a:rPr>
                      <m:t>𝜔</m:t>
                    </m:r>
                    <m:r>
                      <a:rPr lang="en-US" b="0" i="1" smtClean="0">
                        <a:latin typeface="Cambria Math" panose="02040503050406030204" pitchFamily="18" charset="0"/>
                      </a:rPr>
                      <m:t>∈</m:t>
                    </m:r>
                    <m:r>
                      <m:rPr>
                        <m:sty m:val="p"/>
                      </m:rPr>
                      <a:rPr lang="en-US" b="0" i="0" smtClean="0">
                        <a:latin typeface="Cambria Math" panose="02040503050406030204" pitchFamily="18" charset="0"/>
                      </a:rPr>
                      <m:t>Ω</m:t>
                    </m:r>
                  </m:oMath>
                </a14:m>
                <a:r>
                  <a:rPr lang="en-US" dirty="0"/>
                  <a:t> </a:t>
                </a:r>
                <a:r>
                  <a:rPr lang="ru-RU" dirty="0"/>
                  <a:t>и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𝜉</m:t>
                    </m:r>
                    <m:r>
                      <a:rPr lang="en-US" b="0" i="1" smtClean="0">
                        <a:latin typeface="Cambria Math" panose="02040503050406030204" pitchFamily="18" charset="0"/>
                      </a:rPr>
                      <m:t>&lt;</m:t>
                    </m:r>
                    <m:r>
                      <a:rPr lang="en-US" b="0" i="1" smtClean="0">
                        <a:latin typeface="Cambria Math" panose="02040503050406030204" pitchFamily="18" charset="0"/>
                      </a:rPr>
                      <m:t>∞</m:t>
                    </m:r>
                    <m:r>
                      <a:rPr lang="en-US" b="0" i="1" smtClean="0">
                        <a:latin typeface="Cambria Math" panose="02040503050406030204" pitchFamily="18" charset="0"/>
                      </a:rPr>
                      <m:t>,</m:t>
                    </m:r>
                  </m:oMath>
                </a14:m>
                <a:r>
                  <a:rPr lang="en-US" dirty="0"/>
                  <a:t> </a:t>
                </a:r>
                <a:r>
                  <a:rPr lang="ru-RU" dirty="0"/>
                  <a:t>то для любого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&gt;</m:t>
                    </m:r>
                    <m:r>
                      <a:rPr lang="en-US" b="0" i="1" smtClean="0">
                        <a:latin typeface="Cambria Math" panose="02040503050406030204" pitchFamily="18" charset="0"/>
                      </a:rPr>
                      <m:t>0</m:t>
                    </m:r>
                  </m:oMath>
                </a14:m>
                <a:r>
                  <a:rPr lang="en-US" dirty="0"/>
                  <a: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𝜖</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𝑀</m:t>
                        </m:r>
                        <m:r>
                          <a:rPr lang="en-US" b="0" i="1" smtClean="0">
                            <a:latin typeface="Cambria Math" panose="02040503050406030204" pitchFamily="18" charset="0"/>
                          </a:rPr>
                          <m:t>𝜉</m:t>
                        </m:r>
                      </m:num>
                      <m:den>
                        <m:r>
                          <a:rPr lang="en-US" b="0" i="1" smtClean="0">
                            <a:latin typeface="Cambria Math" panose="02040503050406030204" pitchFamily="18" charset="0"/>
                          </a:rPr>
                          <m:t>𝜖</m:t>
                        </m:r>
                      </m:den>
                    </m:f>
                  </m:oMath>
                </a14:m>
                <a:r>
                  <a:rPr lang="en-US" dirty="0"/>
                  <a:t>.</a:t>
                </a:r>
              </a:p>
              <a:p>
                <a:pPr algn="just">
                  <a:spcBef>
                    <a:spcPts val="600"/>
                  </a:spcBef>
                </a:pPr>
                <a:r>
                  <a:rPr lang="ru-RU" b="1" dirty="0">
                    <a:solidFill>
                      <a:srgbClr val="006400"/>
                    </a:solidFill>
                  </a:rPr>
                  <a:t>Доказательство: </a:t>
                </a:r>
                <a:endParaRPr lang="en-US" b="1" dirty="0">
                  <a:solidFill>
                    <a:srgbClr val="006400"/>
                  </a:solidFill>
                </a:endParaRPr>
              </a:p>
              <a:p>
                <a:pPr marL="285750" indent="-285750" algn="just">
                  <a:spcBef>
                    <a:spcPts val="600"/>
                  </a:spcBef>
                  <a:buFont typeface="Arial" panose="020B0604020202020204" pitchFamily="34" charset="0"/>
                  <a:buChar char="•"/>
                </a:pPr>
                <a:r>
                  <a:rPr lang="ru-RU" dirty="0"/>
                  <a:t>если</a:t>
                </a:r>
                <a:r>
                  <a:rPr lang="ru-RU" b="1" dirty="0">
                    <a:solidFill>
                      <a:srgbClr val="006400"/>
                    </a:solidFill>
                  </a:rPr>
                  <a:t> </a:t>
                </a:r>
                <a14:m>
                  <m:oMath xmlns:m="http://schemas.openxmlformats.org/officeDocument/2006/math">
                    <m:r>
                      <a:rPr lang="en-US" i="1">
                        <a:latin typeface="Cambria Math" panose="02040503050406030204" pitchFamily="18" charset="0"/>
                      </a:rPr>
                      <m:t>𝜉</m:t>
                    </m:r>
                    <m:r>
                      <a:rPr lang="ru-RU" b="1" i="0" smtClean="0">
                        <a:latin typeface="Cambria Math" panose="02040503050406030204" pitchFamily="18" charset="0"/>
                      </a:rPr>
                      <m:t>−</m:t>
                    </m:r>
                  </m:oMath>
                </a14:m>
                <a:r>
                  <a:rPr lang="ru-RU" b="1" dirty="0">
                    <a:solidFill>
                      <a:srgbClr val="006400"/>
                    </a:solidFill>
                  </a:rPr>
                  <a:t> </a:t>
                </a:r>
                <a:r>
                  <a:rPr lang="ru-RU" dirty="0"/>
                  <a:t>дискретная случайная величина, тогда:</a:t>
                </a:r>
                <a:endParaRPr lang="en-US" dirty="0"/>
              </a:p>
              <a:p>
                <a:pPr algn="just">
                  <a:spcBef>
                    <a:spcPts val="600"/>
                  </a:spcBef>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𝑃</m:t>
                      </m:r>
                      <m:d>
                        <m:dPr>
                          <m:ctrlPr>
                            <a:rPr lang="en-US" i="1" dirty="0" smtClean="0">
                              <a:latin typeface="Cambria Math" panose="02040503050406030204" pitchFamily="18" charset="0"/>
                            </a:rPr>
                          </m:ctrlPr>
                        </m:dPr>
                        <m:e>
                          <m:r>
                            <a:rPr lang="el-GR" i="1" dirty="0">
                              <a:latin typeface="Cambria Math" panose="02040503050406030204" pitchFamily="18" charset="0"/>
                            </a:rPr>
                            <m:t>𝜉</m:t>
                          </m:r>
                          <m:r>
                            <a:rPr lang="el-GR" i="1" dirty="0">
                              <a:latin typeface="Cambria Math" panose="02040503050406030204" pitchFamily="18" charset="0"/>
                            </a:rPr>
                            <m:t>≥</m:t>
                          </m:r>
                          <m:r>
                            <a:rPr lang="el-GR" i="1" dirty="0">
                              <a:latin typeface="Cambria Math" panose="02040503050406030204" pitchFamily="18" charset="0"/>
                            </a:rPr>
                            <m:t>𝜖</m:t>
                          </m:r>
                        </m:e>
                      </m:d>
                      <m:r>
                        <a:rPr lang="el-GR" i="1" dirty="0">
                          <a:latin typeface="Cambria Math" panose="02040503050406030204" pitchFamily="18" charset="0"/>
                        </a:rPr>
                        <m:t>=</m:t>
                      </m:r>
                      <m:r>
                        <a:rPr lang="el-GR" i="1" dirty="0">
                          <a:latin typeface="Cambria Math" panose="02040503050406030204" pitchFamily="18" charset="0"/>
                        </a:rPr>
                        <m:t>𝜖</m:t>
                      </m:r>
                      <m:nary>
                        <m:naryPr>
                          <m:chr m:val="∑"/>
                          <m:supHide m:val="on"/>
                          <m:ctrlPr>
                            <a:rPr lang="ru-RU" i="1">
                              <a:latin typeface="Cambria Math" panose="02040503050406030204" pitchFamily="18" charset="0"/>
                            </a:rPr>
                          </m:ctrlPr>
                        </m:naryPr>
                        <m:sub>
                          <m:sSub>
                            <m:sSubPr>
                              <m:ctrlPr>
                                <a:rPr lang="en-US" i="1">
                                  <a:latin typeface="Cambria Math" panose="02040503050406030204" pitchFamily="18" charset="0"/>
                                </a:rPr>
                              </m:ctrlPr>
                            </m:sSubPr>
                            <m:e>
                              <m:r>
                                <m:rPr>
                                  <m:brk m:alnAt="7"/>
                                </m:rPr>
                                <a:rPr lang="en-US" i="1">
                                  <a:latin typeface="Cambria Math" panose="02040503050406030204" pitchFamily="18" charset="0"/>
                                </a:rPr>
                                <m:t>𝜉</m:t>
                              </m:r>
                            </m:e>
                            <m:sub>
                              <m:r>
                                <a:rPr lang="en-US" i="1">
                                  <a:latin typeface="Cambria Math" panose="02040503050406030204" pitchFamily="18" charset="0"/>
                                </a:rPr>
                                <m:t>𝑖</m:t>
                              </m:r>
                            </m:sub>
                          </m:sSub>
                          <m:r>
                            <m:rPr>
                              <m:brk m:alnAt="7"/>
                            </m:rPr>
                            <a:rPr lang="en-US" i="1">
                              <a:latin typeface="Cambria Math" panose="02040503050406030204" pitchFamily="18" charset="0"/>
                            </a:rPr>
                            <m:t>≥</m:t>
                          </m:r>
                          <m:r>
                            <a:rPr lang="en-US" i="1">
                              <a:latin typeface="Cambria Math" panose="02040503050406030204" pitchFamily="18" charset="0"/>
                            </a:rPr>
                            <m:t>𝜖</m:t>
                          </m:r>
                        </m:sub>
                        <m:sup/>
                        <m:e>
                          <m:r>
                            <a:rPr lang="en-US" i="1" dirty="0">
                              <a:latin typeface="Cambria Math" panose="02040503050406030204" pitchFamily="18" charset="0"/>
                            </a:rPr>
                            <m:t>𝑃</m:t>
                          </m:r>
                          <m:d>
                            <m:dPr>
                              <m:ctrlPr>
                                <a:rPr lang="en-US" i="1" dirty="0">
                                  <a:latin typeface="Cambria Math" panose="02040503050406030204" pitchFamily="18" charset="0"/>
                                </a:rPr>
                              </m:ctrlPr>
                            </m:dPr>
                            <m:e>
                              <m:r>
                                <a:rPr lang="el-GR" i="1" dirty="0">
                                  <a:latin typeface="Cambria Math" panose="02040503050406030204" pitchFamily="18" charset="0"/>
                                </a:rPr>
                                <m:t>𝜉</m:t>
                              </m:r>
                              <m:r>
                                <a:rPr lang="el-GR" i="1" dirty="0">
                                  <a:latin typeface="Cambria Math" panose="02040503050406030204" pitchFamily="18" charset="0"/>
                                </a:rPr>
                                <m:t>=</m:t>
                              </m:r>
                              <m:sSub>
                                <m:sSubPr>
                                  <m:ctrlPr>
                                    <a:rPr lang="ru-RU" i="1" dirty="0">
                                      <a:latin typeface="Cambria Math" panose="02040503050406030204" pitchFamily="18" charset="0"/>
                                    </a:rPr>
                                  </m:ctrlPr>
                                </m:sSubPr>
                                <m:e>
                                  <m:r>
                                    <a:rPr lang="el-GR" i="1" dirty="0">
                                      <a:latin typeface="Cambria Math" panose="02040503050406030204" pitchFamily="18" charset="0"/>
                                    </a:rPr>
                                    <m:t>𝜉</m:t>
                                  </m:r>
                                </m:e>
                                <m:sub>
                                  <m:r>
                                    <a:rPr lang="en-US" i="1" dirty="0" err="1">
                                      <a:latin typeface="Cambria Math" panose="02040503050406030204" pitchFamily="18" charset="0"/>
                                    </a:rPr>
                                    <m:t>𝑖</m:t>
                                  </m:r>
                                </m:sub>
                              </m:sSub>
                              <m:r>
                                <a:rPr lang="en-US" i="1" dirty="0">
                                  <a:latin typeface="Cambria Math" panose="02040503050406030204" pitchFamily="18" charset="0"/>
                                </a:rPr>
                                <m:t>​</m:t>
                              </m:r>
                            </m:e>
                          </m:d>
                        </m:e>
                      </m:nary>
                      <m:r>
                        <a:rPr lang="en-US" b="0" i="1" dirty="0">
                          <a:latin typeface="Cambria Math" panose="02040503050406030204" pitchFamily="18" charset="0"/>
                        </a:rPr>
                        <m:t>≤</m:t>
                      </m:r>
                      <m:nary>
                        <m:naryPr>
                          <m:chr m:val="∑"/>
                          <m:supHide m:val="on"/>
                          <m:ctrlPr>
                            <a:rPr lang="ru-RU" i="1">
                              <a:latin typeface="Cambria Math" panose="02040503050406030204" pitchFamily="18" charset="0"/>
                            </a:rPr>
                          </m:ctrlPr>
                        </m:naryPr>
                        <m:sub>
                          <m:sSub>
                            <m:sSubPr>
                              <m:ctrlPr>
                                <a:rPr lang="en-US" i="1">
                                  <a:latin typeface="Cambria Math" panose="02040503050406030204" pitchFamily="18" charset="0"/>
                                </a:rPr>
                              </m:ctrlPr>
                            </m:sSubPr>
                            <m:e>
                              <m:r>
                                <m:rPr>
                                  <m:brk m:alnAt="7"/>
                                </m:rPr>
                                <a:rPr lang="en-US" i="1">
                                  <a:latin typeface="Cambria Math" panose="02040503050406030204" pitchFamily="18" charset="0"/>
                                </a:rPr>
                                <m:t>𝜉</m:t>
                              </m:r>
                            </m:e>
                            <m:sub>
                              <m:r>
                                <a:rPr lang="en-US" i="1">
                                  <a:latin typeface="Cambria Math" panose="02040503050406030204" pitchFamily="18" charset="0"/>
                                </a:rPr>
                                <m:t>𝑖</m:t>
                              </m:r>
                            </m:sub>
                          </m:sSub>
                          <m:r>
                            <m:rPr>
                              <m:brk m:alnAt="7"/>
                            </m:rPr>
                            <a:rPr lang="en-US" i="1">
                              <a:latin typeface="Cambria Math" panose="02040503050406030204" pitchFamily="18" charset="0"/>
                            </a:rPr>
                            <m:t>≥</m:t>
                          </m:r>
                          <m:r>
                            <a:rPr lang="en-US" i="1">
                              <a:latin typeface="Cambria Math" panose="02040503050406030204" pitchFamily="18" charset="0"/>
                            </a:rPr>
                            <m:t>𝜖</m:t>
                          </m:r>
                        </m:sub>
                        <m:sup/>
                        <m:e>
                          <m:r>
                            <a:rPr lang="ru-RU" i="1">
                              <a:latin typeface="Cambria Math" panose="02040503050406030204" pitchFamily="18" charset="0"/>
                            </a:rPr>
                            <m:t> </m:t>
                          </m:r>
                        </m:e>
                      </m:nary>
                      <m:sSub>
                        <m:sSubPr>
                          <m:ctrlPr>
                            <a:rPr lang="ru-RU" i="1" dirty="0">
                              <a:latin typeface="Cambria Math" panose="02040503050406030204" pitchFamily="18" charset="0"/>
                            </a:rPr>
                          </m:ctrlPr>
                        </m:sSubPr>
                        <m:e>
                          <m:r>
                            <a:rPr lang="el-GR" b="0" i="1" dirty="0">
                              <a:latin typeface="Cambria Math" panose="02040503050406030204" pitchFamily="18" charset="0"/>
                            </a:rPr>
                            <m:t>𝜉</m:t>
                          </m:r>
                        </m:e>
                        <m:sub>
                          <m:r>
                            <a:rPr lang="en-US" b="0" i="1" dirty="0" err="1">
                              <a:latin typeface="Cambria Math" panose="02040503050406030204" pitchFamily="18" charset="0"/>
                            </a:rPr>
                            <m:t>𝑖</m:t>
                          </m:r>
                        </m:sub>
                      </m:sSub>
                      <m:r>
                        <a:rPr lang="ru-RU" b="0" i="1" dirty="0" smtClean="0">
                          <a:latin typeface="Cambria Math" panose="02040503050406030204" pitchFamily="18" charset="0"/>
                        </a:rPr>
                        <m:t> </m:t>
                      </m:r>
                      <m:r>
                        <a:rPr lang="en-US" b="0" i="1" dirty="0">
                          <a:latin typeface="Cambria Math" panose="02040503050406030204" pitchFamily="18" charset="0"/>
                        </a:rPr>
                        <m:t>​</m:t>
                      </m:r>
                      <m:r>
                        <a:rPr lang="en-US" b="0" i="1" dirty="0">
                          <a:latin typeface="Cambria Math" panose="02040503050406030204" pitchFamily="18" charset="0"/>
                        </a:rPr>
                        <m:t>𝑃</m:t>
                      </m:r>
                      <m:r>
                        <a:rPr lang="en-US" b="0" i="1" dirty="0">
                          <a:latin typeface="Cambria Math" panose="02040503050406030204" pitchFamily="18" charset="0"/>
                        </a:rPr>
                        <m:t>(</m:t>
                      </m:r>
                      <m:r>
                        <a:rPr lang="el-GR" b="0" i="1" dirty="0">
                          <a:latin typeface="Cambria Math" panose="02040503050406030204" pitchFamily="18" charset="0"/>
                        </a:rPr>
                        <m:t>𝜉</m:t>
                      </m:r>
                      <m:r>
                        <a:rPr lang="el-GR" b="0" i="1" dirty="0">
                          <a:latin typeface="Cambria Math" panose="02040503050406030204" pitchFamily="18" charset="0"/>
                        </a:rPr>
                        <m:t>=</m:t>
                      </m:r>
                      <m:sSub>
                        <m:sSubPr>
                          <m:ctrlPr>
                            <a:rPr lang="ru-RU" i="1" dirty="0">
                              <a:latin typeface="Cambria Math" panose="02040503050406030204" pitchFamily="18" charset="0"/>
                            </a:rPr>
                          </m:ctrlPr>
                        </m:sSubPr>
                        <m:e>
                          <m:r>
                            <a:rPr lang="el-GR" b="0" i="1" dirty="0">
                              <a:latin typeface="Cambria Math" panose="02040503050406030204" pitchFamily="18" charset="0"/>
                            </a:rPr>
                            <m:t>𝜉</m:t>
                          </m:r>
                        </m:e>
                        <m:sub>
                          <m:r>
                            <a:rPr lang="en-US" b="0" i="1" dirty="0" err="1">
                              <a:latin typeface="Cambria Math" panose="02040503050406030204" pitchFamily="18" charset="0"/>
                            </a:rPr>
                            <m:t>𝑖</m:t>
                          </m:r>
                        </m:sub>
                      </m:sSub>
                      <m:r>
                        <a:rPr lang="en-US" b="0" i="1" dirty="0" smtClean="0">
                          <a:latin typeface="Cambria Math" panose="02040503050406030204" pitchFamily="18" charset="0"/>
                        </a:rPr>
                        <m:t>)</m:t>
                      </m:r>
                      <m:r>
                        <a:rPr lang="en-US" i="1" dirty="0">
                          <a:latin typeface="Cambria Math" panose="02040503050406030204" pitchFamily="18" charset="0"/>
                        </a:rPr>
                        <m:t>≤</m:t>
                      </m:r>
                      <m:nary>
                        <m:naryPr>
                          <m:chr m:val="∑"/>
                          <m:supHide m:val="on"/>
                          <m:ctrlPr>
                            <a:rPr lang="ru-RU" i="1">
                              <a:latin typeface="Cambria Math" panose="02040503050406030204" pitchFamily="18" charset="0"/>
                            </a:rPr>
                          </m:ctrlPr>
                        </m:naryPr>
                        <m:sub>
                          <m:r>
                            <m:rPr>
                              <m:sty m:val="p"/>
                              <m:brk m:alnAt="7"/>
                            </m:rPr>
                            <a:rPr lang="en-US" b="0" i="1" smtClean="0">
                              <a:latin typeface="Cambria Math" panose="02040503050406030204" pitchFamily="18" charset="0"/>
                            </a:rPr>
                            <m:t>i</m:t>
                          </m:r>
                        </m:sub>
                        <m:sup/>
                        <m:e>
                          <m:r>
                            <a:rPr lang="ru-RU" i="1">
                              <a:latin typeface="Cambria Math" panose="02040503050406030204" pitchFamily="18" charset="0"/>
                            </a:rPr>
                            <m:t> </m:t>
                          </m:r>
                        </m:e>
                      </m:nary>
                      <m:sSub>
                        <m:sSubPr>
                          <m:ctrlPr>
                            <a:rPr lang="ru-RU" i="1" dirty="0">
                              <a:latin typeface="Cambria Math" panose="02040503050406030204" pitchFamily="18" charset="0"/>
                            </a:rPr>
                          </m:ctrlPr>
                        </m:sSubPr>
                        <m:e>
                          <m:r>
                            <a:rPr lang="el-GR" i="1" dirty="0">
                              <a:latin typeface="Cambria Math" panose="02040503050406030204" pitchFamily="18" charset="0"/>
                            </a:rPr>
                            <m:t>𝜉</m:t>
                          </m:r>
                        </m:e>
                        <m:sub>
                          <m:r>
                            <a:rPr lang="en-US" i="1" dirty="0" err="1">
                              <a:latin typeface="Cambria Math" panose="02040503050406030204" pitchFamily="18" charset="0"/>
                            </a:rPr>
                            <m:t>𝑖</m:t>
                          </m:r>
                        </m:sub>
                      </m:sSub>
                      <m:r>
                        <a:rPr lang="ru-RU" i="1" dirty="0">
                          <a:latin typeface="Cambria Math" panose="02040503050406030204" pitchFamily="18" charset="0"/>
                        </a:rPr>
                        <m:t> </m:t>
                      </m:r>
                      <m:r>
                        <a:rPr lang="en-US" i="1" dirty="0">
                          <a:latin typeface="Cambria Math" panose="02040503050406030204" pitchFamily="18" charset="0"/>
                        </a:rPr>
                        <m:t>​</m:t>
                      </m:r>
                      <m:r>
                        <a:rPr lang="en-US" i="1" dirty="0">
                          <a:latin typeface="Cambria Math" panose="02040503050406030204" pitchFamily="18" charset="0"/>
                        </a:rPr>
                        <m:t>𝑃</m:t>
                      </m:r>
                      <m:r>
                        <a:rPr lang="en-US" i="1" dirty="0">
                          <a:latin typeface="Cambria Math" panose="02040503050406030204" pitchFamily="18" charset="0"/>
                        </a:rPr>
                        <m:t>(</m:t>
                      </m:r>
                      <m:r>
                        <a:rPr lang="el-GR" i="1" dirty="0">
                          <a:latin typeface="Cambria Math" panose="02040503050406030204" pitchFamily="18" charset="0"/>
                        </a:rPr>
                        <m:t>𝜉</m:t>
                      </m:r>
                      <m:r>
                        <a:rPr lang="el-GR" i="1" dirty="0">
                          <a:latin typeface="Cambria Math" panose="02040503050406030204" pitchFamily="18" charset="0"/>
                        </a:rPr>
                        <m:t>=</m:t>
                      </m:r>
                      <m:sSub>
                        <m:sSubPr>
                          <m:ctrlPr>
                            <a:rPr lang="ru-RU" i="1" dirty="0">
                              <a:latin typeface="Cambria Math" panose="02040503050406030204" pitchFamily="18" charset="0"/>
                            </a:rPr>
                          </m:ctrlPr>
                        </m:sSubPr>
                        <m:e>
                          <m:r>
                            <a:rPr lang="el-GR" i="1" dirty="0">
                              <a:latin typeface="Cambria Math" panose="02040503050406030204" pitchFamily="18" charset="0"/>
                            </a:rPr>
                            <m:t>𝜉</m:t>
                          </m:r>
                        </m:e>
                        <m:sub>
                          <m:r>
                            <a:rPr lang="en-US" i="1" dirty="0" err="1">
                              <a:latin typeface="Cambria Math" panose="02040503050406030204" pitchFamily="18" charset="0"/>
                            </a:rPr>
                            <m:t>𝑖</m:t>
                          </m:r>
                        </m:sub>
                      </m:sSub>
                      <m:r>
                        <a:rPr lang="en-US" i="1" dirty="0">
                          <a:latin typeface="Cambria Math" panose="02040503050406030204" pitchFamily="18" charset="0"/>
                        </a:rPr>
                        <m:t>)</m:t>
                      </m:r>
                      <m:r>
                        <a:rPr lang="en-US" b="1" i="1" dirty="0" smtClean="0">
                          <a:latin typeface="Cambria Math" panose="02040503050406030204" pitchFamily="18" charset="0"/>
                        </a:rPr>
                        <m:t>=</m:t>
                      </m:r>
                      <m:r>
                        <a:rPr lang="en-US" i="1">
                          <a:latin typeface="Cambria Math" panose="02040503050406030204" pitchFamily="18" charset="0"/>
                        </a:rPr>
                        <m:t>𝑀</m:t>
                      </m:r>
                      <m:r>
                        <a:rPr lang="en-US" i="1" smtClean="0">
                          <a:latin typeface="Cambria Math" panose="02040503050406030204" pitchFamily="18" charset="0"/>
                        </a:rPr>
                        <m:t>𝜉</m:t>
                      </m:r>
                    </m:oMath>
                  </m:oMathPara>
                </a14:m>
                <a:endParaRPr lang="en-US" dirty="0"/>
              </a:p>
              <a:p>
                <a:pPr marL="180000" indent="-180000" algn="just">
                  <a:spcBef>
                    <a:spcPts val="1200"/>
                  </a:spcBef>
                  <a:buFont typeface="Arial" panose="020B0604020202020204" pitchFamily="34" charset="0"/>
                  <a:buChar char="•"/>
                </a:pPr>
                <a:r>
                  <a:rPr lang="ru-RU" dirty="0"/>
                  <a:t>если</a:t>
                </a:r>
                <a:r>
                  <a:rPr lang="ru-RU" b="1" dirty="0">
                    <a:solidFill>
                      <a:srgbClr val="006400"/>
                    </a:solidFill>
                  </a:rPr>
                  <a:t> </a:t>
                </a:r>
                <a14:m>
                  <m:oMath xmlns:m="http://schemas.openxmlformats.org/officeDocument/2006/math">
                    <m:r>
                      <a:rPr lang="en-US" i="1">
                        <a:latin typeface="Cambria Math" panose="02040503050406030204" pitchFamily="18" charset="0"/>
                      </a:rPr>
                      <m:t>𝜉</m:t>
                    </m:r>
                    <m:r>
                      <a:rPr lang="ru-RU" b="1">
                        <a:latin typeface="Cambria Math" panose="02040503050406030204" pitchFamily="18" charset="0"/>
                      </a:rPr>
                      <m:t>−</m:t>
                    </m:r>
                  </m:oMath>
                </a14:m>
                <a:r>
                  <a:rPr lang="ru-RU" b="1" dirty="0">
                    <a:solidFill>
                      <a:srgbClr val="006400"/>
                    </a:solidFill>
                  </a:rPr>
                  <a:t> </a:t>
                </a:r>
                <a:r>
                  <a:rPr lang="ru-RU" dirty="0"/>
                  <a:t>непрерывная случайная величина, тогда</a:t>
                </a:r>
                <a:endParaRPr lang="en-US" dirty="0"/>
              </a:p>
              <a:p>
                <a:pPr algn="just">
                  <a:spcBef>
                    <a:spcPts val="1200"/>
                  </a:spcBef>
                </a:pPr>
                <a14:m>
                  <m:oMathPara xmlns:m="http://schemas.openxmlformats.org/officeDocument/2006/math">
                    <m:oMathParaPr>
                      <m:jc m:val="centerGroup"/>
                    </m:oMathParaPr>
                    <m:oMath xmlns:m="http://schemas.openxmlformats.org/officeDocument/2006/math">
                      <m:r>
                        <a:rPr lang="el-GR" i="1" dirty="0">
                          <a:latin typeface="Cambria Math" panose="02040503050406030204" pitchFamily="18" charset="0"/>
                        </a:rPr>
                        <m:t>𝜖</m:t>
                      </m:r>
                      <m:r>
                        <a:rPr lang="el-GR" i="1" dirty="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𝜉</m:t>
                          </m:r>
                          <m:r>
                            <a:rPr lang="en-US" i="1">
                              <a:latin typeface="Cambria Math" panose="02040503050406030204" pitchFamily="18" charset="0"/>
                            </a:rPr>
                            <m:t>≥</m:t>
                          </m:r>
                          <m:r>
                            <a:rPr lang="en-US" i="1">
                              <a:latin typeface="Cambria Math" panose="02040503050406030204" pitchFamily="18" charset="0"/>
                            </a:rPr>
                            <m:t>𝜖</m:t>
                          </m:r>
                        </m:e>
                      </m:d>
                      <m:r>
                        <a:rPr lang="ru-RU" i="1">
                          <a:latin typeface="Cambria Math" panose="02040503050406030204" pitchFamily="18" charset="0"/>
                        </a:rPr>
                        <m:t>=</m:t>
                      </m:r>
                      <m:r>
                        <a:rPr lang="el-GR" i="1" dirty="0">
                          <a:latin typeface="Cambria Math" panose="02040503050406030204" pitchFamily="18" charset="0"/>
                        </a:rPr>
                        <m:t>𝜖</m:t>
                      </m:r>
                      <m:nary>
                        <m:naryPr>
                          <m:ctrlPr>
                            <a:rPr lang="ru-RU" i="1">
                              <a:latin typeface="Cambria Math" panose="02040503050406030204" pitchFamily="18" charset="0"/>
                            </a:rPr>
                          </m:ctrlPr>
                        </m:naryPr>
                        <m:sub>
                          <m:r>
                            <a:rPr lang="en-US" i="1">
                              <a:latin typeface="Cambria Math" panose="02040503050406030204" pitchFamily="18" charset="0"/>
                            </a:rPr>
                            <m:t>𝜖</m:t>
                          </m:r>
                        </m:sub>
                        <m:sup>
                          <m:r>
                            <a:rPr lang="en-US" i="1">
                              <a:latin typeface="Cambria Math" panose="02040503050406030204" pitchFamily="18" charset="0"/>
                            </a:rPr>
                            <m:t>∞</m:t>
                          </m:r>
                        </m:sup>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𝑑𝑥</m:t>
                          </m:r>
                        </m:e>
                      </m:nary>
                      <m:r>
                        <a:rPr lang="en-US" i="1">
                          <a:latin typeface="Cambria Math" panose="02040503050406030204" pitchFamily="18" charset="0"/>
                        </a:rPr>
                        <m:t>≤</m:t>
                      </m:r>
                      <m:nary>
                        <m:naryPr>
                          <m:ctrlPr>
                            <a:rPr lang="ru-RU" i="1">
                              <a:latin typeface="Cambria Math" panose="02040503050406030204" pitchFamily="18" charset="0"/>
                            </a:rPr>
                          </m:ctrlPr>
                        </m:naryPr>
                        <m:sub>
                          <m:r>
                            <a:rPr lang="en-US" i="1">
                              <a:latin typeface="Cambria Math" panose="02040503050406030204" pitchFamily="18" charset="0"/>
                            </a:rPr>
                            <m:t>𝜖</m:t>
                          </m:r>
                        </m:sub>
                        <m:sup>
                          <m:r>
                            <a:rPr lang="en-US" i="1">
                              <a:latin typeface="Cambria Math" panose="02040503050406030204" pitchFamily="18" charset="0"/>
                            </a:rPr>
                            <m:t>∞</m:t>
                          </m:r>
                        </m:sup>
                        <m:e>
                          <m:r>
                            <a:rPr lang="en-US" i="1">
                              <a:latin typeface="Cambria Math" panose="02040503050406030204" pitchFamily="18" charset="0"/>
                            </a:rPr>
                            <m:t>𝑥</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𝑝</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smtClean="0">
                                  <a:latin typeface="Cambria Math" panose="02040503050406030204" pitchFamily="18" charset="0"/>
                                </a:rPr>
                                <m:t>𝑥</m:t>
                              </m:r>
                            </m:e>
                          </m:d>
                          <m:r>
                            <a:rPr lang="en-US" i="1">
                              <a:latin typeface="Cambria Math" panose="02040503050406030204" pitchFamily="18" charset="0"/>
                            </a:rPr>
                            <m:t>𝑑𝑥</m:t>
                          </m:r>
                        </m:e>
                      </m:nary>
                      <m:r>
                        <a:rPr lang="en-US" b="0" i="1" smtClean="0">
                          <a:latin typeface="Cambria Math" panose="02040503050406030204" pitchFamily="18" charset="0"/>
                        </a:rPr>
                        <m:t>≤</m:t>
                      </m:r>
                      <m:nary>
                        <m:naryPr>
                          <m:ctrlPr>
                            <a:rPr lang="ru-RU" i="1">
                              <a:latin typeface="Cambria Math" panose="02040503050406030204" pitchFamily="18" charset="0"/>
                            </a:rPr>
                          </m:ctrlPr>
                        </m:naryPr>
                        <m:sub>
                          <m:r>
                            <a:rPr lang="en-US" b="0" i="1" smtClean="0">
                              <a:latin typeface="Cambria Math" panose="02040503050406030204" pitchFamily="18" charset="0"/>
                            </a:rPr>
                            <m:t>0</m:t>
                          </m:r>
                        </m:sub>
                        <m:sup>
                          <m:r>
                            <a:rPr lang="en-US" i="1">
                              <a:latin typeface="Cambria Math" panose="02040503050406030204" pitchFamily="18" charset="0"/>
                            </a:rPr>
                            <m:t>∞</m:t>
                          </m:r>
                        </m:sup>
                        <m:e>
                          <m:r>
                            <a:rPr lang="en-US" i="1">
                              <a:latin typeface="Cambria Math" panose="02040503050406030204" pitchFamily="18" charset="0"/>
                            </a:rPr>
                            <m:t>𝑥</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𝑝</m:t>
                              </m:r>
                            </m:e>
                            <m:sub>
                              <m:r>
                                <a:rPr lang="en-US" i="1">
                                  <a:latin typeface="Cambria Math" panose="02040503050406030204" pitchFamily="18" charset="0"/>
                                </a:rPr>
                                <m:t>𝜉</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𝑑𝑥</m:t>
                          </m:r>
                        </m:e>
                      </m:nary>
                      <m:r>
                        <a:rPr lang="en-US" b="0" i="1" smtClean="0">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𝜉</m:t>
                      </m:r>
                    </m:oMath>
                  </m:oMathPara>
                </a14:m>
                <a:endParaRPr lang="en-US" dirty="0"/>
              </a:p>
              <a:p>
                <a:pPr marL="180000" indent="-180000" algn="just">
                  <a:spcBef>
                    <a:spcPts val="1200"/>
                  </a:spcBef>
                  <a:buFont typeface="Arial" panose="020B0604020202020204" pitchFamily="34" charset="0"/>
                  <a:buChar char="•"/>
                </a:pPr>
                <a:endParaRPr lang="ru-RU" dirty="0"/>
              </a:p>
            </p:txBody>
          </p:sp>
        </mc:Choice>
        <mc:Fallback xmlns="">
          <p:sp>
            <p:nvSpPr>
              <p:cNvPr id="6" name="TextBox 5">
                <a:extLst>
                  <a:ext uri="{FF2B5EF4-FFF2-40B4-BE49-F238E27FC236}">
                    <a16:creationId xmlns:a16="http://schemas.microsoft.com/office/drawing/2014/main" id="{E1762101-30A8-7448-5D03-A35B8C670234}"/>
                  </a:ext>
                </a:extLst>
              </p:cNvPr>
              <p:cNvSpPr txBox="1">
                <a:spLocks noRot="1" noChangeAspect="1" noMove="1" noResize="1" noEditPoints="1" noAdjustHandles="1" noChangeArrowheads="1" noChangeShapeType="1" noTextEdit="1"/>
              </p:cNvSpPr>
              <p:nvPr/>
            </p:nvSpPr>
            <p:spPr>
              <a:xfrm>
                <a:off x="1" y="419100"/>
                <a:ext cx="9144000" cy="5395003"/>
              </a:xfrm>
              <a:prstGeom prst="rect">
                <a:avLst/>
              </a:prstGeom>
              <a:blipFill>
                <a:blip r:embed="rId3"/>
                <a:stretch>
                  <a:fillRect l="-533" t="-678" r="-533"/>
                </a:stretch>
              </a:blipFill>
            </p:spPr>
            <p:txBody>
              <a:bodyPr/>
              <a:lstStyle/>
              <a:p>
                <a:r>
                  <a:rPr lang="ru-RU">
                    <a:noFill/>
                  </a:rPr>
                  <a:t> </a:t>
                </a:r>
              </a:p>
            </p:txBody>
          </p:sp>
        </mc:Fallback>
      </mc:AlternateContent>
      <p:sp>
        <p:nvSpPr>
          <p:cNvPr id="22" name="TextBox 21">
            <a:extLst>
              <a:ext uri="{FF2B5EF4-FFF2-40B4-BE49-F238E27FC236}">
                <a16:creationId xmlns:a16="http://schemas.microsoft.com/office/drawing/2014/main" id="{EF43A4AA-D26F-560C-DA81-94A8510EBEC2}"/>
              </a:ext>
            </a:extLst>
          </p:cNvPr>
          <p:cNvSpPr txBox="1"/>
          <p:nvPr/>
        </p:nvSpPr>
        <p:spPr>
          <a:xfrm>
            <a:off x="1" y="6003705"/>
            <a:ext cx="9143999" cy="646331"/>
          </a:xfrm>
          <a:prstGeom prst="rect">
            <a:avLst/>
          </a:prstGeom>
          <a:noFill/>
        </p:spPr>
        <p:txBody>
          <a:bodyPr wrap="square">
            <a:spAutoFit/>
          </a:bodyPr>
          <a:lstStyle/>
          <a:p>
            <a:pPr algn="ctr"/>
            <a:r>
              <a:rPr lang="ru-RU" dirty="0"/>
              <a:t>Для случая, когда случайная величина может принимать любые значения при условии конечной дисперсии, используют неравенство Чебышёва.</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70D825F-6399-895A-D5EA-EC9B14F98486}"/>
                  </a:ext>
                </a:extLst>
              </p:cNvPr>
              <p:cNvSpPr txBox="1"/>
              <p:nvPr/>
            </p:nvSpPr>
            <p:spPr>
              <a:xfrm>
                <a:off x="3838470" y="5314646"/>
                <a:ext cx="4622242" cy="393826"/>
              </a:xfrm>
              <a:prstGeom prst="rect">
                <a:avLst/>
              </a:prstGeom>
              <a:noFill/>
            </p:spPr>
            <p:txBody>
              <a:bodyPr wrap="square">
                <a:spAutoFit/>
              </a:bodyPr>
              <a:lstStyle/>
              <a:p>
                <a:r>
                  <a:rPr lang="ru-RU" dirty="0"/>
                  <a:t>так как </a:t>
                </a:r>
                <a14:m>
                  <m:oMath xmlns:m="http://schemas.openxmlformats.org/officeDocument/2006/math">
                    <m:r>
                      <a:rPr lang="ru-RU" i="1">
                        <a:latin typeface="Cambria Math" panose="02040503050406030204" pitchFamily="18" charset="0"/>
                      </a:rPr>
                      <m:t>𝜉</m:t>
                    </m:r>
                    <m:r>
                      <a:rPr lang="ru-RU" i="0">
                        <a:latin typeface="Cambria Math" panose="02040503050406030204" pitchFamily="18" charset="0"/>
                      </a:rPr>
                      <m:t>≥</m:t>
                    </m:r>
                    <m:r>
                      <a:rPr lang="ru-RU" i="0">
                        <a:latin typeface="Cambria Math" panose="02040503050406030204" pitchFamily="18" charset="0"/>
                      </a:rPr>
                      <m:t>0</m:t>
                    </m:r>
                  </m:oMath>
                </a14:m>
                <a:r>
                  <a:rPr lang="ru-RU" dirty="0"/>
                  <a:t>, то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𝜉</m:t>
                        </m:r>
                      </m:sub>
                    </m:sSub>
                    <m:d>
                      <m:dPr>
                        <m:ctrlPr>
                          <a:rPr lang="ar-AE" i="1">
                            <a:latin typeface="Cambria Math" panose="02040503050406030204" pitchFamily="18" charset="0"/>
                          </a:rPr>
                        </m:ctrlPr>
                      </m:dPr>
                      <m:e>
                        <m:r>
                          <a:rPr lang="ar-AE" i="1">
                            <a:latin typeface="Cambria Math" panose="02040503050406030204" pitchFamily="18" charset="0"/>
                          </a:rPr>
                          <m:t>𝑥</m:t>
                        </m:r>
                      </m:e>
                    </m:d>
                    <m:r>
                      <a:rPr lang="ar-AE" i="0">
                        <a:latin typeface="Cambria Math" panose="02040503050406030204" pitchFamily="18" charset="0"/>
                      </a:rPr>
                      <m:t>=</m:t>
                    </m:r>
                    <m:r>
                      <a:rPr lang="ar-AE" i="0">
                        <a:latin typeface="Cambria Math" panose="02040503050406030204" pitchFamily="18" charset="0"/>
                      </a:rPr>
                      <m:t>0</m:t>
                    </m:r>
                  </m:oMath>
                </a14:m>
                <a:r>
                  <a:rPr lang="en-US" dirty="0"/>
                  <a:t> </a:t>
                </a:r>
                <a:r>
                  <a:rPr lang="ru-RU" dirty="0"/>
                  <a:t>при </a:t>
                </a:r>
                <a14:m>
                  <m:oMath xmlns:m="http://schemas.openxmlformats.org/officeDocument/2006/math">
                    <m:r>
                      <a:rPr lang="ru-RU" i="1">
                        <a:latin typeface="Cambria Math" panose="02040503050406030204" pitchFamily="18" charset="0"/>
                      </a:rPr>
                      <m:t>𝑥</m:t>
                    </m:r>
                    <m:r>
                      <a:rPr lang="ru-RU" i="0">
                        <a:latin typeface="Cambria Math" panose="02040503050406030204" pitchFamily="18" charset="0"/>
                      </a:rPr>
                      <m:t>&lt;</m:t>
                    </m:r>
                    <m:r>
                      <a:rPr lang="ru-RU" i="0">
                        <a:latin typeface="Cambria Math" panose="02040503050406030204" pitchFamily="18" charset="0"/>
                      </a:rPr>
                      <m:t>0</m:t>
                    </m:r>
                  </m:oMath>
                </a14:m>
                <a:endParaRPr lang="ru-RU" dirty="0"/>
              </a:p>
            </p:txBody>
          </p:sp>
        </mc:Choice>
        <mc:Fallback xmlns="">
          <p:sp>
            <p:nvSpPr>
              <p:cNvPr id="3" name="TextBox 2">
                <a:extLst>
                  <a:ext uri="{FF2B5EF4-FFF2-40B4-BE49-F238E27FC236}">
                    <a16:creationId xmlns:a16="http://schemas.microsoft.com/office/drawing/2014/main" id="{570D825F-6399-895A-D5EA-EC9B14F98486}"/>
                  </a:ext>
                </a:extLst>
              </p:cNvPr>
              <p:cNvSpPr txBox="1">
                <a:spLocks noRot="1" noChangeAspect="1" noMove="1" noResize="1" noEditPoints="1" noAdjustHandles="1" noChangeArrowheads="1" noChangeShapeType="1" noTextEdit="1"/>
              </p:cNvSpPr>
              <p:nvPr/>
            </p:nvSpPr>
            <p:spPr>
              <a:xfrm>
                <a:off x="3838470" y="5314646"/>
                <a:ext cx="4622242" cy="393826"/>
              </a:xfrm>
              <a:prstGeom prst="rect">
                <a:avLst/>
              </a:prstGeom>
              <a:blipFill>
                <a:blip r:embed="rId4"/>
                <a:stretch>
                  <a:fillRect l="-1187" t="-7813" b="-20313"/>
                </a:stretch>
              </a:blipFill>
            </p:spPr>
            <p:txBody>
              <a:bodyPr/>
              <a:lstStyle/>
              <a:p>
                <a:r>
                  <a:rPr lang="ru-RU">
                    <a:noFill/>
                  </a:rPr>
                  <a:t> </a:t>
                </a:r>
              </a:p>
            </p:txBody>
          </p:sp>
        </mc:Fallback>
      </mc:AlternateContent>
      <p:grpSp>
        <p:nvGrpSpPr>
          <p:cNvPr id="9" name="Группа 8">
            <a:extLst>
              <a:ext uri="{FF2B5EF4-FFF2-40B4-BE49-F238E27FC236}">
                <a16:creationId xmlns:a16="http://schemas.microsoft.com/office/drawing/2014/main" id="{8D33B48E-2C9C-69F2-B136-C289E20AB61D}"/>
              </a:ext>
            </a:extLst>
          </p:cNvPr>
          <p:cNvGrpSpPr/>
          <p:nvPr/>
        </p:nvGrpSpPr>
        <p:grpSpPr>
          <a:xfrm>
            <a:off x="7176346" y="3042983"/>
            <a:ext cx="297000" cy="357120"/>
            <a:chOff x="7176346" y="3042983"/>
            <a:chExt cx="297000" cy="357120"/>
          </a:xfrm>
        </p:grpSpPr>
        <mc:AlternateContent xmlns:mc="http://schemas.openxmlformats.org/markup-compatibility/2006" xmlns:p14="http://schemas.microsoft.com/office/powerpoint/2010/main">
          <mc:Choice Requires="p14">
            <p:contentPart p14:bwMode="auto" r:id="rId5">
              <p14:nvContentPartPr>
                <p14:cNvPr id="2" name="Рукописный ввод 1">
                  <a:extLst>
                    <a:ext uri="{FF2B5EF4-FFF2-40B4-BE49-F238E27FC236}">
                      <a16:creationId xmlns:a16="http://schemas.microsoft.com/office/drawing/2014/main" id="{C2003567-C0F8-D67B-F86A-180FE5229F2A}"/>
                    </a:ext>
                  </a:extLst>
                </p14:cNvPr>
                <p14:cNvContentPartPr/>
                <p14:nvPr/>
              </p14:nvContentPartPr>
              <p14:xfrm>
                <a:off x="7176346" y="3042983"/>
                <a:ext cx="297000" cy="357120"/>
              </p14:xfrm>
            </p:contentPart>
          </mc:Choice>
          <mc:Fallback xmlns="">
            <p:pic>
              <p:nvPicPr>
                <p:cNvPr id="2" name="Рукописный ввод 1">
                  <a:extLst>
                    <a:ext uri="{FF2B5EF4-FFF2-40B4-BE49-F238E27FC236}">
                      <a16:creationId xmlns:a16="http://schemas.microsoft.com/office/drawing/2014/main" id="{C2003567-C0F8-D67B-F86A-180FE5229F2A}"/>
                    </a:ext>
                  </a:extLst>
                </p:cNvPr>
                <p:cNvPicPr/>
                <p:nvPr/>
              </p:nvPicPr>
              <p:blipFill>
                <a:blip r:embed="rId6"/>
                <a:stretch>
                  <a:fillRect/>
                </a:stretch>
              </p:blipFill>
              <p:spPr>
                <a:xfrm>
                  <a:off x="7170226" y="3036863"/>
                  <a:ext cx="30924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Рукописный ввод 6">
                  <a:extLst>
                    <a:ext uri="{FF2B5EF4-FFF2-40B4-BE49-F238E27FC236}">
                      <a16:creationId xmlns:a16="http://schemas.microsoft.com/office/drawing/2014/main" id="{EF839323-8903-DE4A-D594-4C9ED166F1E7}"/>
                    </a:ext>
                  </a:extLst>
                </p14:cNvPr>
                <p14:cNvContentPartPr/>
                <p14:nvPr/>
              </p14:nvContentPartPr>
              <p14:xfrm>
                <a:off x="7227826" y="3093023"/>
                <a:ext cx="170280" cy="223920"/>
              </p14:xfrm>
            </p:contentPart>
          </mc:Choice>
          <mc:Fallback xmlns="">
            <p:pic>
              <p:nvPicPr>
                <p:cNvPr id="7" name="Рукописный ввод 6">
                  <a:extLst>
                    <a:ext uri="{FF2B5EF4-FFF2-40B4-BE49-F238E27FC236}">
                      <a16:creationId xmlns:a16="http://schemas.microsoft.com/office/drawing/2014/main" id="{EF839323-8903-DE4A-D594-4C9ED166F1E7}"/>
                    </a:ext>
                  </a:extLst>
                </p:cNvPr>
                <p:cNvPicPr/>
                <p:nvPr/>
              </p:nvPicPr>
              <p:blipFill>
                <a:blip r:embed="rId8"/>
                <a:stretch>
                  <a:fillRect/>
                </a:stretch>
              </p:blipFill>
              <p:spPr>
                <a:xfrm>
                  <a:off x="7221706" y="3086903"/>
                  <a:ext cx="182520" cy="236160"/>
                </a:xfrm>
                <a:prstGeom prst="rect">
                  <a:avLst/>
                </a:prstGeom>
              </p:spPr>
            </p:pic>
          </mc:Fallback>
        </mc:AlternateContent>
      </p:grpSp>
      <p:grpSp>
        <p:nvGrpSpPr>
          <p:cNvPr id="29" name="Группа 28">
            <a:extLst>
              <a:ext uri="{FF2B5EF4-FFF2-40B4-BE49-F238E27FC236}">
                <a16:creationId xmlns:a16="http://schemas.microsoft.com/office/drawing/2014/main" id="{4AA56EA1-FF45-17C3-A71A-00E163B726B4}"/>
              </a:ext>
            </a:extLst>
          </p:cNvPr>
          <p:cNvGrpSpPr/>
          <p:nvPr/>
        </p:nvGrpSpPr>
        <p:grpSpPr>
          <a:xfrm>
            <a:off x="7826866" y="2637623"/>
            <a:ext cx="2994480" cy="815040"/>
            <a:chOff x="7826866" y="2637623"/>
            <a:chExt cx="2994480" cy="815040"/>
          </a:xfrm>
        </p:grpSpPr>
        <mc:AlternateContent xmlns:mc="http://schemas.openxmlformats.org/markup-compatibility/2006" xmlns:p14="http://schemas.microsoft.com/office/powerpoint/2010/main">
          <mc:Choice Requires="p14">
            <p:contentPart p14:bwMode="auto" r:id="rId9">
              <p14:nvContentPartPr>
                <p14:cNvPr id="8" name="Рукописный ввод 7">
                  <a:extLst>
                    <a:ext uri="{FF2B5EF4-FFF2-40B4-BE49-F238E27FC236}">
                      <a16:creationId xmlns:a16="http://schemas.microsoft.com/office/drawing/2014/main" id="{B48BDF94-DC77-F224-9C71-1A26EF712E7A}"/>
                    </a:ext>
                  </a:extLst>
                </p14:cNvPr>
                <p14:cNvContentPartPr/>
                <p14:nvPr/>
              </p14:nvContentPartPr>
              <p14:xfrm>
                <a:off x="7826866" y="2911943"/>
                <a:ext cx="169560" cy="413280"/>
              </p14:xfrm>
            </p:contentPart>
          </mc:Choice>
          <mc:Fallback xmlns="">
            <p:pic>
              <p:nvPicPr>
                <p:cNvPr id="8" name="Рукописный ввод 7">
                  <a:extLst>
                    <a:ext uri="{FF2B5EF4-FFF2-40B4-BE49-F238E27FC236}">
                      <a16:creationId xmlns:a16="http://schemas.microsoft.com/office/drawing/2014/main" id="{B48BDF94-DC77-F224-9C71-1A26EF712E7A}"/>
                    </a:ext>
                  </a:extLst>
                </p:cNvPr>
                <p:cNvPicPr/>
                <p:nvPr/>
              </p:nvPicPr>
              <p:blipFill>
                <a:blip r:embed="rId10"/>
                <a:stretch>
                  <a:fillRect/>
                </a:stretch>
              </p:blipFill>
              <p:spPr>
                <a:xfrm>
                  <a:off x="7820746" y="2905823"/>
                  <a:ext cx="18180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Рукописный ввод 9">
                  <a:extLst>
                    <a:ext uri="{FF2B5EF4-FFF2-40B4-BE49-F238E27FC236}">
                      <a16:creationId xmlns:a16="http://schemas.microsoft.com/office/drawing/2014/main" id="{3F48A26F-22EE-9B67-36DE-6EFBBC7F35C1}"/>
                    </a:ext>
                  </a:extLst>
                </p14:cNvPr>
                <p14:cNvContentPartPr/>
                <p14:nvPr/>
              </p14:nvContentPartPr>
              <p14:xfrm>
                <a:off x="8070226" y="2896463"/>
                <a:ext cx="151560" cy="491040"/>
              </p14:xfrm>
            </p:contentPart>
          </mc:Choice>
          <mc:Fallback xmlns="">
            <p:pic>
              <p:nvPicPr>
                <p:cNvPr id="10" name="Рукописный ввод 9">
                  <a:extLst>
                    <a:ext uri="{FF2B5EF4-FFF2-40B4-BE49-F238E27FC236}">
                      <a16:creationId xmlns:a16="http://schemas.microsoft.com/office/drawing/2014/main" id="{3F48A26F-22EE-9B67-36DE-6EFBBC7F35C1}"/>
                    </a:ext>
                  </a:extLst>
                </p:cNvPr>
                <p:cNvPicPr/>
                <p:nvPr/>
              </p:nvPicPr>
              <p:blipFill>
                <a:blip r:embed="rId12"/>
                <a:stretch>
                  <a:fillRect/>
                </a:stretch>
              </p:blipFill>
              <p:spPr>
                <a:xfrm>
                  <a:off x="8064106" y="2890343"/>
                  <a:ext cx="16380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Рукописный ввод 10">
                  <a:extLst>
                    <a:ext uri="{FF2B5EF4-FFF2-40B4-BE49-F238E27FC236}">
                      <a16:creationId xmlns:a16="http://schemas.microsoft.com/office/drawing/2014/main" id="{7368C627-9BEE-4647-6297-167D24B8CD34}"/>
                    </a:ext>
                  </a:extLst>
                </p14:cNvPr>
                <p14:cNvContentPartPr/>
                <p14:nvPr/>
              </p14:nvContentPartPr>
              <p14:xfrm>
                <a:off x="8306026" y="2864783"/>
                <a:ext cx="135360" cy="559800"/>
              </p14:xfrm>
            </p:contentPart>
          </mc:Choice>
          <mc:Fallback xmlns="">
            <p:pic>
              <p:nvPicPr>
                <p:cNvPr id="11" name="Рукописный ввод 10">
                  <a:extLst>
                    <a:ext uri="{FF2B5EF4-FFF2-40B4-BE49-F238E27FC236}">
                      <a16:creationId xmlns:a16="http://schemas.microsoft.com/office/drawing/2014/main" id="{7368C627-9BEE-4647-6297-167D24B8CD34}"/>
                    </a:ext>
                  </a:extLst>
                </p:cNvPr>
                <p:cNvPicPr/>
                <p:nvPr/>
              </p:nvPicPr>
              <p:blipFill>
                <a:blip r:embed="rId14"/>
                <a:stretch>
                  <a:fillRect/>
                </a:stretch>
              </p:blipFill>
              <p:spPr>
                <a:xfrm>
                  <a:off x="8299906" y="2858663"/>
                  <a:ext cx="147600" cy="572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Рукописный ввод 11">
                  <a:extLst>
                    <a:ext uri="{FF2B5EF4-FFF2-40B4-BE49-F238E27FC236}">
                      <a16:creationId xmlns:a16="http://schemas.microsoft.com/office/drawing/2014/main" id="{F9B6C239-898D-3688-DF38-04D38EA0B403}"/>
                    </a:ext>
                  </a:extLst>
                </p14:cNvPr>
                <p14:cNvContentPartPr/>
                <p14:nvPr/>
              </p14:nvContentPartPr>
              <p14:xfrm>
                <a:off x="8496466" y="2894303"/>
                <a:ext cx="141840" cy="505800"/>
              </p14:xfrm>
            </p:contentPart>
          </mc:Choice>
          <mc:Fallback xmlns="">
            <p:pic>
              <p:nvPicPr>
                <p:cNvPr id="12" name="Рукописный ввод 11">
                  <a:extLst>
                    <a:ext uri="{FF2B5EF4-FFF2-40B4-BE49-F238E27FC236}">
                      <a16:creationId xmlns:a16="http://schemas.microsoft.com/office/drawing/2014/main" id="{F9B6C239-898D-3688-DF38-04D38EA0B403}"/>
                    </a:ext>
                  </a:extLst>
                </p:cNvPr>
                <p:cNvPicPr/>
                <p:nvPr/>
              </p:nvPicPr>
              <p:blipFill>
                <a:blip r:embed="rId16"/>
                <a:stretch>
                  <a:fillRect/>
                </a:stretch>
              </p:blipFill>
              <p:spPr>
                <a:xfrm>
                  <a:off x="8490346" y="2888183"/>
                  <a:ext cx="154080" cy="518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Рукописный ввод 12">
                  <a:extLst>
                    <a:ext uri="{FF2B5EF4-FFF2-40B4-BE49-F238E27FC236}">
                      <a16:creationId xmlns:a16="http://schemas.microsoft.com/office/drawing/2014/main" id="{BB5EF8DC-11DE-D025-ED72-43E0C5A47B49}"/>
                    </a:ext>
                  </a:extLst>
                </p14:cNvPr>
                <p14:cNvContentPartPr/>
                <p14:nvPr/>
              </p14:nvContentPartPr>
              <p14:xfrm>
                <a:off x="8716426" y="2980343"/>
                <a:ext cx="178560" cy="310320"/>
              </p14:xfrm>
            </p:contentPart>
          </mc:Choice>
          <mc:Fallback xmlns="">
            <p:pic>
              <p:nvPicPr>
                <p:cNvPr id="13" name="Рукописный ввод 12">
                  <a:extLst>
                    <a:ext uri="{FF2B5EF4-FFF2-40B4-BE49-F238E27FC236}">
                      <a16:creationId xmlns:a16="http://schemas.microsoft.com/office/drawing/2014/main" id="{BB5EF8DC-11DE-D025-ED72-43E0C5A47B49}"/>
                    </a:ext>
                  </a:extLst>
                </p:cNvPr>
                <p:cNvPicPr/>
                <p:nvPr/>
              </p:nvPicPr>
              <p:blipFill>
                <a:blip r:embed="rId18"/>
                <a:stretch>
                  <a:fillRect/>
                </a:stretch>
              </p:blipFill>
              <p:spPr>
                <a:xfrm>
                  <a:off x="8710306" y="2974223"/>
                  <a:ext cx="19080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Рукописный ввод 13">
                  <a:extLst>
                    <a:ext uri="{FF2B5EF4-FFF2-40B4-BE49-F238E27FC236}">
                      <a16:creationId xmlns:a16="http://schemas.microsoft.com/office/drawing/2014/main" id="{E06885AC-B1D3-24C4-5F8B-3628DD3F3AD7}"/>
                    </a:ext>
                  </a:extLst>
                </p14:cNvPr>
                <p14:cNvContentPartPr/>
                <p14:nvPr/>
              </p14:nvContentPartPr>
              <p14:xfrm>
                <a:off x="8800306" y="3117863"/>
                <a:ext cx="216000" cy="168120"/>
              </p14:xfrm>
            </p:contentPart>
          </mc:Choice>
          <mc:Fallback xmlns="">
            <p:pic>
              <p:nvPicPr>
                <p:cNvPr id="14" name="Рукописный ввод 13">
                  <a:extLst>
                    <a:ext uri="{FF2B5EF4-FFF2-40B4-BE49-F238E27FC236}">
                      <a16:creationId xmlns:a16="http://schemas.microsoft.com/office/drawing/2014/main" id="{E06885AC-B1D3-24C4-5F8B-3628DD3F3AD7}"/>
                    </a:ext>
                  </a:extLst>
                </p:cNvPr>
                <p:cNvPicPr/>
                <p:nvPr/>
              </p:nvPicPr>
              <p:blipFill>
                <a:blip r:embed="rId20"/>
                <a:stretch>
                  <a:fillRect/>
                </a:stretch>
              </p:blipFill>
              <p:spPr>
                <a:xfrm>
                  <a:off x="8794186" y="3111743"/>
                  <a:ext cx="22824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Рукописный ввод 14">
                  <a:extLst>
                    <a:ext uri="{FF2B5EF4-FFF2-40B4-BE49-F238E27FC236}">
                      <a16:creationId xmlns:a16="http://schemas.microsoft.com/office/drawing/2014/main" id="{F9661020-E6D0-099A-74F4-2DB9946BECA0}"/>
                    </a:ext>
                  </a:extLst>
                </p14:cNvPr>
                <p14:cNvContentPartPr/>
                <p14:nvPr/>
              </p14:nvContentPartPr>
              <p14:xfrm>
                <a:off x="9121786" y="2967023"/>
                <a:ext cx="163440" cy="345600"/>
              </p14:xfrm>
            </p:contentPart>
          </mc:Choice>
          <mc:Fallback xmlns="">
            <p:pic>
              <p:nvPicPr>
                <p:cNvPr id="15" name="Рукописный ввод 14">
                  <a:extLst>
                    <a:ext uri="{FF2B5EF4-FFF2-40B4-BE49-F238E27FC236}">
                      <a16:creationId xmlns:a16="http://schemas.microsoft.com/office/drawing/2014/main" id="{F9661020-E6D0-099A-74F4-2DB9946BECA0}"/>
                    </a:ext>
                  </a:extLst>
                </p:cNvPr>
                <p:cNvPicPr/>
                <p:nvPr/>
              </p:nvPicPr>
              <p:blipFill>
                <a:blip r:embed="rId22"/>
                <a:stretch>
                  <a:fillRect/>
                </a:stretch>
              </p:blipFill>
              <p:spPr>
                <a:xfrm>
                  <a:off x="9115666" y="2960903"/>
                  <a:ext cx="17568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Рукописный ввод 15">
                  <a:extLst>
                    <a:ext uri="{FF2B5EF4-FFF2-40B4-BE49-F238E27FC236}">
                      <a16:creationId xmlns:a16="http://schemas.microsoft.com/office/drawing/2014/main" id="{6BF27DB9-F372-ECFE-75AE-33EACA69E101}"/>
                    </a:ext>
                  </a:extLst>
                </p14:cNvPr>
                <p14:cNvContentPartPr/>
                <p14:nvPr/>
              </p14:nvContentPartPr>
              <p14:xfrm>
                <a:off x="9297106" y="2793863"/>
                <a:ext cx="153360" cy="499680"/>
              </p14:xfrm>
            </p:contentPart>
          </mc:Choice>
          <mc:Fallback xmlns="">
            <p:pic>
              <p:nvPicPr>
                <p:cNvPr id="16" name="Рукописный ввод 15">
                  <a:extLst>
                    <a:ext uri="{FF2B5EF4-FFF2-40B4-BE49-F238E27FC236}">
                      <a16:creationId xmlns:a16="http://schemas.microsoft.com/office/drawing/2014/main" id="{6BF27DB9-F372-ECFE-75AE-33EACA69E101}"/>
                    </a:ext>
                  </a:extLst>
                </p:cNvPr>
                <p:cNvPicPr/>
                <p:nvPr/>
              </p:nvPicPr>
              <p:blipFill>
                <a:blip r:embed="rId24"/>
                <a:stretch>
                  <a:fillRect/>
                </a:stretch>
              </p:blipFill>
              <p:spPr>
                <a:xfrm>
                  <a:off x="9290986" y="2787743"/>
                  <a:ext cx="165600" cy="5119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Рукописный ввод 17">
                  <a:extLst>
                    <a:ext uri="{FF2B5EF4-FFF2-40B4-BE49-F238E27FC236}">
                      <a16:creationId xmlns:a16="http://schemas.microsoft.com/office/drawing/2014/main" id="{76FB7EA7-9967-81FB-8C86-C25614A9E67C}"/>
                    </a:ext>
                  </a:extLst>
                </p14:cNvPr>
                <p14:cNvContentPartPr/>
                <p14:nvPr/>
              </p14:nvContentPartPr>
              <p14:xfrm>
                <a:off x="9598786" y="2804663"/>
                <a:ext cx="217800" cy="229320"/>
              </p14:xfrm>
            </p:contentPart>
          </mc:Choice>
          <mc:Fallback xmlns="">
            <p:pic>
              <p:nvPicPr>
                <p:cNvPr id="18" name="Рукописный ввод 17">
                  <a:extLst>
                    <a:ext uri="{FF2B5EF4-FFF2-40B4-BE49-F238E27FC236}">
                      <a16:creationId xmlns:a16="http://schemas.microsoft.com/office/drawing/2014/main" id="{76FB7EA7-9967-81FB-8C86-C25614A9E67C}"/>
                    </a:ext>
                  </a:extLst>
                </p:cNvPr>
                <p:cNvPicPr/>
                <p:nvPr/>
              </p:nvPicPr>
              <p:blipFill>
                <a:blip r:embed="rId26"/>
                <a:stretch>
                  <a:fillRect/>
                </a:stretch>
              </p:blipFill>
              <p:spPr>
                <a:xfrm>
                  <a:off x="9592666" y="2798543"/>
                  <a:ext cx="2300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Рукописный ввод 18">
                  <a:extLst>
                    <a:ext uri="{FF2B5EF4-FFF2-40B4-BE49-F238E27FC236}">
                      <a16:creationId xmlns:a16="http://schemas.microsoft.com/office/drawing/2014/main" id="{93727D53-9EA6-4944-4442-0AC6EC9569E1}"/>
                    </a:ext>
                  </a:extLst>
                </p14:cNvPr>
                <p14:cNvContentPartPr/>
                <p14:nvPr/>
              </p14:nvContentPartPr>
              <p14:xfrm>
                <a:off x="9599146" y="3113543"/>
                <a:ext cx="243360" cy="16920"/>
              </p14:xfrm>
            </p:contentPart>
          </mc:Choice>
          <mc:Fallback xmlns="">
            <p:pic>
              <p:nvPicPr>
                <p:cNvPr id="19" name="Рукописный ввод 18">
                  <a:extLst>
                    <a:ext uri="{FF2B5EF4-FFF2-40B4-BE49-F238E27FC236}">
                      <a16:creationId xmlns:a16="http://schemas.microsoft.com/office/drawing/2014/main" id="{93727D53-9EA6-4944-4442-0AC6EC9569E1}"/>
                    </a:ext>
                  </a:extLst>
                </p:cNvPr>
                <p:cNvPicPr/>
                <p:nvPr/>
              </p:nvPicPr>
              <p:blipFill>
                <a:blip r:embed="rId28"/>
                <a:stretch>
                  <a:fillRect/>
                </a:stretch>
              </p:blipFill>
              <p:spPr>
                <a:xfrm>
                  <a:off x="9593026" y="3107423"/>
                  <a:ext cx="2556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Рукописный ввод 19">
                  <a:extLst>
                    <a:ext uri="{FF2B5EF4-FFF2-40B4-BE49-F238E27FC236}">
                      <a16:creationId xmlns:a16="http://schemas.microsoft.com/office/drawing/2014/main" id="{1E35F5D5-53B1-032B-8718-9E7D5651174A}"/>
                    </a:ext>
                  </a:extLst>
                </p14:cNvPr>
                <p14:cNvContentPartPr/>
                <p14:nvPr/>
              </p14:nvContentPartPr>
              <p14:xfrm>
                <a:off x="9913426" y="2637623"/>
                <a:ext cx="262440" cy="377640"/>
              </p14:xfrm>
            </p:contentPart>
          </mc:Choice>
          <mc:Fallback xmlns="">
            <p:pic>
              <p:nvPicPr>
                <p:cNvPr id="20" name="Рукописный ввод 19">
                  <a:extLst>
                    <a:ext uri="{FF2B5EF4-FFF2-40B4-BE49-F238E27FC236}">
                      <a16:creationId xmlns:a16="http://schemas.microsoft.com/office/drawing/2014/main" id="{1E35F5D5-53B1-032B-8718-9E7D5651174A}"/>
                    </a:ext>
                  </a:extLst>
                </p:cNvPr>
                <p:cNvPicPr/>
                <p:nvPr/>
              </p:nvPicPr>
              <p:blipFill>
                <a:blip r:embed="rId30"/>
                <a:stretch>
                  <a:fillRect/>
                </a:stretch>
              </p:blipFill>
              <p:spPr>
                <a:xfrm>
                  <a:off x="9907306" y="2631503"/>
                  <a:ext cx="27468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Рукописный ввод 22">
                  <a:extLst>
                    <a:ext uri="{FF2B5EF4-FFF2-40B4-BE49-F238E27FC236}">
                      <a16:creationId xmlns:a16="http://schemas.microsoft.com/office/drawing/2014/main" id="{3E5EDC92-2D87-C3B0-72FC-B75E1CD02BA7}"/>
                    </a:ext>
                  </a:extLst>
                </p14:cNvPr>
                <p14:cNvContentPartPr/>
                <p14:nvPr/>
              </p14:nvContentPartPr>
              <p14:xfrm>
                <a:off x="10011706" y="3193463"/>
                <a:ext cx="87480" cy="259200"/>
              </p14:xfrm>
            </p:contentPart>
          </mc:Choice>
          <mc:Fallback xmlns="">
            <p:pic>
              <p:nvPicPr>
                <p:cNvPr id="23" name="Рукописный ввод 22">
                  <a:extLst>
                    <a:ext uri="{FF2B5EF4-FFF2-40B4-BE49-F238E27FC236}">
                      <a16:creationId xmlns:a16="http://schemas.microsoft.com/office/drawing/2014/main" id="{3E5EDC92-2D87-C3B0-72FC-B75E1CD02BA7}"/>
                    </a:ext>
                  </a:extLst>
                </p:cNvPr>
                <p:cNvPicPr/>
                <p:nvPr/>
              </p:nvPicPr>
              <p:blipFill>
                <a:blip r:embed="rId32"/>
                <a:stretch>
                  <a:fillRect/>
                </a:stretch>
              </p:blipFill>
              <p:spPr>
                <a:xfrm>
                  <a:off x="10005586" y="3187343"/>
                  <a:ext cx="9972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Рукописный ввод 23">
                  <a:extLst>
                    <a:ext uri="{FF2B5EF4-FFF2-40B4-BE49-F238E27FC236}">
                      <a16:creationId xmlns:a16="http://schemas.microsoft.com/office/drawing/2014/main" id="{43B8CA7B-F0F1-D5F0-349D-7B4B08437A19}"/>
                    </a:ext>
                  </a:extLst>
                </p14:cNvPr>
                <p14:cNvContentPartPr/>
                <p14:nvPr/>
              </p14:nvContentPartPr>
              <p14:xfrm>
                <a:off x="10224466" y="3295703"/>
                <a:ext cx="65520" cy="118800"/>
              </p14:xfrm>
            </p:contentPart>
          </mc:Choice>
          <mc:Fallback xmlns="">
            <p:pic>
              <p:nvPicPr>
                <p:cNvPr id="24" name="Рукописный ввод 23">
                  <a:extLst>
                    <a:ext uri="{FF2B5EF4-FFF2-40B4-BE49-F238E27FC236}">
                      <a16:creationId xmlns:a16="http://schemas.microsoft.com/office/drawing/2014/main" id="{43B8CA7B-F0F1-D5F0-349D-7B4B08437A19}"/>
                    </a:ext>
                  </a:extLst>
                </p:cNvPr>
                <p:cNvPicPr/>
                <p:nvPr/>
              </p:nvPicPr>
              <p:blipFill>
                <a:blip r:embed="rId34"/>
                <a:stretch>
                  <a:fillRect/>
                </a:stretch>
              </p:blipFill>
              <p:spPr>
                <a:xfrm>
                  <a:off x="10218346" y="3289583"/>
                  <a:ext cx="7776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Рукописный ввод 24">
                  <a:extLst>
                    <a:ext uri="{FF2B5EF4-FFF2-40B4-BE49-F238E27FC236}">
                      <a16:creationId xmlns:a16="http://schemas.microsoft.com/office/drawing/2014/main" id="{3DA8F508-1C55-3B4C-2DDA-6B3871CDEF08}"/>
                    </a:ext>
                  </a:extLst>
                </p14:cNvPr>
                <p14:cNvContentPartPr/>
                <p14:nvPr/>
              </p14:nvContentPartPr>
              <p14:xfrm>
                <a:off x="10226626" y="3252503"/>
                <a:ext cx="90720" cy="18360"/>
              </p14:xfrm>
            </p:contentPart>
          </mc:Choice>
          <mc:Fallback xmlns="">
            <p:pic>
              <p:nvPicPr>
                <p:cNvPr id="25" name="Рукописный ввод 24">
                  <a:extLst>
                    <a:ext uri="{FF2B5EF4-FFF2-40B4-BE49-F238E27FC236}">
                      <a16:creationId xmlns:a16="http://schemas.microsoft.com/office/drawing/2014/main" id="{3DA8F508-1C55-3B4C-2DDA-6B3871CDEF08}"/>
                    </a:ext>
                  </a:extLst>
                </p:cNvPr>
                <p:cNvPicPr/>
                <p:nvPr/>
              </p:nvPicPr>
              <p:blipFill>
                <a:blip r:embed="rId36"/>
                <a:stretch>
                  <a:fillRect/>
                </a:stretch>
              </p:blipFill>
              <p:spPr>
                <a:xfrm>
                  <a:off x="10220506" y="3246383"/>
                  <a:ext cx="1029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Рукописный ввод 25">
                  <a:extLst>
                    <a:ext uri="{FF2B5EF4-FFF2-40B4-BE49-F238E27FC236}">
                      <a16:creationId xmlns:a16="http://schemas.microsoft.com/office/drawing/2014/main" id="{687CCCC4-A472-E3A1-4B02-512249C3BC2D}"/>
                    </a:ext>
                  </a:extLst>
                </p14:cNvPr>
                <p14:cNvContentPartPr/>
                <p14:nvPr/>
              </p14:nvContentPartPr>
              <p14:xfrm>
                <a:off x="10397266" y="3164663"/>
                <a:ext cx="147960" cy="182880"/>
              </p14:xfrm>
            </p:contentPart>
          </mc:Choice>
          <mc:Fallback xmlns="">
            <p:pic>
              <p:nvPicPr>
                <p:cNvPr id="26" name="Рукописный ввод 25">
                  <a:extLst>
                    <a:ext uri="{FF2B5EF4-FFF2-40B4-BE49-F238E27FC236}">
                      <a16:creationId xmlns:a16="http://schemas.microsoft.com/office/drawing/2014/main" id="{687CCCC4-A472-E3A1-4B02-512249C3BC2D}"/>
                    </a:ext>
                  </a:extLst>
                </p:cNvPr>
                <p:cNvPicPr/>
                <p:nvPr/>
              </p:nvPicPr>
              <p:blipFill>
                <a:blip r:embed="rId38"/>
                <a:stretch>
                  <a:fillRect/>
                </a:stretch>
              </p:blipFill>
              <p:spPr>
                <a:xfrm>
                  <a:off x="10391146" y="3158543"/>
                  <a:ext cx="16020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Рукописный ввод 26">
                  <a:extLst>
                    <a:ext uri="{FF2B5EF4-FFF2-40B4-BE49-F238E27FC236}">
                      <a16:creationId xmlns:a16="http://schemas.microsoft.com/office/drawing/2014/main" id="{3A820C09-A333-98DB-EBB1-033A68C55157}"/>
                    </a:ext>
                  </a:extLst>
                </p14:cNvPr>
                <p14:cNvContentPartPr/>
                <p14:nvPr/>
              </p14:nvContentPartPr>
              <p14:xfrm>
                <a:off x="10431106" y="3270863"/>
                <a:ext cx="256320" cy="137160"/>
              </p14:xfrm>
            </p:contentPart>
          </mc:Choice>
          <mc:Fallback xmlns="">
            <p:pic>
              <p:nvPicPr>
                <p:cNvPr id="27" name="Рукописный ввод 26">
                  <a:extLst>
                    <a:ext uri="{FF2B5EF4-FFF2-40B4-BE49-F238E27FC236}">
                      <a16:creationId xmlns:a16="http://schemas.microsoft.com/office/drawing/2014/main" id="{3A820C09-A333-98DB-EBB1-033A68C55157}"/>
                    </a:ext>
                  </a:extLst>
                </p:cNvPr>
                <p:cNvPicPr/>
                <p:nvPr/>
              </p:nvPicPr>
              <p:blipFill>
                <a:blip r:embed="rId40"/>
                <a:stretch>
                  <a:fillRect/>
                </a:stretch>
              </p:blipFill>
              <p:spPr>
                <a:xfrm>
                  <a:off x="10424986" y="3264743"/>
                  <a:ext cx="26856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Рукописный ввод 27">
                  <a:extLst>
                    <a:ext uri="{FF2B5EF4-FFF2-40B4-BE49-F238E27FC236}">
                      <a16:creationId xmlns:a16="http://schemas.microsoft.com/office/drawing/2014/main" id="{AED1DCB7-5687-B46C-BE20-DDA765F1A460}"/>
                    </a:ext>
                  </a:extLst>
                </p14:cNvPr>
                <p14:cNvContentPartPr/>
                <p14:nvPr/>
              </p14:nvContentPartPr>
              <p14:xfrm>
                <a:off x="10682386" y="3055223"/>
                <a:ext cx="138960" cy="284760"/>
              </p14:xfrm>
            </p:contentPart>
          </mc:Choice>
          <mc:Fallback xmlns="">
            <p:pic>
              <p:nvPicPr>
                <p:cNvPr id="28" name="Рукописный ввод 27">
                  <a:extLst>
                    <a:ext uri="{FF2B5EF4-FFF2-40B4-BE49-F238E27FC236}">
                      <a16:creationId xmlns:a16="http://schemas.microsoft.com/office/drawing/2014/main" id="{AED1DCB7-5687-B46C-BE20-DDA765F1A460}"/>
                    </a:ext>
                  </a:extLst>
                </p:cNvPr>
                <p:cNvPicPr/>
                <p:nvPr/>
              </p:nvPicPr>
              <p:blipFill>
                <a:blip r:embed="rId42"/>
                <a:stretch>
                  <a:fillRect/>
                </a:stretch>
              </p:blipFill>
              <p:spPr>
                <a:xfrm>
                  <a:off x="10676266" y="3049103"/>
                  <a:ext cx="151200" cy="297000"/>
                </a:xfrm>
                <a:prstGeom prst="rect">
                  <a:avLst/>
                </a:prstGeom>
              </p:spPr>
            </p:pic>
          </mc:Fallback>
        </mc:AlternateContent>
      </p:grpSp>
      <p:grpSp>
        <p:nvGrpSpPr>
          <p:cNvPr id="36" name="Группа 35">
            <a:extLst>
              <a:ext uri="{FF2B5EF4-FFF2-40B4-BE49-F238E27FC236}">
                <a16:creationId xmlns:a16="http://schemas.microsoft.com/office/drawing/2014/main" id="{CBFA3516-7DEC-FEB9-F439-F6FDCF002695}"/>
              </a:ext>
            </a:extLst>
          </p:cNvPr>
          <p:cNvGrpSpPr/>
          <p:nvPr/>
        </p:nvGrpSpPr>
        <p:grpSpPr>
          <a:xfrm>
            <a:off x="10264426" y="2284463"/>
            <a:ext cx="795960" cy="586440"/>
            <a:chOff x="10264426" y="2284463"/>
            <a:chExt cx="795960" cy="586440"/>
          </a:xfrm>
        </p:grpSpPr>
        <mc:AlternateContent xmlns:mc="http://schemas.openxmlformats.org/markup-compatibility/2006" xmlns:p14="http://schemas.microsoft.com/office/powerpoint/2010/main">
          <mc:Choice Requires="p14">
            <p:contentPart p14:bwMode="auto" r:id="rId43">
              <p14:nvContentPartPr>
                <p14:cNvPr id="30" name="Рукописный ввод 29">
                  <a:extLst>
                    <a:ext uri="{FF2B5EF4-FFF2-40B4-BE49-F238E27FC236}">
                      <a16:creationId xmlns:a16="http://schemas.microsoft.com/office/drawing/2014/main" id="{231B0D34-83D3-54FD-8DE0-3DEB3E489B61}"/>
                    </a:ext>
                  </a:extLst>
                </p14:cNvPr>
                <p14:cNvContentPartPr/>
                <p14:nvPr/>
              </p14:nvContentPartPr>
              <p14:xfrm>
                <a:off x="10264426" y="2519183"/>
                <a:ext cx="146520" cy="348840"/>
              </p14:xfrm>
            </p:contentPart>
          </mc:Choice>
          <mc:Fallback xmlns="">
            <p:pic>
              <p:nvPicPr>
                <p:cNvPr id="30" name="Рукописный ввод 29">
                  <a:extLst>
                    <a:ext uri="{FF2B5EF4-FFF2-40B4-BE49-F238E27FC236}">
                      <a16:creationId xmlns:a16="http://schemas.microsoft.com/office/drawing/2014/main" id="{231B0D34-83D3-54FD-8DE0-3DEB3E489B61}"/>
                    </a:ext>
                  </a:extLst>
                </p:cNvPr>
                <p:cNvPicPr/>
                <p:nvPr/>
              </p:nvPicPr>
              <p:blipFill>
                <a:blip r:embed="rId44"/>
                <a:stretch>
                  <a:fillRect/>
                </a:stretch>
              </p:blipFill>
              <p:spPr>
                <a:xfrm>
                  <a:off x="10258306" y="2513063"/>
                  <a:ext cx="158760" cy="3610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1" name="Рукописный ввод 30">
                  <a:extLst>
                    <a:ext uri="{FF2B5EF4-FFF2-40B4-BE49-F238E27FC236}">
                      <a16:creationId xmlns:a16="http://schemas.microsoft.com/office/drawing/2014/main" id="{2D0AF621-060B-2684-F126-509A67D1B2AE}"/>
                    </a:ext>
                  </a:extLst>
                </p14:cNvPr>
                <p14:cNvContentPartPr/>
                <p14:nvPr/>
              </p14:nvContentPartPr>
              <p14:xfrm>
                <a:off x="10503466" y="2787383"/>
                <a:ext cx="99000" cy="83520"/>
              </p14:xfrm>
            </p:contentPart>
          </mc:Choice>
          <mc:Fallback xmlns="">
            <p:pic>
              <p:nvPicPr>
                <p:cNvPr id="31" name="Рукописный ввод 30">
                  <a:extLst>
                    <a:ext uri="{FF2B5EF4-FFF2-40B4-BE49-F238E27FC236}">
                      <a16:creationId xmlns:a16="http://schemas.microsoft.com/office/drawing/2014/main" id="{2D0AF621-060B-2684-F126-509A67D1B2AE}"/>
                    </a:ext>
                  </a:extLst>
                </p:cNvPr>
                <p:cNvPicPr/>
                <p:nvPr/>
              </p:nvPicPr>
              <p:blipFill>
                <a:blip r:embed="rId46"/>
                <a:stretch>
                  <a:fillRect/>
                </a:stretch>
              </p:blipFill>
              <p:spPr>
                <a:xfrm>
                  <a:off x="10497346" y="2781263"/>
                  <a:ext cx="11124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2" name="Рукописный ввод 31">
                  <a:extLst>
                    <a:ext uri="{FF2B5EF4-FFF2-40B4-BE49-F238E27FC236}">
                      <a16:creationId xmlns:a16="http://schemas.microsoft.com/office/drawing/2014/main" id="{E504F225-1154-609C-504F-E6321E8BD944}"/>
                    </a:ext>
                  </a:extLst>
                </p14:cNvPr>
                <p14:cNvContentPartPr/>
                <p14:nvPr/>
              </p14:nvContentPartPr>
              <p14:xfrm>
                <a:off x="10524346" y="2709983"/>
                <a:ext cx="97920" cy="20880"/>
              </p14:xfrm>
            </p:contentPart>
          </mc:Choice>
          <mc:Fallback xmlns="">
            <p:pic>
              <p:nvPicPr>
                <p:cNvPr id="32" name="Рукописный ввод 31">
                  <a:extLst>
                    <a:ext uri="{FF2B5EF4-FFF2-40B4-BE49-F238E27FC236}">
                      <a16:creationId xmlns:a16="http://schemas.microsoft.com/office/drawing/2014/main" id="{E504F225-1154-609C-504F-E6321E8BD944}"/>
                    </a:ext>
                  </a:extLst>
                </p:cNvPr>
                <p:cNvPicPr/>
                <p:nvPr/>
              </p:nvPicPr>
              <p:blipFill>
                <a:blip r:embed="rId48"/>
                <a:stretch>
                  <a:fillRect/>
                </a:stretch>
              </p:blipFill>
              <p:spPr>
                <a:xfrm>
                  <a:off x="10518226" y="2703863"/>
                  <a:ext cx="1101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Рукописный ввод 33">
                  <a:extLst>
                    <a:ext uri="{FF2B5EF4-FFF2-40B4-BE49-F238E27FC236}">
                      <a16:creationId xmlns:a16="http://schemas.microsoft.com/office/drawing/2014/main" id="{862BA548-6996-EF2E-9BF8-DA64F7406DC8}"/>
                    </a:ext>
                  </a:extLst>
                </p14:cNvPr>
                <p14:cNvContentPartPr/>
                <p14:nvPr/>
              </p14:nvContentPartPr>
              <p14:xfrm>
                <a:off x="10743946" y="2327303"/>
                <a:ext cx="136080" cy="384480"/>
              </p14:xfrm>
            </p:contentPart>
          </mc:Choice>
          <mc:Fallback xmlns="">
            <p:pic>
              <p:nvPicPr>
                <p:cNvPr id="34" name="Рукописный ввод 33">
                  <a:extLst>
                    <a:ext uri="{FF2B5EF4-FFF2-40B4-BE49-F238E27FC236}">
                      <a16:creationId xmlns:a16="http://schemas.microsoft.com/office/drawing/2014/main" id="{862BA548-6996-EF2E-9BF8-DA64F7406DC8}"/>
                    </a:ext>
                  </a:extLst>
                </p:cNvPr>
                <p:cNvPicPr/>
                <p:nvPr/>
              </p:nvPicPr>
              <p:blipFill>
                <a:blip r:embed="rId50"/>
                <a:stretch>
                  <a:fillRect/>
                </a:stretch>
              </p:blipFill>
              <p:spPr>
                <a:xfrm>
                  <a:off x="10737826" y="2321183"/>
                  <a:ext cx="14832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5" name="Рукописный ввод 34">
                  <a:extLst>
                    <a:ext uri="{FF2B5EF4-FFF2-40B4-BE49-F238E27FC236}">
                      <a16:creationId xmlns:a16="http://schemas.microsoft.com/office/drawing/2014/main" id="{D8A603A1-B01C-EAF4-43F5-33BF082F013B}"/>
                    </a:ext>
                  </a:extLst>
                </p14:cNvPr>
                <p14:cNvContentPartPr/>
                <p14:nvPr/>
              </p14:nvContentPartPr>
              <p14:xfrm>
                <a:off x="10897306" y="2284463"/>
                <a:ext cx="163080" cy="450720"/>
              </p14:xfrm>
            </p:contentPart>
          </mc:Choice>
          <mc:Fallback xmlns="">
            <p:pic>
              <p:nvPicPr>
                <p:cNvPr id="35" name="Рукописный ввод 34">
                  <a:extLst>
                    <a:ext uri="{FF2B5EF4-FFF2-40B4-BE49-F238E27FC236}">
                      <a16:creationId xmlns:a16="http://schemas.microsoft.com/office/drawing/2014/main" id="{D8A603A1-B01C-EAF4-43F5-33BF082F013B}"/>
                    </a:ext>
                  </a:extLst>
                </p:cNvPr>
                <p:cNvPicPr/>
                <p:nvPr/>
              </p:nvPicPr>
              <p:blipFill>
                <a:blip r:embed="rId52"/>
                <a:stretch>
                  <a:fillRect/>
                </a:stretch>
              </p:blipFill>
              <p:spPr>
                <a:xfrm>
                  <a:off x="10891186" y="2278343"/>
                  <a:ext cx="175320" cy="462960"/>
                </a:xfrm>
                <a:prstGeom prst="rect">
                  <a:avLst/>
                </a:prstGeom>
              </p:spPr>
            </p:pic>
          </mc:Fallback>
        </mc:AlternateContent>
      </p:grpSp>
      <p:grpSp>
        <p:nvGrpSpPr>
          <p:cNvPr id="111" name="Группа 110">
            <a:extLst>
              <a:ext uri="{FF2B5EF4-FFF2-40B4-BE49-F238E27FC236}">
                <a16:creationId xmlns:a16="http://schemas.microsoft.com/office/drawing/2014/main" id="{AE3D6B9D-4529-0A3F-0917-107D04AA4A8F}"/>
              </a:ext>
            </a:extLst>
          </p:cNvPr>
          <p:cNvGrpSpPr/>
          <p:nvPr/>
        </p:nvGrpSpPr>
        <p:grpSpPr>
          <a:xfrm>
            <a:off x="6572266" y="3645983"/>
            <a:ext cx="4945293" cy="2073240"/>
            <a:chOff x="6572266" y="3645983"/>
            <a:chExt cx="4945293" cy="2073240"/>
          </a:xfrm>
        </p:grpSpPr>
        <mc:AlternateContent xmlns:mc="http://schemas.openxmlformats.org/markup-compatibility/2006" xmlns:p14="http://schemas.microsoft.com/office/powerpoint/2010/main">
          <mc:Choice Requires="p14">
            <p:contentPart p14:bwMode="auto" r:id="rId53">
              <p14:nvContentPartPr>
                <p14:cNvPr id="37" name="Рукописный ввод 36">
                  <a:extLst>
                    <a:ext uri="{FF2B5EF4-FFF2-40B4-BE49-F238E27FC236}">
                      <a16:creationId xmlns:a16="http://schemas.microsoft.com/office/drawing/2014/main" id="{D4FA66D2-B985-030C-B74E-811CD8A2E7D7}"/>
                    </a:ext>
                  </a:extLst>
                </p14:cNvPr>
                <p14:cNvContentPartPr/>
                <p14:nvPr/>
              </p14:nvContentPartPr>
              <p14:xfrm>
                <a:off x="6572266" y="4302623"/>
                <a:ext cx="185760" cy="325800"/>
              </p14:xfrm>
            </p:contentPart>
          </mc:Choice>
          <mc:Fallback xmlns="">
            <p:pic>
              <p:nvPicPr>
                <p:cNvPr id="37" name="Рукописный ввод 36">
                  <a:extLst>
                    <a:ext uri="{FF2B5EF4-FFF2-40B4-BE49-F238E27FC236}">
                      <a16:creationId xmlns:a16="http://schemas.microsoft.com/office/drawing/2014/main" id="{D4FA66D2-B985-030C-B74E-811CD8A2E7D7}"/>
                    </a:ext>
                  </a:extLst>
                </p:cNvPr>
                <p:cNvPicPr/>
                <p:nvPr/>
              </p:nvPicPr>
              <p:blipFill>
                <a:blip r:embed="rId54"/>
                <a:stretch>
                  <a:fillRect/>
                </a:stretch>
              </p:blipFill>
              <p:spPr>
                <a:xfrm>
                  <a:off x="6566146" y="4296503"/>
                  <a:ext cx="19800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8" name="Рукописный ввод 37">
                  <a:extLst>
                    <a:ext uri="{FF2B5EF4-FFF2-40B4-BE49-F238E27FC236}">
                      <a16:creationId xmlns:a16="http://schemas.microsoft.com/office/drawing/2014/main" id="{02445D13-E298-7C8E-A8B0-BBD8CD636261}"/>
                    </a:ext>
                  </a:extLst>
                </p14:cNvPr>
                <p14:cNvContentPartPr/>
                <p14:nvPr/>
              </p14:nvContentPartPr>
              <p14:xfrm>
                <a:off x="6854866" y="4211183"/>
                <a:ext cx="165960" cy="313200"/>
              </p14:xfrm>
            </p:contentPart>
          </mc:Choice>
          <mc:Fallback xmlns="">
            <p:pic>
              <p:nvPicPr>
                <p:cNvPr id="38" name="Рукописный ввод 37">
                  <a:extLst>
                    <a:ext uri="{FF2B5EF4-FFF2-40B4-BE49-F238E27FC236}">
                      <a16:creationId xmlns:a16="http://schemas.microsoft.com/office/drawing/2014/main" id="{02445D13-E298-7C8E-A8B0-BBD8CD636261}"/>
                    </a:ext>
                  </a:extLst>
                </p:cNvPr>
                <p:cNvPicPr/>
                <p:nvPr/>
              </p:nvPicPr>
              <p:blipFill>
                <a:blip r:embed="rId56"/>
                <a:stretch>
                  <a:fillRect/>
                </a:stretch>
              </p:blipFill>
              <p:spPr>
                <a:xfrm>
                  <a:off x="6848746" y="4205063"/>
                  <a:ext cx="17820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9" name="Рукописный ввод 38">
                  <a:extLst>
                    <a:ext uri="{FF2B5EF4-FFF2-40B4-BE49-F238E27FC236}">
                      <a16:creationId xmlns:a16="http://schemas.microsoft.com/office/drawing/2014/main" id="{9B41EE42-630A-4ED3-1C55-76B5CC0D02FA}"/>
                    </a:ext>
                  </a:extLst>
                </p14:cNvPr>
                <p14:cNvContentPartPr/>
                <p14:nvPr/>
              </p14:nvContentPartPr>
              <p14:xfrm>
                <a:off x="7098226" y="4120823"/>
                <a:ext cx="97920" cy="410040"/>
              </p14:xfrm>
            </p:contentPart>
          </mc:Choice>
          <mc:Fallback xmlns="">
            <p:pic>
              <p:nvPicPr>
                <p:cNvPr id="39" name="Рукописный ввод 38">
                  <a:extLst>
                    <a:ext uri="{FF2B5EF4-FFF2-40B4-BE49-F238E27FC236}">
                      <a16:creationId xmlns:a16="http://schemas.microsoft.com/office/drawing/2014/main" id="{9B41EE42-630A-4ED3-1C55-76B5CC0D02FA}"/>
                    </a:ext>
                  </a:extLst>
                </p:cNvPr>
                <p:cNvPicPr/>
                <p:nvPr/>
              </p:nvPicPr>
              <p:blipFill>
                <a:blip r:embed="rId58"/>
                <a:stretch>
                  <a:fillRect/>
                </a:stretch>
              </p:blipFill>
              <p:spPr>
                <a:xfrm>
                  <a:off x="7092106" y="4114703"/>
                  <a:ext cx="11016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Рукописный ввод 40">
                  <a:extLst>
                    <a:ext uri="{FF2B5EF4-FFF2-40B4-BE49-F238E27FC236}">
                      <a16:creationId xmlns:a16="http://schemas.microsoft.com/office/drawing/2014/main" id="{D12D09EE-7A0B-8031-5EB4-2630FBA6B25C}"/>
                    </a:ext>
                  </a:extLst>
                </p14:cNvPr>
                <p14:cNvContentPartPr/>
                <p14:nvPr/>
              </p14:nvContentPartPr>
              <p14:xfrm>
                <a:off x="7270666" y="4213343"/>
                <a:ext cx="130680" cy="313920"/>
              </p14:xfrm>
            </p:contentPart>
          </mc:Choice>
          <mc:Fallback xmlns="">
            <p:pic>
              <p:nvPicPr>
                <p:cNvPr id="41" name="Рукописный ввод 40">
                  <a:extLst>
                    <a:ext uri="{FF2B5EF4-FFF2-40B4-BE49-F238E27FC236}">
                      <a16:creationId xmlns:a16="http://schemas.microsoft.com/office/drawing/2014/main" id="{D12D09EE-7A0B-8031-5EB4-2630FBA6B25C}"/>
                    </a:ext>
                  </a:extLst>
                </p:cNvPr>
                <p:cNvPicPr/>
                <p:nvPr/>
              </p:nvPicPr>
              <p:blipFill>
                <a:blip r:embed="rId60"/>
                <a:stretch>
                  <a:fillRect/>
                </a:stretch>
              </p:blipFill>
              <p:spPr>
                <a:xfrm>
                  <a:off x="7264546" y="4207223"/>
                  <a:ext cx="14292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2" name="Рукописный ввод 41">
                  <a:extLst>
                    <a:ext uri="{FF2B5EF4-FFF2-40B4-BE49-F238E27FC236}">
                      <a16:creationId xmlns:a16="http://schemas.microsoft.com/office/drawing/2014/main" id="{7D33CFAF-E3A4-0388-95F0-DAD92B1F5EC9}"/>
                    </a:ext>
                  </a:extLst>
                </p14:cNvPr>
                <p14:cNvContentPartPr/>
                <p14:nvPr/>
              </p14:nvContentPartPr>
              <p14:xfrm>
                <a:off x="7471546" y="4226303"/>
                <a:ext cx="184320" cy="225360"/>
              </p14:xfrm>
            </p:contentPart>
          </mc:Choice>
          <mc:Fallback xmlns="">
            <p:pic>
              <p:nvPicPr>
                <p:cNvPr id="42" name="Рукописный ввод 41">
                  <a:extLst>
                    <a:ext uri="{FF2B5EF4-FFF2-40B4-BE49-F238E27FC236}">
                      <a16:creationId xmlns:a16="http://schemas.microsoft.com/office/drawing/2014/main" id="{7D33CFAF-E3A4-0388-95F0-DAD92B1F5EC9}"/>
                    </a:ext>
                  </a:extLst>
                </p:cNvPr>
                <p:cNvPicPr/>
                <p:nvPr/>
              </p:nvPicPr>
              <p:blipFill>
                <a:blip r:embed="rId62"/>
                <a:stretch>
                  <a:fillRect/>
                </a:stretch>
              </p:blipFill>
              <p:spPr>
                <a:xfrm>
                  <a:off x="7465426" y="4220183"/>
                  <a:ext cx="1965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3" name="Рукописный ввод 42">
                  <a:extLst>
                    <a:ext uri="{FF2B5EF4-FFF2-40B4-BE49-F238E27FC236}">
                      <a16:creationId xmlns:a16="http://schemas.microsoft.com/office/drawing/2014/main" id="{7E345A17-4A77-1910-77F4-CA4BBC7F7A8C}"/>
                    </a:ext>
                  </a:extLst>
                </p14:cNvPr>
                <p14:cNvContentPartPr/>
                <p14:nvPr/>
              </p14:nvContentPartPr>
              <p14:xfrm>
                <a:off x="7610146" y="4328183"/>
                <a:ext cx="151560" cy="155880"/>
              </p14:xfrm>
            </p:contentPart>
          </mc:Choice>
          <mc:Fallback xmlns="">
            <p:pic>
              <p:nvPicPr>
                <p:cNvPr id="43" name="Рукописный ввод 42">
                  <a:extLst>
                    <a:ext uri="{FF2B5EF4-FFF2-40B4-BE49-F238E27FC236}">
                      <a16:creationId xmlns:a16="http://schemas.microsoft.com/office/drawing/2014/main" id="{7E345A17-4A77-1910-77F4-CA4BBC7F7A8C}"/>
                    </a:ext>
                  </a:extLst>
                </p:cNvPr>
                <p:cNvPicPr/>
                <p:nvPr/>
              </p:nvPicPr>
              <p:blipFill>
                <a:blip r:embed="rId64"/>
                <a:stretch>
                  <a:fillRect/>
                </a:stretch>
              </p:blipFill>
              <p:spPr>
                <a:xfrm>
                  <a:off x="7604026" y="4322063"/>
                  <a:ext cx="16380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5" name="Рукописный ввод 44">
                  <a:extLst>
                    <a:ext uri="{FF2B5EF4-FFF2-40B4-BE49-F238E27FC236}">
                      <a16:creationId xmlns:a16="http://schemas.microsoft.com/office/drawing/2014/main" id="{BA7685AD-5053-BF4E-89BD-7F7CFC857A5E}"/>
                    </a:ext>
                  </a:extLst>
                </p14:cNvPr>
                <p14:cNvContentPartPr/>
                <p14:nvPr/>
              </p14:nvContentPartPr>
              <p14:xfrm>
                <a:off x="7843426" y="4194623"/>
                <a:ext cx="214560" cy="299520"/>
              </p14:xfrm>
            </p:contentPart>
          </mc:Choice>
          <mc:Fallback xmlns="">
            <p:pic>
              <p:nvPicPr>
                <p:cNvPr id="45" name="Рукописный ввод 44">
                  <a:extLst>
                    <a:ext uri="{FF2B5EF4-FFF2-40B4-BE49-F238E27FC236}">
                      <a16:creationId xmlns:a16="http://schemas.microsoft.com/office/drawing/2014/main" id="{BA7685AD-5053-BF4E-89BD-7F7CFC857A5E}"/>
                    </a:ext>
                  </a:extLst>
                </p:cNvPr>
                <p:cNvPicPr/>
                <p:nvPr/>
              </p:nvPicPr>
              <p:blipFill>
                <a:blip r:embed="rId66"/>
                <a:stretch>
                  <a:fillRect/>
                </a:stretch>
              </p:blipFill>
              <p:spPr>
                <a:xfrm>
                  <a:off x="7837306" y="4188503"/>
                  <a:ext cx="22680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6" name="Рукописный ввод 45">
                  <a:extLst>
                    <a:ext uri="{FF2B5EF4-FFF2-40B4-BE49-F238E27FC236}">
                      <a16:creationId xmlns:a16="http://schemas.microsoft.com/office/drawing/2014/main" id="{4AC6CC94-B026-8A9C-227C-53D88289D056}"/>
                    </a:ext>
                  </a:extLst>
                </p14:cNvPr>
                <p14:cNvContentPartPr/>
                <p14:nvPr/>
              </p14:nvContentPartPr>
              <p14:xfrm>
                <a:off x="7998586" y="4124423"/>
                <a:ext cx="168120" cy="438120"/>
              </p14:xfrm>
            </p:contentPart>
          </mc:Choice>
          <mc:Fallback xmlns="">
            <p:pic>
              <p:nvPicPr>
                <p:cNvPr id="46" name="Рукописный ввод 45">
                  <a:extLst>
                    <a:ext uri="{FF2B5EF4-FFF2-40B4-BE49-F238E27FC236}">
                      <a16:creationId xmlns:a16="http://schemas.microsoft.com/office/drawing/2014/main" id="{4AC6CC94-B026-8A9C-227C-53D88289D056}"/>
                    </a:ext>
                  </a:extLst>
                </p:cNvPr>
                <p:cNvPicPr/>
                <p:nvPr/>
              </p:nvPicPr>
              <p:blipFill>
                <a:blip r:embed="rId68"/>
                <a:stretch>
                  <a:fillRect/>
                </a:stretch>
              </p:blipFill>
              <p:spPr>
                <a:xfrm>
                  <a:off x="7992466" y="4118303"/>
                  <a:ext cx="18036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7" name="Рукописный ввод 46">
                  <a:extLst>
                    <a:ext uri="{FF2B5EF4-FFF2-40B4-BE49-F238E27FC236}">
                      <a16:creationId xmlns:a16="http://schemas.microsoft.com/office/drawing/2014/main" id="{1676F55B-132E-6222-8C80-36D58423BBCF}"/>
                    </a:ext>
                  </a:extLst>
                </p14:cNvPr>
                <p14:cNvContentPartPr/>
                <p14:nvPr/>
              </p14:nvContentPartPr>
              <p14:xfrm>
                <a:off x="8275066" y="4118663"/>
                <a:ext cx="147960" cy="267840"/>
              </p14:xfrm>
            </p:contentPart>
          </mc:Choice>
          <mc:Fallback xmlns="">
            <p:pic>
              <p:nvPicPr>
                <p:cNvPr id="47" name="Рукописный ввод 46">
                  <a:extLst>
                    <a:ext uri="{FF2B5EF4-FFF2-40B4-BE49-F238E27FC236}">
                      <a16:creationId xmlns:a16="http://schemas.microsoft.com/office/drawing/2014/main" id="{1676F55B-132E-6222-8C80-36D58423BBCF}"/>
                    </a:ext>
                  </a:extLst>
                </p:cNvPr>
                <p:cNvPicPr/>
                <p:nvPr/>
              </p:nvPicPr>
              <p:blipFill>
                <a:blip r:embed="rId70"/>
                <a:stretch>
                  <a:fillRect/>
                </a:stretch>
              </p:blipFill>
              <p:spPr>
                <a:xfrm>
                  <a:off x="8268946" y="4112543"/>
                  <a:ext cx="16020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8" name="Рукописный ввод 47">
                  <a:extLst>
                    <a:ext uri="{FF2B5EF4-FFF2-40B4-BE49-F238E27FC236}">
                      <a16:creationId xmlns:a16="http://schemas.microsoft.com/office/drawing/2014/main" id="{50E3AC85-6F73-593C-6515-CD69A3278017}"/>
                    </a:ext>
                  </a:extLst>
                </p14:cNvPr>
                <p14:cNvContentPartPr/>
                <p14:nvPr/>
              </p14:nvContentPartPr>
              <p14:xfrm>
                <a:off x="8285146" y="4440503"/>
                <a:ext cx="177480" cy="34920"/>
              </p14:xfrm>
            </p:contentPart>
          </mc:Choice>
          <mc:Fallback xmlns="">
            <p:pic>
              <p:nvPicPr>
                <p:cNvPr id="48" name="Рукописный ввод 47">
                  <a:extLst>
                    <a:ext uri="{FF2B5EF4-FFF2-40B4-BE49-F238E27FC236}">
                      <a16:creationId xmlns:a16="http://schemas.microsoft.com/office/drawing/2014/main" id="{50E3AC85-6F73-593C-6515-CD69A3278017}"/>
                    </a:ext>
                  </a:extLst>
                </p:cNvPr>
                <p:cNvPicPr/>
                <p:nvPr/>
              </p:nvPicPr>
              <p:blipFill>
                <a:blip r:embed="rId72"/>
                <a:stretch>
                  <a:fillRect/>
                </a:stretch>
              </p:blipFill>
              <p:spPr>
                <a:xfrm>
                  <a:off x="8279026" y="4434383"/>
                  <a:ext cx="18972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0" name="Рукописный ввод 49">
                  <a:extLst>
                    <a:ext uri="{FF2B5EF4-FFF2-40B4-BE49-F238E27FC236}">
                      <a16:creationId xmlns:a16="http://schemas.microsoft.com/office/drawing/2014/main" id="{91462D3E-4955-5CF9-D514-D716A38F9B8B}"/>
                    </a:ext>
                  </a:extLst>
                </p14:cNvPr>
                <p14:cNvContentPartPr/>
                <p14:nvPr/>
              </p14:nvContentPartPr>
              <p14:xfrm>
                <a:off x="8455066" y="4071503"/>
                <a:ext cx="267120" cy="342720"/>
              </p14:xfrm>
            </p:contentPart>
          </mc:Choice>
          <mc:Fallback xmlns="">
            <p:pic>
              <p:nvPicPr>
                <p:cNvPr id="50" name="Рукописный ввод 49">
                  <a:extLst>
                    <a:ext uri="{FF2B5EF4-FFF2-40B4-BE49-F238E27FC236}">
                      <a16:creationId xmlns:a16="http://schemas.microsoft.com/office/drawing/2014/main" id="{91462D3E-4955-5CF9-D514-D716A38F9B8B}"/>
                    </a:ext>
                  </a:extLst>
                </p:cNvPr>
                <p:cNvPicPr/>
                <p:nvPr/>
              </p:nvPicPr>
              <p:blipFill>
                <a:blip r:embed="rId74"/>
                <a:stretch>
                  <a:fillRect/>
                </a:stretch>
              </p:blipFill>
              <p:spPr>
                <a:xfrm>
                  <a:off x="8448946" y="4065383"/>
                  <a:ext cx="27936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2" name="Рукописный ввод 51">
                  <a:extLst>
                    <a:ext uri="{FF2B5EF4-FFF2-40B4-BE49-F238E27FC236}">
                      <a16:creationId xmlns:a16="http://schemas.microsoft.com/office/drawing/2014/main" id="{0A5679E0-F029-CADA-5ACC-760A6460AE2D}"/>
                    </a:ext>
                  </a:extLst>
                </p14:cNvPr>
                <p14:cNvContentPartPr/>
                <p14:nvPr/>
              </p14:nvContentPartPr>
              <p14:xfrm>
                <a:off x="8516266" y="4581983"/>
                <a:ext cx="145080" cy="195120"/>
              </p14:xfrm>
            </p:contentPart>
          </mc:Choice>
          <mc:Fallback xmlns="">
            <p:pic>
              <p:nvPicPr>
                <p:cNvPr id="52" name="Рукописный ввод 51">
                  <a:extLst>
                    <a:ext uri="{FF2B5EF4-FFF2-40B4-BE49-F238E27FC236}">
                      <a16:creationId xmlns:a16="http://schemas.microsoft.com/office/drawing/2014/main" id="{0A5679E0-F029-CADA-5ACC-760A6460AE2D}"/>
                    </a:ext>
                  </a:extLst>
                </p:cNvPr>
                <p:cNvPicPr/>
                <p:nvPr/>
              </p:nvPicPr>
              <p:blipFill>
                <a:blip r:embed="rId76"/>
                <a:stretch>
                  <a:fillRect/>
                </a:stretch>
              </p:blipFill>
              <p:spPr>
                <a:xfrm>
                  <a:off x="8510146" y="4575863"/>
                  <a:ext cx="15732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3" name="Рукописный ввод 52">
                  <a:extLst>
                    <a:ext uri="{FF2B5EF4-FFF2-40B4-BE49-F238E27FC236}">
                      <a16:creationId xmlns:a16="http://schemas.microsoft.com/office/drawing/2014/main" id="{5AF44A9A-54C9-396A-E0FE-A796F773EAD1}"/>
                    </a:ext>
                  </a:extLst>
                </p14:cNvPr>
                <p14:cNvContentPartPr/>
                <p14:nvPr/>
              </p14:nvContentPartPr>
              <p14:xfrm>
                <a:off x="8691226" y="4700423"/>
                <a:ext cx="27000" cy="105480"/>
              </p14:xfrm>
            </p:contentPart>
          </mc:Choice>
          <mc:Fallback xmlns="">
            <p:pic>
              <p:nvPicPr>
                <p:cNvPr id="53" name="Рукописный ввод 52">
                  <a:extLst>
                    <a:ext uri="{FF2B5EF4-FFF2-40B4-BE49-F238E27FC236}">
                      <a16:creationId xmlns:a16="http://schemas.microsoft.com/office/drawing/2014/main" id="{5AF44A9A-54C9-396A-E0FE-A796F773EAD1}"/>
                    </a:ext>
                  </a:extLst>
                </p:cNvPr>
                <p:cNvPicPr/>
                <p:nvPr/>
              </p:nvPicPr>
              <p:blipFill>
                <a:blip r:embed="rId78"/>
                <a:stretch>
                  <a:fillRect/>
                </a:stretch>
              </p:blipFill>
              <p:spPr>
                <a:xfrm>
                  <a:off x="8685106" y="4694303"/>
                  <a:ext cx="392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4" name="Рукописный ввод 53">
                  <a:extLst>
                    <a:ext uri="{FF2B5EF4-FFF2-40B4-BE49-F238E27FC236}">
                      <a16:creationId xmlns:a16="http://schemas.microsoft.com/office/drawing/2014/main" id="{9BCC4B60-95A9-161F-5C9C-2EC49A7393F1}"/>
                    </a:ext>
                  </a:extLst>
                </p14:cNvPr>
                <p14:cNvContentPartPr/>
                <p14:nvPr/>
              </p14:nvContentPartPr>
              <p14:xfrm>
                <a:off x="8705626" y="4643543"/>
                <a:ext cx="17640" cy="24480"/>
              </p14:xfrm>
            </p:contentPart>
          </mc:Choice>
          <mc:Fallback xmlns="">
            <p:pic>
              <p:nvPicPr>
                <p:cNvPr id="54" name="Рукописный ввод 53">
                  <a:extLst>
                    <a:ext uri="{FF2B5EF4-FFF2-40B4-BE49-F238E27FC236}">
                      <a16:creationId xmlns:a16="http://schemas.microsoft.com/office/drawing/2014/main" id="{9BCC4B60-95A9-161F-5C9C-2EC49A7393F1}"/>
                    </a:ext>
                  </a:extLst>
                </p:cNvPr>
                <p:cNvPicPr/>
                <p:nvPr/>
              </p:nvPicPr>
              <p:blipFill>
                <a:blip r:embed="rId80"/>
                <a:stretch>
                  <a:fillRect/>
                </a:stretch>
              </p:blipFill>
              <p:spPr>
                <a:xfrm>
                  <a:off x="8699506" y="4637423"/>
                  <a:ext cx="2988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6" name="Рукописный ввод 55">
                  <a:extLst>
                    <a:ext uri="{FF2B5EF4-FFF2-40B4-BE49-F238E27FC236}">
                      <a16:creationId xmlns:a16="http://schemas.microsoft.com/office/drawing/2014/main" id="{BFD685D2-55C5-77EB-0F4C-6D87143C7EB9}"/>
                    </a:ext>
                  </a:extLst>
                </p14:cNvPr>
                <p14:cNvContentPartPr/>
                <p14:nvPr/>
              </p14:nvContentPartPr>
              <p14:xfrm>
                <a:off x="8725426" y="4558583"/>
                <a:ext cx="166680" cy="144360"/>
              </p14:xfrm>
            </p:contentPart>
          </mc:Choice>
          <mc:Fallback xmlns="">
            <p:pic>
              <p:nvPicPr>
                <p:cNvPr id="56" name="Рукописный ввод 55">
                  <a:extLst>
                    <a:ext uri="{FF2B5EF4-FFF2-40B4-BE49-F238E27FC236}">
                      <a16:creationId xmlns:a16="http://schemas.microsoft.com/office/drawing/2014/main" id="{BFD685D2-55C5-77EB-0F4C-6D87143C7EB9}"/>
                    </a:ext>
                  </a:extLst>
                </p:cNvPr>
                <p:cNvPicPr/>
                <p:nvPr/>
              </p:nvPicPr>
              <p:blipFill>
                <a:blip r:embed="rId82"/>
                <a:stretch>
                  <a:fillRect/>
                </a:stretch>
              </p:blipFill>
              <p:spPr>
                <a:xfrm>
                  <a:off x="8719306" y="4552463"/>
                  <a:ext cx="17892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7" name="Рукописный ввод 56">
                  <a:extLst>
                    <a:ext uri="{FF2B5EF4-FFF2-40B4-BE49-F238E27FC236}">
                      <a16:creationId xmlns:a16="http://schemas.microsoft.com/office/drawing/2014/main" id="{0E757AA2-856B-1CEA-4661-EEF73B7CEC0C}"/>
                    </a:ext>
                  </a:extLst>
                </p14:cNvPr>
                <p14:cNvContentPartPr/>
                <p14:nvPr/>
              </p14:nvContentPartPr>
              <p14:xfrm>
                <a:off x="8855026" y="4635263"/>
                <a:ext cx="136080" cy="124560"/>
              </p14:xfrm>
            </p:contentPart>
          </mc:Choice>
          <mc:Fallback xmlns="">
            <p:pic>
              <p:nvPicPr>
                <p:cNvPr id="57" name="Рукописный ввод 56">
                  <a:extLst>
                    <a:ext uri="{FF2B5EF4-FFF2-40B4-BE49-F238E27FC236}">
                      <a16:creationId xmlns:a16="http://schemas.microsoft.com/office/drawing/2014/main" id="{0E757AA2-856B-1CEA-4661-EEF73B7CEC0C}"/>
                    </a:ext>
                  </a:extLst>
                </p:cNvPr>
                <p:cNvPicPr/>
                <p:nvPr/>
              </p:nvPicPr>
              <p:blipFill>
                <a:blip r:embed="rId84"/>
                <a:stretch>
                  <a:fillRect/>
                </a:stretch>
              </p:blipFill>
              <p:spPr>
                <a:xfrm>
                  <a:off x="8848906" y="4629143"/>
                  <a:ext cx="1483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8" name="Рукописный ввод 57">
                  <a:extLst>
                    <a:ext uri="{FF2B5EF4-FFF2-40B4-BE49-F238E27FC236}">
                      <a16:creationId xmlns:a16="http://schemas.microsoft.com/office/drawing/2014/main" id="{CCF56BB7-43A2-8147-F468-154C96CDE440}"/>
                    </a:ext>
                  </a:extLst>
                </p14:cNvPr>
                <p14:cNvContentPartPr/>
                <p14:nvPr/>
              </p14:nvContentPartPr>
              <p14:xfrm>
                <a:off x="9005866" y="4489103"/>
                <a:ext cx="199800" cy="243720"/>
              </p14:xfrm>
            </p:contentPart>
          </mc:Choice>
          <mc:Fallback xmlns="">
            <p:pic>
              <p:nvPicPr>
                <p:cNvPr id="58" name="Рукописный ввод 57">
                  <a:extLst>
                    <a:ext uri="{FF2B5EF4-FFF2-40B4-BE49-F238E27FC236}">
                      <a16:creationId xmlns:a16="http://schemas.microsoft.com/office/drawing/2014/main" id="{CCF56BB7-43A2-8147-F468-154C96CDE440}"/>
                    </a:ext>
                  </a:extLst>
                </p:cNvPr>
                <p:cNvPicPr/>
                <p:nvPr/>
              </p:nvPicPr>
              <p:blipFill>
                <a:blip r:embed="rId86"/>
                <a:stretch>
                  <a:fillRect/>
                </a:stretch>
              </p:blipFill>
              <p:spPr>
                <a:xfrm>
                  <a:off x="8999746" y="4482983"/>
                  <a:ext cx="21204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0" name="Рукописный ввод 59">
                  <a:extLst>
                    <a:ext uri="{FF2B5EF4-FFF2-40B4-BE49-F238E27FC236}">
                      <a16:creationId xmlns:a16="http://schemas.microsoft.com/office/drawing/2014/main" id="{8A6CB71C-49BB-E38D-A30B-1FE56E22269E}"/>
                    </a:ext>
                  </a:extLst>
                </p14:cNvPr>
                <p14:cNvContentPartPr/>
                <p14:nvPr/>
              </p14:nvContentPartPr>
              <p14:xfrm>
                <a:off x="8794906" y="4139903"/>
                <a:ext cx="185040" cy="258480"/>
              </p14:xfrm>
            </p:contentPart>
          </mc:Choice>
          <mc:Fallback xmlns="">
            <p:pic>
              <p:nvPicPr>
                <p:cNvPr id="60" name="Рукописный ввод 59">
                  <a:extLst>
                    <a:ext uri="{FF2B5EF4-FFF2-40B4-BE49-F238E27FC236}">
                      <a16:creationId xmlns:a16="http://schemas.microsoft.com/office/drawing/2014/main" id="{8A6CB71C-49BB-E38D-A30B-1FE56E22269E}"/>
                    </a:ext>
                  </a:extLst>
                </p:cNvPr>
                <p:cNvPicPr/>
                <p:nvPr/>
              </p:nvPicPr>
              <p:blipFill>
                <a:blip r:embed="rId88"/>
                <a:stretch>
                  <a:fillRect/>
                </a:stretch>
              </p:blipFill>
              <p:spPr>
                <a:xfrm>
                  <a:off x="8788786" y="4133783"/>
                  <a:ext cx="19728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1" name="Рукописный ввод 60">
                  <a:extLst>
                    <a:ext uri="{FF2B5EF4-FFF2-40B4-BE49-F238E27FC236}">
                      <a16:creationId xmlns:a16="http://schemas.microsoft.com/office/drawing/2014/main" id="{D94A8263-0A96-A4C6-0CCB-B0D1E292244A}"/>
                    </a:ext>
                  </a:extLst>
                </p14:cNvPr>
                <p14:cNvContentPartPr/>
                <p14:nvPr/>
              </p14:nvContentPartPr>
              <p14:xfrm>
                <a:off x="9033586" y="4208303"/>
                <a:ext cx="81720" cy="96120"/>
              </p14:xfrm>
            </p:contentPart>
          </mc:Choice>
          <mc:Fallback xmlns="">
            <p:pic>
              <p:nvPicPr>
                <p:cNvPr id="61" name="Рукописный ввод 60">
                  <a:extLst>
                    <a:ext uri="{FF2B5EF4-FFF2-40B4-BE49-F238E27FC236}">
                      <a16:creationId xmlns:a16="http://schemas.microsoft.com/office/drawing/2014/main" id="{D94A8263-0A96-A4C6-0CCB-B0D1E292244A}"/>
                    </a:ext>
                  </a:extLst>
                </p:cNvPr>
                <p:cNvPicPr/>
                <p:nvPr/>
              </p:nvPicPr>
              <p:blipFill>
                <a:blip r:embed="rId90"/>
                <a:stretch>
                  <a:fillRect/>
                </a:stretch>
              </p:blipFill>
              <p:spPr>
                <a:xfrm>
                  <a:off x="9027466" y="4202183"/>
                  <a:ext cx="939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2" name="Рукописный ввод 61">
                  <a:extLst>
                    <a:ext uri="{FF2B5EF4-FFF2-40B4-BE49-F238E27FC236}">
                      <a16:creationId xmlns:a16="http://schemas.microsoft.com/office/drawing/2014/main" id="{71F4A8CD-F7FA-56D0-3E0F-2BBE72FC81AE}"/>
                    </a:ext>
                  </a:extLst>
                </p14:cNvPr>
                <p14:cNvContentPartPr/>
                <p14:nvPr/>
              </p14:nvContentPartPr>
              <p14:xfrm>
                <a:off x="9023866" y="4142423"/>
                <a:ext cx="65520" cy="20520"/>
              </p14:xfrm>
            </p:contentPart>
          </mc:Choice>
          <mc:Fallback xmlns="">
            <p:pic>
              <p:nvPicPr>
                <p:cNvPr id="62" name="Рукописный ввод 61">
                  <a:extLst>
                    <a:ext uri="{FF2B5EF4-FFF2-40B4-BE49-F238E27FC236}">
                      <a16:creationId xmlns:a16="http://schemas.microsoft.com/office/drawing/2014/main" id="{71F4A8CD-F7FA-56D0-3E0F-2BBE72FC81AE}"/>
                    </a:ext>
                  </a:extLst>
                </p:cNvPr>
                <p:cNvPicPr/>
                <p:nvPr/>
              </p:nvPicPr>
              <p:blipFill>
                <a:blip r:embed="rId92"/>
                <a:stretch>
                  <a:fillRect/>
                </a:stretch>
              </p:blipFill>
              <p:spPr>
                <a:xfrm>
                  <a:off x="9017746" y="4136303"/>
                  <a:ext cx="777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4" name="Рукописный ввод 63">
                  <a:extLst>
                    <a:ext uri="{FF2B5EF4-FFF2-40B4-BE49-F238E27FC236}">
                      <a16:creationId xmlns:a16="http://schemas.microsoft.com/office/drawing/2014/main" id="{05280B4E-AE99-95B1-5E32-88147B22EF54}"/>
                    </a:ext>
                  </a:extLst>
                </p14:cNvPr>
                <p14:cNvContentPartPr/>
                <p14:nvPr/>
              </p14:nvContentPartPr>
              <p14:xfrm>
                <a:off x="9172186" y="3913463"/>
                <a:ext cx="107280" cy="318960"/>
              </p14:xfrm>
            </p:contentPart>
          </mc:Choice>
          <mc:Fallback xmlns="">
            <p:pic>
              <p:nvPicPr>
                <p:cNvPr id="64" name="Рукописный ввод 63">
                  <a:extLst>
                    <a:ext uri="{FF2B5EF4-FFF2-40B4-BE49-F238E27FC236}">
                      <a16:creationId xmlns:a16="http://schemas.microsoft.com/office/drawing/2014/main" id="{05280B4E-AE99-95B1-5E32-88147B22EF54}"/>
                    </a:ext>
                  </a:extLst>
                </p:cNvPr>
                <p:cNvPicPr/>
                <p:nvPr/>
              </p:nvPicPr>
              <p:blipFill>
                <a:blip r:embed="rId94"/>
                <a:stretch>
                  <a:fillRect/>
                </a:stretch>
              </p:blipFill>
              <p:spPr>
                <a:xfrm>
                  <a:off x="9166066" y="3907343"/>
                  <a:ext cx="11952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5" name="Рукописный ввод 64">
                  <a:extLst>
                    <a:ext uri="{FF2B5EF4-FFF2-40B4-BE49-F238E27FC236}">
                      <a16:creationId xmlns:a16="http://schemas.microsoft.com/office/drawing/2014/main" id="{E69B0DEC-2372-3E1B-1D4A-430AEF3879F7}"/>
                    </a:ext>
                  </a:extLst>
                </p14:cNvPr>
                <p14:cNvContentPartPr/>
                <p14:nvPr/>
              </p14:nvContentPartPr>
              <p14:xfrm>
                <a:off x="9312586" y="3867023"/>
                <a:ext cx="111960" cy="371880"/>
              </p14:xfrm>
            </p:contentPart>
          </mc:Choice>
          <mc:Fallback xmlns="">
            <p:pic>
              <p:nvPicPr>
                <p:cNvPr id="65" name="Рукописный ввод 64">
                  <a:extLst>
                    <a:ext uri="{FF2B5EF4-FFF2-40B4-BE49-F238E27FC236}">
                      <a16:creationId xmlns:a16="http://schemas.microsoft.com/office/drawing/2014/main" id="{E69B0DEC-2372-3E1B-1D4A-430AEF3879F7}"/>
                    </a:ext>
                  </a:extLst>
                </p:cNvPr>
                <p:cNvPicPr/>
                <p:nvPr/>
              </p:nvPicPr>
              <p:blipFill>
                <a:blip r:embed="rId96"/>
                <a:stretch>
                  <a:fillRect/>
                </a:stretch>
              </p:blipFill>
              <p:spPr>
                <a:xfrm>
                  <a:off x="9306466" y="3860903"/>
                  <a:ext cx="12420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7" name="Рукописный ввод 66">
                  <a:extLst>
                    <a:ext uri="{FF2B5EF4-FFF2-40B4-BE49-F238E27FC236}">
                      <a16:creationId xmlns:a16="http://schemas.microsoft.com/office/drawing/2014/main" id="{867069E6-BB2B-39EA-341F-0A4405869D2B}"/>
                    </a:ext>
                  </a:extLst>
                </p14:cNvPr>
                <p14:cNvContentPartPr/>
                <p14:nvPr/>
              </p14:nvContentPartPr>
              <p14:xfrm>
                <a:off x="9424546" y="3977903"/>
                <a:ext cx="191520" cy="271800"/>
              </p14:xfrm>
            </p:contentPart>
          </mc:Choice>
          <mc:Fallback xmlns="">
            <p:pic>
              <p:nvPicPr>
                <p:cNvPr id="67" name="Рукописный ввод 66">
                  <a:extLst>
                    <a:ext uri="{FF2B5EF4-FFF2-40B4-BE49-F238E27FC236}">
                      <a16:creationId xmlns:a16="http://schemas.microsoft.com/office/drawing/2014/main" id="{867069E6-BB2B-39EA-341F-0A4405869D2B}"/>
                    </a:ext>
                  </a:extLst>
                </p:cNvPr>
                <p:cNvPicPr/>
                <p:nvPr/>
              </p:nvPicPr>
              <p:blipFill>
                <a:blip r:embed="rId98"/>
                <a:stretch>
                  <a:fillRect/>
                </a:stretch>
              </p:blipFill>
              <p:spPr>
                <a:xfrm>
                  <a:off x="9418426" y="3971783"/>
                  <a:ext cx="20376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8" name="Рукописный ввод 67">
                  <a:extLst>
                    <a:ext uri="{FF2B5EF4-FFF2-40B4-BE49-F238E27FC236}">
                      <a16:creationId xmlns:a16="http://schemas.microsoft.com/office/drawing/2014/main" id="{22CDAEB2-F76B-CDB4-7A1A-E8B34409B0DC}"/>
                    </a:ext>
                  </a:extLst>
                </p14:cNvPr>
                <p14:cNvContentPartPr/>
                <p14:nvPr/>
              </p14:nvContentPartPr>
              <p14:xfrm>
                <a:off x="9633706" y="3969263"/>
                <a:ext cx="109080" cy="32040"/>
              </p14:xfrm>
            </p:contentPart>
          </mc:Choice>
          <mc:Fallback xmlns="">
            <p:pic>
              <p:nvPicPr>
                <p:cNvPr id="68" name="Рукописный ввод 67">
                  <a:extLst>
                    <a:ext uri="{FF2B5EF4-FFF2-40B4-BE49-F238E27FC236}">
                      <a16:creationId xmlns:a16="http://schemas.microsoft.com/office/drawing/2014/main" id="{22CDAEB2-F76B-CDB4-7A1A-E8B34409B0DC}"/>
                    </a:ext>
                  </a:extLst>
                </p:cNvPr>
                <p:cNvPicPr/>
                <p:nvPr/>
              </p:nvPicPr>
              <p:blipFill>
                <a:blip r:embed="rId100"/>
                <a:stretch>
                  <a:fillRect/>
                </a:stretch>
              </p:blipFill>
              <p:spPr>
                <a:xfrm>
                  <a:off x="9627586" y="3963143"/>
                  <a:ext cx="1213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9" name="Рукописный ввод 68">
                  <a:extLst>
                    <a:ext uri="{FF2B5EF4-FFF2-40B4-BE49-F238E27FC236}">
                      <a16:creationId xmlns:a16="http://schemas.microsoft.com/office/drawing/2014/main" id="{E2ED846C-20FE-1C6C-DDF9-26D6ED5219B4}"/>
                    </a:ext>
                  </a:extLst>
                </p14:cNvPr>
                <p14:cNvContentPartPr/>
                <p14:nvPr/>
              </p14:nvContentPartPr>
              <p14:xfrm>
                <a:off x="9622906" y="4014623"/>
                <a:ext cx="194400" cy="81360"/>
              </p14:xfrm>
            </p:contentPart>
          </mc:Choice>
          <mc:Fallback xmlns="">
            <p:pic>
              <p:nvPicPr>
                <p:cNvPr id="69" name="Рукописный ввод 68">
                  <a:extLst>
                    <a:ext uri="{FF2B5EF4-FFF2-40B4-BE49-F238E27FC236}">
                      <a16:creationId xmlns:a16="http://schemas.microsoft.com/office/drawing/2014/main" id="{E2ED846C-20FE-1C6C-DDF9-26D6ED5219B4}"/>
                    </a:ext>
                  </a:extLst>
                </p:cNvPr>
                <p:cNvPicPr/>
                <p:nvPr/>
              </p:nvPicPr>
              <p:blipFill>
                <a:blip r:embed="rId102"/>
                <a:stretch>
                  <a:fillRect/>
                </a:stretch>
              </p:blipFill>
              <p:spPr>
                <a:xfrm>
                  <a:off x="9616786" y="4008503"/>
                  <a:ext cx="20664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1" name="Рукописный ввод 70">
                  <a:extLst>
                    <a:ext uri="{FF2B5EF4-FFF2-40B4-BE49-F238E27FC236}">
                      <a16:creationId xmlns:a16="http://schemas.microsoft.com/office/drawing/2014/main" id="{DDCD81D9-6650-E70C-EC0E-957F3B6CC8FC}"/>
                    </a:ext>
                  </a:extLst>
                </p14:cNvPr>
                <p14:cNvContentPartPr/>
                <p14:nvPr/>
              </p14:nvContentPartPr>
              <p14:xfrm>
                <a:off x="9781666" y="3784223"/>
                <a:ext cx="199800" cy="389160"/>
              </p14:xfrm>
            </p:contentPart>
          </mc:Choice>
          <mc:Fallback xmlns="">
            <p:pic>
              <p:nvPicPr>
                <p:cNvPr id="71" name="Рукописный ввод 70">
                  <a:extLst>
                    <a:ext uri="{FF2B5EF4-FFF2-40B4-BE49-F238E27FC236}">
                      <a16:creationId xmlns:a16="http://schemas.microsoft.com/office/drawing/2014/main" id="{DDCD81D9-6650-E70C-EC0E-957F3B6CC8FC}"/>
                    </a:ext>
                  </a:extLst>
                </p:cNvPr>
                <p:cNvPicPr/>
                <p:nvPr/>
              </p:nvPicPr>
              <p:blipFill>
                <a:blip r:embed="rId104"/>
                <a:stretch>
                  <a:fillRect/>
                </a:stretch>
              </p:blipFill>
              <p:spPr>
                <a:xfrm>
                  <a:off x="9775546" y="3778103"/>
                  <a:ext cx="21204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2" name="Рукописный ввод 71">
                  <a:extLst>
                    <a:ext uri="{FF2B5EF4-FFF2-40B4-BE49-F238E27FC236}">
                      <a16:creationId xmlns:a16="http://schemas.microsoft.com/office/drawing/2014/main" id="{EE38C48E-C4A6-5FF4-53D6-0FBBFB110C54}"/>
                    </a:ext>
                  </a:extLst>
                </p14:cNvPr>
                <p14:cNvContentPartPr/>
                <p14:nvPr/>
              </p14:nvContentPartPr>
              <p14:xfrm>
                <a:off x="10060666" y="3987623"/>
                <a:ext cx="48960" cy="77400"/>
              </p14:xfrm>
            </p:contentPart>
          </mc:Choice>
          <mc:Fallback xmlns="">
            <p:pic>
              <p:nvPicPr>
                <p:cNvPr id="72" name="Рукописный ввод 71">
                  <a:extLst>
                    <a:ext uri="{FF2B5EF4-FFF2-40B4-BE49-F238E27FC236}">
                      <a16:creationId xmlns:a16="http://schemas.microsoft.com/office/drawing/2014/main" id="{EE38C48E-C4A6-5FF4-53D6-0FBBFB110C54}"/>
                    </a:ext>
                  </a:extLst>
                </p:cNvPr>
                <p:cNvPicPr/>
                <p:nvPr/>
              </p:nvPicPr>
              <p:blipFill>
                <a:blip r:embed="rId106"/>
                <a:stretch>
                  <a:fillRect/>
                </a:stretch>
              </p:blipFill>
              <p:spPr>
                <a:xfrm>
                  <a:off x="10054546" y="3981503"/>
                  <a:ext cx="612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3" name="Рукописный ввод 72">
                  <a:extLst>
                    <a:ext uri="{FF2B5EF4-FFF2-40B4-BE49-F238E27FC236}">
                      <a16:creationId xmlns:a16="http://schemas.microsoft.com/office/drawing/2014/main" id="{2AD7FC11-4203-5F3D-FBCB-F073A877A4C4}"/>
                    </a:ext>
                  </a:extLst>
                </p14:cNvPr>
                <p14:cNvContentPartPr/>
                <p14:nvPr/>
              </p14:nvContentPartPr>
              <p14:xfrm>
                <a:off x="10020706" y="3921743"/>
                <a:ext cx="70560" cy="33120"/>
              </p14:xfrm>
            </p:contentPart>
          </mc:Choice>
          <mc:Fallback xmlns="">
            <p:pic>
              <p:nvPicPr>
                <p:cNvPr id="73" name="Рукописный ввод 72">
                  <a:extLst>
                    <a:ext uri="{FF2B5EF4-FFF2-40B4-BE49-F238E27FC236}">
                      <a16:creationId xmlns:a16="http://schemas.microsoft.com/office/drawing/2014/main" id="{2AD7FC11-4203-5F3D-FBCB-F073A877A4C4}"/>
                    </a:ext>
                  </a:extLst>
                </p:cNvPr>
                <p:cNvPicPr/>
                <p:nvPr/>
              </p:nvPicPr>
              <p:blipFill>
                <a:blip r:embed="rId108"/>
                <a:stretch>
                  <a:fillRect/>
                </a:stretch>
              </p:blipFill>
              <p:spPr>
                <a:xfrm>
                  <a:off x="10014586" y="3915623"/>
                  <a:ext cx="828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5" name="Рукописный ввод 74">
                  <a:extLst>
                    <a:ext uri="{FF2B5EF4-FFF2-40B4-BE49-F238E27FC236}">
                      <a16:creationId xmlns:a16="http://schemas.microsoft.com/office/drawing/2014/main" id="{1EC3B5A7-261F-8884-45CB-126A10577133}"/>
                    </a:ext>
                  </a:extLst>
                </p14:cNvPr>
                <p14:cNvContentPartPr/>
                <p14:nvPr/>
              </p14:nvContentPartPr>
              <p14:xfrm>
                <a:off x="10036546" y="3645983"/>
                <a:ext cx="168480" cy="448560"/>
              </p14:xfrm>
            </p:contentPart>
          </mc:Choice>
          <mc:Fallback xmlns="">
            <p:pic>
              <p:nvPicPr>
                <p:cNvPr id="75" name="Рукописный ввод 74">
                  <a:extLst>
                    <a:ext uri="{FF2B5EF4-FFF2-40B4-BE49-F238E27FC236}">
                      <a16:creationId xmlns:a16="http://schemas.microsoft.com/office/drawing/2014/main" id="{1EC3B5A7-261F-8884-45CB-126A10577133}"/>
                    </a:ext>
                  </a:extLst>
                </p:cNvPr>
                <p:cNvPicPr/>
                <p:nvPr/>
              </p:nvPicPr>
              <p:blipFill>
                <a:blip r:embed="rId110"/>
                <a:stretch>
                  <a:fillRect/>
                </a:stretch>
              </p:blipFill>
              <p:spPr>
                <a:xfrm>
                  <a:off x="10030426" y="3639863"/>
                  <a:ext cx="18072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7" name="Рукописный ввод 76">
                  <a:extLst>
                    <a:ext uri="{FF2B5EF4-FFF2-40B4-BE49-F238E27FC236}">
                      <a16:creationId xmlns:a16="http://schemas.microsoft.com/office/drawing/2014/main" id="{3EF5425C-FFB8-608A-965D-808BA6E9A348}"/>
                    </a:ext>
                  </a:extLst>
                </p14:cNvPr>
                <p14:cNvContentPartPr/>
                <p14:nvPr/>
              </p14:nvContentPartPr>
              <p14:xfrm>
                <a:off x="10302946" y="3690983"/>
                <a:ext cx="184320" cy="203760"/>
              </p14:xfrm>
            </p:contentPart>
          </mc:Choice>
          <mc:Fallback xmlns="">
            <p:pic>
              <p:nvPicPr>
                <p:cNvPr id="77" name="Рукописный ввод 76">
                  <a:extLst>
                    <a:ext uri="{FF2B5EF4-FFF2-40B4-BE49-F238E27FC236}">
                      <a16:creationId xmlns:a16="http://schemas.microsoft.com/office/drawing/2014/main" id="{3EF5425C-FFB8-608A-965D-808BA6E9A348}"/>
                    </a:ext>
                  </a:extLst>
                </p:cNvPr>
                <p:cNvPicPr/>
                <p:nvPr/>
              </p:nvPicPr>
              <p:blipFill>
                <a:blip r:embed="rId112"/>
                <a:stretch>
                  <a:fillRect/>
                </a:stretch>
              </p:blipFill>
              <p:spPr>
                <a:xfrm>
                  <a:off x="10296826" y="3684863"/>
                  <a:ext cx="1965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8" name="Рукописный ввод 77">
                  <a:extLst>
                    <a:ext uri="{FF2B5EF4-FFF2-40B4-BE49-F238E27FC236}">
                      <a16:creationId xmlns:a16="http://schemas.microsoft.com/office/drawing/2014/main" id="{1C2D0FCE-F51E-AD4A-C632-6606E6E0E6CC}"/>
                    </a:ext>
                  </a:extLst>
                </p14:cNvPr>
                <p14:cNvContentPartPr/>
                <p14:nvPr/>
              </p14:nvContentPartPr>
              <p14:xfrm>
                <a:off x="10314466" y="3930383"/>
                <a:ext cx="224640" cy="52920"/>
              </p14:xfrm>
            </p:contentPart>
          </mc:Choice>
          <mc:Fallback xmlns="">
            <p:pic>
              <p:nvPicPr>
                <p:cNvPr id="78" name="Рукописный ввод 77">
                  <a:extLst>
                    <a:ext uri="{FF2B5EF4-FFF2-40B4-BE49-F238E27FC236}">
                      <a16:creationId xmlns:a16="http://schemas.microsoft.com/office/drawing/2014/main" id="{1C2D0FCE-F51E-AD4A-C632-6606E6E0E6CC}"/>
                    </a:ext>
                  </a:extLst>
                </p:cNvPr>
                <p:cNvPicPr/>
                <p:nvPr/>
              </p:nvPicPr>
              <p:blipFill>
                <a:blip r:embed="rId114"/>
                <a:stretch>
                  <a:fillRect/>
                </a:stretch>
              </p:blipFill>
              <p:spPr>
                <a:xfrm>
                  <a:off x="10308346" y="3924263"/>
                  <a:ext cx="23688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0" name="Рукописный ввод 79">
                  <a:extLst>
                    <a:ext uri="{FF2B5EF4-FFF2-40B4-BE49-F238E27FC236}">
                      <a16:creationId xmlns:a16="http://schemas.microsoft.com/office/drawing/2014/main" id="{8B033DC0-422D-C830-ADBF-E8C5BB263E3E}"/>
                    </a:ext>
                  </a:extLst>
                </p14:cNvPr>
                <p14:cNvContentPartPr/>
                <p14:nvPr/>
              </p14:nvContentPartPr>
              <p14:xfrm>
                <a:off x="9164626" y="4972223"/>
                <a:ext cx="177120" cy="251640"/>
              </p14:xfrm>
            </p:contentPart>
          </mc:Choice>
          <mc:Fallback xmlns="">
            <p:pic>
              <p:nvPicPr>
                <p:cNvPr id="80" name="Рукописный ввод 79">
                  <a:extLst>
                    <a:ext uri="{FF2B5EF4-FFF2-40B4-BE49-F238E27FC236}">
                      <a16:creationId xmlns:a16="http://schemas.microsoft.com/office/drawing/2014/main" id="{8B033DC0-422D-C830-ADBF-E8C5BB263E3E}"/>
                    </a:ext>
                  </a:extLst>
                </p:cNvPr>
                <p:cNvPicPr/>
                <p:nvPr/>
              </p:nvPicPr>
              <p:blipFill>
                <a:blip r:embed="rId116"/>
                <a:stretch>
                  <a:fillRect/>
                </a:stretch>
              </p:blipFill>
              <p:spPr>
                <a:xfrm>
                  <a:off x="9158506" y="4966103"/>
                  <a:ext cx="18936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1" name="Рукописный ввод 80">
                  <a:extLst>
                    <a:ext uri="{FF2B5EF4-FFF2-40B4-BE49-F238E27FC236}">
                      <a16:creationId xmlns:a16="http://schemas.microsoft.com/office/drawing/2014/main" id="{78315BDD-B8AA-4CC4-0FAB-900AE527B27F}"/>
                    </a:ext>
                  </a:extLst>
                </p14:cNvPr>
                <p14:cNvContentPartPr/>
                <p14:nvPr/>
              </p14:nvContentPartPr>
              <p14:xfrm>
                <a:off x="9155266" y="5250503"/>
                <a:ext cx="192600" cy="83160"/>
              </p14:xfrm>
            </p:contentPart>
          </mc:Choice>
          <mc:Fallback xmlns="">
            <p:pic>
              <p:nvPicPr>
                <p:cNvPr id="81" name="Рукописный ввод 80">
                  <a:extLst>
                    <a:ext uri="{FF2B5EF4-FFF2-40B4-BE49-F238E27FC236}">
                      <a16:creationId xmlns:a16="http://schemas.microsoft.com/office/drawing/2014/main" id="{78315BDD-B8AA-4CC4-0FAB-900AE527B27F}"/>
                    </a:ext>
                  </a:extLst>
                </p:cNvPr>
                <p:cNvPicPr/>
                <p:nvPr/>
              </p:nvPicPr>
              <p:blipFill>
                <a:blip r:embed="rId118"/>
                <a:stretch>
                  <a:fillRect/>
                </a:stretch>
              </p:blipFill>
              <p:spPr>
                <a:xfrm>
                  <a:off x="9149146" y="5244383"/>
                  <a:ext cx="2048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2" name="Рукописный ввод 81">
                  <a:extLst>
                    <a:ext uri="{FF2B5EF4-FFF2-40B4-BE49-F238E27FC236}">
                      <a16:creationId xmlns:a16="http://schemas.microsoft.com/office/drawing/2014/main" id="{AE9500EC-364F-C5D0-E8E3-53DDB51E7047}"/>
                    </a:ext>
                  </a:extLst>
                </p14:cNvPr>
                <p14:cNvContentPartPr/>
                <p14:nvPr/>
              </p14:nvContentPartPr>
              <p14:xfrm>
                <a:off x="9402586" y="4947743"/>
                <a:ext cx="214920" cy="25920"/>
              </p14:xfrm>
            </p:contentPart>
          </mc:Choice>
          <mc:Fallback xmlns="">
            <p:pic>
              <p:nvPicPr>
                <p:cNvPr id="82" name="Рукописный ввод 81">
                  <a:extLst>
                    <a:ext uri="{FF2B5EF4-FFF2-40B4-BE49-F238E27FC236}">
                      <a16:creationId xmlns:a16="http://schemas.microsoft.com/office/drawing/2014/main" id="{AE9500EC-364F-C5D0-E8E3-53DDB51E7047}"/>
                    </a:ext>
                  </a:extLst>
                </p:cNvPr>
                <p:cNvPicPr/>
                <p:nvPr/>
              </p:nvPicPr>
              <p:blipFill>
                <a:blip r:embed="rId120"/>
                <a:stretch>
                  <a:fillRect/>
                </a:stretch>
              </p:blipFill>
              <p:spPr>
                <a:xfrm>
                  <a:off x="9396466" y="4941623"/>
                  <a:ext cx="2271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3" name="Рукописный ввод 82">
                  <a:extLst>
                    <a:ext uri="{FF2B5EF4-FFF2-40B4-BE49-F238E27FC236}">
                      <a16:creationId xmlns:a16="http://schemas.microsoft.com/office/drawing/2014/main" id="{DBDE835F-FEEC-9B8A-1CB9-9396981BB13E}"/>
                    </a:ext>
                  </a:extLst>
                </p14:cNvPr>
                <p14:cNvContentPartPr/>
                <p14:nvPr/>
              </p14:nvContentPartPr>
              <p14:xfrm>
                <a:off x="9378826" y="4985183"/>
                <a:ext cx="265320" cy="295200"/>
              </p14:xfrm>
            </p:contentPart>
          </mc:Choice>
          <mc:Fallback xmlns="">
            <p:pic>
              <p:nvPicPr>
                <p:cNvPr id="83" name="Рукописный ввод 82">
                  <a:extLst>
                    <a:ext uri="{FF2B5EF4-FFF2-40B4-BE49-F238E27FC236}">
                      <a16:creationId xmlns:a16="http://schemas.microsoft.com/office/drawing/2014/main" id="{DBDE835F-FEEC-9B8A-1CB9-9396981BB13E}"/>
                    </a:ext>
                  </a:extLst>
                </p:cNvPr>
                <p:cNvPicPr/>
                <p:nvPr/>
              </p:nvPicPr>
              <p:blipFill>
                <a:blip r:embed="rId122"/>
                <a:stretch>
                  <a:fillRect/>
                </a:stretch>
              </p:blipFill>
              <p:spPr>
                <a:xfrm>
                  <a:off x="9372706" y="4979063"/>
                  <a:ext cx="27756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5" name="Рукописный ввод 84">
                  <a:extLst>
                    <a:ext uri="{FF2B5EF4-FFF2-40B4-BE49-F238E27FC236}">
                      <a16:creationId xmlns:a16="http://schemas.microsoft.com/office/drawing/2014/main" id="{E2CAD6FF-5D78-9C91-7CA0-91DC289EB6A9}"/>
                    </a:ext>
                  </a:extLst>
                </p14:cNvPr>
                <p14:cNvContentPartPr/>
                <p14:nvPr/>
              </p14:nvContentPartPr>
              <p14:xfrm>
                <a:off x="9757546" y="5098583"/>
                <a:ext cx="71280" cy="191520"/>
              </p14:xfrm>
            </p:contentPart>
          </mc:Choice>
          <mc:Fallback xmlns="">
            <p:pic>
              <p:nvPicPr>
                <p:cNvPr id="85" name="Рукописный ввод 84">
                  <a:extLst>
                    <a:ext uri="{FF2B5EF4-FFF2-40B4-BE49-F238E27FC236}">
                      <a16:creationId xmlns:a16="http://schemas.microsoft.com/office/drawing/2014/main" id="{E2CAD6FF-5D78-9C91-7CA0-91DC289EB6A9}"/>
                    </a:ext>
                  </a:extLst>
                </p:cNvPr>
                <p:cNvPicPr/>
                <p:nvPr/>
              </p:nvPicPr>
              <p:blipFill>
                <a:blip r:embed="rId124"/>
                <a:stretch>
                  <a:fillRect/>
                </a:stretch>
              </p:blipFill>
              <p:spPr>
                <a:xfrm>
                  <a:off x="9751426" y="5092463"/>
                  <a:ext cx="835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7" name="Рукописный ввод 86">
                  <a:extLst>
                    <a:ext uri="{FF2B5EF4-FFF2-40B4-BE49-F238E27FC236}">
                      <a16:creationId xmlns:a16="http://schemas.microsoft.com/office/drawing/2014/main" id="{2492113D-2A75-5851-FD64-7B3D46A6D2B2}"/>
                    </a:ext>
                  </a:extLst>
                </p14:cNvPr>
                <p14:cNvContentPartPr/>
                <p14:nvPr/>
              </p14:nvContentPartPr>
              <p14:xfrm>
                <a:off x="9913066" y="4965383"/>
                <a:ext cx="129960" cy="268560"/>
              </p14:xfrm>
            </p:contentPart>
          </mc:Choice>
          <mc:Fallback xmlns="">
            <p:pic>
              <p:nvPicPr>
                <p:cNvPr id="87" name="Рукописный ввод 86">
                  <a:extLst>
                    <a:ext uri="{FF2B5EF4-FFF2-40B4-BE49-F238E27FC236}">
                      <a16:creationId xmlns:a16="http://schemas.microsoft.com/office/drawing/2014/main" id="{2492113D-2A75-5851-FD64-7B3D46A6D2B2}"/>
                    </a:ext>
                  </a:extLst>
                </p:cNvPr>
                <p:cNvPicPr/>
                <p:nvPr/>
              </p:nvPicPr>
              <p:blipFill>
                <a:blip r:embed="rId126"/>
                <a:stretch>
                  <a:fillRect/>
                </a:stretch>
              </p:blipFill>
              <p:spPr>
                <a:xfrm>
                  <a:off x="9906946" y="4959263"/>
                  <a:ext cx="14220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8" name="Рукописный ввод 87">
                  <a:extLst>
                    <a:ext uri="{FF2B5EF4-FFF2-40B4-BE49-F238E27FC236}">
                      <a16:creationId xmlns:a16="http://schemas.microsoft.com/office/drawing/2014/main" id="{91474405-1A4A-2204-6D7B-2B8AD3DC8AD1}"/>
                    </a:ext>
                  </a:extLst>
                </p14:cNvPr>
                <p14:cNvContentPartPr/>
                <p14:nvPr/>
              </p14:nvContentPartPr>
              <p14:xfrm>
                <a:off x="10121146" y="5067983"/>
                <a:ext cx="41760" cy="82800"/>
              </p14:xfrm>
            </p:contentPart>
          </mc:Choice>
          <mc:Fallback xmlns="">
            <p:pic>
              <p:nvPicPr>
                <p:cNvPr id="88" name="Рукописный ввод 87">
                  <a:extLst>
                    <a:ext uri="{FF2B5EF4-FFF2-40B4-BE49-F238E27FC236}">
                      <a16:creationId xmlns:a16="http://schemas.microsoft.com/office/drawing/2014/main" id="{91474405-1A4A-2204-6D7B-2B8AD3DC8AD1}"/>
                    </a:ext>
                  </a:extLst>
                </p:cNvPr>
                <p:cNvPicPr/>
                <p:nvPr/>
              </p:nvPicPr>
              <p:blipFill>
                <a:blip r:embed="rId128"/>
                <a:stretch>
                  <a:fillRect/>
                </a:stretch>
              </p:blipFill>
              <p:spPr>
                <a:xfrm>
                  <a:off x="10115026" y="5061863"/>
                  <a:ext cx="5400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9" name="Рукописный ввод 88">
                  <a:extLst>
                    <a:ext uri="{FF2B5EF4-FFF2-40B4-BE49-F238E27FC236}">
                      <a16:creationId xmlns:a16="http://schemas.microsoft.com/office/drawing/2014/main" id="{20279E73-0EF6-9BFD-3491-79AC9D98320D}"/>
                    </a:ext>
                  </a:extLst>
                </p14:cNvPr>
                <p14:cNvContentPartPr/>
                <p14:nvPr/>
              </p14:nvContentPartPr>
              <p14:xfrm>
                <a:off x="10115746" y="4992383"/>
                <a:ext cx="60120" cy="33840"/>
              </p14:xfrm>
            </p:contentPart>
          </mc:Choice>
          <mc:Fallback xmlns="">
            <p:pic>
              <p:nvPicPr>
                <p:cNvPr id="89" name="Рукописный ввод 88">
                  <a:extLst>
                    <a:ext uri="{FF2B5EF4-FFF2-40B4-BE49-F238E27FC236}">
                      <a16:creationId xmlns:a16="http://schemas.microsoft.com/office/drawing/2014/main" id="{20279E73-0EF6-9BFD-3491-79AC9D98320D}"/>
                    </a:ext>
                  </a:extLst>
                </p:cNvPr>
                <p:cNvPicPr/>
                <p:nvPr/>
              </p:nvPicPr>
              <p:blipFill>
                <a:blip r:embed="rId130"/>
                <a:stretch>
                  <a:fillRect/>
                </a:stretch>
              </p:blipFill>
              <p:spPr>
                <a:xfrm>
                  <a:off x="10109626" y="4986263"/>
                  <a:ext cx="723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91" name="Рукописный ввод 90">
                  <a:extLst>
                    <a:ext uri="{FF2B5EF4-FFF2-40B4-BE49-F238E27FC236}">
                      <a16:creationId xmlns:a16="http://schemas.microsoft.com/office/drawing/2014/main" id="{14641AE9-8589-1703-350A-E2EEAE658DD8}"/>
                    </a:ext>
                  </a:extLst>
                </p14:cNvPr>
                <p14:cNvContentPartPr/>
                <p14:nvPr/>
              </p14:nvContentPartPr>
              <p14:xfrm>
                <a:off x="10276666" y="4847303"/>
                <a:ext cx="58320" cy="402120"/>
              </p14:xfrm>
            </p:contentPart>
          </mc:Choice>
          <mc:Fallback xmlns="">
            <p:pic>
              <p:nvPicPr>
                <p:cNvPr id="91" name="Рукописный ввод 90">
                  <a:extLst>
                    <a:ext uri="{FF2B5EF4-FFF2-40B4-BE49-F238E27FC236}">
                      <a16:creationId xmlns:a16="http://schemas.microsoft.com/office/drawing/2014/main" id="{14641AE9-8589-1703-350A-E2EEAE658DD8}"/>
                    </a:ext>
                  </a:extLst>
                </p:cNvPr>
                <p:cNvPicPr/>
                <p:nvPr/>
              </p:nvPicPr>
              <p:blipFill>
                <a:blip r:embed="rId132"/>
                <a:stretch>
                  <a:fillRect/>
                </a:stretch>
              </p:blipFill>
              <p:spPr>
                <a:xfrm>
                  <a:off x="10270546" y="4841183"/>
                  <a:ext cx="7056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2" name="Рукописный ввод 91">
                  <a:extLst>
                    <a:ext uri="{FF2B5EF4-FFF2-40B4-BE49-F238E27FC236}">
                      <a16:creationId xmlns:a16="http://schemas.microsoft.com/office/drawing/2014/main" id="{65D2A22C-BF7F-2DD1-E557-6685D0EC00D9}"/>
                    </a:ext>
                  </a:extLst>
                </p14:cNvPr>
                <p14:cNvContentPartPr/>
                <p14:nvPr/>
              </p14:nvContentPartPr>
              <p14:xfrm>
                <a:off x="10346506" y="4911023"/>
                <a:ext cx="58320" cy="77400"/>
              </p14:xfrm>
            </p:contentPart>
          </mc:Choice>
          <mc:Fallback xmlns="">
            <p:pic>
              <p:nvPicPr>
                <p:cNvPr id="92" name="Рукописный ввод 91">
                  <a:extLst>
                    <a:ext uri="{FF2B5EF4-FFF2-40B4-BE49-F238E27FC236}">
                      <a16:creationId xmlns:a16="http://schemas.microsoft.com/office/drawing/2014/main" id="{65D2A22C-BF7F-2DD1-E557-6685D0EC00D9}"/>
                    </a:ext>
                  </a:extLst>
                </p:cNvPr>
                <p:cNvPicPr/>
                <p:nvPr/>
              </p:nvPicPr>
              <p:blipFill>
                <a:blip r:embed="rId134"/>
                <a:stretch>
                  <a:fillRect/>
                </a:stretch>
              </p:blipFill>
              <p:spPr>
                <a:xfrm>
                  <a:off x="10340386" y="4904903"/>
                  <a:ext cx="7056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4" name="Рукописный ввод 93">
                  <a:extLst>
                    <a:ext uri="{FF2B5EF4-FFF2-40B4-BE49-F238E27FC236}">
                      <a16:creationId xmlns:a16="http://schemas.microsoft.com/office/drawing/2014/main" id="{D49B530B-9655-4E7C-DAF6-22D680BA6E6E}"/>
                    </a:ext>
                  </a:extLst>
                </p14:cNvPr>
                <p14:cNvContentPartPr/>
                <p14:nvPr/>
              </p14:nvContentPartPr>
              <p14:xfrm>
                <a:off x="10273066" y="4882583"/>
                <a:ext cx="159480" cy="188640"/>
              </p14:xfrm>
            </p:contentPart>
          </mc:Choice>
          <mc:Fallback xmlns="">
            <p:pic>
              <p:nvPicPr>
                <p:cNvPr id="94" name="Рукописный ввод 93">
                  <a:extLst>
                    <a:ext uri="{FF2B5EF4-FFF2-40B4-BE49-F238E27FC236}">
                      <a16:creationId xmlns:a16="http://schemas.microsoft.com/office/drawing/2014/main" id="{D49B530B-9655-4E7C-DAF6-22D680BA6E6E}"/>
                    </a:ext>
                  </a:extLst>
                </p:cNvPr>
                <p:cNvPicPr/>
                <p:nvPr/>
              </p:nvPicPr>
              <p:blipFill>
                <a:blip r:embed="rId136"/>
                <a:stretch>
                  <a:fillRect/>
                </a:stretch>
              </p:blipFill>
              <p:spPr>
                <a:xfrm>
                  <a:off x="10266946" y="4876463"/>
                  <a:ext cx="1717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5" name="Рукописный ввод 94">
                  <a:extLst>
                    <a:ext uri="{FF2B5EF4-FFF2-40B4-BE49-F238E27FC236}">
                      <a16:creationId xmlns:a16="http://schemas.microsoft.com/office/drawing/2014/main" id="{8B83FEF1-83D7-F269-A8F5-B45AA79738F2}"/>
                    </a:ext>
                  </a:extLst>
                </p14:cNvPr>
                <p14:cNvContentPartPr/>
                <p14:nvPr/>
              </p14:nvContentPartPr>
              <p14:xfrm>
                <a:off x="10458826" y="4878983"/>
                <a:ext cx="114120" cy="379080"/>
              </p14:xfrm>
            </p:contentPart>
          </mc:Choice>
          <mc:Fallback xmlns="">
            <p:pic>
              <p:nvPicPr>
                <p:cNvPr id="95" name="Рукописный ввод 94">
                  <a:extLst>
                    <a:ext uri="{FF2B5EF4-FFF2-40B4-BE49-F238E27FC236}">
                      <a16:creationId xmlns:a16="http://schemas.microsoft.com/office/drawing/2014/main" id="{8B83FEF1-83D7-F269-A8F5-B45AA79738F2}"/>
                    </a:ext>
                  </a:extLst>
                </p:cNvPr>
                <p:cNvPicPr/>
                <p:nvPr/>
              </p:nvPicPr>
              <p:blipFill>
                <a:blip r:embed="rId138"/>
                <a:stretch>
                  <a:fillRect/>
                </a:stretch>
              </p:blipFill>
              <p:spPr>
                <a:xfrm>
                  <a:off x="10452706" y="4872863"/>
                  <a:ext cx="12636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6" name="Рукописный ввод 95">
                  <a:extLst>
                    <a:ext uri="{FF2B5EF4-FFF2-40B4-BE49-F238E27FC236}">
                      <a16:creationId xmlns:a16="http://schemas.microsoft.com/office/drawing/2014/main" id="{BAD7F5CF-4ECB-60D6-F832-291CAADF6FC2}"/>
                    </a:ext>
                  </a:extLst>
                </p14:cNvPr>
                <p14:cNvContentPartPr/>
                <p14:nvPr/>
              </p14:nvContentPartPr>
              <p14:xfrm>
                <a:off x="10639906" y="4921823"/>
                <a:ext cx="162360" cy="267480"/>
              </p14:xfrm>
            </p:contentPart>
          </mc:Choice>
          <mc:Fallback xmlns="">
            <p:pic>
              <p:nvPicPr>
                <p:cNvPr id="96" name="Рукописный ввод 95">
                  <a:extLst>
                    <a:ext uri="{FF2B5EF4-FFF2-40B4-BE49-F238E27FC236}">
                      <a16:creationId xmlns:a16="http://schemas.microsoft.com/office/drawing/2014/main" id="{BAD7F5CF-4ECB-60D6-F832-291CAADF6FC2}"/>
                    </a:ext>
                  </a:extLst>
                </p:cNvPr>
                <p:cNvPicPr/>
                <p:nvPr/>
              </p:nvPicPr>
              <p:blipFill>
                <a:blip r:embed="rId140"/>
                <a:stretch>
                  <a:fillRect/>
                </a:stretch>
              </p:blipFill>
              <p:spPr>
                <a:xfrm>
                  <a:off x="10633786" y="4915703"/>
                  <a:ext cx="1746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7" name="Рукописный ввод 96">
                  <a:extLst>
                    <a:ext uri="{FF2B5EF4-FFF2-40B4-BE49-F238E27FC236}">
                      <a16:creationId xmlns:a16="http://schemas.microsoft.com/office/drawing/2014/main" id="{EF5AAF0C-FE3A-4233-8CBB-AD4456887057}"/>
                    </a:ext>
                  </a:extLst>
                </p14:cNvPr>
                <p14:cNvContentPartPr/>
                <p14:nvPr/>
              </p14:nvContentPartPr>
              <p14:xfrm>
                <a:off x="10906306" y="4940903"/>
                <a:ext cx="140760" cy="20880"/>
              </p14:xfrm>
            </p:contentPart>
          </mc:Choice>
          <mc:Fallback xmlns="">
            <p:pic>
              <p:nvPicPr>
                <p:cNvPr id="97" name="Рукописный ввод 96">
                  <a:extLst>
                    <a:ext uri="{FF2B5EF4-FFF2-40B4-BE49-F238E27FC236}">
                      <a16:creationId xmlns:a16="http://schemas.microsoft.com/office/drawing/2014/main" id="{EF5AAF0C-FE3A-4233-8CBB-AD4456887057}"/>
                    </a:ext>
                  </a:extLst>
                </p:cNvPr>
                <p:cNvPicPr/>
                <p:nvPr/>
              </p:nvPicPr>
              <p:blipFill>
                <a:blip r:embed="rId142"/>
                <a:stretch>
                  <a:fillRect/>
                </a:stretch>
              </p:blipFill>
              <p:spPr>
                <a:xfrm>
                  <a:off x="10900186" y="4934783"/>
                  <a:ext cx="1530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8" name="Рукописный ввод 97">
                  <a:extLst>
                    <a:ext uri="{FF2B5EF4-FFF2-40B4-BE49-F238E27FC236}">
                      <a16:creationId xmlns:a16="http://schemas.microsoft.com/office/drawing/2014/main" id="{55BB29DC-A604-F713-090F-6137CA6CDEEE}"/>
                    </a:ext>
                  </a:extLst>
                </p14:cNvPr>
                <p14:cNvContentPartPr/>
                <p14:nvPr/>
              </p14:nvContentPartPr>
              <p14:xfrm>
                <a:off x="10903426" y="5004983"/>
                <a:ext cx="130320" cy="33840"/>
              </p14:xfrm>
            </p:contentPart>
          </mc:Choice>
          <mc:Fallback xmlns="">
            <p:pic>
              <p:nvPicPr>
                <p:cNvPr id="98" name="Рукописный ввод 97">
                  <a:extLst>
                    <a:ext uri="{FF2B5EF4-FFF2-40B4-BE49-F238E27FC236}">
                      <a16:creationId xmlns:a16="http://schemas.microsoft.com/office/drawing/2014/main" id="{55BB29DC-A604-F713-090F-6137CA6CDEEE}"/>
                    </a:ext>
                  </a:extLst>
                </p:cNvPr>
                <p:cNvPicPr/>
                <p:nvPr/>
              </p:nvPicPr>
              <p:blipFill>
                <a:blip r:embed="rId144"/>
                <a:stretch>
                  <a:fillRect/>
                </a:stretch>
              </p:blipFill>
              <p:spPr>
                <a:xfrm>
                  <a:off x="10897306" y="4998863"/>
                  <a:ext cx="1425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9" name="Рукописный ввод 98">
                  <a:extLst>
                    <a:ext uri="{FF2B5EF4-FFF2-40B4-BE49-F238E27FC236}">
                      <a16:creationId xmlns:a16="http://schemas.microsoft.com/office/drawing/2014/main" id="{6AD36798-C1CB-1EC9-C933-AE4412F487C0}"/>
                    </a:ext>
                  </a:extLst>
                </p14:cNvPr>
                <p14:cNvContentPartPr/>
                <p14:nvPr/>
              </p14:nvContentPartPr>
              <p14:xfrm>
                <a:off x="11055706" y="4919663"/>
                <a:ext cx="126000" cy="265320"/>
              </p14:xfrm>
            </p:contentPart>
          </mc:Choice>
          <mc:Fallback xmlns="">
            <p:pic>
              <p:nvPicPr>
                <p:cNvPr id="99" name="Рукописный ввод 98">
                  <a:extLst>
                    <a:ext uri="{FF2B5EF4-FFF2-40B4-BE49-F238E27FC236}">
                      <a16:creationId xmlns:a16="http://schemas.microsoft.com/office/drawing/2014/main" id="{6AD36798-C1CB-1EC9-C933-AE4412F487C0}"/>
                    </a:ext>
                  </a:extLst>
                </p:cNvPr>
                <p:cNvPicPr/>
                <p:nvPr/>
              </p:nvPicPr>
              <p:blipFill>
                <a:blip r:embed="rId146"/>
                <a:stretch>
                  <a:fillRect/>
                </a:stretch>
              </p:blipFill>
              <p:spPr>
                <a:xfrm>
                  <a:off x="11049586" y="4913543"/>
                  <a:ext cx="13824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0" name="Рукописный ввод 99">
                  <a:extLst>
                    <a:ext uri="{FF2B5EF4-FFF2-40B4-BE49-F238E27FC236}">
                      <a16:creationId xmlns:a16="http://schemas.microsoft.com/office/drawing/2014/main" id="{FC3A7ABF-317B-351E-715C-EBDA5A11B467}"/>
                    </a:ext>
                  </a:extLst>
                </p14:cNvPr>
                <p14:cNvContentPartPr/>
                <p14:nvPr/>
              </p14:nvContentPartPr>
              <p14:xfrm>
                <a:off x="11207266" y="5076623"/>
                <a:ext cx="19080" cy="81720"/>
              </p14:xfrm>
            </p:contentPart>
          </mc:Choice>
          <mc:Fallback xmlns="">
            <p:pic>
              <p:nvPicPr>
                <p:cNvPr id="100" name="Рукописный ввод 99">
                  <a:extLst>
                    <a:ext uri="{FF2B5EF4-FFF2-40B4-BE49-F238E27FC236}">
                      <a16:creationId xmlns:a16="http://schemas.microsoft.com/office/drawing/2014/main" id="{FC3A7ABF-317B-351E-715C-EBDA5A11B467}"/>
                    </a:ext>
                  </a:extLst>
                </p:cNvPr>
                <p:cNvPicPr/>
                <p:nvPr/>
              </p:nvPicPr>
              <p:blipFill>
                <a:blip r:embed="rId148"/>
                <a:stretch>
                  <a:fillRect/>
                </a:stretch>
              </p:blipFill>
              <p:spPr>
                <a:xfrm>
                  <a:off x="11201146" y="5070503"/>
                  <a:ext cx="313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01" name="Рукописный ввод 100">
                  <a:extLst>
                    <a:ext uri="{FF2B5EF4-FFF2-40B4-BE49-F238E27FC236}">
                      <a16:creationId xmlns:a16="http://schemas.microsoft.com/office/drawing/2014/main" id="{B86A2AFD-53C9-C154-B4AC-C74BB77E7D2D}"/>
                    </a:ext>
                  </a:extLst>
                </p14:cNvPr>
                <p14:cNvContentPartPr/>
                <p14:nvPr/>
              </p14:nvContentPartPr>
              <p14:xfrm>
                <a:off x="11224906" y="5017223"/>
                <a:ext cx="28800" cy="6480"/>
              </p14:xfrm>
            </p:contentPart>
          </mc:Choice>
          <mc:Fallback xmlns="">
            <p:pic>
              <p:nvPicPr>
                <p:cNvPr id="101" name="Рукописный ввод 100">
                  <a:extLst>
                    <a:ext uri="{FF2B5EF4-FFF2-40B4-BE49-F238E27FC236}">
                      <a16:creationId xmlns:a16="http://schemas.microsoft.com/office/drawing/2014/main" id="{B86A2AFD-53C9-C154-B4AC-C74BB77E7D2D}"/>
                    </a:ext>
                  </a:extLst>
                </p:cNvPr>
                <p:cNvPicPr/>
                <p:nvPr/>
              </p:nvPicPr>
              <p:blipFill>
                <a:blip r:embed="rId150"/>
                <a:stretch>
                  <a:fillRect/>
                </a:stretch>
              </p:blipFill>
              <p:spPr>
                <a:xfrm>
                  <a:off x="11218786" y="5011103"/>
                  <a:ext cx="410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02" name="Рукописный ввод 101">
                  <a:extLst>
                    <a:ext uri="{FF2B5EF4-FFF2-40B4-BE49-F238E27FC236}">
                      <a16:creationId xmlns:a16="http://schemas.microsoft.com/office/drawing/2014/main" id="{78210B3B-C642-3A4B-B83C-88A849AF0185}"/>
                    </a:ext>
                  </a:extLst>
                </p14:cNvPr>
                <p14:cNvContentPartPr/>
                <p14:nvPr/>
              </p14:nvContentPartPr>
              <p14:xfrm>
                <a:off x="11209426" y="4812383"/>
                <a:ext cx="165600" cy="349560"/>
              </p14:xfrm>
            </p:contentPart>
          </mc:Choice>
          <mc:Fallback xmlns="">
            <p:pic>
              <p:nvPicPr>
                <p:cNvPr id="102" name="Рукописный ввод 101">
                  <a:extLst>
                    <a:ext uri="{FF2B5EF4-FFF2-40B4-BE49-F238E27FC236}">
                      <a16:creationId xmlns:a16="http://schemas.microsoft.com/office/drawing/2014/main" id="{78210B3B-C642-3A4B-B83C-88A849AF0185}"/>
                    </a:ext>
                  </a:extLst>
                </p:cNvPr>
                <p:cNvPicPr/>
                <p:nvPr/>
              </p:nvPicPr>
              <p:blipFill>
                <a:blip r:embed="rId152"/>
                <a:stretch>
                  <a:fillRect/>
                </a:stretch>
              </p:blipFill>
              <p:spPr>
                <a:xfrm>
                  <a:off x="11203306" y="4806263"/>
                  <a:ext cx="17784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04" name="Рукописный ввод 103">
                  <a:extLst>
                    <a:ext uri="{FF2B5EF4-FFF2-40B4-BE49-F238E27FC236}">
                      <a16:creationId xmlns:a16="http://schemas.microsoft.com/office/drawing/2014/main" id="{2F3EB517-4667-E6BE-AF77-6494ED68134A}"/>
                    </a:ext>
                  </a:extLst>
                </p14:cNvPr>
                <p14:cNvContentPartPr/>
                <p14:nvPr/>
              </p14:nvContentPartPr>
              <p14:xfrm>
                <a:off x="11418982" y="4782503"/>
                <a:ext cx="64080" cy="24480"/>
              </p14:xfrm>
            </p:contentPart>
          </mc:Choice>
          <mc:Fallback xmlns="">
            <p:pic>
              <p:nvPicPr>
                <p:cNvPr id="104" name="Рукописный ввод 103">
                  <a:extLst>
                    <a:ext uri="{FF2B5EF4-FFF2-40B4-BE49-F238E27FC236}">
                      <a16:creationId xmlns:a16="http://schemas.microsoft.com/office/drawing/2014/main" id="{2F3EB517-4667-E6BE-AF77-6494ED68134A}"/>
                    </a:ext>
                  </a:extLst>
                </p:cNvPr>
                <p:cNvPicPr/>
                <p:nvPr/>
              </p:nvPicPr>
              <p:blipFill>
                <a:blip r:embed="rId154"/>
                <a:stretch>
                  <a:fillRect/>
                </a:stretch>
              </p:blipFill>
              <p:spPr>
                <a:xfrm>
                  <a:off x="11412862" y="4776383"/>
                  <a:ext cx="763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5" name="Рукописный ввод 104">
                  <a:extLst>
                    <a:ext uri="{FF2B5EF4-FFF2-40B4-BE49-F238E27FC236}">
                      <a16:creationId xmlns:a16="http://schemas.microsoft.com/office/drawing/2014/main" id="{3BDCF108-D74D-8869-ABD5-CF07EDB1603B}"/>
                    </a:ext>
                  </a:extLst>
                </p14:cNvPr>
                <p14:cNvContentPartPr/>
                <p14:nvPr/>
              </p14:nvContentPartPr>
              <p14:xfrm>
                <a:off x="11491639" y="4843343"/>
                <a:ext cx="25920" cy="18720"/>
              </p14:xfrm>
            </p:contentPart>
          </mc:Choice>
          <mc:Fallback xmlns="">
            <p:pic>
              <p:nvPicPr>
                <p:cNvPr id="105" name="Рукописный ввод 104">
                  <a:extLst>
                    <a:ext uri="{FF2B5EF4-FFF2-40B4-BE49-F238E27FC236}">
                      <a16:creationId xmlns:a16="http://schemas.microsoft.com/office/drawing/2014/main" id="{3BDCF108-D74D-8869-ABD5-CF07EDB1603B}"/>
                    </a:ext>
                  </a:extLst>
                </p:cNvPr>
                <p:cNvPicPr/>
                <p:nvPr/>
              </p:nvPicPr>
              <p:blipFill>
                <a:blip r:embed="rId156"/>
                <a:stretch>
                  <a:fillRect/>
                </a:stretch>
              </p:blipFill>
              <p:spPr>
                <a:xfrm>
                  <a:off x="11485519" y="4837223"/>
                  <a:ext cx="381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6" name="Рукописный ввод 105">
                  <a:extLst>
                    <a:ext uri="{FF2B5EF4-FFF2-40B4-BE49-F238E27FC236}">
                      <a16:creationId xmlns:a16="http://schemas.microsoft.com/office/drawing/2014/main" id="{879877B1-1A1C-E46E-F713-074D56C8F02D}"/>
                    </a:ext>
                  </a:extLst>
                </p14:cNvPr>
                <p14:cNvContentPartPr/>
                <p14:nvPr/>
              </p14:nvContentPartPr>
              <p14:xfrm>
                <a:off x="9368135" y="5551103"/>
                <a:ext cx="92520" cy="19440"/>
              </p14:xfrm>
            </p:contentPart>
          </mc:Choice>
          <mc:Fallback xmlns="">
            <p:pic>
              <p:nvPicPr>
                <p:cNvPr id="106" name="Рукописный ввод 105">
                  <a:extLst>
                    <a:ext uri="{FF2B5EF4-FFF2-40B4-BE49-F238E27FC236}">
                      <a16:creationId xmlns:a16="http://schemas.microsoft.com/office/drawing/2014/main" id="{879877B1-1A1C-E46E-F713-074D56C8F02D}"/>
                    </a:ext>
                  </a:extLst>
                </p:cNvPr>
                <p:cNvPicPr/>
                <p:nvPr/>
              </p:nvPicPr>
              <p:blipFill>
                <a:blip r:embed="rId158"/>
                <a:stretch>
                  <a:fillRect/>
                </a:stretch>
              </p:blipFill>
              <p:spPr>
                <a:xfrm>
                  <a:off x="9362015" y="5544983"/>
                  <a:ext cx="1047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07" name="Рукописный ввод 106">
                  <a:extLst>
                    <a:ext uri="{FF2B5EF4-FFF2-40B4-BE49-F238E27FC236}">
                      <a16:creationId xmlns:a16="http://schemas.microsoft.com/office/drawing/2014/main" id="{AC021D6D-EAD3-2AD1-B0C8-4C5FC4775E0F}"/>
                    </a:ext>
                  </a:extLst>
                </p14:cNvPr>
                <p14:cNvContentPartPr/>
                <p14:nvPr/>
              </p14:nvContentPartPr>
              <p14:xfrm>
                <a:off x="9348695" y="5650823"/>
                <a:ext cx="221040" cy="42120"/>
              </p14:xfrm>
            </p:contentPart>
          </mc:Choice>
          <mc:Fallback xmlns="">
            <p:pic>
              <p:nvPicPr>
                <p:cNvPr id="107" name="Рукописный ввод 106">
                  <a:extLst>
                    <a:ext uri="{FF2B5EF4-FFF2-40B4-BE49-F238E27FC236}">
                      <a16:creationId xmlns:a16="http://schemas.microsoft.com/office/drawing/2014/main" id="{AC021D6D-EAD3-2AD1-B0C8-4C5FC4775E0F}"/>
                    </a:ext>
                  </a:extLst>
                </p:cNvPr>
                <p:cNvPicPr/>
                <p:nvPr/>
              </p:nvPicPr>
              <p:blipFill>
                <a:blip r:embed="rId160"/>
                <a:stretch>
                  <a:fillRect/>
                </a:stretch>
              </p:blipFill>
              <p:spPr>
                <a:xfrm>
                  <a:off x="9342575" y="5644703"/>
                  <a:ext cx="23328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8" name="Рукописный ввод 107">
                  <a:extLst>
                    <a:ext uri="{FF2B5EF4-FFF2-40B4-BE49-F238E27FC236}">
                      <a16:creationId xmlns:a16="http://schemas.microsoft.com/office/drawing/2014/main" id="{8D0544F4-0CEB-BD44-B5D6-06A300EE0CA3}"/>
                    </a:ext>
                  </a:extLst>
                </p14:cNvPr>
                <p14:cNvContentPartPr/>
                <p14:nvPr/>
              </p14:nvContentPartPr>
              <p14:xfrm>
                <a:off x="9651815" y="5454983"/>
                <a:ext cx="230400" cy="234360"/>
              </p14:xfrm>
            </p:contentPart>
          </mc:Choice>
          <mc:Fallback xmlns="">
            <p:pic>
              <p:nvPicPr>
                <p:cNvPr id="108" name="Рукописный ввод 107">
                  <a:extLst>
                    <a:ext uri="{FF2B5EF4-FFF2-40B4-BE49-F238E27FC236}">
                      <a16:creationId xmlns:a16="http://schemas.microsoft.com/office/drawing/2014/main" id="{8D0544F4-0CEB-BD44-B5D6-06A300EE0CA3}"/>
                    </a:ext>
                  </a:extLst>
                </p:cNvPr>
                <p:cNvPicPr/>
                <p:nvPr/>
              </p:nvPicPr>
              <p:blipFill>
                <a:blip r:embed="rId162"/>
                <a:stretch>
                  <a:fillRect/>
                </a:stretch>
              </p:blipFill>
              <p:spPr>
                <a:xfrm>
                  <a:off x="9645695" y="5448863"/>
                  <a:ext cx="24264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9" name="Рукописный ввод 108">
                  <a:extLst>
                    <a:ext uri="{FF2B5EF4-FFF2-40B4-BE49-F238E27FC236}">
                      <a16:creationId xmlns:a16="http://schemas.microsoft.com/office/drawing/2014/main" id="{520FF096-DDEE-09E0-B94C-05AE0AA7890E}"/>
                    </a:ext>
                  </a:extLst>
                </p14:cNvPr>
                <p14:cNvContentPartPr/>
                <p14:nvPr/>
              </p14:nvContentPartPr>
              <p14:xfrm>
                <a:off x="9947735" y="5445623"/>
                <a:ext cx="214560" cy="273600"/>
              </p14:xfrm>
            </p:contentPart>
          </mc:Choice>
          <mc:Fallback xmlns="">
            <p:pic>
              <p:nvPicPr>
                <p:cNvPr id="109" name="Рукописный ввод 108">
                  <a:extLst>
                    <a:ext uri="{FF2B5EF4-FFF2-40B4-BE49-F238E27FC236}">
                      <a16:creationId xmlns:a16="http://schemas.microsoft.com/office/drawing/2014/main" id="{520FF096-DDEE-09E0-B94C-05AE0AA7890E}"/>
                    </a:ext>
                  </a:extLst>
                </p:cNvPr>
                <p:cNvPicPr/>
                <p:nvPr/>
              </p:nvPicPr>
              <p:blipFill>
                <a:blip r:embed="rId164"/>
                <a:stretch>
                  <a:fillRect/>
                </a:stretch>
              </p:blipFill>
              <p:spPr>
                <a:xfrm>
                  <a:off x="9941615" y="5439503"/>
                  <a:ext cx="226800" cy="285840"/>
                </a:xfrm>
                <a:prstGeom prst="rect">
                  <a:avLst/>
                </a:prstGeom>
              </p:spPr>
            </p:pic>
          </mc:Fallback>
        </mc:AlternateContent>
      </p:grpSp>
    </p:spTree>
    <p:extLst>
      <p:ext uri="{BB962C8B-B14F-4D97-AF65-F5344CB8AC3E}">
        <p14:creationId xmlns:p14="http://schemas.microsoft.com/office/powerpoint/2010/main" val="1181684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8AC0B-5CE6-0FC2-4D07-143D4A1522A6}"/>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A34FB8A4-A9B7-26FF-64A2-0E872859FA18}"/>
              </a:ext>
            </a:extLst>
          </p:cNvPr>
          <p:cNvSpPr>
            <a:spLocks noGrp="1"/>
          </p:cNvSpPr>
          <p:nvPr>
            <p:ph type="sldNum" sz="quarter" idx="12"/>
          </p:nvPr>
        </p:nvSpPr>
        <p:spPr/>
        <p:txBody>
          <a:bodyPr/>
          <a:lstStyle/>
          <a:p>
            <a:fld id="{CC173F88-3387-453B-9303-AC0210B95CB8}" type="slidenum">
              <a:rPr lang="ru-RU" smtClean="0"/>
              <a:pPr/>
              <a:t>26</a:t>
            </a:fld>
            <a:endParaRPr lang="ru-RU" dirty="0"/>
          </a:p>
        </p:txBody>
      </p:sp>
      <p:sp>
        <p:nvSpPr>
          <p:cNvPr id="5" name="Прямоугольник 4">
            <a:extLst>
              <a:ext uri="{FF2B5EF4-FFF2-40B4-BE49-F238E27FC236}">
                <a16:creationId xmlns:a16="http://schemas.microsoft.com/office/drawing/2014/main" id="{827E4B4F-7873-51BC-76A9-C987B3630991}"/>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Предельные теоремы теории вероятностей</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0087A54-8AE2-36B4-FAB2-EFDFF5CC4171}"/>
                  </a:ext>
                </a:extLst>
              </p:cNvPr>
              <p:cNvSpPr txBox="1"/>
              <p:nvPr/>
            </p:nvSpPr>
            <p:spPr>
              <a:xfrm>
                <a:off x="1" y="419100"/>
                <a:ext cx="9144000" cy="6637586"/>
              </a:xfrm>
              <a:prstGeom prst="rect">
                <a:avLst/>
              </a:prstGeom>
              <a:noFill/>
            </p:spPr>
            <p:txBody>
              <a:bodyPr wrap="square" rtlCol="0">
                <a:spAutoFit/>
              </a:bodyPr>
              <a:lstStyle/>
              <a:p>
                <a:pPr algn="ctr">
                  <a:spcAft>
                    <a:spcPts val="600"/>
                  </a:spcAft>
                </a:pPr>
                <a:r>
                  <a:rPr lang="ru-RU" dirty="0"/>
                  <a:t>Для произвольных случайных величин используется неравенство Чебышёва. </a:t>
                </a:r>
              </a:p>
              <a:p>
                <a:pPr algn="just">
                  <a:spcAft>
                    <a:spcPts val="600"/>
                  </a:spcAft>
                </a:pPr>
                <a:r>
                  <a:rPr lang="ru-RU" b="1" dirty="0">
                    <a:solidFill>
                      <a:srgbClr val="3333FF"/>
                    </a:solidFill>
                  </a:rPr>
                  <a:t>Теорема (неравенство Чебышёва)</a:t>
                </a:r>
                <a:r>
                  <a:rPr lang="ru-RU" dirty="0"/>
                  <a:t>: Если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𝜉</m:t>
                    </m:r>
                    <m:r>
                      <a:rPr lang="en-US" b="0" i="1" smtClean="0">
                        <a:latin typeface="Cambria Math" panose="02040503050406030204" pitchFamily="18" charset="0"/>
                      </a:rPr>
                      <m:t>&lt;∞,</m:t>
                    </m:r>
                  </m:oMath>
                </a14:m>
                <a:r>
                  <a:rPr lang="en-US" dirty="0"/>
                  <a:t> </a:t>
                </a:r>
                <a:r>
                  <a:rPr lang="ru-RU" dirty="0"/>
                  <a:t>то </a:t>
                </a:r>
                <a14:m>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𝜖</m:t>
                    </m:r>
                    <m:r>
                      <a:rPr lang="en-US" b="0" i="1" smtClean="0">
                        <a:latin typeface="Cambria Math" panose="02040503050406030204" pitchFamily="18" charset="0"/>
                      </a:rPr>
                      <m:t>&gt;0</m:t>
                    </m:r>
                  </m:oMath>
                </a14:m>
                <a:r>
                  <a:rPr lang="en-US" dirty="0"/>
                  <a:t> </a:t>
                </a:r>
                <a14:m>
                  <m:oMath xmlns:m="http://schemas.openxmlformats.org/officeDocument/2006/math">
                    <m:r>
                      <a:rPr lang="en-US" b="0" i="1" dirty="0" smtClean="0">
                        <a:latin typeface="Cambria Math" panose="02040503050406030204" pitchFamily="18" charset="0"/>
                      </a:rPr>
                      <m:t>𝑃</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𝜉</m:t>
                            </m:r>
                            <m:r>
                              <a:rPr lang="en-US" b="0" i="1" dirty="0" smtClean="0">
                                <a:latin typeface="Cambria Math" panose="02040503050406030204" pitchFamily="18" charset="0"/>
                              </a:rPr>
                              <m:t>−</m:t>
                            </m:r>
                            <m:r>
                              <a:rPr lang="en-US" b="0" i="1" dirty="0" smtClean="0">
                                <a:latin typeface="Cambria Math" panose="02040503050406030204" pitchFamily="18" charset="0"/>
                              </a:rPr>
                              <m:t>𝑀</m:t>
                            </m:r>
                            <m:r>
                              <a:rPr lang="en-US" b="0" i="1" dirty="0" smtClean="0">
                                <a:latin typeface="Cambria Math" panose="02040503050406030204" pitchFamily="18" charset="0"/>
                              </a:rPr>
                              <m:t>𝜉</m:t>
                            </m:r>
                          </m:e>
                        </m:d>
                        <m:r>
                          <a:rPr lang="en-US" b="0" i="1" dirty="0" smtClean="0">
                            <a:latin typeface="Cambria Math" panose="02040503050406030204" pitchFamily="18" charset="0"/>
                          </a:rPr>
                          <m:t>≥</m:t>
                        </m:r>
                        <m:r>
                          <a:rPr lang="en-US" b="0" i="1" dirty="0" smtClean="0">
                            <a:latin typeface="Cambria Math" panose="02040503050406030204" pitchFamily="18" charset="0"/>
                          </a:rPr>
                          <m:t>𝜖</m:t>
                        </m:r>
                      </m:e>
                    </m:d>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𝐷</m:t>
                        </m:r>
                        <m:r>
                          <a:rPr lang="en-US" b="0" i="1" dirty="0" smtClean="0">
                            <a:latin typeface="Cambria Math" panose="02040503050406030204" pitchFamily="18" charset="0"/>
                          </a:rPr>
                          <m:t>𝜉</m:t>
                        </m:r>
                      </m:num>
                      <m:den>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𝜖</m:t>
                            </m:r>
                          </m:e>
                          <m:sup>
                            <m:r>
                              <a:rPr lang="en-US" b="0" i="1" dirty="0" smtClean="0">
                                <a:latin typeface="Cambria Math" panose="02040503050406030204" pitchFamily="18" charset="0"/>
                              </a:rPr>
                              <m:t>2</m:t>
                            </m:r>
                          </m:sup>
                        </m:sSup>
                      </m:den>
                    </m:f>
                  </m:oMath>
                </a14:m>
                <a:r>
                  <a:rPr lang="en-US" dirty="0"/>
                  <a:t>. </a:t>
                </a:r>
                <a:r>
                  <a:rPr lang="ru-RU" dirty="0"/>
                  <a:t>Т.е. вероятность того, что случайная величина отклонится от своего мат. ожидания на </a:t>
                </a:r>
                <a14:m>
                  <m:oMath xmlns:m="http://schemas.openxmlformats.org/officeDocument/2006/math">
                    <m:r>
                      <a:rPr lang="en-US" i="1" dirty="0">
                        <a:latin typeface="Cambria Math" panose="02040503050406030204" pitchFamily="18" charset="0"/>
                      </a:rPr>
                      <m:t>𝜖</m:t>
                    </m:r>
                  </m:oMath>
                </a14:m>
                <a:r>
                  <a:rPr lang="ru-RU" dirty="0"/>
                  <a:t>, всегда меньше чем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𝐷</m:t>
                        </m:r>
                        <m:r>
                          <a:rPr lang="en-US" i="1" dirty="0">
                            <a:latin typeface="Cambria Math" panose="02040503050406030204" pitchFamily="18" charset="0"/>
                          </a:rPr>
                          <m:t>𝜉</m:t>
                        </m:r>
                      </m:num>
                      <m:den>
                        <m:sSup>
                          <m:sSupPr>
                            <m:ctrlPr>
                              <a:rPr lang="en-US" i="1" dirty="0">
                                <a:latin typeface="Cambria Math" panose="02040503050406030204" pitchFamily="18" charset="0"/>
                              </a:rPr>
                            </m:ctrlPr>
                          </m:sSupPr>
                          <m:e>
                            <m:r>
                              <a:rPr lang="en-US" i="1" dirty="0">
                                <a:latin typeface="Cambria Math" panose="02040503050406030204" pitchFamily="18" charset="0"/>
                              </a:rPr>
                              <m:t>𝜖</m:t>
                            </m:r>
                          </m:e>
                          <m:sup>
                            <m:r>
                              <a:rPr lang="en-US" i="1" dirty="0">
                                <a:latin typeface="Cambria Math" panose="02040503050406030204" pitchFamily="18" charset="0"/>
                              </a:rPr>
                              <m:t>2</m:t>
                            </m:r>
                          </m:sup>
                        </m:sSup>
                      </m:den>
                    </m:f>
                  </m:oMath>
                </a14:m>
                <a:r>
                  <a:rPr lang="ru-RU" dirty="0"/>
                  <a:t>.</a:t>
                </a:r>
                <a:endParaRPr lang="en-US" dirty="0"/>
              </a:p>
              <a:p>
                <a:pPr algn="just">
                  <a:spcBef>
                    <a:spcPts val="600"/>
                  </a:spcBef>
                </a:pPr>
                <a:r>
                  <a:rPr lang="ru-RU" b="1" dirty="0">
                    <a:solidFill>
                      <a:srgbClr val="006400"/>
                    </a:solidFill>
                  </a:rPr>
                  <a:t>Доказательство: </a:t>
                </a:r>
                <a:endParaRPr lang="en-US" b="1" dirty="0">
                  <a:solidFill>
                    <a:srgbClr val="006400"/>
                  </a:solidFill>
                </a:endParaRPr>
              </a:p>
              <a:p>
                <a:pPr marL="285750" indent="-285750" algn="just">
                  <a:spcBef>
                    <a:spcPts val="600"/>
                  </a:spcBef>
                  <a:buFont typeface="Arial" panose="020B0604020202020204" pitchFamily="34" charset="0"/>
                  <a:buChar char="•"/>
                </a:pPr>
                <a:r>
                  <a:rPr lang="ru-RU" dirty="0"/>
                  <a:t>Рассмотрим новую случайную величину </a:t>
                </a:r>
                <a14:m>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𝜉</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𝜉</m:t>
                        </m:r>
                      </m:e>
                    </m:d>
                    <m:r>
                      <a:rPr lang="en-US" b="0" i="1" smtClean="0">
                        <a:latin typeface="Cambria Math" panose="02040503050406030204" pitchFamily="18" charset="0"/>
                      </a:rPr>
                      <m:t>≥0   ∀  </m:t>
                    </m:r>
                    <m:r>
                      <a:rPr lang="en-US" b="0" i="1" smtClean="0">
                        <a:latin typeface="Cambria Math" panose="02040503050406030204" pitchFamily="18" charset="0"/>
                      </a:rPr>
                      <m:t>𝜔</m:t>
                    </m:r>
                    <m:r>
                      <a:rPr lang="en-US" b="0" i="1" smtClean="0">
                        <a:latin typeface="Cambria Math" panose="02040503050406030204" pitchFamily="18" charset="0"/>
                      </a:rPr>
                      <m:t>∈</m:t>
                    </m:r>
                    <m:r>
                      <m:rPr>
                        <m:sty m:val="p"/>
                      </m:rPr>
                      <a:rPr lang="en-US" b="0" i="0" smtClean="0">
                        <a:latin typeface="Cambria Math" panose="02040503050406030204" pitchFamily="18" charset="0"/>
                      </a:rPr>
                      <m:t>Ω</m:t>
                    </m:r>
                    <m:r>
                      <a:rPr lang="en-US" b="0" i="1" smtClean="0">
                        <a:latin typeface="Cambria Math" panose="02040503050406030204" pitchFamily="18" charset="0"/>
                      </a:rPr>
                      <m:t>.  </m:t>
                    </m:r>
                  </m:oMath>
                </a14:m>
                <a:r>
                  <a:rPr lang="ru-RU" dirty="0"/>
                  <a:t>Тогда:</a:t>
                </a:r>
                <a:endParaRPr lang="en-US" dirty="0"/>
              </a:p>
              <a:p>
                <a:pPr algn="just">
                  <a:spcBef>
                    <a:spcPts val="600"/>
                  </a:spcBef>
                  <a:spcAft>
                    <a:spcPts val="600"/>
                  </a:spcAft>
                </a:pPr>
                <a:r>
                  <a:rPr lang="ru-RU" dirty="0"/>
                  <a:t> </a:t>
                </a:r>
                <a14:m>
                  <m:oMath xmlns:m="http://schemas.openxmlformats.org/officeDocument/2006/math">
                    <m:r>
                      <a:rPr lang="en-US" i="1" dirty="0">
                        <a:latin typeface="Cambria Math" panose="02040503050406030204" pitchFamily="18" charset="0"/>
                      </a:rPr>
                      <m:t>𝑃</m:t>
                    </m:r>
                    <m:d>
                      <m:dPr>
                        <m:ctrlPr>
                          <a:rPr lang="en-US" i="1" dirty="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𝜉</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𝜉</m:t>
                            </m:r>
                          </m:e>
                        </m:d>
                        <m:r>
                          <a:rPr lang="en-US" i="1" dirty="0">
                            <a:latin typeface="Cambria Math" panose="02040503050406030204" pitchFamily="18" charset="0"/>
                          </a:rPr>
                          <m:t>≥</m:t>
                        </m:r>
                        <m:r>
                          <a:rPr lang="en-US" i="1" dirty="0">
                            <a:latin typeface="Cambria Math" panose="02040503050406030204" pitchFamily="18" charset="0"/>
                          </a:rPr>
                          <m:t>𝜖</m:t>
                        </m:r>
                      </m:e>
                    </m:d>
                    <m:r>
                      <a:rPr lang="en-US" b="0" i="1" dirty="0" smtClean="0">
                        <a:latin typeface="Cambria Math" panose="02040503050406030204" pitchFamily="18" charset="0"/>
                      </a:rPr>
                      <m:t>=</m:t>
                    </m:r>
                    <m:r>
                      <a:rPr lang="en-US" b="0" i="1" dirty="0" smtClean="0">
                        <a:latin typeface="Cambria Math" panose="02040503050406030204" pitchFamily="18" charset="0"/>
                      </a:rPr>
                      <m:t>𝑃</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𝜂</m:t>
                        </m:r>
                        <m:r>
                          <a:rPr lang="en-US" b="0" i="1" dirty="0" smtClean="0">
                            <a:latin typeface="Cambria Math" panose="02040503050406030204" pitchFamily="18" charset="0"/>
                          </a:rPr>
                          <m:t>≥</m:t>
                        </m:r>
                        <m:r>
                          <a:rPr lang="en-US" b="0" i="1" dirty="0" smtClean="0">
                            <a:latin typeface="Cambria Math" panose="02040503050406030204" pitchFamily="18" charset="0"/>
                          </a:rPr>
                          <m:t>𝜖</m:t>
                        </m:r>
                      </m:e>
                    </m:d>
                    <m:r>
                      <a:rPr lang="en-US" b="0" i="1" dirty="0" smtClean="0">
                        <a:latin typeface="Cambria Math" panose="02040503050406030204" pitchFamily="18" charset="0"/>
                      </a:rPr>
                      <m:t>=</m:t>
                    </m:r>
                    <m:r>
                      <a:rPr lang="en-US" b="0" i="1" dirty="0" smtClean="0">
                        <a:latin typeface="Cambria Math" panose="02040503050406030204" pitchFamily="18" charset="0"/>
                      </a:rPr>
                      <m:t>𝑃</m:t>
                    </m:r>
                    <m:d>
                      <m:dPr>
                        <m:ctrlPr>
                          <a:rPr lang="en-US" b="0" i="1" dirty="0" smtClean="0">
                            <a:latin typeface="Cambria Math" panose="02040503050406030204" pitchFamily="18" charset="0"/>
                          </a:rPr>
                        </m:ctrlPr>
                      </m:dPr>
                      <m:e>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𝜂</m:t>
                            </m:r>
                          </m:e>
                          <m:sup>
                            <m:r>
                              <a:rPr lang="en-US" b="0" i="1" dirty="0" smtClean="0">
                                <a:latin typeface="Cambria Math" panose="02040503050406030204" pitchFamily="18" charset="0"/>
                              </a:rPr>
                              <m:t>2</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𝜖</m:t>
                            </m:r>
                          </m:e>
                          <m:sup>
                            <m:r>
                              <a:rPr lang="en-US" b="0" i="1" dirty="0" smtClean="0">
                                <a:latin typeface="Cambria Math" panose="02040503050406030204" pitchFamily="18" charset="0"/>
                              </a:rPr>
                              <m:t>2</m:t>
                            </m:r>
                          </m:sup>
                        </m:sSup>
                      </m:e>
                    </m:d>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𝑀</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𝜂</m:t>
                            </m:r>
                          </m:e>
                          <m:sup>
                            <m:r>
                              <a:rPr lang="en-US" b="0" i="1" dirty="0" smtClean="0">
                                <a:latin typeface="Cambria Math" panose="02040503050406030204" pitchFamily="18" charset="0"/>
                              </a:rPr>
                              <m:t>2</m:t>
                            </m:r>
                          </m:sup>
                        </m:sSup>
                      </m:num>
                      <m:den>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𝜖</m:t>
                            </m:r>
                          </m:e>
                          <m:sup>
                            <m:r>
                              <a:rPr lang="en-US" b="0" i="1" dirty="0" smtClean="0">
                                <a:latin typeface="Cambria Math" panose="02040503050406030204" pitchFamily="18" charset="0"/>
                              </a:rPr>
                              <m:t>2</m:t>
                            </m:r>
                          </m:sup>
                        </m:sSup>
                      </m:den>
                    </m:f>
                    <m:r>
                      <a:rPr lang="en-US" b="0" i="1" dirty="0" smtClean="0">
                        <a:latin typeface="Cambria Math" panose="02040503050406030204" pitchFamily="18" charset="0"/>
                      </a:rPr>
                      <m:t>=</m:t>
                    </m:r>
                  </m:oMath>
                </a14:m>
                <a:r>
                  <a:rPr lang="en-US" dirty="0"/>
                  <a:t>[</a:t>
                </a:r>
                <a:r>
                  <a:rPr lang="ru-RU" dirty="0"/>
                  <a:t>возвели в квадрат и применили неравенство Маркова</a:t>
                </a:r>
                <a:r>
                  <a:rPr lang="en-US" dirty="0"/>
                  <a:t>] </a:t>
                </a:r>
                <a14:m>
                  <m:oMath xmlns:m="http://schemas.openxmlformats.org/officeDocument/2006/math">
                    <m:r>
                      <a:rPr lang="en-US" i="1" dirty="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𝑀</m:t>
                        </m:r>
                        <m:sSup>
                          <m:sSupPr>
                            <m:ctrlPr>
                              <a:rPr lang="en-US" b="0" i="1" dirty="0" smtClean="0">
                                <a:latin typeface="Cambria Math" panose="02040503050406030204" pitchFamily="18" charset="0"/>
                              </a:rPr>
                            </m:ctrlPr>
                          </m:sSup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𝜉</m:t>
                                </m:r>
                                <m:r>
                                  <a:rPr lang="en-US" b="0" i="1" dirty="0" smtClean="0">
                                    <a:latin typeface="Cambria Math" panose="02040503050406030204" pitchFamily="18" charset="0"/>
                                  </a:rPr>
                                  <m:t>−</m:t>
                                </m:r>
                                <m:r>
                                  <a:rPr lang="en-US" b="0" i="1" dirty="0" smtClean="0">
                                    <a:latin typeface="Cambria Math" panose="02040503050406030204" pitchFamily="18" charset="0"/>
                                  </a:rPr>
                                  <m:t>𝑀</m:t>
                                </m:r>
                                <m:r>
                                  <a:rPr lang="en-US" b="0" i="1" dirty="0" smtClean="0">
                                    <a:latin typeface="Cambria Math" panose="02040503050406030204" pitchFamily="18" charset="0"/>
                                  </a:rPr>
                                  <m:t>𝜉</m:t>
                                </m:r>
                              </m:e>
                            </m:d>
                          </m:e>
                          <m:sup>
                            <m:r>
                              <a:rPr lang="en-US" b="0" i="1" dirty="0" smtClean="0">
                                <a:latin typeface="Cambria Math" panose="02040503050406030204" pitchFamily="18" charset="0"/>
                              </a:rPr>
                              <m:t>2</m:t>
                            </m:r>
                          </m:sup>
                        </m:sSup>
                      </m:num>
                      <m:den>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𝜖</m:t>
                            </m:r>
                          </m:e>
                          <m:sup>
                            <m:r>
                              <a:rPr lang="en-US" b="0" i="1" dirty="0" smtClean="0">
                                <a:latin typeface="Cambria Math" panose="02040503050406030204" pitchFamily="18" charset="0"/>
                              </a:rPr>
                              <m:t>2</m:t>
                            </m:r>
                          </m:sup>
                        </m:sSup>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𝐷</m:t>
                        </m:r>
                        <m:r>
                          <a:rPr lang="en-US" b="0" i="1" dirty="0" smtClean="0">
                            <a:latin typeface="Cambria Math" panose="02040503050406030204" pitchFamily="18" charset="0"/>
                          </a:rPr>
                          <m:t>𝜉</m:t>
                        </m:r>
                      </m:num>
                      <m:den>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𝜖</m:t>
                            </m:r>
                          </m:e>
                          <m:sup>
                            <m:r>
                              <a:rPr lang="en-US" b="0" i="1" dirty="0" smtClean="0">
                                <a:latin typeface="Cambria Math" panose="02040503050406030204" pitchFamily="18" charset="0"/>
                              </a:rPr>
                              <m:t>2</m:t>
                            </m:r>
                          </m:sup>
                        </m:sSup>
                      </m:den>
                    </m:f>
                  </m:oMath>
                </a14:m>
                <a:r>
                  <a:rPr lang="en-US" dirty="0"/>
                  <a:t>. </a:t>
                </a:r>
                <a:r>
                  <a:rPr lang="ru-RU" dirty="0"/>
                  <a:t>Таким образом, для случайной величины вероятность попадания в некоторую область может быть оценена  без знания закона распределения этой величины. С помощью неравенства Чебышёва доказывается закон больших чисел (ЗБЧ).</a:t>
                </a:r>
              </a:p>
              <a:p>
                <a:pPr algn="ctr">
                  <a:spcBef>
                    <a:spcPts val="600"/>
                  </a:spcBef>
                </a:pPr>
                <a:r>
                  <a:rPr lang="ru-RU" dirty="0"/>
                  <a:t>ЗБЧ – это закон сходимости суммы случайных величин к некоторой константе</a:t>
                </a:r>
              </a:p>
              <a:p>
                <a:pPr algn="just">
                  <a:spcBef>
                    <a:spcPts val="600"/>
                  </a:spcBef>
                </a:pPr>
                <a:r>
                  <a:rPr lang="ru-RU" b="1" dirty="0">
                    <a:solidFill>
                      <a:srgbClr val="3333FF"/>
                    </a:solidFill>
                  </a:rPr>
                  <a:t>Теорема: </a:t>
                </a:r>
                <a:r>
                  <a:rPr lang="ru-RU" dirty="0">
                    <a:solidFill>
                      <a:schemeClr val="tx1"/>
                    </a:solidFill>
                  </a:rPr>
                  <a:t>Для любой последовательности </a:t>
                </a:r>
                <a14:m>
                  <m:oMath xmlns:m="http://schemas.openxmlformats.org/officeDocument/2006/math">
                    <m:sSub>
                      <m:sSubPr>
                        <m:ctrlPr>
                          <a:rPr lang="ru-RU" i="1" smtClean="0">
                            <a:solidFill>
                              <a:schemeClr val="tx1"/>
                            </a:solidFill>
                            <a:latin typeface="Cambria Math" panose="02040503050406030204" pitchFamily="18" charset="0"/>
                          </a:rPr>
                        </m:ctrlPr>
                      </m:sSubPr>
                      <m:e>
                        <m:r>
                          <a:rPr lang="ru-RU" b="0" i="1" smtClean="0">
                            <a:solidFill>
                              <a:schemeClr val="tx1"/>
                            </a:solidFill>
                            <a:latin typeface="Cambria Math" panose="02040503050406030204" pitchFamily="18" charset="0"/>
                          </a:rPr>
                          <m:t>𝜉</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𝜉</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m:t>
                    </m:r>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𝜉</m:t>
                        </m:r>
                      </m:e>
                      <m:sub>
                        <m:r>
                          <a:rPr lang="en-US" b="0" i="1" smtClean="0">
                            <a:solidFill>
                              <a:schemeClr val="tx1"/>
                            </a:solidFill>
                            <a:latin typeface="Cambria Math" panose="02040503050406030204" pitchFamily="18" charset="0"/>
                          </a:rPr>
                          <m:t>𝑛</m:t>
                        </m:r>
                      </m:sub>
                    </m:sSub>
                  </m:oMath>
                </a14:m>
                <a:r>
                  <a:rPr lang="ru-RU" dirty="0">
                    <a:solidFill>
                      <a:schemeClr val="tx1"/>
                    </a:solidFill>
                  </a:rPr>
                  <a:t> </a:t>
                </a:r>
                <a:r>
                  <a:rPr lang="ru-RU" dirty="0"/>
                  <a:t>попарно независимых и одинаково распределенных случайных величин с конечным вторым моментом </a:t>
                </a:r>
                <a14:m>
                  <m:oMath xmlns:m="http://schemas.openxmlformats.org/officeDocument/2006/math">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2</m:t>
                        </m:r>
                      </m:sup>
                    </m:sSup>
                    <m:r>
                      <a:rPr lang="en-US" b="0" i="1" smtClean="0">
                        <a:latin typeface="Cambria Math" panose="02040503050406030204" pitchFamily="18" charset="0"/>
                      </a:rPr>
                      <m:t>&lt;∞</m:t>
                    </m:r>
                  </m:oMath>
                </a14:m>
                <a:r>
                  <a:rPr lang="en-US" dirty="0"/>
                  <a:t> </a:t>
                </a:r>
                <a:r>
                  <a:rPr lang="ru-RU" dirty="0"/>
                  <a:t>имеет место сходимость </a:t>
                </a:r>
              </a:p>
              <a:p>
                <a:pPr algn="ctr">
                  <a:spcBef>
                    <a:spcPts val="600"/>
                  </a:spcBef>
                </a:pPr>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𝑛</m:t>
                        </m:r>
                      </m:den>
                    </m:f>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𝑝</m:t>
                        </m:r>
                      </m:e>
                    </m:groupChr>
                    <m:r>
                      <a:rPr lang="en-US" b="0" i="1" smtClean="0">
                        <a:latin typeface="Cambria Math" panose="02040503050406030204" pitchFamily="18" charset="0"/>
                      </a:rPr>
                      <m:t>𝑀</m:t>
                    </m:r>
                    <m:r>
                      <a:rPr lang="en-US" b="0" i="1" smtClean="0">
                        <a:latin typeface="Cambria Math" panose="02040503050406030204" pitchFamily="18" charset="0"/>
                      </a:rPr>
                      <m:t>𝜉</m:t>
                    </m:r>
                  </m:oMath>
                </a14:m>
                <a:r>
                  <a:rPr lang="ru-RU" dirty="0"/>
                  <a:t>, </a:t>
                </a:r>
              </a:p>
              <a:p>
                <a:pPr algn="ctr">
                  <a:spcBef>
                    <a:spcPts val="600"/>
                  </a:spcBef>
                </a:pPr>
                <a:r>
                  <a:rPr lang="ru-RU" dirty="0"/>
                  <a:t>т.е. их среднее сходится по вероятности к мат. ожиданию случайной величины</a:t>
                </a:r>
                <a:r>
                  <a:rPr lang="en-US" dirty="0"/>
                  <a:t> </a:t>
                </a:r>
                <a14:m>
                  <m:oMath xmlns:m="http://schemas.openxmlformats.org/officeDocument/2006/math">
                    <m:r>
                      <a:rPr lang="en-US" i="1">
                        <a:latin typeface="Cambria Math" panose="02040503050406030204" pitchFamily="18" charset="0"/>
                      </a:rPr>
                      <m:t>𝜉</m:t>
                    </m:r>
                  </m:oMath>
                </a14:m>
                <a:r>
                  <a:rPr lang="ru-RU" dirty="0"/>
                  <a:t> </a:t>
                </a:r>
              </a:p>
              <a:p>
                <a:pPr algn="ctr">
                  <a:spcBef>
                    <a:spcPts val="600"/>
                  </a:spcBef>
                </a:pPr>
                <a:endParaRPr lang="ru-RU" dirty="0"/>
              </a:p>
            </p:txBody>
          </p:sp>
        </mc:Choice>
        <mc:Fallback xmlns="">
          <p:sp>
            <p:nvSpPr>
              <p:cNvPr id="6" name="TextBox 5">
                <a:extLst>
                  <a:ext uri="{FF2B5EF4-FFF2-40B4-BE49-F238E27FC236}">
                    <a16:creationId xmlns:a16="http://schemas.microsoft.com/office/drawing/2014/main" id="{A0087A54-8AE2-36B4-FAB2-EFDFF5CC4171}"/>
                  </a:ext>
                </a:extLst>
              </p:cNvPr>
              <p:cNvSpPr txBox="1">
                <a:spLocks noRot="1" noChangeAspect="1" noMove="1" noResize="1" noEditPoints="1" noAdjustHandles="1" noChangeArrowheads="1" noChangeShapeType="1" noTextEdit="1"/>
              </p:cNvSpPr>
              <p:nvPr/>
            </p:nvSpPr>
            <p:spPr>
              <a:xfrm>
                <a:off x="1" y="419100"/>
                <a:ext cx="9144000" cy="6637586"/>
              </a:xfrm>
              <a:prstGeom prst="rect">
                <a:avLst/>
              </a:prstGeom>
              <a:blipFill>
                <a:blip r:embed="rId3"/>
                <a:stretch>
                  <a:fillRect l="-533" t="-551" r="-533"/>
                </a:stretch>
              </a:blipFill>
            </p:spPr>
            <p:txBody>
              <a:bodyPr/>
              <a:lstStyle/>
              <a:p>
                <a:r>
                  <a:rPr lang="ru-RU">
                    <a:noFill/>
                  </a:rPr>
                  <a:t> </a:t>
                </a:r>
              </a:p>
            </p:txBody>
          </p:sp>
        </mc:Fallback>
      </mc:AlternateContent>
      <p:grpSp>
        <p:nvGrpSpPr>
          <p:cNvPr id="28" name="Группа 27">
            <a:extLst>
              <a:ext uri="{FF2B5EF4-FFF2-40B4-BE49-F238E27FC236}">
                <a16:creationId xmlns:a16="http://schemas.microsoft.com/office/drawing/2014/main" id="{5C8D1E44-5635-2B8C-CA8E-9737D8C68C1E}"/>
              </a:ext>
            </a:extLst>
          </p:cNvPr>
          <p:cNvGrpSpPr/>
          <p:nvPr/>
        </p:nvGrpSpPr>
        <p:grpSpPr>
          <a:xfrm>
            <a:off x="6028666" y="5502863"/>
            <a:ext cx="2125440" cy="753120"/>
            <a:chOff x="6028666" y="5502863"/>
            <a:chExt cx="2125440" cy="753120"/>
          </a:xfrm>
        </p:grpSpPr>
        <mc:AlternateContent xmlns:mc="http://schemas.openxmlformats.org/markup-compatibility/2006" xmlns:p14="http://schemas.microsoft.com/office/powerpoint/2010/main">
          <mc:Choice Requires="p14">
            <p:contentPart p14:bwMode="auto" r:id="rId4">
              <p14:nvContentPartPr>
                <p14:cNvPr id="2" name="Рукописный ввод 1">
                  <a:extLst>
                    <a:ext uri="{FF2B5EF4-FFF2-40B4-BE49-F238E27FC236}">
                      <a16:creationId xmlns:a16="http://schemas.microsoft.com/office/drawing/2014/main" id="{44C0E17D-480B-5AE4-F5CA-4BBE49657E30}"/>
                    </a:ext>
                  </a:extLst>
                </p14:cNvPr>
                <p14:cNvContentPartPr/>
                <p14:nvPr/>
              </p14:nvContentPartPr>
              <p14:xfrm>
                <a:off x="6065386" y="5760983"/>
                <a:ext cx="185760" cy="417960"/>
              </p14:xfrm>
            </p:contentPart>
          </mc:Choice>
          <mc:Fallback xmlns="">
            <p:pic>
              <p:nvPicPr>
                <p:cNvPr id="2" name="Рукописный ввод 1">
                  <a:extLst>
                    <a:ext uri="{FF2B5EF4-FFF2-40B4-BE49-F238E27FC236}">
                      <a16:creationId xmlns:a16="http://schemas.microsoft.com/office/drawing/2014/main" id="{44C0E17D-480B-5AE4-F5CA-4BBE49657E30}"/>
                    </a:ext>
                  </a:extLst>
                </p:cNvPr>
                <p:cNvPicPr/>
                <p:nvPr/>
              </p:nvPicPr>
              <p:blipFill>
                <a:blip r:embed="rId5"/>
                <a:stretch>
                  <a:fillRect/>
                </a:stretch>
              </p:blipFill>
              <p:spPr>
                <a:xfrm>
                  <a:off x="6059266" y="5754863"/>
                  <a:ext cx="198000" cy="430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Рукописный ввод 2">
                  <a:extLst>
                    <a:ext uri="{FF2B5EF4-FFF2-40B4-BE49-F238E27FC236}">
                      <a16:creationId xmlns:a16="http://schemas.microsoft.com/office/drawing/2014/main" id="{D396FB37-86A3-889C-1EE5-BAA63192644B}"/>
                    </a:ext>
                  </a:extLst>
                </p14:cNvPr>
                <p14:cNvContentPartPr/>
                <p14:nvPr/>
              </p14:nvContentPartPr>
              <p14:xfrm>
                <a:off x="6381466" y="5977343"/>
                <a:ext cx="66960" cy="180360"/>
              </p14:xfrm>
            </p:contentPart>
          </mc:Choice>
          <mc:Fallback xmlns="">
            <p:pic>
              <p:nvPicPr>
                <p:cNvPr id="3" name="Рукописный ввод 2">
                  <a:extLst>
                    <a:ext uri="{FF2B5EF4-FFF2-40B4-BE49-F238E27FC236}">
                      <a16:creationId xmlns:a16="http://schemas.microsoft.com/office/drawing/2014/main" id="{D396FB37-86A3-889C-1EE5-BAA63192644B}"/>
                    </a:ext>
                  </a:extLst>
                </p:cNvPr>
                <p:cNvPicPr/>
                <p:nvPr/>
              </p:nvPicPr>
              <p:blipFill>
                <a:blip r:embed="rId7"/>
                <a:stretch>
                  <a:fillRect/>
                </a:stretch>
              </p:blipFill>
              <p:spPr>
                <a:xfrm>
                  <a:off x="6375346" y="5971223"/>
                  <a:ext cx="7920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Рукописный ввод 6">
                  <a:extLst>
                    <a:ext uri="{FF2B5EF4-FFF2-40B4-BE49-F238E27FC236}">
                      <a16:creationId xmlns:a16="http://schemas.microsoft.com/office/drawing/2014/main" id="{17DE9090-E569-EB9D-5CD3-7CD60A1E30BA}"/>
                    </a:ext>
                  </a:extLst>
                </p14:cNvPr>
                <p14:cNvContentPartPr/>
                <p14:nvPr/>
              </p14:nvContentPartPr>
              <p14:xfrm>
                <a:off x="6028666" y="5701943"/>
                <a:ext cx="258480" cy="41760"/>
              </p14:xfrm>
            </p:contentPart>
          </mc:Choice>
          <mc:Fallback xmlns="">
            <p:pic>
              <p:nvPicPr>
                <p:cNvPr id="7" name="Рукописный ввод 6">
                  <a:extLst>
                    <a:ext uri="{FF2B5EF4-FFF2-40B4-BE49-F238E27FC236}">
                      <a16:creationId xmlns:a16="http://schemas.microsoft.com/office/drawing/2014/main" id="{17DE9090-E569-EB9D-5CD3-7CD60A1E30BA}"/>
                    </a:ext>
                  </a:extLst>
                </p:cNvPr>
                <p:cNvPicPr/>
                <p:nvPr/>
              </p:nvPicPr>
              <p:blipFill>
                <a:blip r:embed="rId9"/>
                <a:stretch>
                  <a:fillRect/>
                </a:stretch>
              </p:blipFill>
              <p:spPr>
                <a:xfrm>
                  <a:off x="6022546" y="5695823"/>
                  <a:ext cx="27072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Рукописный ввод 7">
                  <a:extLst>
                    <a:ext uri="{FF2B5EF4-FFF2-40B4-BE49-F238E27FC236}">
                      <a16:creationId xmlns:a16="http://schemas.microsoft.com/office/drawing/2014/main" id="{EB19FB4C-A0E6-E8F8-659E-7B34C380416C}"/>
                    </a:ext>
                  </a:extLst>
                </p14:cNvPr>
                <p14:cNvContentPartPr/>
                <p14:nvPr/>
              </p14:nvContentPartPr>
              <p14:xfrm>
                <a:off x="6580906" y="5772143"/>
                <a:ext cx="120600" cy="38880"/>
              </p14:xfrm>
            </p:contentPart>
          </mc:Choice>
          <mc:Fallback xmlns="">
            <p:pic>
              <p:nvPicPr>
                <p:cNvPr id="8" name="Рукописный ввод 7">
                  <a:extLst>
                    <a:ext uri="{FF2B5EF4-FFF2-40B4-BE49-F238E27FC236}">
                      <a16:creationId xmlns:a16="http://schemas.microsoft.com/office/drawing/2014/main" id="{EB19FB4C-A0E6-E8F8-659E-7B34C380416C}"/>
                    </a:ext>
                  </a:extLst>
                </p:cNvPr>
                <p:cNvPicPr/>
                <p:nvPr/>
              </p:nvPicPr>
              <p:blipFill>
                <a:blip r:embed="rId11"/>
                <a:stretch>
                  <a:fillRect/>
                </a:stretch>
              </p:blipFill>
              <p:spPr>
                <a:xfrm>
                  <a:off x="6574786" y="5766023"/>
                  <a:ext cx="13284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Рукописный ввод 8">
                  <a:extLst>
                    <a:ext uri="{FF2B5EF4-FFF2-40B4-BE49-F238E27FC236}">
                      <a16:creationId xmlns:a16="http://schemas.microsoft.com/office/drawing/2014/main" id="{F4FBEC64-25FC-DE8E-0D49-0BE3B2146DC5}"/>
                    </a:ext>
                  </a:extLst>
                </p14:cNvPr>
                <p14:cNvContentPartPr/>
                <p14:nvPr/>
              </p14:nvContentPartPr>
              <p14:xfrm>
                <a:off x="6585226" y="5849183"/>
                <a:ext cx="228240" cy="34920"/>
              </p14:xfrm>
            </p:contentPart>
          </mc:Choice>
          <mc:Fallback xmlns="">
            <p:pic>
              <p:nvPicPr>
                <p:cNvPr id="9" name="Рукописный ввод 8">
                  <a:extLst>
                    <a:ext uri="{FF2B5EF4-FFF2-40B4-BE49-F238E27FC236}">
                      <a16:creationId xmlns:a16="http://schemas.microsoft.com/office/drawing/2014/main" id="{F4FBEC64-25FC-DE8E-0D49-0BE3B2146DC5}"/>
                    </a:ext>
                  </a:extLst>
                </p:cNvPr>
                <p:cNvPicPr/>
                <p:nvPr/>
              </p:nvPicPr>
              <p:blipFill>
                <a:blip r:embed="rId13"/>
                <a:stretch>
                  <a:fillRect/>
                </a:stretch>
              </p:blipFill>
              <p:spPr>
                <a:xfrm>
                  <a:off x="6579106" y="5843063"/>
                  <a:ext cx="24048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Рукописный ввод 11">
                  <a:extLst>
                    <a:ext uri="{FF2B5EF4-FFF2-40B4-BE49-F238E27FC236}">
                      <a16:creationId xmlns:a16="http://schemas.microsoft.com/office/drawing/2014/main" id="{9D20D2C6-CCF9-7E75-03D0-DEFDEE0258AF}"/>
                    </a:ext>
                  </a:extLst>
                </p14:cNvPr>
                <p14:cNvContentPartPr/>
                <p14:nvPr/>
              </p14:nvContentPartPr>
              <p14:xfrm>
                <a:off x="7037026" y="5524823"/>
                <a:ext cx="113760" cy="374760"/>
              </p14:xfrm>
            </p:contentPart>
          </mc:Choice>
          <mc:Fallback xmlns="">
            <p:pic>
              <p:nvPicPr>
                <p:cNvPr id="12" name="Рукописный ввод 11">
                  <a:extLst>
                    <a:ext uri="{FF2B5EF4-FFF2-40B4-BE49-F238E27FC236}">
                      <a16:creationId xmlns:a16="http://schemas.microsoft.com/office/drawing/2014/main" id="{9D20D2C6-CCF9-7E75-03D0-DEFDEE0258AF}"/>
                    </a:ext>
                  </a:extLst>
                </p:cNvPr>
                <p:cNvPicPr/>
                <p:nvPr/>
              </p:nvPicPr>
              <p:blipFill>
                <a:blip r:embed="rId15"/>
                <a:stretch>
                  <a:fillRect/>
                </a:stretch>
              </p:blipFill>
              <p:spPr>
                <a:xfrm>
                  <a:off x="7030906" y="5518703"/>
                  <a:ext cx="12600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Рукописный ввод 12">
                  <a:extLst>
                    <a:ext uri="{FF2B5EF4-FFF2-40B4-BE49-F238E27FC236}">
                      <a16:creationId xmlns:a16="http://schemas.microsoft.com/office/drawing/2014/main" id="{AC91A501-C3C2-15A1-F3C1-1478E9B75676}"/>
                    </a:ext>
                  </a:extLst>
                </p14:cNvPr>
                <p14:cNvContentPartPr/>
                <p14:nvPr/>
              </p14:nvContentPartPr>
              <p14:xfrm>
                <a:off x="6968626" y="5888063"/>
                <a:ext cx="258120" cy="50760"/>
              </p14:xfrm>
            </p:contentPart>
          </mc:Choice>
          <mc:Fallback xmlns="">
            <p:pic>
              <p:nvPicPr>
                <p:cNvPr id="13" name="Рукописный ввод 12">
                  <a:extLst>
                    <a:ext uri="{FF2B5EF4-FFF2-40B4-BE49-F238E27FC236}">
                      <a16:creationId xmlns:a16="http://schemas.microsoft.com/office/drawing/2014/main" id="{AC91A501-C3C2-15A1-F3C1-1478E9B75676}"/>
                    </a:ext>
                  </a:extLst>
                </p:cNvPr>
                <p:cNvPicPr/>
                <p:nvPr/>
              </p:nvPicPr>
              <p:blipFill>
                <a:blip r:embed="rId17"/>
                <a:stretch>
                  <a:fillRect/>
                </a:stretch>
              </p:blipFill>
              <p:spPr>
                <a:xfrm>
                  <a:off x="6962506" y="5881943"/>
                  <a:ext cx="2703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Рукописный ввод 13">
                  <a:extLst>
                    <a:ext uri="{FF2B5EF4-FFF2-40B4-BE49-F238E27FC236}">
                      <a16:creationId xmlns:a16="http://schemas.microsoft.com/office/drawing/2014/main" id="{3929B711-2EAF-B15A-D2F9-BBB1838D7CD9}"/>
                    </a:ext>
                  </a:extLst>
                </p14:cNvPr>
                <p14:cNvContentPartPr/>
                <p14:nvPr/>
              </p14:nvContentPartPr>
              <p14:xfrm>
                <a:off x="7023706" y="5984183"/>
                <a:ext cx="208080" cy="192600"/>
              </p14:xfrm>
            </p:contentPart>
          </mc:Choice>
          <mc:Fallback xmlns="">
            <p:pic>
              <p:nvPicPr>
                <p:cNvPr id="14" name="Рукописный ввод 13">
                  <a:extLst>
                    <a:ext uri="{FF2B5EF4-FFF2-40B4-BE49-F238E27FC236}">
                      <a16:creationId xmlns:a16="http://schemas.microsoft.com/office/drawing/2014/main" id="{3929B711-2EAF-B15A-D2F9-BBB1838D7CD9}"/>
                    </a:ext>
                  </a:extLst>
                </p:cNvPr>
                <p:cNvPicPr/>
                <p:nvPr/>
              </p:nvPicPr>
              <p:blipFill>
                <a:blip r:embed="rId19"/>
                <a:stretch>
                  <a:fillRect/>
                </a:stretch>
              </p:blipFill>
              <p:spPr>
                <a:xfrm>
                  <a:off x="7017586" y="5978063"/>
                  <a:ext cx="2203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Рукописный ввод 14">
                  <a:extLst>
                    <a:ext uri="{FF2B5EF4-FFF2-40B4-BE49-F238E27FC236}">
                      <a16:creationId xmlns:a16="http://schemas.microsoft.com/office/drawing/2014/main" id="{2E3C6DFD-F2FB-2C7F-3AEF-F6B50BF2BFE2}"/>
                    </a:ext>
                  </a:extLst>
                </p14:cNvPr>
                <p14:cNvContentPartPr/>
                <p14:nvPr/>
              </p14:nvContentPartPr>
              <p14:xfrm>
                <a:off x="7300186" y="5689343"/>
                <a:ext cx="271800" cy="324000"/>
              </p14:xfrm>
            </p:contentPart>
          </mc:Choice>
          <mc:Fallback xmlns="">
            <p:pic>
              <p:nvPicPr>
                <p:cNvPr id="15" name="Рукописный ввод 14">
                  <a:extLst>
                    <a:ext uri="{FF2B5EF4-FFF2-40B4-BE49-F238E27FC236}">
                      <a16:creationId xmlns:a16="http://schemas.microsoft.com/office/drawing/2014/main" id="{2E3C6DFD-F2FB-2C7F-3AEF-F6B50BF2BFE2}"/>
                    </a:ext>
                  </a:extLst>
                </p:cNvPr>
                <p:cNvPicPr/>
                <p:nvPr/>
              </p:nvPicPr>
              <p:blipFill>
                <a:blip r:embed="rId21"/>
                <a:stretch>
                  <a:fillRect/>
                </a:stretch>
              </p:blipFill>
              <p:spPr>
                <a:xfrm>
                  <a:off x="7294066" y="5683223"/>
                  <a:ext cx="2840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 name="Рукописный ввод 16">
                  <a:extLst>
                    <a:ext uri="{FF2B5EF4-FFF2-40B4-BE49-F238E27FC236}">
                      <a16:creationId xmlns:a16="http://schemas.microsoft.com/office/drawing/2014/main" id="{A7C00683-09C9-F561-B35E-0DC20B73890F}"/>
                    </a:ext>
                  </a:extLst>
                </p14:cNvPr>
                <p14:cNvContentPartPr/>
                <p14:nvPr/>
              </p14:nvContentPartPr>
              <p14:xfrm>
                <a:off x="7453906" y="6108023"/>
                <a:ext cx="60480" cy="147960"/>
              </p14:xfrm>
            </p:contentPart>
          </mc:Choice>
          <mc:Fallback xmlns="">
            <p:pic>
              <p:nvPicPr>
                <p:cNvPr id="17" name="Рукописный ввод 16">
                  <a:extLst>
                    <a:ext uri="{FF2B5EF4-FFF2-40B4-BE49-F238E27FC236}">
                      <a16:creationId xmlns:a16="http://schemas.microsoft.com/office/drawing/2014/main" id="{A7C00683-09C9-F561-B35E-0DC20B73890F}"/>
                    </a:ext>
                  </a:extLst>
                </p:cNvPr>
                <p:cNvPicPr/>
                <p:nvPr/>
              </p:nvPicPr>
              <p:blipFill>
                <a:blip r:embed="rId23"/>
                <a:stretch>
                  <a:fillRect/>
                </a:stretch>
              </p:blipFill>
              <p:spPr>
                <a:xfrm>
                  <a:off x="7447786" y="6101903"/>
                  <a:ext cx="7272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 name="Рукописный ввод 17">
                  <a:extLst>
                    <a:ext uri="{FF2B5EF4-FFF2-40B4-BE49-F238E27FC236}">
                      <a16:creationId xmlns:a16="http://schemas.microsoft.com/office/drawing/2014/main" id="{F6477C3F-06B8-F4BF-1D30-576C2DFB30EA}"/>
                    </a:ext>
                  </a:extLst>
                </p14:cNvPr>
                <p14:cNvContentPartPr/>
                <p14:nvPr/>
              </p14:nvContentPartPr>
              <p14:xfrm>
                <a:off x="7457146" y="6060863"/>
                <a:ext cx="44640" cy="38160"/>
              </p14:xfrm>
            </p:contentPart>
          </mc:Choice>
          <mc:Fallback xmlns="">
            <p:pic>
              <p:nvPicPr>
                <p:cNvPr id="18" name="Рукописный ввод 17">
                  <a:extLst>
                    <a:ext uri="{FF2B5EF4-FFF2-40B4-BE49-F238E27FC236}">
                      <a16:creationId xmlns:a16="http://schemas.microsoft.com/office/drawing/2014/main" id="{F6477C3F-06B8-F4BF-1D30-576C2DFB30EA}"/>
                    </a:ext>
                  </a:extLst>
                </p:cNvPr>
                <p:cNvPicPr/>
                <p:nvPr/>
              </p:nvPicPr>
              <p:blipFill>
                <a:blip r:embed="rId25"/>
                <a:stretch>
                  <a:fillRect/>
                </a:stretch>
              </p:blipFill>
              <p:spPr>
                <a:xfrm>
                  <a:off x="7451026" y="6054743"/>
                  <a:ext cx="568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Рукописный ввод 18">
                  <a:extLst>
                    <a:ext uri="{FF2B5EF4-FFF2-40B4-BE49-F238E27FC236}">
                      <a16:creationId xmlns:a16="http://schemas.microsoft.com/office/drawing/2014/main" id="{FAA9A067-224B-2A06-2472-FB43F2A06E64}"/>
                    </a:ext>
                  </a:extLst>
                </p14:cNvPr>
                <p14:cNvContentPartPr/>
                <p14:nvPr/>
              </p14:nvContentPartPr>
              <p14:xfrm>
                <a:off x="7604026" y="6113783"/>
                <a:ext cx="87840" cy="19440"/>
              </p14:xfrm>
            </p:contentPart>
          </mc:Choice>
          <mc:Fallback xmlns="">
            <p:pic>
              <p:nvPicPr>
                <p:cNvPr id="19" name="Рукописный ввод 18">
                  <a:extLst>
                    <a:ext uri="{FF2B5EF4-FFF2-40B4-BE49-F238E27FC236}">
                      <a16:creationId xmlns:a16="http://schemas.microsoft.com/office/drawing/2014/main" id="{FAA9A067-224B-2A06-2472-FB43F2A06E64}"/>
                    </a:ext>
                  </a:extLst>
                </p:cNvPr>
                <p:cNvPicPr/>
                <p:nvPr/>
              </p:nvPicPr>
              <p:blipFill>
                <a:blip r:embed="rId27"/>
                <a:stretch>
                  <a:fillRect/>
                </a:stretch>
              </p:blipFill>
              <p:spPr>
                <a:xfrm>
                  <a:off x="7597906" y="6107663"/>
                  <a:ext cx="1000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Рукописный ввод 19">
                  <a:extLst>
                    <a:ext uri="{FF2B5EF4-FFF2-40B4-BE49-F238E27FC236}">
                      <a16:creationId xmlns:a16="http://schemas.microsoft.com/office/drawing/2014/main" id="{864E8A3D-6833-4DB4-8135-2A712CC8A10A}"/>
                    </a:ext>
                  </a:extLst>
                </p14:cNvPr>
                <p14:cNvContentPartPr/>
                <p14:nvPr/>
              </p14:nvContentPartPr>
              <p14:xfrm>
                <a:off x="7730386" y="6173543"/>
                <a:ext cx="360" cy="360"/>
              </p14:xfrm>
            </p:contentPart>
          </mc:Choice>
          <mc:Fallback xmlns="">
            <p:pic>
              <p:nvPicPr>
                <p:cNvPr id="20" name="Рукописный ввод 19">
                  <a:extLst>
                    <a:ext uri="{FF2B5EF4-FFF2-40B4-BE49-F238E27FC236}">
                      <a16:creationId xmlns:a16="http://schemas.microsoft.com/office/drawing/2014/main" id="{864E8A3D-6833-4DB4-8135-2A712CC8A10A}"/>
                    </a:ext>
                  </a:extLst>
                </p:cNvPr>
                <p:cNvPicPr/>
                <p:nvPr/>
              </p:nvPicPr>
              <p:blipFill>
                <a:blip r:embed="rId29"/>
                <a:stretch>
                  <a:fillRect/>
                </a:stretch>
              </p:blipFill>
              <p:spPr>
                <a:xfrm>
                  <a:off x="7724266" y="616742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Рукописный ввод 20">
                  <a:extLst>
                    <a:ext uri="{FF2B5EF4-FFF2-40B4-BE49-F238E27FC236}">
                      <a16:creationId xmlns:a16="http://schemas.microsoft.com/office/drawing/2014/main" id="{4B1C2A1B-90E6-7535-A98D-6B550CE97E7D}"/>
                    </a:ext>
                  </a:extLst>
                </p14:cNvPr>
                <p14:cNvContentPartPr/>
                <p14:nvPr/>
              </p14:nvContentPartPr>
              <p14:xfrm>
                <a:off x="7653346" y="6177143"/>
                <a:ext cx="70200" cy="30600"/>
              </p14:xfrm>
            </p:contentPart>
          </mc:Choice>
          <mc:Fallback xmlns="">
            <p:pic>
              <p:nvPicPr>
                <p:cNvPr id="21" name="Рукописный ввод 20">
                  <a:extLst>
                    <a:ext uri="{FF2B5EF4-FFF2-40B4-BE49-F238E27FC236}">
                      <a16:creationId xmlns:a16="http://schemas.microsoft.com/office/drawing/2014/main" id="{4B1C2A1B-90E6-7535-A98D-6B550CE97E7D}"/>
                    </a:ext>
                  </a:extLst>
                </p:cNvPr>
                <p:cNvPicPr/>
                <p:nvPr/>
              </p:nvPicPr>
              <p:blipFill>
                <a:blip r:embed="rId31"/>
                <a:stretch>
                  <a:fillRect/>
                </a:stretch>
              </p:blipFill>
              <p:spPr>
                <a:xfrm>
                  <a:off x="7647226" y="6171023"/>
                  <a:ext cx="824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Рукописный ввод 21">
                  <a:extLst>
                    <a:ext uri="{FF2B5EF4-FFF2-40B4-BE49-F238E27FC236}">
                      <a16:creationId xmlns:a16="http://schemas.microsoft.com/office/drawing/2014/main" id="{ADBCFFE8-31F7-6D6D-C6EE-34E0A01655C4}"/>
                    </a:ext>
                  </a:extLst>
                </p14:cNvPr>
                <p14:cNvContentPartPr/>
                <p14:nvPr/>
              </p14:nvContentPartPr>
              <p14:xfrm>
                <a:off x="7799506" y="5982023"/>
                <a:ext cx="63000" cy="192600"/>
              </p14:xfrm>
            </p:contentPart>
          </mc:Choice>
          <mc:Fallback xmlns="">
            <p:pic>
              <p:nvPicPr>
                <p:cNvPr id="22" name="Рукописный ввод 21">
                  <a:extLst>
                    <a:ext uri="{FF2B5EF4-FFF2-40B4-BE49-F238E27FC236}">
                      <a16:creationId xmlns:a16="http://schemas.microsoft.com/office/drawing/2014/main" id="{ADBCFFE8-31F7-6D6D-C6EE-34E0A01655C4}"/>
                    </a:ext>
                  </a:extLst>
                </p:cNvPr>
                <p:cNvPicPr/>
                <p:nvPr/>
              </p:nvPicPr>
              <p:blipFill>
                <a:blip r:embed="rId33"/>
                <a:stretch>
                  <a:fillRect/>
                </a:stretch>
              </p:blipFill>
              <p:spPr>
                <a:xfrm>
                  <a:off x="7793386" y="5975903"/>
                  <a:ext cx="752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Рукописный ввод 22">
                  <a:extLst>
                    <a:ext uri="{FF2B5EF4-FFF2-40B4-BE49-F238E27FC236}">
                      <a16:creationId xmlns:a16="http://schemas.microsoft.com/office/drawing/2014/main" id="{D1A4CA7A-BC98-169C-C59C-0EE0824ED6A5}"/>
                    </a:ext>
                  </a:extLst>
                </p14:cNvPr>
                <p14:cNvContentPartPr/>
                <p14:nvPr/>
              </p14:nvContentPartPr>
              <p14:xfrm>
                <a:off x="7447786" y="5502863"/>
                <a:ext cx="86760" cy="206280"/>
              </p14:xfrm>
            </p:contentPart>
          </mc:Choice>
          <mc:Fallback xmlns="">
            <p:pic>
              <p:nvPicPr>
                <p:cNvPr id="23" name="Рукописный ввод 22">
                  <a:extLst>
                    <a:ext uri="{FF2B5EF4-FFF2-40B4-BE49-F238E27FC236}">
                      <a16:creationId xmlns:a16="http://schemas.microsoft.com/office/drawing/2014/main" id="{D1A4CA7A-BC98-169C-C59C-0EE0824ED6A5}"/>
                    </a:ext>
                  </a:extLst>
                </p:cNvPr>
                <p:cNvPicPr/>
                <p:nvPr/>
              </p:nvPicPr>
              <p:blipFill>
                <a:blip r:embed="rId35"/>
                <a:stretch>
                  <a:fillRect/>
                </a:stretch>
              </p:blipFill>
              <p:spPr>
                <a:xfrm>
                  <a:off x="7441666" y="5496743"/>
                  <a:ext cx="9900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Рукописный ввод 24">
                  <a:extLst>
                    <a:ext uri="{FF2B5EF4-FFF2-40B4-BE49-F238E27FC236}">
                      <a16:creationId xmlns:a16="http://schemas.microsoft.com/office/drawing/2014/main" id="{F10821D4-1CF1-82AB-8571-12F85D687B9B}"/>
                    </a:ext>
                  </a:extLst>
                </p14:cNvPr>
                <p14:cNvContentPartPr/>
                <p14:nvPr/>
              </p14:nvContentPartPr>
              <p14:xfrm>
                <a:off x="7844146" y="5632823"/>
                <a:ext cx="190080" cy="264240"/>
              </p14:xfrm>
            </p:contentPart>
          </mc:Choice>
          <mc:Fallback xmlns="">
            <p:pic>
              <p:nvPicPr>
                <p:cNvPr id="25" name="Рукописный ввод 24">
                  <a:extLst>
                    <a:ext uri="{FF2B5EF4-FFF2-40B4-BE49-F238E27FC236}">
                      <a16:creationId xmlns:a16="http://schemas.microsoft.com/office/drawing/2014/main" id="{F10821D4-1CF1-82AB-8571-12F85D687B9B}"/>
                    </a:ext>
                  </a:extLst>
                </p:cNvPr>
                <p:cNvPicPr/>
                <p:nvPr/>
              </p:nvPicPr>
              <p:blipFill>
                <a:blip r:embed="rId37"/>
                <a:stretch>
                  <a:fillRect/>
                </a:stretch>
              </p:blipFill>
              <p:spPr>
                <a:xfrm>
                  <a:off x="7838026" y="5626703"/>
                  <a:ext cx="20232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Рукописный ввод 25">
                  <a:extLst>
                    <a:ext uri="{FF2B5EF4-FFF2-40B4-BE49-F238E27FC236}">
                      <a16:creationId xmlns:a16="http://schemas.microsoft.com/office/drawing/2014/main" id="{621C8414-ACD8-FCE6-78EF-C687C66581B6}"/>
                    </a:ext>
                  </a:extLst>
                </p14:cNvPr>
                <p14:cNvContentPartPr/>
                <p14:nvPr/>
              </p14:nvContentPartPr>
              <p14:xfrm>
                <a:off x="8120986" y="5751263"/>
                <a:ext cx="33120" cy="93960"/>
              </p14:xfrm>
            </p:contentPart>
          </mc:Choice>
          <mc:Fallback xmlns="">
            <p:pic>
              <p:nvPicPr>
                <p:cNvPr id="26" name="Рукописный ввод 25">
                  <a:extLst>
                    <a:ext uri="{FF2B5EF4-FFF2-40B4-BE49-F238E27FC236}">
                      <a16:creationId xmlns:a16="http://schemas.microsoft.com/office/drawing/2014/main" id="{621C8414-ACD8-FCE6-78EF-C687C66581B6}"/>
                    </a:ext>
                  </a:extLst>
                </p:cNvPr>
                <p:cNvPicPr/>
                <p:nvPr/>
              </p:nvPicPr>
              <p:blipFill>
                <a:blip r:embed="rId39"/>
                <a:stretch>
                  <a:fillRect/>
                </a:stretch>
              </p:blipFill>
              <p:spPr>
                <a:xfrm>
                  <a:off x="8114866" y="5745143"/>
                  <a:ext cx="4536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Рукописный ввод 26">
                  <a:extLst>
                    <a:ext uri="{FF2B5EF4-FFF2-40B4-BE49-F238E27FC236}">
                      <a16:creationId xmlns:a16="http://schemas.microsoft.com/office/drawing/2014/main" id="{D60897FE-2A9D-16A5-D77A-BAA2E17DA691}"/>
                    </a:ext>
                  </a:extLst>
                </p14:cNvPr>
                <p14:cNvContentPartPr/>
                <p14:nvPr/>
              </p14:nvContentPartPr>
              <p14:xfrm>
                <a:off x="8068786" y="5627423"/>
                <a:ext cx="66960" cy="32760"/>
              </p14:xfrm>
            </p:contentPart>
          </mc:Choice>
          <mc:Fallback xmlns="">
            <p:pic>
              <p:nvPicPr>
                <p:cNvPr id="27" name="Рукописный ввод 26">
                  <a:extLst>
                    <a:ext uri="{FF2B5EF4-FFF2-40B4-BE49-F238E27FC236}">
                      <a16:creationId xmlns:a16="http://schemas.microsoft.com/office/drawing/2014/main" id="{D60897FE-2A9D-16A5-D77A-BAA2E17DA691}"/>
                    </a:ext>
                  </a:extLst>
                </p:cNvPr>
                <p:cNvPicPr/>
                <p:nvPr/>
              </p:nvPicPr>
              <p:blipFill>
                <a:blip r:embed="rId41"/>
                <a:stretch>
                  <a:fillRect/>
                </a:stretch>
              </p:blipFill>
              <p:spPr>
                <a:xfrm>
                  <a:off x="8062666" y="5621303"/>
                  <a:ext cx="79200" cy="45000"/>
                </a:xfrm>
                <a:prstGeom prst="rect">
                  <a:avLst/>
                </a:prstGeom>
              </p:spPr>
            </p:pic>
          </mc:Fallback>
        </mc:AlternateContent>
      </p:grpSp>
    </p:spTree>
    <p:extLst>
      <p:ext uri="{BB962C8B-B14F-4D97-AF65-F5344CB8AC3E}">
        <p14:creationId xmlns:p14="http://schemas.microsoft.com/office/powerpoint/2010/main" val="1214198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0E47EDBE-8120-D5FA-4B65-D7565B5AD5FB}"/>
              </a:ext>
            </a:extLst>
          </p:cNvPr>
          <p:cNvSpPr>
            <a:spLocks noGrp="1"/>
          </p:cNvSpPr>
          <p:nvPr>
            <p:ph type="sldNum" sz="quarter" idx="12"/>
          </p:nvPr>
        </p:nvSpPr>
        <p:spPr/>
        <p:txBody>
          <a:bodyPr/>
          <a:lstStyle/>
          <a:p>
            <a:fld id="{CC173F88-3387-453B-9303-AC0210B95CB8}" type="slidenum">
              <a:rPr lang="ru-RU" smtClean="0"/>
              <a:pPr/>
              <a:t>27</a:t>
            </a:fld>
            <a:endParaRPr lang="ru-RU" dirty="0"/>
          </a:p>
        </p:txBody>
      </p:sp>
      <p:sp>
        <p:nvSpPr>
          <p:cNvPr id="5" name="Прямоугольник 4">
            <a:extLst>
              <a:ext uri="{FF2B5EF4-FFF2-40B4-BE49-F238E27FC236}">
                <a16:creationId xmlns:a16="http://schemas.microsoft.com/office/drawing/2014/main" id="{10D64AD7-9180-388D-9D80-EDBBB209E44E}"/>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Предельные теоремы теории вероятностей</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5842E96-E663-BC79-53C7-B5EC6A34D17A}"/>
                  </a:ext>
                </a:extLst>
              </p:cNvPr>
              <p:cNvSpPr txBox="1"/>
              <p:nvPr/>
            </p:nvSpPr>
            <p:spPr>
              <a:xfrm>
                <a:off x="0" y="419100"/>
                <a:ext cx="9144000" cy="3564309"/>
              </a:xfrm>
              <a:prstGeom prst="rect">
                <a:avLst/>
              </a:prstGeom>
              <a:noFill/>
            </p:spPr>
            <p:txBody>
              <a:bodyPr wrap="square">
                <a:spAutoFit/>
              </a:bodyPr>
              <a:lstStyle/>
              <a:p>
                <a:pPr algn="just">
                  <a:spcBef>
                    <a:spcPts val="600"/>
                  </a:spcBef>
                </a:pPr>
                <a:r>
                  <a:rPr lang="ru-RU" b="1" dirty="0">
                    <a:solidFill>
                      <a:srgbClr val="006400"/>
                    </a:solidFill>
                  </a:rPr>
                  <a:t>Доказательство ЗБЧ:</a:t>
                </a:r>
                <a:r>
                  <a:rPr lang="en-US" b="1" dirty="0">
                    <a:solidFill>
                      <a:srgbClr val="006400"/>
                    </a:solidFill>
                  </a:rPr>
                  <a:t> </a:t>
                </a:r>
                <a:r>
                  <a:rPr lang="ru-RU" dirty="0"/>
                  <a:t>Обозначим через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𝑛</m:t>
                        </m:r>
                      </m:sub>
                    </m:sSub>
                  </m:oMath>
                </a14:m>
                <a:r>
                  <a:rPr lang="en-US" b="1" dirty="0">
                    <a:solidFill>
                      <a:srgbClr val="006400"/>
                    </a:solidFill>
                  </a:rPr>
                  <a:t> </a:t>
                </a:r>
                <a:r>
                  <a:rPr lang="ru-RU" dirty="0"/>
                  <a:t>сумму первых </a:t>
                </a:r>
                <a14:m>
                  <m:oMath xmlns:m="http://schemas.openxmlformats.org/officeDocument/2006/math">
                    <m:r>
                      <a:rPr lang="en-US" i="1" dirty="0" smtClean="0">
                        <a:latin typeface="Cambria Math" panose="02040503050406030204" pitchFamily="18" charset="0"/>
                      </a:rPr>
                      <m:t>𝑛</m:t>
                    </m:r>
                  </m:oMath>
                </a14:m>
                <a:r>
                  <a:rPr lang="en-US" b="1" dirty="0">
                    <a:solidFill>
                      <a:srgbClr val="006400"/>
                    </a:solidFill>
                  </a:rPr>
                  <a:t> </a:t>
                </a:r>
                <a:r>
                  <a:rPr lang="ru-RU" dirty="0"/>
                  <a:t>случайных величин. Из свойства линейности математического ожидания получим:</a:t>
                </a:r>
              </a:p>
              <a:p>
                <a:pPr algn="ctr">
                  <a:spcBef>
                    <a:spcPts val="600"/>
                  </a:spcBef>
                </a:pPr>
                <a14:m>
                  <m:oMath xmlns:m="http://schemas.openxmlformats.org/officeDocument/2006/math">
                    <m:r>
                      <a:rPr lang="en-US" b="0" i="1" smtClean="0">
                        <a:solidFill>
                          <a:schemeClr val="tx1"/>
                        </a:solidFill>
                        <a:latin typeface="Cambria Math" panose="02040503050406030204" pitchFamily="18" charset="0"/>
                      </a:rPr>
                      <m:t>𝑀</m:t>
                    </m:r>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𝑛</m:t>
                                </m:r>
                              </m:sub>
                            </m:sSub>
                          </m:num>
                          <m:den>
                            <m:r>
                              <a:rPr lang="en-US" b="0" i="1" smtClean="0">
                                <a:solidFill>
                                  <a:schemeClr val="tx1"/>
                                </a:solidFill>
                                <a:latin typeface="Cambria Math" panose="02040503050406030204" pitchFamily="18" charset="0"/>
                              </a:rPr>
                              <m:t>𝑛</m:t>
                            </m:r>
                          </m:den>
                        </m:f>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𝑛</m:t>
                                </m:r>
                              </m:sub>
                            </m:sSub>
                          </m:num>
                          <m:den>
                            <m:r>
                              <a:rPr lang="en-US" b="0" i="1" smtClean="0">
                                <a:solidFill>
                                  <a:schemeClr val="tx1"/>
                                </a:solidFill>
                                <a:latin typeface="Cambria Math" panose="02040503050406030204" pitchFamily="18" charset="0"/>
                              </a:rPr>
                              <m:t>𝑛</m:t>
                            </m:r>
                          </m:den>
                        </m:f>
                      </m:e>
                    </m:d>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𝑛</m:t>
                        </m:r>
                      </m:den>
                    </m:f>
                    <m:nary>
                      <m:naryPr>
                        <m:chr m:val="∑"/>
                        <m:ctrlPr>
                          <a:rPr lang="en-US" b="0" i="1" smtClean="0">
                            <a:solidFill>
                              <a:schemeClr val="tx1"/>
                            </a:solidFill>
                            <a:latin typeface="Cambria Math" panose="02040503050406030204" pitchFamily="18" charset="0"/>
                          </a:rPr>
                        </m:ctrlPr>
                      </m:naryPr>
                      <m:sub>
                        <m:r>
                          <m:rPr>
                            <m:brk m:alnAt="23"/>
                          </m:rP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𝑛</m:t>
                        </m:r>
                      </m:sup>
                      <m:e>
                        <m:r>
                          <a:rPr lang="en-US" b="0" i="1" smtClean="0">
                            <a:solidFill>
                              <a:schemeClr val="tx1"/>
                            </a:solidFill>
                            <a:latin typeface="Cambria Math" panose="02040503050406030204" pitchFamily="18" charset="0"/>
                          </a:rPr>
                          <m:t>𝑀</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𝜉</m:t>
                            </m:r>
                          </m:e>
                          <m:sub>
                            <m:r>
                              <a:rPr lang="en-US" b="0" i="1" smtClean="0">
                                <a:solidFill>
                                  <a:schemeClr val="tx1"/>
                                </a:solidFill>
                                <a:latin typeface="Cambria Math" panose="02040503050406030204" pitchFamily="18" charset="0"/>
                              </a:rPr>
                              <m:t>𝑖</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𝜉</m:t>
                        </m:r>
                      </m:e>
                    </m:nary>
                  </m:oMath>
                </a14:m>
                <a:r>
                  <a:rPr lang="ru-RU" b="1" dirty="0">
                    <a:solidFill>
                      <a:srgbClr val="006400"/>
                    </a:solidFill>
                  </a:rPr>
                  <a:t>   </a:t>
                </a:r>
                <a:endParaRPr lang="en-US" b="1" dirty="0">
                  <a:solidFill>
                    <a:srgbClr val="006400"/>
                  </a:solidFill>
                </a:endParaRPr>
              </a:p>
              <a:p>
                <a:pPr algn="ctr">
                  <a:spcBef>
                    <a:spcPts val="600"/>
                  </a:spcBef>
                </a:pPr>
                <a14:m>
                  <m:oMath xmlns:m="http://schemas.openxmlformats.org/officeDocument/2006/math">
                    <m:r>
                      <a:rPr lang="en-US" b="0" i="1" smtClean="0">
                        <a:latin typeface="Cambria Math" panose="02040503050406030204" pitchFamily="18" charset="0"/>
                      </a:rPr>
                      <m:t>𝐷</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𝑛</m:t>
                                </m:r>
                              </m:sub>
                            </m:sSub>
                          </m:num>
                          <m:den>
                            <m:r>
                              <a:rPr lang="en-US" i="1">
                                <a:latin typeface="Cambria Math" panose="02040503050406030204" pitchFamily="18" charset="0"/>
                              </a:rPr>
                              <m:t>𝑛</m:t>
                            </m:r>
                          </m:den>
                        </m:f>
                      </m:e>
                    </m:d>
                    <m:r>
                      <a:rPr lang="en-US" i="1">
                        <a:latin typeface="Cambria Math" panose="02040503050406030204" pitchFamily="18" charset="0"/>
                      </a:rPr>
                      <m:t>=</m:t>
                    </m:r>
                    <m:r>
                      <a:rPr lang="en-US" b="0" i="1" smtClean="0">
                        <a:latin typeface="Cambria Math" panose="02040503050406030204" pitchFamily="18" charset="0"/>
                      </a:rPr>
                      <m:t>𝐷</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𝑛</m:t>
                                </m:r>
                              </m:sub>
                            </m:sSub>
                          </m:num>
                          <m:den>
                            <m:r>
                              <a:rPr lang="en-US" i="1">
                                <a:latin typeface="Cambria Math" panose="02040503050406030204" pitchFamily="18" charset="0"/>
                              </a:rPr>
                              <m:t>𝑛</m:t>
                            </m:r>
                          </m:den>
                        </m:f>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b="0" i="1" smtClean="0">
                                <a:latin typeface="Cambria Math" panose="02040503050406030204" pitchFamily="18" charset="0"/>
                              </a:rPr>
                            </m:ctrlPr>
                          </m:sSupPr>
                          <m:e>
                            <m:r>
                              <a:rPr lang="en-US" i="1">
                                <a:latin typeface="Cambria Math" panose="02040503050406030204" pitchFamily="18" charset="0"/>
                              </a:rPr>
                              <m:t>𝑛</m:t>
                            </m:r>
                          </m:e>
                          <m:sup>
                            <m:r>
                              <a:rPr lang="en-US" b="0" i="1" smtClean="0">
                                <a:latin typeface="Cambria Math" panose="02040503050406030204" pitchFamily="18" charset="0"/>
                              </a:rPr>
                              <m:t>2</m:t>
                            </m:r>
                          </m:sup>
                        </m:sSup>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b="0" i="1" smtClean="0">
                            <a:latin typeface="Cambria Math" panose="02040503050406030204" pitchFamily="18" charset="0"/>
                          </a:rPr>
                          <m:t>𝐷</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𝑖</m:t>
                            </m:r>
                          </m:sub>
                        </m:sSub>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𝐷</m:t>
                            </m:r>
                            <m:r>
                              <a:rPr lang="en-US" i="1">
                                <a:latin typeface="Cambria Math" panose="02040503050406030204" pitchFamily="18" charset="0"/>
                              </a:rPr>
                              <m:t>𝜉</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𝐷</m:t>
                            </m:r>
                            <m:r>
                              <a:rPr lang="en-US" b="0" i="1" smtClean="0">
                                <a:latin typeface="Cambria Math" panose="02040503050406030204" pitchFamily="18" charset="0"/>
                              </a:rPr>
                              <m:t>𝜉</m:t>
                            </m:r>
                          </m:num>
                          <m:den>
                            <m:r>
                              <a:rPr lang="en-US" b="0" i="1" smtClean="0">
                                <a:latin typeface="Cambria Math" panose="02040503050406030204" pitchFamily="18" charset="0"/>
                              </a:rPr>
                              <m:t>𝑛</m:t>
                            </m:r>
                          </m:den>
                        </m:f>
                      </m:e>
                    </m:nary>
                  </m:oMath>
                </a14:m>
                <a:r>
                  <a:rPr lang="ru-RU" b="1" dirty="0">
                    <a:solidFill>
                      <a:srgbClr val="006400"/>
                    </a:solidFill>
                  </a:rPr>
                  <a:t>   </a:t>
                </a:r>
                <a:endParaRPr lang="en-US" b="1" dirty="0">
                  <a:solidFill>
                    <a:srgbClr val="006400"/>
                  </a:solidFill>
                </a:endParaRPr>
              </a:p>
              <a:p>
                <a:pPr algn="just">
                  <a:spcBef>
                    <a:spcPts val="600"/>
                  </a:spcBef>
                </a:pPr>
                <a:r>
                  <a:rPr lang="ru-RU" dirty="0"/>
                  <a:t>Дисперсия суммы превратилась в сумму дисперсий в силу попарной независимости слагаемых. Пусть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&gt;0</m:t>
                    </m:r>
                  </m:oMath>
                </a14:m>
                <a:r>
                  <a:rPr lang="en-US" dirty="0"/>
                  <a:t>, </a:t>
                </a:r>
                <a:r>
                  <a:rPr lang="ru-RU" dirty="0"/>
                  <a:t>воспользуемся неравенством Чебышёва:</a:t>
                </a:r>
              </a:p>
              <a:p>
                <a:pPr algn="just">
                  <a:spcBef>
                    <a:spcPts val="600"/>
                  </a:spcBef>
                </a:pPr>
                <a14:m>
                  <m:oMath xmlns:m="http://schemas.openxmlformats.org/officeDocument/2006/math">
                    <m:r>
                      <a:rPr lang="en-US" i="1" dirty="0">
                        <a:latin typeface="Cambria Math" panose="02040503050406030204" pitchFamily="18" charset="0"/>
                      </a:rPr>
                      <m:t>𝑃</m:t>
                    </m:r>
                    <m:d>
                      <m:dPr>
                        <m:ctrlPr>
                          <a:rPr lang="en-US" i="1" dirty="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𝜉</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𝜉</m:t>
                            </m:r>
                          </m:e>
                        </m:d>
                        <m:r>
                          <a:rPr lang="en-US" i="1" dirty="0">
                            <a:latin typeface="Cambria Math" panose="02040503050406030204" pitchFamily="18" charset="0"/>
                          </a:rPr>
                          <m:t>≥</m:t>
                        </m:r>
                        <m:r>
                          <a:rPr lang="en-US" i="1" dirty="0">
                            <a:latin typeface="Cambria Math" panose="02040503050406030204" pitchFamily="18" charset="0"/>
                          </a:rPr>
                          <m:t>𝜖</m:t>
                        </m:r>
                      </m:e>
                    </m:d>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𝐷</m:t>
                        </m:r>
                        <m:r>
                          <a:rPr lang="en-US" i="1" dirty="0">
                            <a:latin typeface="Cambria Math" panose="02040503050406030204" pitchFamily="18" charset="0"/>
                          </a:rPr>
                          <m:t>𝜉</m:t>
                        </m:r>
                      </m:num>
                      <m:den>
                        <m:sSup>
                          <m:sSupPr>
                            <m:ctrlPr>
                              <a:rPr lang="en-US" i="1" dirty="0">
                                <a:latin typeface="Cambria Math" panose="02040503050406030204" pitchFamily="18" charset="0"/>
                              </a:rPr>
                            </m:ctrlPr>
                          </m:sSupPr>
                          <m:e>
                            <m:r>
                              <a:rPr lang="en-US" i="1" dirty="0">
                                <a:latin typeface="Cambria Math" panose="02040503050406030204" pitchFamily="18" charset="0"/>
                              </a:rPr>
                              <m:t>𝜖</m:t>
                            </m:r>
                          </m:e>
                          <m:sup>
                            <m:r>
                              <a:rPr lang="en-US" i="1" dirty="0">
                                <a:latin typeface="Cambria Math" panose="02040503050406030204" pitchFamily="18" charset="0"/>
                              </a:rPr>
                              <m:t>2</m:t>
                            </m:r>
                          </m:sup>
                        </m:sSup>
                      </m:den>
                    </m:f>
                    <m:r>
                      <a:rPr lang="en-US" b="0" i="1" dirty="0"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𝑛</m:t>
                                </m:r>
                              </m:den>
                            </m:f>
                            <m:r>
                              <a:rPr lang="en-US" b="0" i="1" smtClean="0">
                                <a:latin typeface="Cambria Math" panose="02040503050406030204" pitchFamily="18" charset="0"/>
                              </a:rPr>
                              <m:t>−</m:t>
                            </m:r>
                            <m:r>
                              <a:rPr lang="en-US" b="0" i="1" smtClean="0">
                                <a:latin typeface="Cambria Math" panose="02040503050406030204" pitchFamily="18" charset="0"/>
                              </a:rPr>
                              <m:t>𝑀</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𝑛</m:t>
                                    </m:r>
                                  </m:den>
                                </m:f>
                              </m:e>
                            </m:d>
                          </m:e>
                        </m:d>
                        <m:r>
                          <a:rPr lang="en-US" b="0" i="1" smtClean="0">
                            <a:latin typeface="Cambria Math" panose="02040503050406030204" pitchFamily="18" charset="0"/>
                          </a:rPr>
                          <m:t>≥</m:t>
                        </m:r>
                        <m:r>
                          <a:rPr lang="en-US" b="0" i="1" smtClean="0">
                            <a:latin typeface="Cambria Math" panose="02040503050406030204" pitchFamily="18" charset="0"/>
                          </a:rPr>
                          <m:t>𝜖</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𝐷</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𝑛</m:t>
                                </m:r>
                              </m:den>
                            </m:f>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𝜖</m:t>
                            </m:r>
                          </m:e>
                          <m:sup>
                            <m:r>
                              <a:rPr lang="en-US" b="0" i="1" smtClean="0">
                                <a:latin typeface="Cambria Math" panose="02040503050406030204" pitchFamily="18" charset="0"/>
                              </a:rPr>
                              <m:t>2</m:t>
                            </m:r>
                          </m:sup>
                        </m:sSup>
                      </m:den>
                    </m:f>
                    <m:r>
                      <a:rPr lang="ru-RU" b="0" i="1" smtClean="0">
                        <a:latin typeface="Cambria Math" panose="02040503050406030204" pitchFamily="18" charset="0"/>
                      </a:rPr>
                      <m:t>  </m:t>
                    </m:r>
                  </m:oMath>
                </a14:m>
                <a:r>
                  <a:rPr lang="ru-RU" dirty="0"/>
                  <a:t>поскольку число слагаемых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a:t>
                </a:r>
                <a:r>
                  <a:rPr lang="ru-RU" dirty="0"/>
                  <a:t>то</a:t>
                </a:r>
                <a:r>
                  <a:rPr lang="en-US" dirty="0"/>
                  <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𝑛</m:t>
                                    </m:r>
                                  </m:sub>
                                </m:sSub>
                              </m:num>
                              <m:den>
                                <m:r>
                                  <a:rPr lang="en-US" i="1">
                                    <a:latin typeface="Cambria Math" panose="02040503050406030204" pitchFamily="18" charset="0"/>
                                  </a:rPr>
                                  <m:t>𝑛</m:t>
                                </m:r>
                              </m:den>
                            </m:f>
                            <m:r>
                              <a:rPr lang="en-US" i="1">
                                <a:latin typeface="Cambria Math" panose="02040503050406030204" pitchFamily="18" charset="0"/>
                              </a:rPr>
                              <m:t>−</m:t>
                            </m:r>
                            <m:r>
                              <a:rPr lang="en-US" i="1">
                                <a:latin typeface="Cambria Math" panose="02040503050406030204" pitchFamily="18" charset="0"/>
                              </a:rPr>
                              <m:t>𝑀</m:t>
                            </m:r>
                            <m:r>
                              <a:rPr lang="en-US" b="0" i="1" smtClean="0">
                                <a:latin typeface="Cambria Math" panose="02040503050406030204" pitchFamily="18" charset="0"/>
                              </a:rPr>
                              <m:t>𝜉</m:t>
                            </m:r>
                          </m:e>
                        </m:d>
                        <m:r>
                          <a:rPr lang="en-US" i="1">
                            <a:latin typeface="Cambria Math" panose="02040503050406030204" pitchFamily="18" charset="0"/>
                          </a:rPr>
                          <m:t>≥</m:t>
                        </m:r>
                        <m:r>
                          <a:rPr lang="en-US" i="1">
                            <a:latin typeface="Cambria Math" panose="02040503050406030204" pitchFamily="18" charset="0"/>
                          </a:rPr>
                          <m:t>𝜖</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𝐷</m:t>
                        </m:r>
                        <m:r>
                          <a:rPr lang="en-US" b="0" i="1" smtClean="0">
                            <a:latin typeface="Cambria Math" panose="02040503050406030204" pitchFamily="18" charset="0"/>
                          </a:rPr>
                          <m:t>𝜉</m:t>
                        </m:r>
                      </m:num>
                      <m:den>
                        <m:sSup>
                          <m:sSupPr>
                            <m:ctrlPr>
                              <a:rPr lang="en-US" i="1">
                                <a:latin typeface="Cambria Math" panose="02040503050406030204" pitchFamily="18" charset="0"/>
                              </a:rPr>
                            </m:ctrlPr>
                          </m:sSupPr>
                          <m:e>
                            <m:r>
                              <a:rPr lang="en-US" b="0" i="1" smtClean="0">
                                <a:latin typeface="Cambria Math" panose="02040503050406030204" pitchFamily="18" charset="0"/>
                              </a:rPr>
                              <m:t>𝑛</m:t>
                            </m:r>
                            <m:r>
                              <a:rPr lang="en-US" b="0" i="1" smtClean="0">
                                <a:latin typeface="Cambria Math" panose="02040503050406030204" pitchFamily="18" charset="0"/>
                              </a:rPr>
                              <m:t>⋅</m:t>
                            </m:r>
                            <m:r>
                              <a:rPr lang="en-US" i="1">
                                <a:latin typeface="Cambria Math" panose="02040503050406030204" pitchFamily="18" charset="0"/>
                              </a:rPr>
                              <m:t>𝜖</m:t>
                            </m:r>
                          </m:e>
                          <m:sup>
                            <m:r>
                              <a:rPr lang="en-US" i="1">
                                <a:latin typeface="Cambria Math" panose="02040503050406030204" pitchFamily="18" charset="0"/>
                              </a:rPr>
                              <m:t>2</m:t>
                            </m:r>
                          </m:sup>
                        </m:sSup>
                      </m:den>
                    </m:f>
                    <m:r>
                      <a:rPr lang="en-US" b="0" i="1" smtClean="0">
                        <a:latin typeface="Cambria Math" panose="02040503050406030204" pitchFamily="18" charset="0"/>
                      </a:rPr>
                      <m:t>→0</m:t>
                    </m:r>
                  </m:oMath>
                </a14:m>
                <a:r>
                  <a:rPr lang="en-US" dirty="0"/>
                  <a:t>. </a:t>
                </a:r>
                <a:r>
                  <a:rPr lang="ru-RU" dirty="0"/>
                  <a:t>Т.е. случайная величина практически не отклоняется от своего мат. ожидания, что называется </a:t>
                </a:r>
                <a:r>
                  <a:rPr lang="ru-RU" b="1" dirty="0">
                    <a:solidFill>
                      <a:srgbClr val="006400"/>
                    </a:solidFill>
                  </a:rPr>
                  <a:t>сходимостью по вероятности</a:t>
                </a:r>
                <a:r>
                  <a:rPr lang="ru-RU" dirty="0"/>
                  <a:t>. </a:t>
                </a:r>
                <a:endParaRPr lang="en-US" dirty="0"/>
              </a:p>
            </p:txBody>
          </p:sp>
        </mc:Choice>
        <mc:Fallback xmlns="">
          <p:sp>
            <p:nvSpPr>
              <p:cNvPr id="7" name="TextBox 6">
                <a:extLst>
                  <a:ext uri="{FF2B5EF4-FFF2-40B4-BE49-F238E27FC236}">
                    <a16:creationId xmlns:a16="http://schemas.microsoft.com/office/drawing/2014/main" id="{65842E96-E663-BC79-53C7-B5EC6A34D17A}"/>
                  </a:ext>
                </a:extLst>
              </p:cNvPr>
              <p:cNvSpPr txBox="1">
                <a:spLocks noRot="1" noChangeAspect="1" noMove="1" noResize="1" noEditPoints="1" noAdjustHandles="1" noChangeArrowheads="1" noChangeShapeType="1" noTextEdit="1"/>
              </p:cNvSpPr>
              <p:nvPr/>
            </p:nvSpPr>
            <p:spPr>
              <a:xfrm>
                <a:off x="0" y="419100"/>
                <a:ext cx="9144000" cy="3564309"/>
              </a:xfrm>
              <a:prstGeom prst="rect">
                <a:avLst/>
              </a:prstGeom>
              <a:blipFill>
                <a:blip r:embed="rId2"/>
                <a:stretch>
                  <a:fillRect l="-533" t="-1027" r="-533" b="-1884"/>
                </a:stretch>
              </a:blipFill>
            </p:spPr>
            <p:txBody>
              <a:bodyPr/>
              <a:lstStyle/>
              <a:p>
                <a:r>
                  <a:rPr lang="ru-RU">
                    <a:noFill/>
                  </a:rPr>
                  <a:t> </a:t>
                </a:r>
              </a:p>
            </p:txBody>
          </p:sp>
        </mc:Fallback>
      </mc:AlternateContent>
      <p:pic>
        <p:nvPicPr>
          <p:cNvPr id="9" name="Рисунок 8">
            <a:extLst>
              <a:ext uri="{FF2B5EF4-FFF2-40B4-BE49-F238E27FC236}">
                <a16:creationId xmlns:a16="http://schemas.microsoft.com/office/drawing/2014/main" id="{8B7B1DB7-EE01-DAAE-C750-F495E83CC03F}"/>
              </a:ext>
            </a:extLst>
          </p:cNvPr>
          <p:cNvPicPr>
            <a:picLocks noChangeAspect="1"/>
          </p:cNvPicPr>
          <p:nvPr/>
        </p:nvPicPr>
        <p:blipFill>
          <a:blip r:embed="rId3"/>
          <a:stretch>
            <a:fillRect/>
          </a:stretch>
        </p:blipFill>
        <p:spPr>
          <a:xfrm>
            <a:off x="114543" y="3983409"/>
            <a:ext cx="4260459" cy="2699374"/>
          </a:xfrm>
          <a:prstGeom prst="rect">
            <a:avLst/>
          </a:prstGeom>
        </p:spPr>
      </p:pic>
      <p:pic>
        <p:nvPicPr>
          <p:cNvPr id="11" name="Рисунок 10">
            <a:extLst>
              <a:ext uri="{FF2B5EF4-FFF2-40B4-BE49-F238E27FC236}">
                <a16:creationId xmlns:a16="http://schemas.microsoft.com/office/drawing/2014/main" id="{11DD7775-732C-0D49-9F60-947AEF41C911}"/>
              </a:ext>
            </a:extLst>
          </p:cNvPr>
          <p:cNvPicPr>
            <a:picLocks noChangeAspect="1"/>
          </p:cNvPicPr>
          <p:nvPr/>
        </p:nvPicPr>
        <p:blipFill>
          <a:blip r:embed="rId4"/>
          <a:stretch>
            <a:fillRect/>
          </a:stretch>
        </p:blipFill>
        <p:spPr>
          <a:xfrm>
            <a:off x="4769000" y="3938616"/>
            <a:ext cx="3661920" cy="2893983"/>
          </a:xfrm>
          <a:prstGeom prst="rect">
            <a:avLst/>
          </a:prstGeom>
        </p:spPr>
      </p:pic>
    </p:spTree>
    <p:extLst>
      <p:ext uri="{BB962C8B-B14F-4D97-AF65-F5344CB8AC3E}">
        <p14:creationId xmlns:p14="http://schemas.microsoft.com/office/powerpoint/2010/main" val="4154364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9C7AEFBD-43B6-492A-2DFE-3AEDBFA6865E}"/>
              </a:ext>
            </a:extLst>
          </p:cNvPr>
          <p:cNvSpPr>
            <a:spLocks noGrp="1"/>
          </p:cNvSpPr>
          <p:nvPr>
            <p:ph type="sldNum" sz="quarter" idx="12"/>
          </p:nvPr>
        </p:nvSpPr>
        <p:spPr/>
        <p:txBody>
          <a:bodyPr/>
          <a:lstStyle/>
          <a:p>
            <a:fld id="{CC173F88-3387-453B-9303-AC0210B95CB8}" type="slidenum">
              <a:rPr lang="ru-RU" smtClean="0"/>
              <a:pPr/>
              <a:t>28</a:t>
            </a:fld>
            <a:endParaRPr lang="ru-RU" dirty="0"/>
          </a:p>
        </p:txBody>
      </p:sp>
      <p:sp>
        <p:nvSpPr>
          <p:cNvPr id="5" name="Прямоугольник 4">
            <a:extLst>
              <a:ext uri="{FF2B5EF4-FFF2-40B4-BE49-F238E27FC236}">
                <a16:creationId xmlns:a16="http://schemas.microsoft.com/office/drawing/2014/main" id="{F791648B-C24A-16F0-4032-45653CD404CC}"/>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Предельные теоремы теории вероятностей</a:t>
            </a:r>
            <a:endParaRPr lang="ru-RU" sz="2400" b="1" dirty="0">
              <a:solidFill>
                <a:schemeClr val="tx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D82927DD-8125-8FD8-8332-835A1DA3E633}"/>
              </a:ext>
            </a:extLst>
          </p:cNvPr>
          <p:cNvSpPr txBox="1"/>
          <p:nvPr/>
        </p:nvSpPr>
        <p:spPr>
          <a:xfrm>
            <a:off x="0" y="419100"/>
            <a:ext cx="9144000" cy="369332"/>
          </a:xfrm>
          <a:prstGeom prst="rect">
            <a:avLst/>
          </a:prstGeom>
          <a:noFill/>
        </p:spPr>
        <p:txBody>
          <a:bodyPr wrap="square" rtlCol="0">
            <a:spAutoFit/>
          </a:bodyPr>
          <a:lstStyle/>
          <a:p>
            <a:pPr algn="ctr"/>
            <a:r>
              <a:rPr lang="ru-RU" b="1" dirty="0">
                <a:solidFill>
                  <a:srgbClr val="006400"/>
                </a:solidFill>
              </a:rPr>
              <a:t>Центральная предельная теорема (ЦПТ)</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40C3FBE-B5EA-EC38-F6C5-B9080D6655CA}"/>
                  </a:ext>
                </a:extLst>
              </p:cNvPr>
              <p:cNvSpPr txBox="1"/>
              <p:nvPr/>
            </p:nvSpPr>
            <p:spPr>
              <a:xfrm>
                <a:off x="0" y="712232"/>
                <a:ext cx="9144000" cy="5868722"/>
              </a:xfrm>
              <a:prstGeom prst="rect">
                <a:avLst/>
              </a:prstGeom>
              <a:noFill/>
            </p:spPr>
            <p:txBody>
              <a:bodyPr wrap="square" rtlCol="0">
                <a:spAutoFit/>
              </a:bodyPr>
              <a:lstStyle/>
              <a:p>
                <a:pPr algn="just"/>
                <a:r>
                  <a:rPr lang="ru-RU" sz="1750" b="1" dirty="0">
                    <a:solidFill>
                      <a:srgbClr val="3333FF"/>
                    </a:solidFill>
                  </a:rPr>
                  <a:t>Теорема: </a:t>
                </a:r>
                <a:r>
                  <a:rPr lang="ru-RU" sz="1750" dirty="0"/>
                  <a:t>Пусть </a:t>
                </a:r>
                <a14:m>
                  <m:oMath xmlns:m="http://schemas.openxmlformats.org/officeDocument/2006/math">
                    <m:sSub>
                      <m:sSubPr>
                        <m:ctrlPr>
                          <a:rPr lang="ru-RU" sz="1750" b="0" i="1" smtClean="0">
                            <a:latin typeface="Cambria Math" panose="02040503050406030204" pitchFamily="18" charset="0"/>
                          </a:rPr>
                        </m:ctrlPr>
                      </m:sSubPr>
                      <m:e>
                        <m:r>
                          <a:rPr lang="ru-RU" sz="1750" b="0" i="1" smtClean="0">
                            <a:latin typeface="Cambria Math" panose="02040503050406030204" pitchFamily="18" charset="0"/>
                          </a:rPr>
                          <m:t>𝜉</m:t>
                        </m:r>
                      </m:e>
                      <m:sub>
                        <m:r>
                          <a:rPr lang="en-US" sz="1750" b="0" i="1" smtClean="0">
                            <a:latin typeface="Cambria Math" panose="02040503050406030204" pitchFamily="18" charset="0"/>
                          </a:rPr>
                          <m:t>1</m:t>
                        </m:r>
                      </m:sub>
                    </m:sSub>
                    <m:r>
                      <a:rPr lang="en-US" sz="1750" b="0" i="1" smtClean="0">
                        <a:latin typeface="Cambria Math" panose="02040503050406030204" pitchFamily="18" charset="0"/>
                      </a:rPr>
                      <m:t>,</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𝜉</m:t>
                        </m:r>
                      </m:e>
                      <m:sub>
                        <m:r>
                          <a:rPr lang="en-US" sz="1750" b="0" i="1" smtClean="0">
                            <a:latin typeface="Cambria Math" panose="02040503050406030204" pitchFamily="18" charset="0"/>
                          </a:rPr>
                          <m:t>2</m:t>
                        </m:r>
                      </m:sub>
                    </m:sSub>
                    <m:r>
                      <a:rPr lang="en-US" sz="1750" b="0" i="1" smtClean="0">
                        <a:latin typeface="Cambria Math" panose="02040503050406030204" pitchFamily="18" charset="0"/>
                      </a:rPr>
                      <m:t>,…,</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𝜉</m:t>
                        </m:r>
                      </m:e>
                      <m:sub>
                        <m:r>
                          <a:rPr lang="en-US" sz="1750" b="0" i="1" smtClean="0">
                            <a:latin typeface="Cambria Math" panose="02040503050406030204" pitchFamily="18" charset="0"/>
                          </a:rPr>
                          <m:t>𝑛</m:t>
                        </m:r>
                      </m:sub>
                    </m:sSub>
                  </m:oMath>
                </a14:m>
                <a:r>
                  <a:rPr lang="en-US" sz="1750" b="1" dirty="0"/>
                  <a:t> - </a:t>
                </a:r>
                <a:r>
                  <a:rPr lang="ru-RU" sz="1750" dirty="0"/>
                  <a:t>независимые и одинаково распределенные случайные величины с конечной и ненулевой дисперсией: </a:t>
                </a:r>
                <a14:m>
                  <m:oMath xmlns:m="http://schemas.openxmlformats.org/officeDocument/2006/math">
                    <m:r>
                      <a:rPr lang="en-US" sz="1750" b="0" i="1" smtClean="0">
                        <a:latin typeface="Cambria Math" panose="02040503050406030204" pitchFamily="18" charset="0"/>
                      </a:rPr>
                      <m:t>0&lt;</m:t>
                    </m:r>
                    <m:r>
                      <a:rPr lang="en-US" sz="1750" b="0" i="1" smtClean="0">
                        <a:latin typeface="Cambria Math" panose="02040503050406030204" pitchFamily="18" charset="0"/>
                      </a:rPr>
                      <m:t>𝐷</m:t>
                    </m:r>
                    <m:r>
                      <a:rPr lang="en-US" sz="1750" b="0" i="1" smtClean="0">
                        <a:latin typeface="Cambria Math" panose="02040503050406030204" pitchFamily="18" charset="0"/>
                      </a:rPr>
                      <m:t>𝜉</m:t>
                    </m:r>
                    <m:r>
                      <a:rPr lang="en-US" sz="1750" b="0" i="1" smtClean="0">
                        <a:latin typeface="Cambria Math" panose="02040503050406030204" pitchFamily="18" charset="0"/>
                      </a:rPr>
                      <m:t>&lt;∞.</m:t>
                    </m:r>
                  </m:oMath>
                </a14:m>
                <a:r>
                  <a:rPr lang="en-US" sz="1750" dirty="0"/>
                  <a:t> </a:t>
                </a:r>
                <a:r>
                  <a:rPr lang="ru-RU" sz="1750" dirty="0"/>
                  <a:t>Тогда имеет место слабая сходимость (функции распределения) </a:t>
                </a:r>
                <a14:m>
                  <m:oMath xmlns:m="http://schemas.openxmlformats.org/officeDocument/2006/math">
                    <m:f>
                      <m:fPr>
                        <m:ctrlPr>
                          <a:rPr lang="en-US" sz="1750" b="0" i="1" smtClean="0">
                            <a:latin typeface="Cambria Math" panose="02040503050406030204" pitchFamily="18" charset="0"/>
                          </a:rPr>
                        </m:ctrlPr>
                      </m:fPr>
                      <m:num>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𝑆</m:t>
                            </m:r>
                          </m:e>
                          <m:sub>
                            <m:r>
                              <a:rPr lang="en-US" sz="1750" b="0" i="1" smtClean="0">
                                <a:latin typeface="Cambria Math" panose="02040503050406030204" pitchFamily="18" charset="0"/>
                              </a:rPr>
                              <m:t>𝑛</m:t>
                            </m:r>
                          </m:sub>
                        </m:sSub>
                        <m:r>
                          <a:rPr lang="en-US" sz="1750" b="0" i="1" smtClean="0">
                            <a:latin typeface="Cambria Math" panose="02040503050406030204" pitchFamily="18" charset="0"/>
                          </a:rPr>
                          <m:t>−</m:t>
                        </m:r>
                        <m:r>
                          <a:rPr lang="en-US" sz="1750" b="0" i="1" smtClean="0">
                            <a:latin typeface="Cambria Math" panose="02040503050406030204" pitchFamily="18" charset="0"/>
                          </a:rPr>
                          <m:t>𝑛𝑀</m:t>
                        </m:r>
                        <m:r>
                          <a:rPr lang="en-US" sz="1750" b="0" i="1" smtClean="0">
                            <a:latin typeface="Cambria Math" panose="02040503050406030204" pitchFamily="18" charset="0"/>
                          </a:rPr>
                          <m:t>𝜉</m:t>
                        </m:r>
                      </m:num>
                      <m:den>
                        <m:rad>
                          <m:radPr>
                            <m:degHide m:val="on"/>
                            <m:ctrlPr>
                              <a:rPr lang="en-US" sz="1750" b="0" i="1" smtClean="0">
                                <a:latin typeface="Cambria Math" panose="02040503050406030204" pitchFamily="18" charset="0"/>
                              </a:rPr>
                            </m:ctrlPr>
                          </m:radPr>
                          <m:deg/>
                          <m:e>
                            <m:r>
                              <a:rPr lang="en-US" sz="1750" b="0" i="1" smtClean="0">
                                <a:latin typeface="Cambria Math" panose="02040503050406030204" pitchFamily="18" charset="0"/>
                              </a:rPr>
                              <m:t>𝑛𝐷</m:t>
                            </m:r>
                            <m:r>
                              <a:rPr lang="en-US" sz="1750" b="0" i="1" smtClean="0">
                                <a:latin typeface="Cambria Math" panose="02040503050406030204" pitchFamily="18" charset="0"/>
                              </a:rPr>
                              <m:t>𝜉</m:t>
                            </m:r>
                          </m:e>
                        </m:rad>
                      </m:den>
                    </m:f>
                    <m:r>
                      <a:rPr lang="en-US" sz="1750" b="0" i="1" smtClean="0">
                        <a:latin typeface="Cambria Math" panose="02040503050406030204" pitchFamily="18" charset="0"/>
                      </a:rPr>
                      <m:t>⇒</m:t>
                    </m:r>
                    <m:r>
                      <a:rPr lang="en-US" sz="1750" b="0" i="1" smtClean="0">
                        <a:latin typeface="Cambria Math" panose="02040503050406030204" pitchFamily="18" charset="0"/>
                      </a:rPr>
                      <m:t>𝑁</m:t>
                    </m:r>
                    <m:r>
                      <a:rPr lang="en-US" sz="1750" b="0" i="1" smtClean="0">
                        <a:latin typeface="Cambria Math" panose="02040503050406030204" pitchFamily="18" charset="0"/>
                      </a:rPr>
                      <m:t>(0,1)</m:t>
                    </m:r>
                  </m:oMath>
                </a14:m>
                <a:r>
                  <a:rPr lang="ru-RU" sz="1750" dirty="0"/>
                  <a:t> последовательности центрированных и нормированных сумм случайных величин </a:t>
                </a:r>
                <a14:m>
                  <m:oMath xmlns:m="http://schemas.openxmlformats.org/officeDocument/2006/math">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𝑆</m:t>
                        </m:r>
                      </m:e>
                      <m:sub>
                        <m:r>
                          <a:rPr lang="en-US" sz="1750" b="0" i="1" smtClean="0">
                            <a:latin typeface="Cambria Math" panose="02040503050406030204" pitchFamily="18" charset="0"/>
                          </a:rPr>
                          <m:t>𝑛</m:t>
                        </m:r>
                      </m:sub>
                    </m:sSub>
                    <m:r>
                      <a:rPr lang="en-US" sz="1750" b="0" i="1" smtClean="0">
                        <a:latin typeface="Cambria Math" panose="02040503050406030204" pitchFamily="18" charset="0"/>
                      </a:rPr>
                      <m:t>=</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𝜉</m:t>
                        </m:r>
                      </m:e>
                      <m:sub>
                        <m:r>
                          <a:rPr lang="en-US" sz="1750" b="0" i="1" smtClean="0">
                            <a:latin typeface="Cambria Math" panose="02040503050406030204" pitchFamily="18" charset="0"/>
                          </a:rPr>
                          <m:t>1</m:t>
                        </m:r>
                      </m:sub>
                    </m:sSub>
                    <m:r>
                      <a:rPr lang="en-US" sz="1750" b="0" i="1" smtClean="0">
                        <a:latin typeface="Cambria Math" panose="02040503050406030204" pitchFamily="18" charset="0"/>
                      </a:rPr>
                      <m:t>+</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𝜉</m:t>
                        </m:r>
                      </m:e>
                      <m:sub>
                        <m:r>
                          <a:rPr lang="en-US" sz="1750" b="0" i="1" smtClean="0">
                            <a:latin typeface="Cambria Math" panose="02040503050406030204" pitchFamily="18" charset="0"/>
                          </a:rPr>
                          <m:t>2</m:t>
                        </m:r>
                      </m:sub>
                    </m:sSub>
                    <m:r>
                      <a:rPr lang="en-US" sz="1750" b="0" i="1" smtClean="0">
                        <a:latin typeface="Cambria Math" panose="02040503050406030204" pitchFamily="18" charset="0"/>
                      </a:rPr>
                      <m:t>+…+</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𝜉</m:t>
                        </m:r>
                      </m:e>
                      <m:sub>
                        <m:r>
                          <a:rPr lang="en-US" sz="1750" b="0" i="1" smtClean="0">
                            <a:latin typeface="Cambria Math" panose="02040503050406030204" pitchFamily="18" charset="0"/>
                          </a:rPr>
                          <m:t>𝑛</m:t>
                        </m:r>
                      </m:sub>
                    </m:sSub>
                  </m:oMath>
                </a14:m>
                <a:r>
                  <a:rPr lang="en-US" sz="1750" dirty="0"/>
                  <a:t> </a:t>
                </a:r>
                <a:r>
                  <a:rPr lang="ru-RU" sz="1750" dirty="0"/>
                  <a:t>к стандартному нормальному распределению. </a:t>
                </a:r>
              </a:p>
              <a:p>
                <a:pPr algn="just"/>
                <a:r>
                  <a:rPr lang="ru-RU" sz="1750" b="1" dirty="0">
                    <a:solidFill>
                      <a:srgbClr val="006400"/>
                    </a:solidFill>
                  </a:rPr>
                  <a:t>Доказательство: </a:t>
                </a:r>
                <a:r>
                  <a:rPr lang="ru-RU" sz="1750" dirty="0"/>
                  <a:t> Для строгого доказательства ЦПТ используется </a:t>
                </a:r>
                <a:r>
                  <a:rPr lang="ru-RU" sz="1750" b="1" dirty="0">
                    <a:solidFill>
                      <a:srgbClr val="006400"/>
                    </a:solidFill>
                  </a:rPr>
                  <a:t>метод характеристических функций. </a:t>
                </a:r>
                <a:r>
                  <a:rPr lang="ru-RU" sz="1750" dirty="0"/>
                  <a:t>Введём независимые стандартизованные случайные величины</a:t>
                </a:r>
                <a14:m>
                  <m:oMath xmlns:m="http://schemas.openxmlformats.org/officeDocument/2006/math">
                    <m:r>
                      <a:rPr lang="ru-RU" sz="1750" b="0" i="0" smtClean="0">
                        <a:latin typeface="Cambria Math" panose="02040503050406030204" pitchFamily="18" charset="0"/>
                      </a:rPr>
                      <m:t> </m:t>
                    </m:r>
                    <m:sSub>
                      <m:sSubPr>
                        <m:ctrlPr>
                          <a:rPr lang="en-US" sz="1750" b="0" i="1" smtClean="0">
                            <a:latin typeface="Cambria Math" panose="02040503050406030204" pitchFamily="18" charset="0"/>
                          </a:rPr>
                        </m:ctrlPr>
                      </m:sSubPr>
                      <m:e>
                        <m:r>
                          <a:rPr lang="ru-RU" sz="1750" b="0" i="1" smtClean="0">
                            <a:latin typeface="Cambria Math" panose="02040503050406030204" pitchFamily="18" charset="0"/>
                          </a:rPr>
                          <m:t>𝜂</m:t>
                        </m:r>
                      </m:e>
                      <m:sub>
                        <m:r>
                          <a:rPr lang="en-US" sz="1750" b="0" i="1" smtClean="0">
                            <a:latin typeface="Cambria Math" panose="02040503050406030204" pitchFamily="18" charset="0"/>
                          </a:rPr>
                          <m:t>𝑖</m:t>
                        </m:r>
                      </m:sub>
                    </m:sSub>
                    <m:r>
                      <a:rPr lang="en-US" sz="1750" b="0" i="1" smtClean="0">
                        <a:latin typeface="Cambria Math" panose="02040503050406030204" pitchFamily="18" charset="0"/>
                      </a:rPr>
                      <m:t>=</m:t>
                    </m:r>
                    <m:d>
                      <m:dPr>
                        <m:ctrlPr>
                          <a:rPr lang="en-US" sz="1750" b="0" i="1" smtClean="0">
                            <a:latin typeface="Cambria Math" panose="02040503050406030204" pitchFamily="18" charset="0"/>
                          </a:rPr>
                        </m:ctrlPr>
                      </m:dPr>
                      <m:e>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𝜉</m:t>
                            </m:r>
                          </m:e>
                          <m:sub>
                            <m:r>
                              <a:rPr lang="en-US" sz="1750" b="0" i="1" smtClean="0">
                                <a:latin typeface="Cambria Math" panose="02040503050406030204" pitchFamily="18" charset="0"/>
                              </a:rPr>
                              <m:t>𝑖</m:t>
                            </m:r>
                          </m:sub>
                        </m:sSub>
                        <m:r>
                          <a:rPr lang="en-US" sz="1750" b="0" i="1" smtClean="0">
                            <a:latin typeface="Cambria Math" panose="02040503050406030204" pitchFamily="18" charset="0"/>
                          </a:rPr>
                          <m:t>−</m:t>
                        </m:r>
                        <m:r>
                          <a:rPr lang="en-US" sz="1750" b="0" i="1" smtClean="0">
                            <a:latin typeface="Cambria Math" panose="02040503050406030204" pitchFamily="18" charset="0"/>
                          </a:rPr>
                          <m:t>𝜇</m:t>
                        </m:r>
                      </m:e>
                    </m:d>
                    <m:r>
                      <a:rPr lang="en-US" sz="1750" b="0" i="1" smtClean="0">
                        <a:latin typeface="Cambria Math" panose="02040503050406030204" pitchFamily="18" charset="0"/>
                      </a:rPr>
                      <m:t>/</m:t>
                    </m:r>
                    <m:r>
                      <a:rPr lang="en-US" sz="1750" b="0" i="1" smtClean="0">
                        <a:latin typeface="Cambria Math" panose="02040503050406030204" pitchFamily="18" charset="0"/>
                      </a:rPr>
                      <m:t>𝜎</m:t>
                    </m:r>
                  </m:oMath>
                </a14:m>
                <a:r>
                  <a:rPr lang="ru-RU" sz="1750" dirty="0"/>
                  <a:t> с нулевыми математическими ожиданиями и единичными дисперсиями.</a:t>
                </a:r>
                <a:r>
                  <a:rPr lang="en-US" sz="1750" dirty="0"/>
                  <a:t> </a:t>
                </a:r>
                <a:r>
                  <a:rPr lang="ru-RU" sz="1750" dirty="0"/>
                  <a:t>Пусть </a:t>
                </a:r>
                <a14:m>
                  <m:oMath xmlns:m="http://schemas.openxmlformats.org/officeDocument/2006/math">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𝑍</m:t>
                        </m:r>
                      </m:e>
                      <m:sub>
                        <m:r>
                          <a:rPr lang="en-US" sz="1750" b="0" i="1" smtClean="0">
                            <a:latin typeface="Cambria Math" panose="02040503050406030204" pitchFamily="18" charset="0"/>
                          </a:rPr>
                          <m:t>𝑛</m:t>
                        </m:r>
                      </m:sub>
                    </m:sSub>
                    <m:r>
                      <a:rPr lang="en-US" sz="1750" b="0" i="1" smtClean="0">
                        <a:latin typeface="Cambria Math" panose="02040503050406030204" pitchFamily="18" charset="0"/>
                      </a:rPr>
                      <m:t>−</m:t>
                    </m:r>
                  </m:oMath>
                </a14:m>
                <a:r>
                  <a:rPr lang="en-US" sz="1750" dirty="0"/>
                  <a:t> </a:t>
                </a:r>
                <a:r>
                  <a:rPr lang="ru-RU" sz="1750" dirty="0"/>
                  <a:t>их сумма</a:t>
                </a:r>
                <a:r>
                  <a:rPr lang="en-US" sz="1750" dirty="0"/>
                  <a:t>, </a:t>
                </a:r>
                <a14:m>
                  <m:oMath xmlns:m="http://schemas.openxmlformats.org/officeDocument/2006/math">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𝑍</m:t>
                        </m:r>
                      </m:e>
                      <m:sub>
                        <m:r>
                          <a:rPr lang="en-US" sz="1750" b="0" i="1" smtClean="0">
                            <a:latin typeface="Cambria Math" panose="02040503050406030204" pitchFamily="18" charset="0"/>
                          </a:rPr>
                          <m:t>𝑛</m:t>
                        </m:r>
                      </m:sub>
                    </m:sSub>
                    <m:r>
                      <a:rPr lang="en-US" sz="1750" b="0" i="1" smtClean="0">
                        <a:latin typeface="Cambria Math" panose="02040503050406030204" pitchFamily="18" charset="0"/>
                      </a:rPr>
                      <m:t>=</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𝜂</m:t>
                        </m:r>
                      </m:e>
                      <m:sub>
                        <m:r>
                          <a:rPr lang="en-US" sz="1750" b="0" i="1" smtClean="0">
                            <a:latin typeface="Cambria Math" panose="02040503050406030204" pitchFamily="18" charset="0"/>
                          </a:rPr>
                          <m:t>1</m:t>
                        </m:r>
                      </m:sub>
                    </m:sSub>
                    <m:r>
                      <a:rPr lang="en-US" sz="1750" b="0" i="1" smtClean="0">
                        <a:latin typeface="Cambria Math" panose="02040503050406030204" pitchFamily="18" charset="0"/>
                      </a:rPr>
                      <m:t>,</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𝜂</m:t>
                        </m:r>
                      </m:e>
                      <m:sub>
                        <m:r>
                          <a:rPr lang="en-US" sz="1750" b="0" i="1" smtClean="0">
                            <a:latin typeface="Cambria Math" panose="02040503050406030204" pitchFamily="18" charset="0"/>
                          </a:rPr>
                          <m:t>2</m:t>
                        </m:r>
                      </m:sub>
                    </m:sSub>
                    <m:r>
                      <a:rPr lang="en-US" sz="1750" b="0" i="1" smtClean="0">
                        <a:latin typeface="Cambria Math" panose="02040503050406030204" pitchFamily="18" charset="0"/>
                      </a:rPr>
                      <m:t>,…,</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𝜂</m:t>
                        </m:r>
                      </m:e>
                      <m:sub>
                        <m:r>
                          <a:rPr lang="en-US" sz="1750" b="0" i="1" smtClean="0">
                            <a:latin typeface="Cambria Math" panose="02040503050406030204" pitchFamily="18" charset="0"/>
                          </a:rPr>
                          <m:t>𝑛</m:t>
                        </m:r>
                      </m:sub>
                    </m:sSub>
                    <m:r>
                      <a:rPr lang="en-US" sz="1750" b="1" i="1" smtClean="0">
                        <a:solidFill>
                          <a:schemeClr val="tx1"/>
                        </a:solidFill>
                        <a:latin typeface="Cambria Math" panose="02040503050406030204" pitchFamily="18" charset="0"/>
                      </a:rPr>
                      <m:t>=</m:t>
                    </m:r>
                    <m:r>
                      <a:rPr lang="en-US" sz="1750" i="1">
                        <a:solidFill>
                          <a:schemeClr val="tx1"/>
                        </a:solidFill>
                        <a:latin typeface="Cambria Math" panose="02040503050406030204" pitchFamily="18" charset="0"/>
                      </a:rPr>
                      <m:t>(</m:t>
                    </m:r>
                    <m:sSub>
                      <m:sSubPr>
                        <m:ctrlPr>
                          <a:rPr lang="en-US" sz="1750" i="1">
                            <a:latin typeface="Cambria Math" panose="02040503050406030204" pitchFamily="18" charset="0"/>
                          </a:rPr>
                        </m:ctrlPr>
                      </m:sSubPr>
                      <m:e>
                        <m:r>
                          <a:rPr lang="en-US" sz="1750" i="1">
                            <a:latin typeface="Cambria Math" panose="02040503050406030204" pitchFamily="18" charset="0"/>
                          </a:rPr>
                          <m:t>𝑆</m:t>
                        </m:r>
                      </m:e>
                      <m:sub>
                        <m:r>
                          <a:rPr lang="en-US" sz="1750" i="1">
                            <a:latin typeface="Cambria Math" panose="02040503050406030204" pitchFamily="18" charset="0"/>
                          </a:rPr>
                          <m:t>𝑛</m:t>
                        </m:r>
                      </m:sub>
                    </m:sSub>
                    <m:r>
                      <a:rPr lang="en-US" sz="1750" i="1">
                        <a:latin typeface="Cambria Math" panose="02040503050406030204" pitchFamily="18" charset="0"/>
                      </a:rPr>
                      <m:t>−</m:t>
                    </m:r>
                    <m:r>
                      <a:rPr lang="en-US" sz="1750" i="1">
                        <a:latin typeface="Cambria Math" panose="02040503050406030204" pitchFamily="18" charset="0"/>
                      </a:rPr>
                      <m:t>𝑛</m:t>
                    </m:r>
                    <m:r>
                      <a:rPr lang="en-US" sz="1750" i="1">
                        <a:latin typeface="Cambria Math" panose="02040503050406030204" pitchFamily="18" charset="0"/>
                      </a:rPr>
                      <m:t>𝜇</m:t>
                    </m:r>
                    <m:r>
                      <a:rPr lang="en-US" sz="1750" i="1">
                        <a:latin typeface="Cambria Math" panose="02040503050406030204" pitchFamily="18" charset="0"/>
                      </a:rPr>
                      <m:t>)/</m:t>
                    </m:r>
                    <m:r>
                      <a:rPr lang="en-US" sz="1750" i="1">
                        <a:latin typeface="Cambria Math" panose="02040503050406030204" pitchFamily="18" charset="0"/>
                      </a:rPr>
                      <m:t>𝜎</m:t>
                    </m:r>
                  </m:oMath>
                </a14:m>
                <a:r>
                  <a:rPr lang="ru-RU" sz="1750" dirty="0"/>
                  <a:t>. Требуется доказать, что </a:t>
                </a:r>
                <a14:m>
                  <m:oMath xmlns:m="http://schemas.openxmlformats.org/officeDocument/2006/math">
                    <m:sSub>
                      <m:sSubPr>
                        <m:ctrlPr>
                          <a:rPr lang="en-US" sz="1750" i="1">
                            <a:latin typeface="Cambria Math" panose="02040503050406030204" pitchFamily="18" charset="0"/>
                          </a:rPr>
                        </m:ctrlPr>
                      </m:sSubPr>
                      <m:e>
                        <m:r>
                          <a:rPr lang="en-US" sz="1750" i="1">
                            <a:latin typeface="Cambria Math" panose="02040503050406030204" pitchFamily="18" charset="0"/>
                          </a:rPr>
                          <m:t>𝑍</m:t>
                        </m:r>
                      </m:e>
                      <m:sub>
                        <m:r>
                          <a:rPr lang="en-US" sz="1750" i="1">
                            <a:latin typeface="Cambria Math" panose="02040503050406030204" pitchFamily="18" charset="0"/>
                          </a:rPr>
                          <m:t>𝑛</m:t>
                        </m:r>
                      </m:sub>
                    </m:sSub>
                    <m:r>
                      <a:rPr lang="en-US" sz="1750" i="1">
                        <a:latin typeface="Cambria Math" panose="02040503050406030204" pitchFamily="18" charset="0"/>
                      </a:rPr>
                      <m:t>/</m:t>
                    </m:r>
                    <m:rad>
                      <m:radPr>
                        <m:degHide m:val="on"/>
                        <m:ctrlPr>
                          <a:rPr lang="en-US" sz="1750" i="1">
                            <a:latin typeface="Cambria Math" panose="02040503050406030204" pitchFamily="18" charset="0"/>
                          </a:rPr>
                        </m:ctrlPr>
                      </m:radPr>
                      <m:deg/>
                      <m:e>
                        <m:r>
                          <a:rPr lang="en-US" sz="1750" i="1">
                            <a:latin typeface="Cambria Math" panose="02040503050406030204" pitchFamily="18" charset="0"/>
                          </a:rPr>
                          <m:t>𝑛</m:t>
                        </m:r>
                      </m:e>
                    </m:rad>
                    <m:r>
                      <a:rPr lang="en-US" sz="1750" b="0" i="1" smtClean="0">
                        <a:latin typeface="Cambria Math" panose="02040503050406030204" pitchFamily="18" charset="0"/>
                      </a:rPr>
                      <m:t>⇒</m:t>
                    </m:r>
                    <m:r>
                      <a:rPr lang="en-US" sz="1750" b="0" i="1" smtClean="0">
                        <a:latin typeface="Cambria Math" panose="02040503050406030204" pitchFamily="18" charset="0"/>
                      </a:rPr>
                      <m:t>𝑁</m:t>
                    </m:r>
                    <m:r>
                      <a:rPr lang="en-US" sz="1750" b="0" i="1" smtClean="0">
                        <a:latin typeface="Cambria Math" panose="02040503050406030204" pitchFamily="18" charset="0"/>
                      </a:rPr>
                      <m:t>(0,1)</m:t>
                    </m:r>
                  </m:oMath>
                </a14:m>
                <a:r>
                  <a:rPr lang="en-US" sz="1750" dirty="0"/>
                  <a:t>.</a:t>
                </a:r>
              </a:p>
              <a:p>
                <a:pPr algn="just"/>
                <a:r>
                  <a:rPr lang="ru-RU" sz="1750" dirty="0"/>
                  <a:t>Характеристическая функция</a:t>
                </a:r>
                <a:r>
                  <a:rPr lang="en-US" sz="1750" dirty="0"/>
                  <a:t> </a:t>
                </a:r>
                <a14:m>
                  <m:oMath xmlns:m="http://schemas.openxmlformats.org/officeDocument/2006/math">
                    <m:sSub>
                      <m:sSubPr>
                        <m:ctrlPr>
                          <a:rPr lang="en-US" sz="1750" i="1">
                            <a:latin typeface="Cambria Math" panose="02040503050406030204" pitchFamily="18" charset="0"/>
                          </a:rPr>
                        </m:ctrlPr>
                      </m:sSubPr>
                      <m:e>
                        <m:r>
                          <a:rPr lang="en-US" sz="1750" i="1">
                            <a:latin typeface="Cambria Math" panose="02040503050406030204" pitchFamily="18" charset="0"/>
                          </a:rPr>
                          <m:t>𝑍</m:t>
                        </m:r>
                      </m:e>
                      <m:sub>
                        <m:r>
                          <a:rPr lang="en-US" sz="1750" i="1">
                            <a:latin typeface="Cambria Math" panose="02040503050406030204" pitchFamily="18" charset="0"/>
                          </a:rPr>
                          <m:t>𝑛</m:t>
                        </m:r>
                      </m:sub>
                    </m:sSub>
                    <m:r>
                      <a:rPr lang="en-US" sz="1750" i="1">
                        <a:latin typeface="Cambria Math" panose="02040503050406030204" pitchFamily="18" charset="0"/>
                      </a:rPr>
                      <m:t>/</m:t>
                    </m:r>
                    <m:rad>
                      <m:radPr>
                        <m:degHide m:val="on"/>
                        <m:ctrlPr>
                          <a:rPr lang="en-US" sz="1750" i="1">
                            <a:latin typeface="Cambria Math" panose="02040503050406030204" pitchFamily="18" charset="0"/>
                          </a:rPr>
                        </m:ctrlPr>
                      </m:radPr>
                      <m:deg/>
                      <m:e>
                        <m:r>
                          <a:rPr lang="en-US" sz="1750" i="1">
                            <a:latin typeface="Cambria Math" panose="02040503050406030204" pitchFamily="18" charset="0"/>
                          </a:rPr>
                          <m:t>𝑛</m:t>
                        </m:r>
                      </m:e>
                    </m:rad>
                  </m:oMath>
                </a14:m>
                <a:r>
                  <a:rPr lang="ru-RU" sz="1750" dirty="0"/>
                  <a:t> равна </a:t>
                </a:r>
                <a14:m>
                  <m:oMath xmlns:m="http://schemas.openxmlformats.org/officeDocument/2006/math">
                    <m:sSub>
                      <m:sSubPr>
                        <m:ctrlPr>
                          <a:rPr lang="en-US" sz="1750" b="1" i="1" smtClean="0">
                            <a:solidFill>
                              <a:srgbClr val="FF0000"/>
                            </a:solidFill>
                            <a:latin typeface="Cambria Math" panose="02040503050406030204" pitchFamily="18" charset="0"/>
                          </a:rPr>
                        </m:ctrlPr>
                      </m:sSubPr>
                      <m:e>
                        <m:r>
                          <a:rPr lang="ru-RU" sz="1750" b="1" i="1" smtClean="0">
                            <a:solidFill>
                              <a:srgbClr val="FF0000"/>
                            </a:solidFill>
                            <a:latin typeface="Cambria Math" panose="02040503050406030204" pitchFamily="18" charset="0"/>
                          </a:rPr>
                          <m:t>𝝓</m:t>
                        </m:r>
                      </m:e>
                      <m:sub>
                        <m:sSub>
                          <m:sSubPr>
                            <m:ctrlPr>
                              <a:rPr lang="en-US" sz="1750" b="1" i="1">
                                <a:solidFill>
                                  <a:srgbClr val="FF0000"/>
                                </a:solidFill>
                                <a:latin typeface="Cambria Math" panose="02040503050406030204" pitchFamily="18" charset="0"/>
                              </a:rPr>
                            </m:ctrlPr>
                          </m:sSubPr>
                          <m:e>
                            <m:r>
                              <a:rPr lang="en-US" sz="1750" b="1" i="1">
                                <a:solidFill>
                                  <a:srgbClr val="FF0000"/>
                                </a:solidFill>
                                <a:latin typeface="Cambria Math" panose="02040503050406030204" pitchFamily="18" charset="0"/>
                              </a:rPr>
                              <m:t>𝒁</m:t>
                            </m:r>
                          </m:e>
                          <m:sub>
                            <m:r>
                              <a:rPr lang="en-US" sz="1750" b="1" i="1">
                                <a:solidFill>
                                  <a:srgbClr val="FF0000"/>
                                </a:solidFill>
                                <a:latin typeface="Cambria Math" panose="02040503050406030204" pitchFamily="18" charset="0"/>
                              </a:rPr>
                              <m:t>𝒏</m:t>
                            </m:r>
                          </m:sub>
                        </m:sSub>
                        <m:r>
                          <a:rPr lang="en-US" sz="1750" b="1" i="1">
                            <a:solidFill>
                              <a:srgbClr val="FF0000"/>
                            </a:solidFill>
                            <a:latin typeface="Cambria Math" panose="02040503050406030204" pitchFamily="18" charset="0"/>
                          </a:rPr>
                          <m:t>/</m:t>
                        </m:r>
                        <m:rad>
                          <m:radPr>
                            <m:degHide m:val="on"/>
                            <m:ctrlPr>
                              <a:rPr lang="en-US" sz="1750" b="1" i="1">
                                <a:solidFill>
                                  <a:srgbClr val="FF0000"/>
                                </a:solidFill>
                                <a:latin typeface="Cambria Math" panose="02040503050406030204" pitchFamily="18" charset="0"/>
                              </a:rPr>
                            </m:ctrlPr>
                          </m:radPr>
                          <m:deg/>
                          <m:e>
                            <m:r>
                              <a:rPr lang="en-US" sz="1750" b="1" i="1">
                                <a:solidFill>
                                  <a:srgbClr val="FF0000"/>
                                </a:solidFill>
                                <a:latin typeface="Cambria Math" panose="02040503050406030204" pitchFamily="18" charset="0"/>
                              </a:rPr>
                              <m:t>𝒏</m:t>
                            </m:r>
                          </m:e>
                        </m:rad>
                      </m:sub>
                    </m:sSub>
                    <m:r>
                      <a:rPr lang="en-US" sz="1750" b="1" i="1" smtClean="0">
                        <a:solidFill>
                          <a:srgbClr val="FF0000"/>
                        </a:solidFill>
                        <a:latin typeface="Cambria Math" panose="02040503050406030204" pitchFamily="18" charset="0"/>
                      </a:rPr>
                      <m:t> </m:t>
                    </m:r>
                    <m:d>
                      <m:dPr>
                        <m:ctrlPr>
                          <a:rPr lang="en-US" sz="1750" b="1" i="1" smtClean="0">
                            <a:solidFill>
                              <a:srgbClr val="FF0000"/>
                            </a:solidFill>
                            <a:latin typeface="Cambria Math" panose="02040503050406030204" pitchFamily="18" charset="0"/>
                          </a:rPr>
                        </m:ctrlPr>
                      </m:dPr>
                      <m:e>
                        <m:r>
                          <a:rPr lang="en-US" sz="1750" b="1" i="1" smtClean="0">
                            <a:solidFill>
                              <a:srgbClr val="FF0000"/>
                            </a:solidFill>
                            <a:latin typeface="Cambria Math" panose="02040503050406030204" pitchFamily="18" charset="0"/>
                          </a:rPr>
                          <m:t>𝒕</m:t>
                        </m:r>
                      </m:e>
                    </m:d>
                    <m:r>
                      <a:rPr lang="en-US" sz="1750" b="1" i="1" smtClean="0">
                        <a:solidFill>
                          <a:srgbClr val="FF0000"/>
                        </a:solidFill>
                        <a:latin typeface="Cambria Math" panose="02040503050406030204" pitchFamily="18" charset="0"/>
                      </a:rPr>
                      <m:t>=</m:t>
                    </m:r>
                    <m:sSub>
                      <m:sSubPr>
                        <m:ctrlPr>
                          <a:rPr lang="en-US" sz="1750" b="1" i="1" smtClean="0">
                            <a:solidFill>
                              <a:srgbClr val="FF0000"/>
                            </a:solidFill>
                            <a:latin typeface="Cambria Math" panose="02040503050406030204" pitchFamily="18" charset="0"/>
                          </a:rPr>
                        </m:ctrlPr>
                      </m:sSubPr>
                      <m:e>
                        <m:r>
                          <a:rPr lang="en-US" sz="1750" b="1" i="1" smtClean="0">
                            <a:solidFill>
                              <a:srgbClr val="FF0000"/>
                            </a:solidFill>
                            <a:latin typeface="Cambria Math" panose="02040503050406030204" pitchFamily="18" charset="0"/>
                          </a:rPr>
                          <m:t>𝝓</m:t>
                        </m:r>
                      </m:e>
                      <m:sub>
                        <m:sSub>
                          <m:sSubPr>
                            <m:ctrlPr>
                              <a:rPr lang="en-US" sz="1750" b="1" i="1" smtClean="0">
                                <a:solidFill>
                                  <a:srgbClr val="FF0000"/>
                                </a:solidFill>
                                <a:latin typeface="Cambria Math" panose="02040503050406030204" pitchFamily="18" charset="0"/>
                              </a:rPr>
                            </m:ctrlPr>
                          </m:sSubPr>
                          <m:e>
                            <m:r>
                              <a:rPr lang="en-US" sz="1750" b="1" i="1" smtClean="0">
                                <a:solidFill>
                                  <a:srgbClr val="FF0000"/>
                                </a:solidFill>
                                <a:latin typeface="Cambria Math" panose="02040503050406030204" pitchFamily="18" charset="0"/>
                              </a:rPr>
                              <m:t>𝒁</m:t>
                            </m:r>
                          </m:e>
                          <m:sub>
                            <m:r>
                              <a:rPr lang="en-US" sz="1750" b="1" i="1" smtClean="0">
                                <a:solidFill>
                                  <a:srgbClr val="FF0000"/>
                                </a:solidFill>
                                <a:latin typeface="Cambria Math" panose="02040503050406030204" pitchFamily="18" charset="0"/>
                              </a:rPr>
                              <m:t>𝒏</m:t>
                            </m:r>
                          </m:sub>
                        </m:sSub>
                      </m:sub>
                    </m:sSub>
                    <m:d>
                      <m:dPr>
                        <m:ctrlPr>
                          <a:rPr lang="en-US" sz="1750" b="1" i="1" smtClean="0">
                            <a:solidFill>
                              <a:srgbClr val="FF0000"/>
                            </a:solidFill>
                            <a:latin typeface="Cambria Math" panose="02040503050406030204" pitchFamily="18" charset="0"/>
                          </a:rPr>
                        </m:ctrlPr>
                      </m:dPr>
                      <m:e>
                        <m:f>
                          <m:fPr>
                            <m:ctrlPr>
                              <a:rPr lang="en-US" sz="1750" b="1" i="1" smtClean="0">
                                <a:solidFill>
                                  <a:srgbClr val="FF0000"/>
                                </a:solidFill>
                                <a:latin typeface="Cambria Math" panose="02040503050406030204" pitchFamily="18" charset="0"/>
                              </a:rPr>
                            </m:ctrlPr>
                          </m:fPr>
                          <m:num>
                            <m:r>
                              <a:rPr lang="en-US" sz="1750" b="1" i="1" smtClean="0">
                                <a:solidFill>
                                  <a:srgbClr val="FF0000"/>
                                </a:solidFill>
                                <a:latin typeface="Cambria Math" panose="02040503050406030204" pitchFamily="18" charset="0"/>
                              </a:rPr>
                              <m:t>𝒕</m:t>
                            </m:r>
                          </m:num>
                          <m:den>
                            <m:rad>
                              <m:radPr>
                                <m:degHide m:val="on"/>
                                <m:ctrlPr>
                                  <a:rPr lang="en-US" sz="1750" b="1" i="1" smtClean="0">
                                    <a:solidFill>
                                      <a:srgbClr val="FF0000"/>
                                    </a:solidFill>
                                    <a:latin typeface="Cambria Math" panose="02040503050406030204" pitchFamily="18" charset="0"/>
                                  </a:rPr>
                                </m:ctrlPr>
                              </m:radPr>
                              <m:deg/>
                              <m:e>
                                <m:r>
                                  <a:rPr lang="en-US" sz="1750" b="1" i="1" smtClean="0">
                                    <a:solidFill>
                                      <a:srgbClr val="FF0000"/>
                                    </a:solidFill>
                                    <a:latin typeface="Cambria Math" panose="02040503050406030204" pitchFamily="18" charset="0"/>
                                  </a:rPr>
                                  <m:t>𝒏</m:t>
                                </m:r>
                              </m:e>
                            </m:rad>
                          </m:den>
                        </m:f>
                      </m:e>
                    </m:d>
                    <m:r>
                      <a:rPr lang="en-US" sz="1750" b="1" i="1" smtClean="0">
                        <a:solidFill>
                          <a:srgbClr val="FF0000"/>
                        </a:solidFill>
                        <a:latin typeface="Cambria Math" panose="02040503050406030204" pitchFamily="18" charset="0"/>
                      </a:rPr>
                      <m:t>=</m:t>
                    </m:r>
                    <m:sSup>
                      <m:sSupPr>
                        <m:ctrlPr>
                          <a:rPr lang="en-US" sz="1750" b="1" i="1" smtClean="0">
                            <a:solidFill>
                              <a:srgbClr val="FF0000"/>
                            </a:solidFill>
                            <a:latin typeface="Cambria Math" panose="02040503050406030204" pitchFamily="18" charset="0"/>
                          </a:rPr>
                        </m:ctrlPr>
                      </m:sSupPr>
                      <m:e>
                        <m:d>
                          <m:dPr>
                            <m:ctrlPr>
                              <a:rPr lang="en-US" sz="1750" b="1" i="1" smtClean="0">
                                <a:solidFill>
                                  <a:srgbClr val="FF0000"/>
                                </a:solidFill>
                                <a:latin typeface="Cambria Math" panose="02040503050406030204" pitchFamily="18" charset="0"/>
                              </a:rPr>
                            </m:ctrlPr>
                          </m:dPr>
                          <m:e>
                            <m:sSub>
                              <m:sSubPr>
                                <m:ctrlPr>
                                  <a:rPr lang="en-US" sz="1750" b="1" i="1" smtClean="0">
                                    <a:solidFill>
                                      <a:srgbClr val="FF0000"/>
                                    </a:solidFill>
                                    <a:latin typeface="Cambria Math" panose="02040503050406030204" pitchFamily="18" charset="0"/>
                                  </a:rPr>
                                </m:ctrlPr>
                              </m:sSubPr>
                              <m:e>
                                <m:r>
                                  <a:rPr lang="en-US" sz="1750" b="1" i="1" smtClean="0">
                                    <a:solidFill>
                                      <a:srgbClr val="FF0000"/>
                                    </a:solidFill>
                                    <a:latin typeface="Cambria Math" panose="02040503050406030204" pitchFamily="18" charset="0"/>
                                  </a:rPr>
                                  <m:t>𝝓</m:t>
                                </m:r>
                              </m:e>
                              <m:sub>
                                <m:sSub>
                                  <m:sSubPr>
                                    <m:ctrlPr>
                                      <a:rPr lang="en-US" sz="1750" b="1" i="1" smtClean="0">
                                        <a:solidFill>
                                          <a:srgbClr val="FF0000"/>
                                        </a:solidFill>
                                        <a:latin typeface="Cambria Math" panose="02040503050406030204" pitchFamily="18" charset="0"/>
                                      </a:rPr>
                                    </m:ctrlPr>
                                  </m:sSubPr>
                                  <m:e>
                                    <m:r>
                                      <a:rPr lang="en-US" sz="1750" b="1" i="1" smtClean="0">
                                        <a:solidFill>
                                          <a:srgbClr val="FF0000"/>
                                        </a:solidFill>
                                        <a:latin typeface="Cambria Math" panose="02040503050406030204" pitchFamily="18" charset="0"/>
                                      </a:rPr>
                                      <m:t>𝜼</m:t>
                                    </m:r>
                                  </m:e>
                                  <m:sub>
                                    <m:r>
                                      <a:rPr lang="en-US" sz="1750" b="1" i="1" smtClean="0">
                                        <a:solidFill>
                                          <a:srgbClr val="FF0000"/>
                                        </a:solidFill>
                                        <a:latin typeface="Cambria Math" panose="02040503050406030204" pitchFamily="18" charset="0"/>
                                      </a:rPr>
                                      <m:t>𝟏</m:t>
                                    </m:r>
                                  </m:sub>
                                </m:sSub>
                              </m:sub>
                            </m:sSub>
                            <m:d>
                              <m:dPr>
                                <m:ctrlPr>
                                  <a:rPr lang="en-US" sz="1750" b="1" i="1" smtClean="0">
                                    <a:solidFill>
                                      <a:srgbClr val="FF0000"/>
                                    </a:solidFill>
                                    <a:latin typeface="Cambria Math" panose="02040503050406030204" pitchFamily="18" charset="0"/>
                                  </a:rPr>
                                </m:ctrlPr>
                              </m:dPr>
                              <m:e>
                                <m:f>
                                  <m:fPr>
                                    <m:ctrlPr>
                                      <a:rPr lang="en-US" sz="1750" b="1" i="1" smtClean="0">
                                        <a:solidFill>
                                          <a:srgbClr val="FF0000"/>
                                        </a:solidFill>
                                        <a:latin typeface="Cambria Math" panose="02040503050406030204" pitchFamily="18" charset="0"/>
                                      </a:rPr>
                                    </m:ctrlPr>
                                  </m:fPr>
                                  <m:num>
                                    <m:r>
                                      <a:rPr lang="en-US" sz="1750" b="1" i="1" smtClean="0">
                                        <a:solidFill>
                                          <a:srgbClr val="FF0000"/>
                                        </a:solidFill>
                                        <a:latin typeface="Cambria Math" panose="02040503050406030204" pitchFamily="18" charset="0"/>
                                      </a:rPr>
                                      <m:t>𝒕</m:t>
                                    </m:r>
                                  </m:num>
                                  <m:den>
                                    <m:rad>
                                      <m:radPr>
                                        <m:degHide m:val="on"/>
                                        <m:ctrlPr>
                                          <a:rPr lang="en-US" sz="1750" b="1" i="1" smtClean="0">
                                            <a:solidFill>
                                              <a:srgbClr val="FF0000"/>
                                            </a:solidFill>
                                            <a:latin typeface="Cambria Math" panose="02040503050406030204" pitchFamily="18" charset="0"/>
                                          </a:rPr>
                                        </m:ctrlPr>
                                      </m:radPr>
                                      <m:deg/>
                                      <m:e>
                                        <m:r>
                                          <a:rPr lang="en-US" sz="1750" b="1" i="1" smtClean="0">
                                            <a:solidFill>
                                              <a:srgbClr val="FF0000"/>
                                            </a:solidFill>
                                            <a:latin typeface="Cambria Math" panose="02040503050406030204" pitchFamily="18" charset="0"/>
                                          </a:rPr>
                                          <m:t>𝒏</m:t>
                                        </m:r>
                                      </m:e>
                                    </m:rad>
                                  </m:den>
                                </m:f>
                              </m:e>
                            </m:d>
                          </m:e>
                        </m:d>
                      </m:e>
                      <m:sup>
                        <m:r>
                          <a:rPr lang="en-US" sz="1750" b="1" i="1" smtClean="0">
                            <a:solidFill>
                              <a:srgbClr val="FF0000"/>
                            </a:solidFill>
                            <a:latin typeface="Cambria Math" panose="02040503050406030204" pitchFamily="18" charset="0"/>
                          </a:rPr>
                          <m:t>𝒏</m:t>
                        </m:r>
                      </m:sup>
                    </m:sSup>
                    <m:r>
                      <a:rPr lang="en-US" sz="1750" b="0" i="0" smtClean="0">
                        <a:latin typeface="Cambria Math" panose="02040503050406030204" pitchFamily="18" charset="0"/>
                      </a:rPr>
                      <m:t>.</m:t>
                    </m:r>
                  </m:oMath>
                </a14:m>
                <a:endParaRPr lang="en-US" sz="1750" dirty="0"/>
              </a:p>
              <a:p>
                <a:pPr algn="just"/>
                <a:r>
                  <a:rPr lang="ru-RU" sz="1750" dirty="0"/>
                  <a:t>Характеристическую функцию случайной величины</a:t>
                </a:r>
                <a:r>
                  <a:rPr lang="en-US" sz="1750" dirty="0"/>
                  <a:t> </a:t>
                </a:r>
                <a14:m>
                  <m:oMath xmlns:m="http://schemas.openxmlformats.org/officeDocument/2006/math">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𝜂</m:t>
                        </m:r>
                      </m:e>
                      <m:sub>
                        <m:r>
                          <a:rPr lang="en-US" sz="1750" b="0" i="1" smtClean="0">
                            <a:latin typeface="Cambria Math" panose="02040503050406030204" pitchFamily="18" charset="0"/>
                          </a:rPr>
                          <m:t>1</m:t>
                        </m:r>
                      </m:sub>
                    </m:sSub>
                  </m:oMath>
                </a14:m>
                <a:r>
                  <a:rPr lang="ru-RU" sz="1750" dirty="0"/>
                  <a:t>  можно разложить в ряд Тейлора, в коэффициентах которого использовать известные моменты</a:t>
                </a:r>
                <a:r>
                  <a:rPr lang="en-US" sz="1750" dirty="0"/>
                  <a:t>: </a:t>
                </a:r>
                <a14:m>
                  <m:oMath xmlns:m="http://schemas.openxmlformats.org/officeDocument/2006/math">
                    <m:r>
                      <a:rPr lang="en-US" sz="1750" b="0" i="1" smtClean="0">
                        <a:latin typeface="Cambria Math" panose="02040503050406030204" pitchFamily="18" charset="0"/>
                      </a:rPr>
                      <m:t>𝑀</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𝜂</m:t>
                        </m:r>
                      </m:e>
                      <m:sub>
                        <m:r>
                          <a:rPr lang="en-US" sz="1750" b="0" i="1" smtClean="0">
                            <a:latin typeface="Cambria Math" panose="02040503050406030204" pitchFamily="18" charset="0"/>
                          </a:rPr>
                          <m:t>1</m:t>
                        </m:r>
                      </m:sub>
                    </m:sSub>
                    <m:r>
                      <a:rPr lang="en-US" sz="1750" b="0" i="1" smtClean="0">
                        <a:latin typeface="Cambria Math" panose="02040503050406030204" pitchFamily="18" charset="0"/>
                      </a:rPr>
                      <m:t>=0</m:t>
                    </m:r>
                  </m:oMath>
                </a14:m>
                <a:r>
                  <a:rPr lang="en-US" sz="1750" dirty="0"/>
                  <a:t>, </a:t>
                </a:r>
                <a14:m>
                  <m:oMath xmlns:m="http://schemas.openxmlformats.org/officeDocument/2006/math">
                    <m:r>
                      <a:rPr lang="en-US" sz="1750" i="1">
                        <a:latin typeface="Cambria Math" panose="02040503050406030204" pitchFamily="18" charset="0"/>
                      </a:rPr>
                      <m:t>𝑀</m:t>
                    </m:r>
                    <m:sSubSup>
                      <m:sSubSupPr>
                        <m:ctrlPr>
                          <a:rPr lang="en-US" sz="1750" b="0" i="1" smtClean="0">
                            <a:latin typeface="Cambria Math" panose="02040503050406030204" pitchFamily="18" charset="0"/>
                          </a:rPr>
                        </m:ctrlPr>
                      </m:sSubSupPr>
                      <m:e>
                        <m:r>
                          <a:rPr lang="en-US" sz="1750" i="1">
                            <a:latin typeface="Cambria Math" panose="02040503050406030204" pitchFamily="18" charset="0"/>
                          </a:rPr>
                          <m:t>𝜂</m:t>
                        </m:r>
                      </m:e>
                      <m:sub>
                        <m:r>
                          <a:rPr lang="en-US" sz="1750" i="1">
                            <a:latin typeface="Cambria Math" panose="02040503050406030204" pitchFamily="18" charset="0"/>
                          </a:rPr>
                          <m:t>1</m:t>
                        </m:r>
                      </m:sub>
                      <m:sup>
                        <m:r>
                          <a:rPr lang="en-US" sz="1750" b="0" i="1" smtClean="0">
                            <a:latin typeface="Cambria Math" panose="02040503050406030204" pitchFamily="18" charset="0"/>
                          </a:rPr>
                          <m:t>2</m:t>
                        </m:r>
                      </m:sup>
                    </m:sSubSup>
                    <m:r>
                      <a:rPr lang="en-US" sz="1750" b="0" i="1" smtClean="0">
                        <a:latin typeface="Cambria Math" panose="02040503050406030204" pitchFamily="18" charset="0"/>
                      </a:rPr>
                      <m:t>=</m:t>
                    </m:r>
                    <m:r>
                      <a:rPr lang="en-US" sz="1750" b="0" i="1" smtClean="0">
                        <a:latin typeface="Cambria Math" panose="02040503050406030204" pitchFamily="18" charset="0"/>
                      </a:rPr>
                      <m:t>𝐷</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𝜂</m:t>
                        </m:r>
                      </m:e>
                      <m:sub>
                        <m:r>
                          <a:rPr lang="en-US" sz="1750" b="0" i="1" smtClean="0">
                            <a:latin typeface="Cambria Math" panose="02040503050406030204" pitchFamily="18" charset="0"/>
                          </a:rPr>
                          <m:t>1</m:t>
                        </m:r>
                      </m:sub>
                    </m:sSub>
                    <m:r>
                      <a:rPr lang="en-US" sz="1750" b="0" i="1" smtClean="0">
                        <a:latin typeface="Cambria Math" panose="02040503050406030204" pitchFamily="18" charset="0"/>
                      </a:rPr>
                      <m:t>=1</m:t>
                    </m:r>
                  </m:oMath>
                </a14:m>
                <a:r>
                  <a:rPr lang="en-US" sz="1750" dirty="0"/>
                  <a:t>:</a:t>
                </a:r>
              </a:p>
              <a:p>
                <a:pPr algn="ctr"/>
                <a14:m>
                  <m:oMathPara xmlns:m="http://schemas.openxmlformats.org/officeDocument/2006/math">
                    <m:oMathParaPr>
                      <m:jc m:val="centerGroup"/>
                    </m:oMathParaPr>
                    <m:oMath xmlns:m="http://schemas.openxmlformats.org/officeDocument/2006/math">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𝜙</m:t>
                          </m:r>
                        </m:e>
                        <m:sub>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𝜂</m:t>
                              </m:r>
                            </m:e>
                            <m:sub>
                              <m:r>
                                <a:rPr lang="en-US" sz="1750" b="0" i="1" smtClean="0">
                                  <a:latin typeface="Cambria Math" panose="02040503050406030204" pitchFamily="18" charset="0"/>
                                </a:rPr>
                                <m:t>1</m:t>
                              </m:r>
                            </m:sub>
                          </m:sSub>
                        </m:sub>
                      </m:sSub>
                      <m:d>
                        <m:dPr>
                          <m:ctrlPr>
                            <a:rPr lang="en-US" sz="1750" b="0" i="1" smtClean="0">
                              <a:latin typeface="Cambria Math" panose="02040503050406030204" pitchFamily="18" charset="0"/>
                            </a:rPr>
                          </m:ctrlPr>
                        </m:dPr>
                        <m:e>
                          <m:r>
                            <a:rPr lang="en-US" sz="1750" b="0" i="1" smtClean="0">
                              <a:latin typeface="Cambria Math" panose="02040503050406030204" pitchFamily="18" charset="0"/>
                            </a:rPr>
                            <m:t>𝑡</m:t>
                          </m:r>
                        </m:e>
                      </m:d>
                      <m:r>
                        <a:rPr lang="en-US" sz="1750" b="0" i="1" smtClean="0">
                          <a:latin typeface="Cambria Math" panose="02040503050406030204" pitchFamily="18" charset="0"/>
                        </a:rPr>
                        <m:t>=1+</m:t>
                      </m:r>
                      <m:r>
                        <a:rPr lang="en-US" sz="1750" b="0" i="1" smtClean="0">
                          <a:latin typeface="Cambria Math" panose="02040503050406030204" pitchFamily="18" charset="0"/>
                        </a:rPr>
                        <m:t>𝑖𝑡𝑀</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𝜂</m:t>
                          </m:r>
                        </m:e>
                        <m:sub>
                          <m:r>
                            <a:rPr lang="en-US" sz="1750" b="0" i="1" smtClean="0">
                              <a:latin typeface="Cambria Math" panose="02040503050406030204" pitchFamily="18" charset="0"/>
                            </a:rPr>
                            <m:t>1</m:t>
                          </m:r>
                        </m:sub>
                      </m:sSub>
                      <m:r>
                        <a:rPr lang="en-US" sz="1750" b="0" i="1" smtClean="0">
                          <a:latin typeface="Cambria Math" panose="02040503050406030204" pitchFamily="18" charset="0"/>
                        </a:rPr>
                        <m:t>−</m:t>
                      </m:r>
                      <m:f>
                        <m:fPr>
                          <m:ctrlPr>
                            <a:rPr lang="en-US" sz="1750" b="0" i="1" smtClean="0">
                              <a:latin typeface="Cambria Math" panose="02040503050406030204" pitchFamily="18" charset="0"/>
                            </a:rPr>
                          </m:ctrlPr>
                        </m:fPr>
                        <m:num>
                          <m:sSup>
                            <m:sSupPr>
                              <m:ctrlPr>
                                <a:rPr lang="en-US" sz="1750" b="0" i="1" smtClean="0">
                                  <a:latin typeface="Cambria Math" panose="02040503050406030204" pitchFamily="18" charset="0"/>
                                </a:rPr>
                              </m:ctrlPr>
                            </m:sSupPr>
                            <m:e>
                              <m:r>
                                <a:rPr lang="en-US" sz="1750" b="0" i="1" smtClean="0">
                                  <a:latin typeface="Cambria Math" panose="02040503050406030204" pitchFamily="18" charset="0"/>
                                </a:rPr>
                                <m:t>𝑡</m:t>
                              </m:r>
                            </m:e>
                            <m:sup>
                              <m:r>
                                <a:rPr lang="en-US" sz="1750" b="0" i="1" smtClean="0">
                                  <a:latin typeface="Cambria Math" panose="02040503050406030204" pitchFamily="18" charset="0"/>
                                </a:rPr>
                                <m:t>2</m:t>
                              </m:r>
                            </m:sup>
                          </m:sSup>
                        </m:num>
                        <m:den>
                          <m:r>
                            <a:rPr lang="en-US" sz="1750" b="0" i="1" smtClean="0">
                              <a:latin typeface="Cambria Math" panose="02040503050406030204" pitchFamily="18" charset="0"/>
                            </a:rPr>
                            <m:t>2</m:t>
                          </m:r>
                        </m:den>
                      </m:f>
                      <m:r>
                        <a:rPr lang="en-US" sz="1750" i="1">
                          <a:latin typeface="Cambria Math" panose="02040503050406030204" pitchFamily="18" charset="0"/>
                        </a:rPr>
                        <m:t>𝑀</m:t>
                      </m:r>
                      <m:sSubSup>
                        <m:sSubSupPr>
                          <m:ctrlPr>
                            <a:rPr lang="en-US" sz="1750" i="1">
                              <a:latin typeface="Cambria Math" panose="02040503050406030204" pitchFamily="18" charset="0"/>
                            </a:rPr>
                          </m:ctrlPr>
                        </m:sSubSupPr>
                        <m:e>
                          <m:r>
                            <a:rPr lang="en-US" sz="1750" i="1">
                              <a:latin typeface="Cambria Math" panose="02040503050406030204" pitchFamily="18" charset="0"/>
                            </a:rPr>
                            <m:t>𝜂</m:t>
                          </m:r>
                        </m:e>
                        <m:sub>
                          <m:r>
                            <a:rPr lang="en-US" sz="1750" i="1">
                              <a:latin typeface="Cambria Math" panose="02040503050406030204" pitchFamily="18" charset="0"/>
                            </a:rPr>
                            <m:t>1</m:t>
                          </m:r>
                        </m:sub>
                        <m:sup>
                          <m:r>
                            <a:rPr lang="en-US" sz="1750" i="1">
                              <a:latin typeface="Cambria Math" panose="02040503050406030204" pitchFamily="18" charset="0"/>
                            </a:rPr>
                            <m:t>2</m:t>
                          </m:r>
                        </m:sup>
                      </m:sSubSup>
                      <m:r>
                        <a:rPr lang="en-US" sz="1750" b="0" i="1" smtClean="0">
                          <a:latin typeface="Cambria Math" panose="02040503050406030204" pitchFamily="18" charset="0"/>
                        </a:rPr>
                        <m:t>+</m:t>
                      </m:r>
                      <m:r>
                        <a:rPr lang="en-US" sz="1750" b="0" i="1" smtClean="0">
                          <a:latin typeface="Cambria Math" panose="02040503050406030204" pitchFamily="18" charset="0"/>
                        </a:rPr>
                        <m:t>𝑜</m:t>
                      </m:r>
                      <m:d>
                        <m:dPr>
                          <m:ctrlPr>
                            <a:rPr lang="en-US" sz="1750" b="0" i="1" smtClean="0">
                              <a:latin typeface="Cambria Math" panose="02040503050406030204" pitchFamily="18" charset="0"/>
                            </a:rPr>
                          </m:ctrlPr>
                        </m:dPr>
                        <m:e>
                          <m:sSup>
                            <m:sSupPr>
                              <m:ctrlPr>
                                <a:rPr lang="en-US" sz="1750" b="0" i="1" smtClean="0">
                                  <a:latin typeface="Cambria Math" panose="02040503050406030204" pitchFamily="18" charset="0"/>
                                </a:rPr>
                              </m:ctrlPr>
                            </m:sSupPr>
                            <m:e>
                              <m:r>
                                <a:rPr lang="en-US" sz="1750" b="0" i="1" smtClean="0">
                                  <a:latin typeface="Cambria Math" panose="02040503050406030204" pitchFamily="18" charset="0"/>
                                </a:rPr>
                                <m:t>𝑡</m:t>
                              </m:r>
                            </m:e>
                            <m:sup>
                              <m:r>
                                <a:rPr lang="en-US" sz="1750" b="0" i="1" smtClean="0">
                                  <a:latin typeface="Cambria Math" panose="02040503050406030204" pitchFamily="18" charset="0"/>
                                </a:rPr>
                                <m:t>2</m:t>
                              </m:r>
                            </m:sup>
                          </m:sSup>
                        </m:e>
                      </m:d>
                      <m:r>
                        <a:rPr lang="en-US" sz="1750" b="0" i="1" smtClean="0">
                          <a:latin typeface="Cambria Math" panose="02040503050406030204" pitchFamily="18" charset="0"/>
                        </a:rPr>
                        <m:t>=1−</m:t>
                      </m:r>
                      <m:f>
                        <m:fPr>
                          <m:ctrlPr>
                            <a:rPr lang="en-US" sz="1750" b="0" i="1" smtClean="0">
                              <a:latin typeface="Cambria Math" panose="02040503050406030204" pitchFamily="18" charset="0"/>
                            </a:rPr>
                          </m:ctrlPr>
                        </m:fPr>
                        <m:num>
                          <m:sSup>
                            <m:sSupPr>
                              <m:ctrlPr>
                                <a:rPr lang="en-US" sz="1750" b="0" i="1" smtClean="0">
                                  <a:latin typeface="Cambria Math" panose="02040503050406030204" pitchFamily="18" charset="0"/>
                                </a:rPr>
                              </m:ctrlPr>
                            </m:sSupPr>
                            <m:e>
                              <m:r>
                                <a:rPr lang="en-US" sz="1750" b="0" i="1" smtClean="0">
                                  <a:latin typeface="Cambria Math" panose="02040503050406030204" pitchFamily="18" charset="0"/>
                                </a:rPr>
                                <m:t>𝑡</m:t>
                              </m:r>
                            </m:e>
                            <m:sup>
                              <m:r>
                                <a:rPr lang="en-US" sz="1750" b="0" i="1" smtClean="0">
                                  <a:latin typeface="Cambria Math" panose="02040503050406030204" pitchFamily="18" charset="0"/>
                                </a:rPr>
                                <m:t>2</m:t>
                              </m:r>
                            </m:sup>
                          </m:sSup>
                        </m:num>
                        <m:den>
                          <m:r>
                            <a:rPr lang="en-US" sz="1750" b="0" i="1" smtClean="0">
                              <a:latin typeface="Cambria Math" panose="02040503050406030204" pitchFamily="18" charset="0"/>
                            </a:rPr>
                            <m:t>2</m:t>
                          </m:r>
                        </m:den>
                      </m:f>
                      <m:r>
                        <a:rPr lang="en-US" sz="1750" b="0" i="1" smtClean="0">
                          <a:latin typeface="Cambria Math" panose="02040503050406030204" pitchFamily="18" charset="0"/>
                        </a:rPr>
                        <m:t>+</m:t>
                      </m:r>
                      <m:r>
                        <a:rPr lang="en-US" sz="1750" b="0" i="1" smtClean="0">
                          <a:latin typeface="Cambria Math" panose="02040503050406030204" pitchFamily="18" charset="0"/>
                        </a:rPr>
                        <m:t>𝑜</m:t>
                      </m:r>
                      <m:d>
                        <m:dPr>
                          <m:ctrlPr>
                            <a:rPr lang="en-US" sz="1750" b="0" i="1" smtClean="0">
                              <a:latin typeface="Cambria Math" panose="02040503050406030204" pitchFamily="18" charset="0"/>
                            </a:rPr>
                          </m:ctrlPr>
                        </m:dPr>
                        <m:e>
                          <m:sSup>
                            <m:sSupPr>
                              <m:ctrlPr>
                                <a:rPr lang="en-US" sz="1750" b="0" i="1" smtClean="0">
                                  <a:latin typeface="Cambria Math" panose="02040503050406030204" pitchFamily="18" charset="0"/>
                                </a:rPr>
                              </m:ctrlPr>
                            </m:sSupPr>
                            <m:e>
                              <m:r>
                                <a:rPr lang="en-US" sz="1750" b="0" i="1" smtClean="0">
                                  <a:latin typeface="Cambria Math" panose="02040503050406030204" pitchFamily="18" charset="0"/>
                                </a:rPr>
                                <m:t>𝑡</m:t>
                              </m:r>
                            </m:e>
                            <m:sup>
                              <m:r>
                                <a:rPr lang="en-US" sz="1750" b="0" i="1" smtClean="0">
                                  <a:latin typeface="Cambria Math" panose="02040503050406030204" pitchFamily="18" charset="0"/>
                                </a:rPr>
                                <m:t>2</m:t>
                              </m:r>
                            </m:sup>
                          </m:sSup>
                        </m:e>
                      </m:d>
                    </m:oMath>
                  </m:oMathPara>
                </a14:m>
                <a:endParaRPr lang="ru-RU" sz="1750" dirty="0"/>
              </a:p>
              <a:p>
                <a:pPr algn="just"/>
                <a:r>
                  <a:rPr lang="ru-RU" sz="1750" dirty="0"/>
                  <a:t>Подставим это разложение, взятое в точке </a:t>
                </a:r>
                <a14:m>
                  <m:oMath xmlns:m="http://schemas.openxmlformats.org/officeDocument/2006/math">
                    <m:r>
                      <a:rPr lang="en-US" sz="1750" b="0" i="1" smtClean="0">
                        <a:latin typeface="Cambria Math" panose="02040503050406030204" pitchFamily="18" charset="0"/>
                      </a:rPr>
                      <m:t>𝑡</m:t>
                    </m:r>
                    <m:r>
                      <a:rPr lang="en-US" sz="1750" b="0" i="1" smtClean="0">
                        <a:latin typeface="Cambria Math" panose="02040503050406030204" pitchFamily="18" charset="0"/>
                      </a:rPr>
                      <m:t>/</m:t>
                    </m:r>
                    <m:rad>
                      <m:radPr>
                        <m:degHide m:val="on"/>
                        <m:ctrlPr>
                          <a:rPr lang="en-US" sz="1750" b="0" i="1" smtClean="0">
                            <a:latin typeface="Cambria Math" panose="02040503050406030204" pitchFamily="18" charset="0"/>
                          </a:rPr>
                        </m:ctrlPr>
                      </m:radPr>
                      <m:deg/>
                      <m:e>
                        <m:r>
                          <a:rPr lang="en-US" sz="1750" b="0" i="1" smtClean="0">
                            <a:latin typeface="Cambria Math" panose="02040503050406030204" pitchFamily="18" charset="0"/>
                          </a:rPr>
                          <m:t>𝑛</m:t>
                        </m:r>
                      </m:e>
                    </m:rad>
                  </m:oMath>
                </a14:m>
                <a:r>
                  <a:rPr lang="en-US" sz="1750" dirty="0"/>
                  <a:t> </a:t>
                </a:r>
                <a:r>
                  <a:rPr lang="ru-RU" sz="1750" dirty="0"/>
                  <a:t>и устремим </a:t>
                </a:r>
                <a14:m>
                  <m:oMath xmlns:m="http://schemas.openxmlformats.org/officeDocument/2006/math">
                    <m:r>
                      <a:rPr lang="en-US" sz="1750" b="0" i="1" smtClean="0">
                        <a:latin typeface="Cambria Math" panose="02040503050406030204" pitchFamily="18" charset="0"/>
                      </a:rPr>
                      <m:t>𝑛</m:t>
                    </m:r>
                    <m:r>
                      <a:rPr lang="en-US" sz="1750" b="0" i="1" smtClean="0">
                        <a:latin typeface="Cambria Math" panose="02040503050406030204" pitchFamily="18" charset="0"/>
                      </a:rPr>
                      <m:t>→∞</m:t>
                    </m:r>
                  </m:oMath>
                </a14:m>
                <a:r>
                  <a:rPr lang="ru-RU" sz="1750" dirty="0"/>
                  <a:t>.</a:t>
                </a:r>
                <a:r>
                  <a:rPr lang="en-US" sz="1750" dirty="0"/>
                  <a:t> </a:t>
                </a:r>
                <a:r>
                  <a:rPr lang="ru-RU" sz="1750" dirty="0"/>
                  <a:t> Воспользуемся замечательным пределом</a:t>
                </a:r>
                <a:r>
                  <a:rPr lang="en-US" sz="1750" dirty="0"/>
                  <a:t>:</a:t>
                </a:r>
              </a:p>
              <a:p>
                <a:pPr algn="ctr"/>
                <a14:m>
                  <m:oMath xmlns:m="http://schemas.openxmlformats.org/officeDocument/2006/math">
                    <m:sSub>
                      <m:sSubPr>
                        <m:ctrlPr>
                          <a:rPr lang="en-US" sz="1750" i="1" smtClean="0">
                            <a:solidFill>
                              <a:schemeClr val="tx1"/>
                            </a:solidFill>
                            <a:latin typeface="Cambria Math" panose="02040503050406030204" pitchFamily="18" charset="0"/>
                          </a:rPr>
                        </m:ctrlPr>
                      </m:sSubPr>
                      <m:e>
                        <m:r>
                          <a:rPr lang="ru-RU" sz="1750" b="0" i="1">
                            <a:solidFill>
                              <a:schemeClr val="tx1"/>
                            </a:solidFill>
                            <a:latin typeface="Cambria Math" panose="02040503050406030204" pitchFamily="18" charset="0"/>
                          </a:rPr>
                          <m:t>𝜙</m:t>
                        </m:r>
                      </m:e>
                      <m:sub>
                        <m:sSub>
                          <m:sSubPr>
                            <m:ctrlPr>
                              <a:rPr lang="en-US" sz="1750" i="1">
                                <a:solidFill>
                                  <a:schemeClr val="tx1"/>
                                </a:solidFill>
                                <a:latin typeface="Cambria Math" panose="02040503050406030204" pitchFamily="18" charset="0"/>
                              </a:rPr>
                            </m:ctrlPr>
                          </m:sSubPr>
                          <m:e>
                            <m:r>
                              <a:rPr lang="en-US" sz="1750" b="0" i="1">
                                <a:solidFill>
                                  <a:schemeClr val="tx1"/>
                                </a:solidFill>
                                <a:latin typeface="Cambria Math" panose="02040503050406030204" pitchFamily="18" charset="0"/>
                              </a:rPr>
                              <m:t>𝑍</m:t>
                            </m:r>
                          </m:e>
                          <m:sub>
                            <m:r>
                              <a:rPr lang="en-US" sz="1750" b="0" i="1">
                                <a:solidFill>
                                  <a:schemeClr val="tx1"/>
                                </a:solidFill>
                                <a:latin typeface="Cambria Math" panose="02040503050406030204" pitchFamily="18" charset="0"/>
                              </a:rPr>
                              <m:t>𝑛</m:t>
                            </m:r>
                          </m:sub>
                        </m:sSub>
                        <m:r>
                          <a:rPr lang="en-US" sz="1750" b="0" i="1">
                            <a:solidFill>
                              <a:schemeClr val="tx1"/>
                            </a:solidFill>
                            <a:latin typeface="Cambria Math" panose="02040503050406030204" pitchFamily="18" charset="0"/>
                          </a:rPr>
                          <m:t>/</m:t>
                        </m:r>
                        <m:rad>
                          <m:radPr>
                            <m:degHide m:val="on"/>
                            <m:ctrlPr>
                              <a:rPr lang="en-US" sz="1750" i="1">
                                <a:solidFill>
                                  <a:schemeClr val="tx1"/>
                                </a:solidFill>
                                <a:latin typeface="Cambria Math" panose="02040503050406030204" pitchFamily="18" charset="0"/>
                              </a:rPr>
                            </m:ctrlPr>
                          </m:radPr>
                          <m:deg/>
                          <m:e>
                            <m:r>
                              <a:rPr lang="en-US" sz="1750" b="0" i="1">
                                <a:solidFill>
                                  <a:schemeClr val="tx1"/>
                                </a:solidFill>
                                <a:latin typeface="Cambria Math" panose="02040503050406030204" pitchFamily="18" charset="0"/>
                              </a:rPr>
                              <m:t>𝑛</m:t>
                            </m:r>
                          </m:e>
                        </m:rad>
                      </m:sub>
                    </m:sSub>
                    <m:r>
                      <a:rPr lang="en-US" sz="1750" b="0" i="1" smtClean="0">
                        <a:solidFill>
                          <a:schemeClr val="tx1"/>
                        </a:solidFill>
                        <a:latin typeface="Cambria Math" panose="02040503050406030204" pitchFamily="18" charset="0"/>
                      </a:rPr>
                      <m:t> </m:t>
                    </m:r>
                    <m:d>
                      <m:dPr>
                        <m:ctrlPr>
                          <a:rPr lang="en-US" sz="1750" i="1" smtClean="0">
                            <a:solidFill>
                              <a:schemeClr val="tx1"/>
                            </a:solidFill>
                            <a:latin typeface="Cambria Math" panose="02040503050406030204" pitchFamily="18" charset="0"/>
                          </a:rPr>
                        </m:ctrlPr>
                      </m:dPr>
                      <m:e>
                        <m:r>
                          <a:rPr lang="en-US" sz="1750" b="0" i="1" smtClean="0">
                            <a:solidFill>
                              <a:schemeClr val="tx1"/>
                            </a:solidFill>
                            <a:latin typeface="Cambria Math" panose="02040503050406030204" pitchFamily="18" charset="0"/>
                          </a:rPr>
                          <m:t>𝑡</m:t>
                        </m:r>
                      </m:e>
                    </m:d>
                    <m:r>
                      <a:rPr lang="en-US" sz="1750" b="0" i="1" smtClean="0">
                        <a:solidFill>
                          <a:schemeClr val="tx1"/>
                        </a:solidFill>
                        <a:latin typeface="Cambria Math" panose="02040503050406030204" pitchFamily="18" charset="0"/>
                      </a:rPr>
                      <m:t>=</m:t>
                    </m:r>
                    <m:sSup>
                      <m:sSupPr>
                        <m:ctrlPr>
                          <a:rPr lang="en-US" sz="1750" i="1">
                            <a:solidFill>
                              <a:schemeClr val="tx1"/>
                            </a:solidFill>
                            <a:latin typeface="Cambria Math" panose="02040503050406030204" pitchFamily="18" charset="0"/>
                          </a:rPr>
                        </m:ctrlPr>
                      </m:sSupPr>
                      <m:e>
                        <m:d>
                          <m:dPr>
                            <m:ctrlPr>
                              <a:rPr lang="en-US" sz="1750" i="1">
                                <a:solidFill>
                                  <a:schemeClr val="tx1"/>
                                </a:solidFill>
                                <a:latin typeface="Cambria Math" panose="02040503050406030204" pitchFamily="18" charset="0"/>
                              </a:rPr>
                            </m:ctrlPr>
                          </m:dPr>
                          <m:e>
                            <m:sSub>
                              <m:sSubPr>
                                <m:ctrlPr>
                                  <a:rPr lang="en-US" sz="1750" i="1">
                                    <a:solidFill>
                                      <a:schemeClr val="tx1"/>
                                    </a:solidFill>
                                    <a:latin typeface="Cambria Math" panose="02040503050406030204" pitchFamily="18" charset="0"/>
                                  </a:rPr>
                                </m:ctrlPr>
                              </m:sSubPr>
                              <m:e>
                                <m:r>
                                  <a:rPr lang="en-US" sz="1750" b="0" i="1">
                                    <a:solidFill>
                                      <a:schemeClr val="tx1"/>
                                    </a:solidFill>
                                    <a:latin typeface="Cambria Math" panose="02040503050406030204" pitchFamily="18" charset="0"/>
                                  </a:rPr>
                                  <m:t>𝜙</m:t>
                                </m:r>
                              </m:e>
                              <m:sub>
                                <m:sSub>
                                  <m:sSubPr>
                                    <m:ctrlPr>
                                      <a:rPr lang="en-US" sz="1750" i="1">
                                        <a:solidFill>
                                          <a:schemeClr val="tx1"/>
                                        </a:solidFill>
                                        <a:latin typeface="Cambria Math" panose="02040503050406030204" pitchFamily="18" charset="0"/>
                                      </a:rPr>
                                    </m:ctrlPr>
                                  </m:sSubPr>
                                  <m:e>
                                    <m:r>
                                      <a:rPr lang="en-US" sz="1750" b="0" i="1">
                                        <a:solidFill>
                                          <a:schemeClr val="tx1"/>
                                        </a:solidFill>
                                        <a:latin typeface="Cambria Math" panose="02040503050406030204" pitchFamily="18" charset="0"/>
                                      </a:rPr>
                                      <m:t>𝜂</m:t>
                                    </m:r>
                                  </m:e>
                                  <m:sub>
                                    <m:r>
                                      <a:rPr lang="en-US" sz="1750" b="0" i="1">
                                        <a:solidFill>
                                          <a:schemeClr val="tx1"/>
                                        </a:solidFill>
                                        <a:latin typeface="Cambria Math" panose="02040503050406030204" pitchFamily="18" charset="0"/>
                                      </a:rPr>
                                      <m:t>1</m:t>
                                    </m:r>
                                  </m:sub>
                                </m:sSub>
                              </m:sub>
                            </m:sSub>
                            <m:d>
                              <m:dPr>
                                <m:ctrlPr>
                                  <a:rPr lang="en-US" sz="1750" i="1">
                                    <a:solidFill>
                                      <a:schemeClr val="tx1"/>
                                    </a:solidFill>
                                    <a:latin typeface="Cambria Math" panose="02040503050406030204" pitchFamily="18" charset="0"/>
                                  </a:rPr>
                                </m:ctrlPr>
                              </m:dPr>
                              <m:e>
                                <m:f>
                                  <m:fPr>
                                    <m:ctrlPr>
                                      <a:rPr lang="en-US" sz="1750" i="1">
                                        <a:solidFill>
                                          <a:schemeClr val="tx1"/>
                                        </a:solidFill>
                                        <a:latin typeface="Cambria Math" panose="02040503050406030204" pitchFamily="18" charset="0"/>
                                      </a:rPr>
                                    </m:ctrlPr>
                                  </m:fPr>
                                  <m:num>
                                    <m:r>
                                      <a:rPr lang="en-US" sz="1750" b="0" i="1">
                                        <a:solidFill>
                                          <a:schemeClr val="tx1"/>
                                        </a:solidFill>
                                        <a:latin typeface="Cambria Math" panose="02040503050406030204" pitchFamily="18" charset="0"/>
                                      </a:rPr>
                                      <m:t>𝑡</m:t>
                                    </m:r>
                                  </m:num>
                                  <m:den>
                                    <m:rad>
                                      <m:radPr>
                                        <m:degHide m:val="on"/>
                                        <m:ctrlPr>
                                          <a:rPr lang="en-US" sz="1750" i="1">
                                            <a:solidFill>
                                              <a:schemeClr val="tx1"/>
                                            </a:solidFill>
                                            <a:latin typeface="Cambria Math" panose="02040503050406030204" pitchFamily="18" charset="0"/>
                                          </a:rPr>
                                        </m:ctrlPr>
                                      </m:radPr>
                                      <m:deg/>
                                      <m:e>
                                        <m:r>
                                          <a:rPr lang="en-US" sz="1750" b="0" i="1">
                                            <a:solidFill>
                                              <a:schemeClr val="tx1"/>
                                            </a:solidFill>
                                            <a:latin typeface="Cambria Math" panose="02040503050406030204" pitchFamily="18" charset="0"/>
                                          </a:rPr>
                                          <m:t>𝑛</m:t>
                                        </m:r>
                                      </m:e>
                                    </m:rad>
                                  </m:den>
                                </m:f>
                              </m:e>
                            </m:d>
                          </m:e>
                        </m:d>
                      </m:e>
                      <m:sup>
                        <m:r>
                          <a:rPr lang="en-US" sz="1750" b="0" i="1">
                            <a:solidFill>
                              <a:schemeClr val="tx1"/>
                            </a:solidFill>
                            <a:latin typeface="Cambria Math" panose="02040503050406030204" pitchFamily="18" charset="0"/>
                          </a:rPr>
                          <m:t>𝑛</m:t>
                        </m:r>
                      </m:sup>
                    </m:sSup>
                    <m:r>
                      <a:rPr lang="en-US" sz="1750" b="0" i="1" smtClean="0">
                        <a:solidFill>
                          <a:schemeClr val="tx1"/>
                        </a:solidFill>
                        <a:latin typeface="Cambria Math" panose="02040503050406030204" pitchFamily="18" charset="0"/>
                      </a:rPr>
                      <m:t>=</m:t>
                    </m:r>
                    <m:sSup>
                      <m:sSupPr>
                        <m:ctrlPr>
                          <a:rPr lang="en-US" sz="1750" i="1" smtClean="0">
                            <a:solidFill>
                              <a:schemeClr val="tx1"/>
                            </a:solidFill>
                            <a:latin typeface="Cambria Math" panose="02040503050406030204" pitchFamily="18" charset="0"/>
                          </a:rPr>
                        </m:ctrlPr>
                      </m:sSupPr>
                      <m:e>
                        <m:d>
                          <m:dPr>
                            <m:ctrlPr>
                              <a:rPr lang="en-US" sz="1750" i="1" smtClean="0">
                                <a:solidFill>
                                  <a:schemeClr val="tx1"/>
                                </a:solidFill>
                                <a:latin typeface="Cambria Math" panose="02040503050406030204" pitchFamily="18" charset="0"/>
                              </a:rPr>
                            </m:ctrlPr>
                          </m:dPr>
                          <m:e>
                            <m:r>
                              <a:rPr lang="en-US" sz="1750" b="0" i="1">
                                <a:solidFill>
                                  <a:schemeClr val="tx1"/>
                                </a:solidFill>
                                <a:latin typeface="Cambria Math" panose="02040503050406030204" pitchFamily="18" charset="0"/>
                              </a:rPr>
                              <m:t>1−</m:t>
                            </m:r>
                            <m:f>
                              <m:fPr>
                                <m:ctrlPr>
                                  <a:rPr lang="en-US" sz="1750" i="1">
                                    <a:solidFill>
                                      <a:schemeClr val="tx1"/>
                                    </a:solidFill>
                                    <a:latin typeface="Cambria Math" panose="02040503050406030204" pitchFamily="18" charset="0"/>
                                  </a:rPr>
                                </m:ctrlPr>
                              </m:fPr>
                              <m:num>
                                <m:sSup>
                                  <m:sSupPr>
                                    <m:ctrlPr>
                                      <a:rPr lang="en-US" sz="1750" i="1">
                                        <a:solidFill>
                                          <a:schemeClr val="tx1"/>
                                        </a:solidFill>
                                        <a:latin typeface="Cambria Math" panose="02040503050406030204" pitchFamily="18" charset="0"/>
                                      </a:rPr>
                                    </m:ctrlPr>
                                  </m:sSupPr>
                                  <m:e>
                                    <m:r>
                                      <a:rPr lang="en-US" sz="1750" b="0" i="1">
                                        <a:solidFill>
                                          <a:schemeClr val="tx1"/>
                                        </a:solidFill>
                                        <a:latin typeface="Cambria Math" panose="02040503050406030204" pitchFamily="18" charset="0"/>
                                      </a:rPr>
                                      <m:t>𝑡</m:t>
                                    </m:r>
                                  </m:e>
                                  <m:sup>
                                    <m:r>
                                      <a:rPr lang="en-US" sz="1750" b="0" i="1">
                                        <a:solidFill>
                                          <a:schemeClr val="tx1"/>
                                        </a:solidFill>
                                        <a:latin typeface="Cambria Math" panose="02040503050406030204" pitchFamily="18" charset="0"/>
                                      </a:rPr>
                                      <m:t>2</m:t>
                                    </m:r>
                                  </m:sup>
                                </m:sSup>
                              </m:num>
                              <m:den>
                                <m:r>
                                  <a:rPr lang="en-US" sz="1750" b="0" i="1">
                                    <a:solidFill>
                                      <a:schemeClr val="tx1"/>
                                    </a:solidFill>
                                    <a:latin typeface="Cambria Math" panose="02040503050406030204" pitchFamily="18" charset="0"/>
                                  </a:rPr>
                                  <m:t>2</m:t>
                                </m:r>
                                <m:r>
                                  <a:rPr lang="en-US" sz="1750" b="0" i="1" smtClean="0">
                                    <a:solidFill>
                                      <a:schemeClr val="tx1"/>
                                    </a:solidFill>
                                    <a:latin typeface="Cambria Math" panose="02040503050406030204" pitchFamily="18" charset="0"/>
                                  </a:rPr>
                                  <m:t>𝑛</m:t>
                                </m:r>
                              </m:den>
                            </m:f>
                            <m:r>
                              <a:rPr lang="en-US" sz="1750" b="0" i="1">
                                <a:solidFill>
                                  <a:schemeClr val="tx1"/>
                                </a:solidFill>
                                <a:latin typeface="Cambria Math" panose="02040503050406030204" pitchFamily="18" charset="0"/>
                              </a:rPr>
                              <m:t>+</m:t>
                            </m:r>
                            <m:r>
                              <a:rPr lang="en-US" sz="1750" b="0" i="1">
                                <a:solidFill>
                                  <a:schemeClr val="tx1"/>
                                </a:solidFill>
                                <a:latin typeface="Cambria Math" panose="02040503050406030204" pitchFamily="18" charset="0"/>
                              </a:rPr>
                              <m:t>𝑜</m:t>
                            </m:r>
                            <m:d>
                              <m:dPr>
                                <m:ctrlPr>
                                  <a:rPr lang="en-US" sz="1750" i="1">
                                    <a:solidFill>
                                      <a:schemeClr val="tx1"/>
                                    </a:solidFill>
                                    <a:latin typeface="Cambria Math" panose="02040503050406030204" pitchFamily="18" charset="0"/>
                                  </a:rPr>
                                </m:ctrlPr>
                              </m:dPr>
                              <m:e>
                                <m:f>
                                  <m:fPr>
                                    <m:ctrlPr>
                                      <a:rPr lang="en-US" sz="1750" i="1" smtClean="0">
                                        <a:solidFill>
                                          <a:schemeClr val="tx1"/>
                                        </a:solidFill>
                                        <a:latin typeface="Cambria Math" panose="02040503050406030204" pitchFamily="18" charset="0"/>
                                      </a:rPr>
                                    </m:ctrlPr>
                                  </m:fPr>
                                  <m:num>
                                    <m:sSup>
                                      <m:sSupPr>
                                        <m:ctrlPr>
                                          <a:rPr lang="en-US" sz="1750" i="1" smtClean="0">
                                            <a:solidFill>
                                              <a:schemeClr val="tx1"/>
                                            </a:solidFill>
                                            <a:latin typeface="Cambria Math" panose="02040503050406030204" pitchFamily="18" charset="0"/>
                                          </a:rPr>
                                        </m:ctrlPr>
                                      </m:sSupPr>
                                      <m:e>
                                        <m:r>
                                          <a:rPr lang="en-US" sz="1750" b="0" i="1">
                                            <a:solidFill>
                                              <a:schemeClr val="tx1"/>
                                            </a:solidFill>
                                            <a:latin typeface="Cambria Math" panose="02040503050406030204" pitchFamily="18" charset="0"/>
                                          </a:rPr>
                                          <m:t>𝑡</m:t>
                                        </m:r>
                                      </m:e>
                                      <m:sup>
                                        <m:r>
                                          <a:rPr lang="en-US" sz="1750" b="0" i="1" smtClean="0">
                                            <a:solidFill>
                                              <a:schemeClr val="tx1"/>
                                            </a:solidFill>
                                            <a:latin typeface="Cambria Math" panose="02040503050406030204" pitchFamily="18" charset="0"/>
                                          </a:rPr>
                                          <m:t>2</m:t>
                                        </m:r>
                                      </m:sup>
                                    </m:sSup>
                                  </m:num>
                                  <m:den>
                                    <m:r>
                                      <a:rPr lang="en-US" sz="1750" b="0" i="1" smtClean="0">
                                        <a:solidFill>
                                          <a:schemeClr val="tx1"/>
                                        </a:solidFill>
                                        <a:latin typeface="Cambria Math" panose="02040503050406030204" pitchFamily="18" charset="0"/>
                                      </a:rPr>
                                      <m:t>𝑛</m:t>
                                    </m:r>
                                  </m:den>
                                </m:f>
                              </m:e>
                            </m:d>
                          </m:e>
                        </m:d>
                      </m:e>
                      <m:sup>
                        <m:r>
                          <a:rPr lang="en-US" sz="1750" b="0" i="1" smtClean="0">
                            <a:solidFill>
                              <a:schemeClr val="tx1"/>
                            </a:solidFill>
                            <a:latin typeface="Cambria Math" panose="02040503050406030204" pitchFamily="18" charset="0"/>
                          </a:rPr>
                          <m:t>𝑛</m:t>
                        </m:r>
                      </m:sup>
                    </m:sSup>
                    <m:r>
                      <a:rPr lang="en-US" sz="1750" b="0" i="1" smtClean="0">
                        <a:solidFill>
                          <a:schemeClr val="tx1"/>
                        </a:solidFill>
                        <a:latin typeface="Cambria Math" panose="02040503050406030204" pitchFamily="18" charset="0"/>
                      </a:rPr>
                      <m:t>→</m:t>
                    </m:r>
                    <m:sSup>
                      <m:sSupPr>
                        <m:ctrlPr>
                          <a:rPr lang="en-US" sz="1750" i="1" smtClean="0">
                            <a:solidFill>
                              <a:schemeClr val="tx1"/>
                            </a:solidFill>
                            <a:latin typeface="Cambria Math" panose="02040503050406030204" pitchFamily="18" charset="0"/>
                          </a:rPr>
                        </m:ctrlPr>
                      </m:sSupPr>
                      <m:e>
                        <m:r>
                          <a:rPr lang="en-US" sz="1750" b="0" i="1" smtClean="0">
                            <a:solidFill>
                              <a:schemeClr val="tx1"/>
                            </a:solidFill>
                            <a:latin typeface="Cambria Math" panose="02040503050406030204" pitchFamily="18" charset="0"/>
                          </a:rPr>
                          <m:t>𝑒</m:t>
                        </m:r>
                      </m:e>
                      <m:sup>
                        <m:r>
                          <a:rPr lang="en-US" sz="1750" b="0" i="1" smtClean="0">
                            <a:solidFill>
                              <a:schemeClr val="tx1"/>
                            </a:solidFill>
                            <a:latin typeface="Cambria Math" panose="02040503050406030204" pitchFamily="18" charset="0"/>
                          </a:rPr>
                          <m:t>−</m:t>
                        </m:r>
                        <m:sSup>
                          <m:sSupPr>
                            <m:ctrlPr>
                              <a:rPr lang="en-US" sz="1750" i="1" smtClean="0">
                                <a:solidFill>
                                  <a:schemeClr val="tx1"/>
                                </a:solidFill>
                                <a:latin typeface="Cambria Math" panose="02040503050406030204" pitchFamily="18" charset="0"/>
                              </a:rPr>
                            </m:ctrlPr>
                          </m:sSupPr>
                          <m:e>
                            <m:r>
                              <a:rPr lang="en-US" sz="1750" b="0" i="1" smtClean="0">
                                <a:solidFill>
                                  <a:schemeClr val="tx1"/>
                                </a:solidFill>
                                <a:latin typeface="Cambria Math" panose="02040503050406030204" pitchFamily="18" charset="0"/>
                              </a:rPr>
                              <m:t>𝑡</m:t>
                            </m:r>
                          </m:e>
                          <m:sup>
                            <m:r>
                              <a:rPr lang="en-US" sz="1750" b="0" i="1" smtClean="0">
                                <a:solidFill>
                                  <a:schemeClr val="tx1"/>
                                </a:solidFill>
                                <a:latin typeface="Cambria Math" panose="02040503050406030204" pitchFamily="18" charset="0"/>
                              </a:rPr>
                              <m:t>2</m:t>
                            </m:r>
                          </m:sup>
                        </m:sSup>
                        <m:r>
                          <a:rPr lang="en-US" sz="1750" b="0" i="1" smtClean="0">
                            <a:solidFill>
                              <a:schemeClr val="tx1"/>
                            </a:solidFill>
                            <a:latin typeface="Cambria Math" panose="02040503050406030204" pitchFamily="18" charset="0"/>
                          </a:rPr>
                          <m:t>/2</m:t>
                        </m:r>
                      </m:sup>
                    </m:sSup>
                  </m:oMath>
                </a14:m>
                <a:r>
                  <a:rPr lang="en-US" sz="1750" dirty="0">
                    <a:solidFill>
                      <a:schemeClr val="tx1"/>
                    </a:solidFill>
                  </a:rPr>
                  <a:t> </a:t>
                </a:r>
                <a:r>
                  <a:rPr lang="ru-RU" sz="1750" dirty="0">
                    <a:solidFill>
                      <a:schemeClr val="tx1"/>
                    </a:solidFill>
                  </a:rPr>
                  <a:t>при </a:t>
                </a:r>
                <a14:m>
                  <m:oMath xmlns:m="http://schemas.openxmlformats.org/officeDocument/2006/math">
                    <m:r>
                      <a:rPr lang="en-US" sz="1750" b="0" i="1">
                        <a:solidFill>
                          <a:schemeClr val="tx1"/>
                        </a:solidFill>
                        <a:latin typeface="Cambria Math" panose="02040503050406030204" pitchFamily="18" charset="0"/>
                      </a:rPr>
                      <m:t>𝑛</m:t>
                    </m:r>
                    <m:r>
                      <a:rPr lang="ru-RU" sz="1750" b="0" i="1" smtClean="0">
                        <a:solidFill>
                          <a:schemeClr val="tx1"/>
                        </a:solidFill>
                        <a:latin typeface="Cambria Math" panose="02040503050406030204" pitchFamily="18" charset="0"/>
                      </a:rPr>
                      <m:t>→</m:t>
                    </m:r>
                    <m:r>
                      <a:rPr lang="en-US" sz="1750" b="0" i="1" smtClean="0">
                        <a:solidFill>
                          <a:schemeClr val="tx1"/>
                        </a:solidFill>
                        <a:latin typeface="Cambria Math" panose="02040503050406030204" pitchFamily="18" charset="0"/>
                      </a:rPr>
                      <m:t>∞</m:t>
                    </m:r>
                    <m:r>
                      <a:rPr lang="en-US" sz="1750" b="0" i="0" smtClean="0">
                        <a:solidFill>
                          <a:schemeClr val="tx1"/>
                        </a:solidFill>
                        <a:latin typeface="Cambria Math" panose="02040503050406030204" pitchFamily="18" charset="0"/>
                      </a:rPr>
                      <m:t>.</m:t>
                    </m:r>
                  </m:oMath>
                </a14:m>
                <a:r>
                  <a:rPr lang="ru-RU" sz="1750" dirty="0">
                    <a:solidFill>
                      <a:schemeClr val="tx1"/>
                    </a:solidFill>
                  </a:rPr>
                  <a:t> В пределе получили характеристическую функцию стандартного нормального распределения</a:t>
                </a:r>
                <a:endParaRPr lang="en-US" sz="1750" dirty="0">
                  <a:solidFill>
                    <a:schemeClr val="tx1"/>
                  </a:solidFill>
                </a:endParaRPr>
              </a:p>
            </p:txBody>
          </p:sp>
        </mc:Choice>
        <mc:Fallback xmlns="">
          <p:sp>
            <p:nvSpPr>
              <p:cNvPr id="3" name="TextBox 2">
                <a:extLst>
                  <a:ext uri="{FF2B5EF4-FFF2-40B4-BE49-F238E27FC236}">
                    <a16:creationId xmlns:a16="http://schemas.microsoft.com/office/drawing/2014/main" id="{D40C3FBE-B5EA-EC38-F6C5-B9080D6655CA}"/>
                  </a:ext>
                </a:extLst>
              </p:cNvPr>
              <p:cNvSpPr txBox="1">
                <a:spLocks noRot="1" noChangeAspect="1" noMove="1" noResize="1" noEditPoints="1" noAdjustHandles="1" noChangeArrowheads="1" noChangeShapeType="1" noTextEdit="1"/>
              </p:cNvSpPr>
              <p:nvPr/>
            </p:nvSpPr>
            <p:spPr>
              <a:xfrm>
                <a:off x="0" y="712232"/>
                <a:ext cx="9144000" cy="5868722"/>
              </a:xfrm>
              <a:prstGeom prst="rect">
                <a:avLst/>
              </a:prstGeom>
              <a:blipFill>
                <a:blip r:embed="rId3"/>
                <a:stretch>
                  <a:fillRect l="-467" t="-312" r="-467" b="-519"/>
                </a:stretch>
              </a:blipFill>
            </p:spPr>
            <p:txBody>
              <a:bodyPr/>
              <a:lstStyle/>
              <a:p>
                <a:r>
                  <a:rPr lang="ru-RU">
                    <a:noFill/>
                  </a:rPr>
                  <a:t> </a:t>
                </a:r>
              </a:p>
            </p:txBody>
          </p:sp>
        </mc:Fallback>
      </mc:AlternateContent>
    </p:spTree>
    <p:extLst>
      <p:ext uri="{BB962C8B-B14F-4D97-AF65-F5344CB8AC3E}">
        <p14:creationId xmlns:p14="http://schemas.microsoft.com/office/powerpoint/2010/main" val="1623730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DAAA47D0-83E2-35E0-A8BF-4C1855C1061E}"/>
              </a:ext>
            </a:extLst>
          </p:cNvPr>
          <p:cNvSpPr>
            <a:spLocks noGrp="1"/>
          </p:cNvSpPr>
          <p:nvPr>
            <p:ph type="sldNum" sz="quarter" idx="12"/>
          </p:nvPr>
        </p:nvSpPr>
        <p:spPr/>
        <p:txBody>
          <a:bodyPr/>
          <a:lstStyle/>
          <a:p>
            <a:fld id="{CC173F88-3387-453B-9303-AC0210B95CB8}" type="slidenum">
              <a:rPr lang="ru-RU" smtClean="0"/>
              <a:pPr/>
              <a:t>29</a:t>
            </a:fld>
            <a:endParaRPr lang="ru-RU" dirty="0"/>
          </a:p>
        </p:txBody>
      </p:sp>
      <p:sp>
        <p:nvSpPr>
          <p:cNvPr id="5" name="Прямоугольник 4">
            <a:extLst>
              <a:ext uri="{FF2B5EF4-FFF2-40B4-BE49-F238E27FC236}">
                <a16:creationId xmlns:a16="http://schemas.microsoft.com/office/drawing/2014/main" id="{C0E1619A-0611-4786-256C-0E7223886175}"/>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Предельные теоремы теории вероятностей</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06B3189-C38E-2852-21C4-0931F98EBE2F}"/>
                  </a:ext>
                </a:extLst>
              </p:cNvPr>
              <p:cNvSpPr txBox="1"/>
              <p:nvPr/>
            </p:nvSpPr>
            <p:spPr>
              <a:xfrm>
                <a:off x="0" y="427168"/>
                <a:ext cx="9144000" cy="2700035"/>
              </a:xfrm>
              <a:prstGeom prst="rect">
                <a:avLst/>
              </a:prstGeom>
              <a:noFill/>
            </p:spPr>
            <p:txBody>
              <a:bodyPr wrap="square" rtlCol="0">
                <a:spAutoFit/>
              </a:bodyPr>
              <a:lstStyle/>
              <a:p>
                <a:pPr algn="just"/>
                <a:r>
                  <a:rPr lang="ru-RU" sz="1750" b="1" dirty="0">
                    <a:solidFill>
                      <a:srgbClr val="3333FF"/>
                    </a:solidFill>
                  </a:rPr>
                  <a:t>Следствие ЦПТ: </a:t>
                </a:r>
                <a:r>
                  <a:rPr lang="ru-RU" sz="1750" dirty="0"/>
                  <a:t>Пусть </a:t>
                </a:r>
                <a14:m>
                  <m:oMath xmlns:m="http://schemas.openxmlformats.org/officeDocument/2006/math">
                    <m:sSub>
                      <m:sSubPr>
                        <m:ctrlPr>
                          <a:rPr lang="ru-RU" sz="1750" b="0" i="1" smtClean="0">
                            <a:latin typeface="Cambria Math" panose="02040503050406030204" pitchFamily="18" charset="0"/>
                          </a:rPr>
                        </m:ctrlPr>
                      </m:sSubPr>
                      <m:e>
                        <m:r>
                          <a:rPr lang="ru-RU" sz="1750" b="0" i="1" smtClean="0">
                            <a:latin typeface="Cambria Math" panose="02040503050406030204" pitchFamily="18" charset="0"/>
                          </a:rPr>
                          <m:t>𝜉</m:t>
                        </m:r>
                      </m:e>
                      <m:sub>
                        <m:r>
                          <a:rPr lang="en-US" sz="1750" b="0" i="1" smtClean="0">
                            <a:latin typeface="Cambria Math" panose="02040503050406030204" pitchFamily="18" charset="0"/>
                          </a:rPr>
                          <m:t>1</m:t>
                        </m:r>
                      </m:sub>
                    </m:sSub>
                    <m:r>
                      <a:rPr lang="en-US" sz="1750" b="0" i="1" smtClean="0">
                        <a:latin typeface="Cambria Math" panose="02040503050406030204" pitchFamily="18" charset="0"/>
                      </a:rPr>
                      <m:t>,</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𝜉</m:t>
                        </m:r>
                      </m:e>
                      <m:sub>
                        <m:r>
                          <a:rPr lang="en-US" sz="1750" b="0" i="1" smtClean="0">
                            <a:latin typeface="Cambria Math" panose="02040503050406030204" pitchFamily="18" charset="0"/>
                          </a:rPr>
                          <m:t>2</m:t>
                        </m:r>
                      </m:sub>
                    </m:sSub>
                    <m:r>
                      <a:rPr lang="en-US" sz="1750" b="0" i="1" smtClean="0">
                        <a:latin typeface="Cambria Math" panose="02040503050406030204" pitchFamily="18" charset="0"/>
                      </a:rPr>
                      <m:t>,…,</m:t>
                    </m:r>
                    <m:sSub>
                      <m:sSubPr>
                        <m:ctrlPr>
                          <a:rPr lang="en-US" sz="1750" b="0" i="1" smtClean="0">
                            <a:latin typeface="Cambria Math" panose="02040503050406030204" pitchFamily="18" charset="0"/>
                          </a:rPr>
                        </m:ctrlPr>
                      </m:sSubPr>
                      <m:e>
                        <m:r>
                          <a:rPr lang="en-US" sz="1750" b="0" i="1" smtClean="0">
                            <a:latin typeface="Cambria Math" panose="02040503050406030204" pitchFamily="18" charset="0"/>
                          </a:rPr>
                          <m:t>𝜉</m:t>
                        </m:r>
                      </m:e>
                      <m:sub>
                        <m:r>
                          <a:rPr lang="en-US" sz="1750" b="0" i="1" smtClean="0">
                            <a:latin typeface="Cambria Math" panose="02040503050406030204" pitchFamily="18" charset="0"/>
                          </a:rPr>
                          <m:t>𝑛</m:t>
                        </m:r>
                      </m:sub>
                    </m:sSub>
                  </m:oMath>
                </a14:m>
                <a:r>
                  <a:rPr lang="en-US" sz="1750" b="1" dirty="0"/>
                  <a:t> - </a:t>
                </a:r>
                <a:r>
                  <a:rPr lang="ru-RU" sz="1750" dirty="0"/>
                  <a:t>независимые и одинаково распределенные случайные величины с конечной и ненулевой дисперсией: </a:t>
                </a:r>
                <a14:m>
                  <m:oMath xmlns:m="http://schemas.openxmlformats.org/officeDocument/2006/math">
                    <m:r>
                      <a:rPr lang="en-US" sz="1750" b="0" i="1" smtClean="0">
                        <a:latin typeface="Cambria Math" panose="02040503050406030204" pitchFamily="18" charset="0"/>
                      </a:rPr>
                      <m:t>0&lt;</m:t>
                    </m:r>
                    <m:r>
                      <a:rPr lang="en-US" sz="1750" b="0" i="1" smtClean="0">
                        <a:latin typeface="Cambria Math" panose="02040503050406030204" pitchFamily="18" charset="0"/>
                      </a:rPr>
                      <m:t>𝐷</m:t>
                    </m:r>
                    <m:r>
                      <a:rPr lang="en-US" sz="1750" b="0" i="1" smtClean="0">
                        <a:latin typeface="Cambria Math" panose="02040503050406030204" pitchFamily="18" charset="0"/>
                      </a:rPr>
                      <m:t>𝜉</m:t>
                    </m:r>
                    <m:r>
                      <a:rPr lang="en-US" sz="1750" b="0" i="1" smtClean="0">
                        <a:latin typeface="Cambria Math" panose="02040503050406030204" pitchFamily="18" charset="0"/>
                      </a:rPr>
                      <m:t>&lt;∞.</m:t>
                    </m:r>
                  </m:oMath>
                </a14:m>
                <a:r>
                  <a:rPr lang="en-US" sz="1750" dirty="0"/>
                  <a:t> </a:t>
                </a:r>
                <a:r>
                  <a:rPr lang="ru-RU" sz="1750" dirty="0"/>
                  <a:t>Тогда для любых вещественных </a:t>
                </a:r>
                <a14:m>
                  <m:oMath xmlns:m="http://schemas.openxmlformats.org/officeDocument/2006/math">
                    <m:r>
                      <a:rPr lang="en-US" sz="1750" b="0" i="1" smtClean="0">
                        <a:latin typeface="Cambria Math" panose="02040503050406030204" pitchFamily="18" charset="0"/>
                      </a:rPr>
                      <m:t>𝑥</m:t>
                    </m:r>
                    <m:r>
                      <a:rPr lang="en-US" sz="1750" b="0" i="1" smtClean="0">
                        <a:latin typeface="Cambria Math" panose="02040503050406030204" pitchFamily="18" charset="0"/>
                      </a:rPr>
                      <m:t>&lt;</m:t>
                    </m:r>
                    <m:r>
                      <a:rPr lang="en-US" sz="1750" b="0" i="1" smtClean="0">
                        <a:latin typeface="Cambria Math" panose="02040503050406030204" pitchFamily="18" charset="0"/>
                      </a:rPr>
                      <m:t>𝑦</m:t>
                    </m:r>
                    <m:r>
                      <a:rPr lang="en-US" sz="1750" b="0" i="0" smtClean="0">
                        <a:latin typeface="Cambria Math" panose="02040503050406030204" pitchFamily="18" charset="0"/>
                      </a:rPr>
                      <m:t> </m:t>
                    </m:r>
                  </m:oMath>
                </a14:m>
                <a:r>
                  <a:rPr lang="ru-RU" sz="1750" dirty="0"/>
                  <a:t>при </a:t>
                </a:r>
                <a14:m>
                  <m:oMath xmlns:m="http://schemas.openxmlformats.org/officeDocument/2006/math">
                    <m:r>
                      <a:rPr lang="en-US" sz="1750" b="0" i="1" smtClean="0">
                        <a:latin typeface="Cambria Math" panose="02040503050406030204" pitchFamily="18" charset="0"/>
                      </a:rPr>
                      <m:t>𝑛</m:t>
                    </m:r>
                    <m:r>
                      <a:rPr lang="en-US" sz="1750" b="0" i="1" smtClean="0">
                        <a:latin typeface="Cambria Math" panose="02040503050406030204" pitchFamily="18" charset="0"/>
                      </a:rPr>
                      <m:t>→∞ </m:t>
                    </m:r>
                  </m:oMath>
                </a14:m>
                <a:r>
                  <a:rPr lang="ru-RU" sz="1750" dirty="0"/>
                  <a:t>имеет место сходимость  </a:t>
                </a:r>
              </a:p>
              <a:p>
                <a:pPr algn="ctr"/>
                <a14:m>
                  <m:oMathPara xmlns:m="http://schemas.openxmlformats.org/officeDocument/2006/math">
                    <m:oMathParaPr>
                      <m:jc m:val="centerGroup"/>
                    </m:oMathParaPr>
                    <m:oMath xmlns:m="http://schemas.openxmlformats.org/officeDocument/2006/math">
                      <m:r>
                        <a:rPr lang="en-US" sz="1750" b="0" i="1" smtClean="0">
                          <a:solidFill>
                            <a:schemeClr val="tx1"/>
                          </a:solidFill>
                          <a:latin typeface="Cambria Math" panose="02040503050406030204" pitchFamily="18" charset="0"/>
                        </a:rPr>
                        <m:t>𝑃</m:t>
                      </m:r>
                      <m:d>
                        <m:dPr>
                          <m:begChr m:val="{"/>
                          <m:endChr m:val="}"/>
                          <m:ctrlPr>
                            <a:rPr lang="en-US" sz="1750" b="0" i="1" smtClean="0">
                              <a:solidFill>
                                <a:schemeClr val="tx1"/>
                              </a:solidFill>
                              <a:latin typeface="Cambria Math" panose="02040503050406030204" pitchFamily="18" charset="0"/>
                            </a:rPr>
                          </m:ctrlPr>
                        </m:dPr>
                        <m:e>
                          <m:r>
                            <a:rPr lang="en-US" sz="1750" b="0" i="1" smtClean="0">
                              <a:solidFill>
                                <a:schemeClr val="tx1"/>
                              </a:solidFill>
                              <a:latin typeface="Cambria Math" panose="02040503050406030204" pitchFamily="18" charset="0"/>
                            </a:rPr>
                            <m:t>𝑥</m:t>
                          </m:r>
                          <m:r>
                            <a:rPr lang="en-US" sz="1750" b="0" i="1" smtClean="0">
                              <a:solidFill>
                                <a:schemeClr val="tx1"/>
                              </a:solidFill>
                              <a:latin typeface="Cambria Math" panose="02040503050406030204" pitchFamily="18" charset="0"/>
                            </a:rPr>
                            <m:t>≤</m:t>
                          </m:r>
                          <m:f>
                            <m:fPr>
                              <m:ctrlPr>
                                <a:rPr lang="en-US" sz="1750" b="0" i="1" smtClean="0">
                                  <a:solidFill>
                                    <a:schemeClr val="tx1"/>
                                  </a:solidFill>
                                  <a:latin typeface="Cambria Math" panose="02040503050406030204" pitchFamily="18" charset="0"/>
                                </a:rPr>
                              </m:ctrlPr>
                            </m:fPr>
                            <m:num>
                              <m:sSub>
                                <m:sSubPr>
                                  <m:ctrlPr>
                                    <a:rPr lang="en-US" sz="1750" b="0" i="1" smtClean="0">
                                      <a:solidFill>
                                        <a:schemeClr val="tx1"/>
                                      </a:solidFill>
                                      <a:latin typeface="Cambria Math" panose="02040503050406030204" pitchFamily="18" charset="0"/>
                                    </a:rPr>
                                  </m:ctrlPr>
                                </m:sSubPr>
                                <m:e>
                                  <m:r>
                                    <a:rPr lang="en-US" sz="1750" b="0" i="1" smtClean="0">
                                      <a:solidFill>
                                        <a:schemeClr val="tx1"/>
                                      </a:solidFill>
                                      <a:latin typeface="Cambria Math" panose="02040503050406030204" pitchFamily="18" charset="0"/>
                                    </a:rPr>
                                    <m:t>𝑆</m:t>
                                  </m:r>
                                </m:e>
                                <m:sub>
                                  <m:r>
                                    <a:rPr lang="en-US" sz="1750" b="0" i="1" smtClean="0">
                                      <a:solidFill>
                                        <a:schemeClr val="tx1"/>
                                      </a:solidFill>
                                      <a:latin typeface="Cambria Math" panose="02040503050406030204" pitchFamily="18" charset="0"/>
                                    </a:rPr>
                                    <m:t>𝑛</m:t>
                                  </m:r>
                                </m:sub>
                              </m:sSub>
                              <m:r>
                                <a:rPr lang="en-US" sz="1750" b="0" i="1" smtClean="0">
                                  <a:solidFill>
                                    <a:schemeClr val="tx1"/>
                                  </a:solidFill>
                                  <a:latin typeface="Cambria Math" panose="02040503050406030204" pitchFamily="18" charset="0"/>
                                </a:rPr>
                                <m:t>−</m:t>
                              </m:r>
                              <m:r>
                                <a:rPr lang="en-US" sz="1750" b="0" i="1" smtClean="0">
                                  <a:solidFill>
                                    <a:schemeClr val="tx1"/>
                                  </a:solidFill>
                                  <a:latin typeface="Cambria Math" panose="02040503050406030204" pitchFamily="18" charset="0"/>
                                </a:rPr>
                                <m:t>𝑛𝑀</m:t>
                              </m:r>
                              <m:r>
                                <a:rPr lang="en-US" sz="1750" b="0" i="1" smtClean="0">
                                  <a:solidFill>
                                    <a:schemeClr val="tx1"/>
                                  </a:solidFill>
                                  <a:latin typeface="Cambria Math" panose="02040503050406030204" pitchFamily="18" charset="0"/>
                                </a:rPr>
                                <m:t>𝜉</m:t>
                              </m:r>
                            </m:num>
                            <m:den>
                              <m:rad>
                                <m:radPr>
                                  <m:degHide m:val="on"/>
                                  <m:ctrlPr>
                                    <a:rPr lang="en-US" sz="1750" b="0" i="1" smtClean="0">
                                      <a:solidFill>
                                        <a:schemeClr val="tx1"/>
                                      </a:solidFill>
                                      <a:latin typeface="Cambria Math" panose="02040503050406030204" pitchFamily="18" charset="0"/>
                                    </a:rPr>
                                  </m:ctrlPr>
                                </m:radPr>
                                <m:deg/>
                                <m:e>
                                  <m:r>
                                    <a:rPr lang="en-US" sz="1750" b="0" i="1" smtClean="0">
                                      <a:solidFill>
                                        <a:schemeClr val="tx1"/>
                                      </a:solidFill>
                                      <a:latin typeface="Cambria Math" panose="02040503050406030204" pitchFamily="18" charset="0"/>
                                    </a:rPr>
                                    <m:t>𝑛𝐷</m:t>
                                  </m:r>
                                  <m:r>
                                    <a:rPr lang="en-US" sz="1750" b="0" i="1" smtClean="0">
                                      <a:solidFill>
                                        <a:schemeClr val="tx1"/>
                                      </a:solidFill>
                                      <a:latin typeface="Cambria Math" panose="02040503050406030204" pitchFamily="18" charset="0"/>
                                    </a:rPr>
                                    <m:t>𝜉</m:t>
                                  </m:r>
                                </m:e>
                              </m:rad>
                            </m:den>
                          </m:f>
                          <m:r>
                            <a:rPr lang="en-US" sz="1750" b="0" i="1" smtClean="0">
                              <a:solidFill>
                                <a:schemeClr val="tx1"/>
                              </a:solidFill>
                              <a:latin typeface="Cambria Math" panose="02040503050406030204" pitchFamily="18" charset="0"/>
                            </a:rPr>
                            <m:t>≤</m:t>
                          </m:r>
                          <m:r>
                            <a:rPr lang="en-US" sz="1750" b="0" i="1" smtClean="0">
                              <a:solidFill>
                                <a:schemeClr val="tx1"/>
                              </a:solidFill>
                              <a:latin typeface="Cambria Math" panose="02040503050406030204" pitchFamily="18" charset="0"/>
                            </a:rPr>
                            <m:t>𝑦</m:t>
                          </m:r>
                        </m:e>
                      </m:d>
                      <m:r>
                        <a:rPr lang="en-US" sz="1750" b="0" i="1" smtClean="0">
                          <a:solidFill>
                            <a:schemeClr val="tx1"/>
                          </a:solidFill>
                          <a:latin typeface="Cambria Math" panose="02040503050406030204" pitchFamily="18" charset="0"/>
                        </a:rPr>
                        <m:t>→</m:t>
                      </m:r>
                      <m:nary>
                        <m:naryPr>
                          <m:ctrlPr>
                            <a:rPr lang="en-US" sz="1750" i="1">
                              <a:latin typeface="Cambria Math" panose="02040503050406030204" pitchFamily="18" charset="0"/>
                            </a:rPr>
                          </m:ctrlPr>
                        </m:naryPr>
                        <m:sub>
                          <m:r>
                            <m:rPr>
                              <m:brk m:alnAt="23"/>
                            </m:rPr>
                            <a:rPr lang="en-US" sz="1750" i="1">
                              <a:latin typeface="Cambria Math" panose="02040503050406030204" pitchFamily="18" charset="0"/>
                            </a:rPr>
                            <m:t>𝑥</m:t>
                          </m:r>
                        </m:sub>
                        <m:sup>
                          <m:r>
                            <a:rPr lang="en-US" sz="1750" i="1">
                              <a:latin typeface="Cambria Math" panose="02040503050406030204" pitchFamily="18" charset="0"/>
                            </a:rPr>
                            <m:t>𝑦</m:t>
                          </m:r>
                        </m:sup>
                        <m:e>
                          <m:f>
                            <m:fPr>
                              <m:ctrlPr>
                                <a:rPr lang="en-US" sz="1750" i="1">
                                  <a:latin typeface="Cambria Math" panose="02040503050406030204" pitchFamily="18" charset="0"/>
                                </a:rPr>
                              </m:ctrlPr>
                            </m:fPr>
                            <m:num>
                              <m:r>
                                <a:rPr lang="en-US" sz="1750" i="1">
                                  <a:latin typeface="Cambria Math" panose="02040503050406030204" pitchFamily="18" charset="0"/>
                                </a:rPr>
                                <m:t>1</m:t>
                              </m:r>
                            </m:num>
                            <m:den>
                              <m:rad>
                                <m:radPr>
                                  <m:degHide m:val="on"/>
                                  <m:ctrlPr>
                                    <a:rPr lang="en-US" sz="1750" i="1">
                                      <a:latin typeface="Cambria Math" panose="02040503050406030204" pitchFamily="18" charset="0"/>
                                    </a:rPr>
                                  </m:ctrlPr>
                                </m:radPr>
                                <m:deg/>
                                <m:e>
                                  <m:r>
                                    <a:rPr lang="en-US" sz="1750" i="1">
                                      <a:latin typeface="Cambria Math" panose="02040503050406030204" pitchFamily="18" charset="0"/>
                                    </a:rPr>
                                    <m:t>2</m:t>
                                  </m:r>
                                  <m:r>
                                    <a:rPr lang="en-US" sz="1750" i="1">
                                      <a:latin typeface="Cambria Math" panose="02040503050406030204" pitchFamily="18" charset="0"/>
                                    </a:rPr>
                                    <m:t>𝜋</m:t>
                                  </m:r>
                                </m:e>
                              </m:rad>
                            </m:den>
                          </m:f>
                          <m:sSup>
                            <m:sSupPr>
                              <m:ctrlPr>
                                <a:rPr lang="en-US" sz="1750" i="1">
                                  <a:latin typeface="Cambria Math" panose="02040503050406030204" pitchFamily="18" charset="0"/>
                                </a:rPr>
                              </m:ctrlPr>
                            </m:sSupPr>
                            <m:e>
                              <m:r>
                                <a:rPr lang="en-US" sz="1750" i="1">
                                  <a:latin typeface="Cambria Math" panose="02040503050406030204" pitchFamily="18" charset="0"/>
                                </a:rPr>
                                <m:t>𝑒</m:t>
                              </m:r>
                            </m:e>
                            <m:sup>
                              <m:r>
                                <a:rPr lang="en-US" sz="1750" i="1">
                                  <a:latin typeface="Cambria Math" panose="02040503050406030204" pitchFamily="18" charset="0"/>
                                </a:rPr>
                                <m:t>−</m:t>
                              </m:r>
                              <m:f>
                                <m:fPr>
                                  <m:ctrlPr>
                                    <a:rPr lang="en-US" sz="1750" i="1">
                                      <a:latin typeface="Cambria Math" panose="02040503050406030204" pitchFamily="18" charset="0"/>
                                    </a:rPr>
                                  </m:ctrlPr>
                                </m:fPr>
                                <m:num>
                                  <m:sSup>
                                    <m:sSupPr>
                                      <m:ctrlPr>
                                        <a:rPr lang="en-US" sz="1750" i="1">
                                          <a:latin typeface="Cambria Math" panose="02040503050406030204" pitchFamily="18" charset="0"/>
                                        </a:rPr>
                                      </m:ctrlPr>
                                    </m:sSupPr>
                                    <m:e>
                                      <m:r>
                                        <a:rPr lang="en-US" sz="1750" i="1">
                                          <a:latin typeface="Cambria Math" panose="02040503050406030204" pitchFamily="18" charset="0"/>
                                        </a:rPr>
                                        <m:t>𝑡</m:t>
                                      </m:r>
                                    </m:e>
                                    <m:sup>
                                      <m:r>
                                        <a:rPr lang="en-US" sz="1750" i="1">
                                          <a:latin typeface="Cambria Math" panose="02040503050406030204" pitchFamily="18" charset="0"/>
                                        </a:rPr>
                                        <m:t>2</m:t>
                                      </m:r>
                                    </m:sup>
                                  </m:sSup>
                                </m:num>
                                <m:den>
                                  <m:r>
                                    <a:rPr lang="en-US" sz="1750" i="1">
                                      <a:latin typeface="Cambria Math" panose="02040503050406030204" pitchFamily="18" charset="0"/>
                                    </a:rPr>
                                    <m:t>2</m:t>
                                  </m:r>
                                </m:den>
                              </m:f>
                            </m:sup>
                          </m:sSup>
                        </m:e>
                      </m:nary>
                      <m:r>
                        <a:rPr lang="en-US" sz="1750" i="1">
                          <a:latin typeface="Cambria Math" panose="02040503050406030204" pitchFamily="18" charset="0"/>
                        </a:rPr>
                        <m:t>𝑑𝑡</m:t>
                      </m:r>
                      <m:r>
                        <a:rPr lang="en-US" sz="1750" b="0" i="1" smtClean="0">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𝐹</m:t>
                          </m:r>
                        </m:e>
                        <m:sub>
                          <m:r>
                            <a:rPr lang="ru-RU" i="1">
                              <a:latin typeface="Cambria Math" panose="02040503050406030204" pitchFamily="18" charset="0"/>
                            </a:rPr>
                            <m:t>𝑁</m:t>
                          </m:r>
                          <m:d>
                            <m:dPr>
                              <m:ctrlPr>
                                <a:rPr lang="ru-RU" i="1">
                                  <a:latin typeface="Cambria Math" panose="02040503050406030204" pitchFamily="18" charset="0"/>
                                </a:rPr>
                              </m:ctrlPr>
                            </m:dPr>
                            <m:e>
                              <m:r>
                                <a:rPr lang="ru-RU" i="1">
                                  <a:latin typeface="Cambria Math" panose="02040503050406030204" pitchFamily="18" charset="0"/>
                                </a:rPr>
                                <m:t>0,1</m:t>
                              </m:r>
                            </m:e>
                          </m:d>
                        </m:sub>
                      </m:sSub>
                      <m:d>
                        <m:dPr>
                          <m:ctrlPr>
                            <a:rPr lang="ru-RU" i="1">
                              <a:latin typeface="Cambria Math" panose="02040503050406030204" pitchFamily="18" charset="0"/>
                            </a:rPr>
                          </m:ctrlPr>
                        </m:dPr>
                        <m:e>
                          <m:r>
                            <a:rPr lang="ru-RU" i="1">
                              <a:latin typeface="Cambria Math" panose="02040503050406030204" pitchFamily="18" charset="0"/>
                            </a:rPr>
                            <m:t>𝑦</m:t>
                          </m:r>
                        </m:e>
                      </m:d>
                      <m:r>
                        <a:rPr lang="ru-RU" i="1">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𝐹</m:t>
                          </m:r>
                        </m:e>
                        <m:sub>
                          <m:r>
                            <a:rPr lang="ru-RU" i="1" smtClean="0">
                              <a:latin typeface="Cambria Math" panose="02040503050406030204" pitchFamily="18" charset="0"/>
                            </a:rPr>
                            <m:t>𝑁</m:t>
                          </m:r>
                          <m:d>
                            <m:dPr>
                              <m:ctrlPr>
                                <a:rPr lang="ru-RU" i="1" smtClean="0">
                                  <a:latin typeface="Cambria Math" panose="02040503050406030204" pitchFamily="18" charset="0"/>
                                </a:rPr>
                              </m:ctrlPr>
                            </m:dPr>
                            <m:e>
                              <m:r>
                                <a:rPr lang="ru-RU" i="1">
                                  <a:latin typeface="Cambria Math" panose="02040503050406030204" pitchFamily="18" charset="0"/>
                                </a:rPr>
                                <m:t>0,1</m:t>
                              </m:r>
                            </m:e>
                          </m:d>
                        </m:sub>
                      </m:sSub>
                      <m:d>
                        <m:dPr>
                          <m:ctrlPr>
                            <a:rPr lang="ru-RU" i="1">
                              <a:latin typeface="Cambria Math" panose="02040503050406030204" pitchFamily="18" charset="0"/>
                            </a:rPr>
                          </m:ctrlPr>
                        </m:dPr>
                        <m:e>
                          <m:r>
                            <a:rPr lang="ru-RU" i="1">
                              <a:latin typeface="Cambria Math" panose="02040503050406030204" pitchFamily="18" charset="0"/>
                            </a:rPr>
                            <m:t>𝑥</m:t>
                          </m:r>
                        </m:e>
                      </m:d>
                      <m:r>
                        <a:rPr lang="en-US" b="0" i="1" smtClean="0">
                          <a:latin typeface="Cambria Math" panose="02040503050406030204" pitchFamily="18" charset="0"/>
                        </a:rPr>
                        <m:t>=</m:t>
                      </m:r>
                      <m:r>
                        <m:rPr>
                          <m:sty m:val="p"/>
                        </m:rPr>
                        <a:rPr lang="en-US" sz="1750" b="0" i="0" smtClean="0">
                          <a:solidFill>
                            <a:schemeClr val="tx1"/>
                          </a:solidFill>
                          <a:latin typeface="Cambria Math" panose="02040503050406030204" pitchFamily="18" charset="0"/>
                        </a:rPr>
                        <m:t>Φ</m:t>
                      </m:r>
                      <m:d>
                        <m:dPr>
                          <m:ctrlPr>
                            <a:rPr lang="en-US" sz="1750" b="0" i="1" smtClean="0">
                              <a:solidFill>
                                <a:schemeClr val="tx1"/>
                              </a:solidFill>
                              <a:latin typeface="Cambria Math" panose="02040503050406030204" pitchFamily="18" charset="0"/>
                            </a:rPr>
                          </m:ctrlPr>
                        </m:dPr>
                        <m:e>
                          <m:r>
                            <a:rPr lang="en-US" sz="1750" b="0" i="1" smtClean="0">
                              <a:solidFill>
                                <a:schemeClr val="tx1"/>
                              </a:solidFill>
                              <a:latin typeface="Cambria Math" panose="02040503050406030204" pitchFamily="18" charset="0"/>
                            </a:rPr>
                            <m:t>𝑦</m:t>
                          </m:r>
                        </m:e>
                      </m:d>
                      <m:r>
                        <a:rPr lang="en-US" sz="1750" b="0" i="1" smtClean="0">
                          <a:solidFill>
                            <a:schemeClr val="tx1"/>
                          </a:solidFill>
                          <a:latin typeface="Cambria Math" panose="02040503050406030204" pitchFamily="18" charset="0"/>
                        </a:rPr>
                        <m:t>−</m:t>
                      </m:r>
                      <m:r>
                        <m:rPr>
                          <m:sty m:val="p"/>
                        </m:rPr>
                        <a:rPr lang="en-US" sz="1750" b="0" i="0" smtClean="0">
                          <a:solidFill>
                            <a:schemeClr val="tx1"/>
                          </a:solidFill>
                          <a:latin typeface="Cambria Math" panose="02040503050406030204" pitchFamily="18" charset="0"/>
                        </a:rPr>
                        <m:t>Φ</m:t>
                      </m:r>
                      <m:d>
                        <m:dPr>
                          <m:ctrlPr>
                            <a:rPr lang="en-US" sz="1750" b="0" i="1" smtClean="0">
                              <a:solidFill>
                                <a:schemeClr val="tx1"/>
                              </a:solidFill>
                              <a:latin typeface="Cambria Math" panose="02040503050406030204" pitchFamily="18" charset="0"/>
                            </a:rPr>
                          </m:ctrlPr>
                        </m:dPr>
                        <m:e>
                          <m:r>
                            <a:rPr lang="en-US" sz="1750" b="0" i="1" smtClean="0">
                              <a:solidFill>
                                <a:schemeClr val="tx1"/>
                              </a:solidFill>
                              <a:latin typeface="Cambria Math" panose="02040503050406030204" pitchFamily="18" charset="0"/>
                            </a:rPr>
                            <m:t>𝑥</m:t>
                          </m:r>
                        </m:e>
                      </m:d>
                    </m:oMath>
                  </m:oMathPara>
                </a14:m>
                <a:endParaRPr lang="en-US" sz="1750" dirty="0">
                  <a:solidFill>
                    <a:schemeClr val="tx1"/>
                  </a:solidFill>
                </a:endParaRPr>
              </a:p>
              <a:p>
                <a:pPr algn="ctr"/>
                <a:endParaRPr lang="en-US" sz="1750" dirty="0"/>
              </a:p>
              <a:p>
                <a:pPr algn="just"/>
                <a:r>
                  <a:rPr lang="ru-RU" dirty="0"/>
                  <a:t>Это следствие говорит</a:t>
                </a:r>
                <a:r>
                  <a:rPr lang="en-US" dirty="0"/>
                  <a:t> </a:t>
                </a:r>
                <a:r>
                  <a:rPr lang="ru-RU" dirty="0"/>
                  <a:t>о том, что при больших </a:t>
                </a:r>
                <a14:m>
                  <m:oMath xmlns:m="http://schemas.openxmlformats.org/officeDocument/2006/math">
                    <m:r>
                      <a:rPr lang="ru-RU" i="1" dirty="0" smtClean="0">
                        <a:latin typeface="Cambria Math" panose="02040503050406030204" pitchFamily="18" charset="0"/>
                      </a:rPr>
                      <m:t>𝑛</m:t>
                    </m:r>
                  </m:oMath>
                </a14:m>
                <a:r>
                  <a:rPr lang="ru-RU" dirty="0"/>
                  <a:t>, вероятность того, что нормированная сумма</a:t>
                </a:r>
                <a14:m>
                  <m:oMath xmlns:m="http://schemas.openxmlformats.org/officeDocument/2006/math">
                    <m:r>
                      <a:rPr lang="ru-RU" i="1" dirty="0" smtClean="0">
                        <a:latin typeface="Cambria Math" panose="02040503050406030204" pitchFamily="18" charset="0"/>
                      </a:rPr>
                      <m:t> </m:t>
                    </m:r>
                    <m:sSub>
                      <m:sSubPr>
                        <m:ctrlPr>
                          <a:rPr lang="ru-RU" b="0" i="1" dirty="0" smtClean="0">
                            <a:latin typeface="Cambria Math" panose="02040503050406030204" pitchFamily="18" charset="0"/>
                          </a:rPr>
                        </m:ctrlPr>
                      </m:sSubPr>
                      <m:e>
                        <m:r>
                          <a:rPr lang="ru-RU" i="1" dirty="0" err="1">
                            <a:latin typeface="Cambria Math" panose="02040503050406030204" pitchFamily="18" charset="0"/>
                          </a:rPr>
                          <m:t>𝑆</m:t>
                        </m:r>
                      </m:e>
                      <m:sub>
                        <m:r>
                          <a:rPr lang="ru-RU" i="1" dirty="0" err="1">
                            <a:latin typeface="Cambria Math" panose="02040503050406030204" pitchFamily="18" charset="0"/>
                          </a:rPr>
                          <m:t>𝑛</m:t>
                        </m:r>
                      </m:sub>
                    </m:sSub>
                    <m:r>
                      <a:rPr lang="ru-RU" i="1" dirty="0">
                        <a:latin typeface="Cambria Math" panose="02040503050406030204" pitchFamily="18" charset="0"/>
                      </a:rPr>
                      <m:t>​ </m:t>
                    </m:r>
                  </m:oMath>
                </a14:m>
                <a:r>
                  <a:rPr lang="ru-RU" dirty="0"/>
                  <a:t>лежит в интервале </a:t>
                </a:r>
                <a14:m>
                  <m:oMath xmlns:m="http://schemas.openxmlformats.org/officeDocument/2006/math">
                    <m:r>
                      <a:rPr lang="ru-RU" i="1" dirty="0" smtClean="0">
                        <a:latin typeface="Cambria Math" panose="02040503050406030204" pitchFamily="18" charset="0"/>
                      </a:rPr>
                      <m:t>[</m:t>
                    </m:r>
                    <m:r>
                      <a:rPr lang="ru-RU" i="1" dirty="0" err="1">
                        <a:latin typeface="Cambria Math" panose="02040503050406030204" pitchFamily="18" charset="0"/>
                      </a:rPr>
                      <m:t>𝑥</m:t>
                    </m:r>
                    <m:r>
                      <a:rPr lang="ru-RU" i="1" dirty="0" err="1">
                        <a:latin typeface="Cambria Math" panose="02040503050406030204" pitchFamily="18" charset="0"/>
                      </a:rPr>
                      <m:t>,</m:t>
                    </m:r>
                    <m:r>
                      <a:rPr lang="ru-RU" i="1" dirty="0" err="1">
                        <a:latin typeface="Cambria Math" panose="02040503050406030204" pitchFamily="18" charset="0"/>
                      </a:rPr>
                      <m:t>𝑦</m:t>
                    </m:r>
                    <m:r>
                      <a:rPr lang="ru-RU" i="1" dirty="0">
                        <a:latin typeface="Cambria Math" panose="02040503050406030204" pitchFamily="18" charset="0"/>
                      </a:rPr>
                      <m:t>]</m:t>
                    </m:r>
                  </m:oMath>
                </a14:m>
                <a:r>
                  <a:rPr lang="ru-RU" dirty="0"/>
                  <a:t>, становится близкой к вероятности того, что стандартная нормальная случайная величина лежит в том же интервале.</a:t>
                </a:r>
                <a:endParaRPr lang="en-US" sz="1750" dirty="0">
                  <a:solidFill>
                    <a:schemeClr val="tx1"/>
                  </a:solidFill>
                </a:endParaRPr>
              </a:p>
            </p:txBody>
          </p:sp>
        </mc:Choice>
        <mc:Fallback xmlns="">
          <p:sp>
            <p:nvSpPr>
              <p:cNvPr id="6" name="TextBox 5">
                <a:extLst>
                  <a:ext uri="{FF2B5EF4-FFF2-40B4-BE49-F238E27FC236}">
                    <a16:creationId xmlns:a16="http://schemas.microsoft.com/office/drawing/2014/main" id="{806B3189-C38E-2852-21C4-0931F98EBE2F}"/>
                  </a:ext>
                </a:extLst>
              </p:cNvPr>
              <p:cNvSpPr txBox="1">
                <a:spLocks noRot="1" noChangeAspect="1" noMove="1" noResize="1" noEditPoints="1" noAdjustHandles="1" noChangeArrowheads="1" noChangeShapeType="1" noTextEdit="1"/>
              </p:cNvSpPr>
              <p:nvPr/>
            </p:nvSpPr>
            <p:spPr>
              <a:xfrm>
                <a:off x="0" y="427168"/>
                <a:ext cx="9144000" cy="2700035"/>
              </a:xfrm>
              <a:prstGeom prst="rect">
                <a:avLst/>
              </a:prstGeom>
              <a:blipFill>
                <a:blip r:embed="rId2"/>
                <a:stretch>
                  <a:fillRect l="-533" t="-677" r="-533" b="-2709"/>
                </a:stretch>
              </a:blipFill>
            </p:spPr>
            <p:txBody>
              <a:bodyPr/>
              <a:lstStyle/>
              <a:p>
                <a:r>
                  <a:rPr lang="ru-RU">
                    <a:noFill/>
                  </a:rPr>
                  <a:t> </a:t>
                </a:r>
              </a:p>
            </p:txBody>
          </p:sp>
        </mc:Fallback>
      </mc:AlternateContent>
      <p:pic>
        <p:nvPicPr>
          <p:cNvPr id="8" name="Рисунок 7">
            <a:extLst>
              <a:ext uri="{FF2B5EF4-FFF2-40B4-BE49-F238E27FC236}">
                <a16:creationId xmlns:a16="http://schemas.microsoft.com/office/drawing/2014/main" id="{0EFB1334-E7F5-3807-A079-DA8AAF9D8FD5}"/>
              </a:ext>
            </a:extLst>
          </p:cNvPr>
          <p:cNvPicPr>
            <a:picLocks noChangeAspect="1"/>
          </p:cNvPicPr>
          <p:nvPr/>
        </p:nvPicPr>
        <p:blipFill>
          <a:blip r:embed="rId3"/>
          <a:stretch>
            <a:fillRect/>
          </a:stretch>
        </p:blipFill>
        <p:spPr>
          <a:xfrm>
            <a:off x="1153885" y="3120453"/>
            <a:ext cx="6836229" cy="3712146"/>
          </a:xfrm>
          <a:prstGeom prst="rect">
            <a:avLst/>
          </a:prstGeom>
        </p:spPr>
      </p:pic>
    </p:spTree>
    <p:extLst>
      <p:ext uri="{BB962C8B-B14F-4D97-AF65-F5344CB8AC3E}">
        <p14:creationId xmlns:p14="http://schemas.microsoft.com/office/powerpoint/2010/main" val="1669360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49A94-8917-0E60-4F88-523F78E849BD}"/>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A438011A-72D9-2779-BD1C-7D68B223A656}"/>
              </a:ext>
            </a:extLst>
          </p:cNvPr>
          <p:cNvSpPr>
            <a:spLocks noGrp="1"/>
          </p:cNvSpPr>
          <p:nvPr>
            <p:ph type="sldNum" sz="quarter" idx="12"/>
          </p:nvPr>
        </p:nvSpPr>
        <p:spPr/>
        <p:txBody>
          <a:bodyPr/>
          <a:lstStyle/>
          <a:p>
            <a:fld id="{CC173F88-3387-453B-9303-AC0210B95CB8}" type="slidenum">
              <a:rPr lang="ru-RU" smtClean="0"/>
              <a:pPr/>
              <a:t>30</a:t>
            </a:fld>
            <a:endParaRPr lang="ru-RU" dirty="0"/>
          </a:p>
        </p:txBody>
      </p:sp>
      <p:sp>
        <p:nvSpPr>
          <p:cNvPr id="5" name="Прямоугольник 4">
            <a:extLst>
              <a:ext uri="{FF2B5EF4-FFF2-40B4-BE49-F238E27FC236}">
                <a16:creationId xmlns:a16="http://schemas.microsoft.com/office/drawing/2014/main" id="{CCD22D4B-4141-38B5-F972-D011858296F0}"/>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Предельные теоремы теории вероятностей</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FC8E4CB-E8BC-E9B4-32D9-55B6F5C23C65}"/>
                  </a:ext>
                </a:extLst>
              </p:cNvPr>
              <p:cNvSpPr txBox="1"/>
              <p:nvPr/>
            </p:nvSpPr>
            <p:spPr>
              <a:xfrm>
                <a:off x="0" y="419100"/>
                <a:ext cx="9144000" cy="6513771"/>
              </a:xfrm>
              <a:prstGeom prst="rect">
                <a:avLst/>
              </a:prstGeom>
              <a:noFill/>
            </p:spPr>
            <p:txBody>
              <a:bodyPr wrap="square" rtlCol="0">
                <a:spAutoFit/>
              </a:bodyPr>
              <a:lstStyle/>
              <a:p>
                <a:pPr algn="ctr"/>
                <a:r>
                  <a:rPr lang="ru-RU" b="1" dirty="0">
                    <a:solidFill>
                      <a:srgbClr val="006400"/>
                    </a:solidFill>
                  </a:rPr>
                  <a:t>Предельная теорема Муавра-Лапласа</a:t>
                </a:r>
              </a:p>
              <a:p>
                <a:pPr algn="ctr"/>
                <a:endParaRPr lang="ru-RU" b="1" dirty="0">
                  <a:solidFill>
                    <a:srgbClr val="006400"/>
                  </a:solidFill>
                </a:endParaRPr>
              </a:p>
              <a:p>
                <a:pPr algn="just">
                  <a:spcAft>
                    <a:spcPts val="600"/>
                  </a:spcAft>
                </a:pPr>
                <a:r>
                  <a:rPr lang="ru-RU" dirty="0"/>
                  <a:t>Теперь получим в качестве следствия из ЦПТ предельную теорему Муавра-Лапласа. Подобно ЗБЧ Бернулли, это утверждение годится только для схемы Бернулли. </a:t>
                </a:r>
              </a:p>
              <a:p>
                <a:pPr algn="just"/>
                <a:r>
                  <a:rPr lang="ru-RU" b="1" dirty="0">
                    <a:solidFill>
                      <a:srgbClr val="3333FF"/>
                    </a:solidFill>
                  </a:rPr>
                  <a:t>Теорема: </a:t>
                </a:r>
                <a:r>
                  <a:rPr lang="ru-RU" dirty="0"/>
                  <a:t>Пусть событие </a:t>
                </a:r>
                <a14:m>
                  <m:oMath xmlns:m="http://schemas.openxmlformats.org/officeDocument/2006/math">
                    <m:r>
                      <a:rPr lang="en-US" i="1" dirty="0" smtClean="0">
                        <a:latin typeface="Cambria Math" panose="02040503050406030204" pitchFamily="18" charset="0"/>
                      </a:rPr>
                      <m:t>𝐴</m:t>
                    </m:r>
                  </m:oMath>
                </a14:m>
                <a:r>
                  <a:rPr lang="en-US" dirty="0"/>
                  <a:t> </a:t>
                </a:r>
                <a:r>
                  <a:rPr lang="ru-RU" dirty="0"/>
                  <a:t>может произойти в любом из </a:t>
                </a:r>
                <a14:m>
                  <m:oMath xmlns:m="http://schemas.openxmlformats.org/officeDocument/2006/math">
                    <m:r>
                      <a:rPr lang="en-US" i="1" dirty="0" smtClean="0">
                        <a:latin typeface="Cambria Math" panose="02040503050406030204" pitchFamily="18" charset="0"/>
                      </a:rPr>
                      <m:t>𝑛</m:t>
                    </m:r>
                  </m:oMath>
                </a14:m>
                <a:r>
                  <a:rPr lang="en-US" dirty="0"/>
                  <a:t> </a:t>
                </a:r>
                <a:r>
                  <a:rPr lang="ru-RU" dirty="0"/>
                  <a:t>независимых испытаний с одной и той же вероятностью </a:t>
                </a:r>
                <a14:m>
                  <m:oMath xmlns:m="http://schemas.openxmlformats.org/officeDocument/2006/math">
                    <m:r>
                      <a:rPr lang="en-US" i="1" dirty="0" smtClean="0">
                        <a:latin typeface="Cambria Math" panose="02040503050406030204" pitchFamily="18" charset="0"/>
                      </a:rPr>
                      <m:t>𝑝</m:t>
                    </m:r>
                  </m:oMath>
                </a14:m>
                <a:r>
                  <a:rPr lang="en-US" dirty="0"/>
                  <a:t> </a:t>
                </a:r>
                <a:r>
                  <a:rPr lang="ru-RU" dirty="0"/>
                  <a:t>и пусть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𝜈</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oMath>
                </a14:m>
                <a:r>
                  <a:rPr lang="ru-RU" b="1" dirty="0"/>
                  <a:t> </a:t>
                </a:r>
                <a:r>
                  <a:rPr lang="ru-RU" dirty="0"/>
                  <a:t>- число</a:t>
                </a:r>
                <a:r>
                  <a:rPr lang="en-US" b="1" dirty="0"/>
                  <a:t> </a:t>
                </a:r>
                <a:r>
                  <a:rPr lang="ru-RU" dirty="0"/>
                  <a:t>осуществлений события </a:t>
                </a:r>
                <a14:m>
                  <m:oMath xmlns:m="http://schemas.openxmlformats.org/officeDocument/2006/math">
                    <m:r>
                      <a:rPr lang="en-US" i="1" dirty="0" smtClean="0">
                        <a:latin typeface="Cambria Math" panose="02040503050406030204" pitchFamily="18" charset="0"/>
                      </a:rPr>
                      <m:t>𝐴</m:t>
                    </m:r>
                  </m:oMath>
                </a14:m>
                <a:r>
                  <a:rPr lang="en-US" dirty="0"/>
                  <a:t> </a:t>
                </a:r>
                <a:r>
                  <a:rPr lang="ru-RU" dirty="0"/>
                  <a:t>в </a:t>
                </a:r>
                <a14:m>
                  <m:oMath xmlns:m="http://schemas.openxmlformats.org/officeDocument/2006/math">
                    <m:r>
                      <a:rPr lang="en-US" i="1" dirty="0" smtClean="0">
                        <a:latin typeface="Cambria Math" panose="02040503050406030204" pitchFamily="18" charset="0"/>
                      </a:rPr>
                      <m:t>𝑛</m:t>
                    </m:r>
                  </m:oMath>
                </a14:m>
                <a:r>
                  <a:rPr lang="en-US" dirty="0"/>
                  <a:t> </a:t>
                </a:r>
                <a:r>
                  <a:rPr lang="ru-RU" dirty="0"/>
                  <a:t>испытаниях. Тогда </a:t>
                </a:r>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𝜈</m:t>
                            </m:r>
                          </m:e>
                          <m:sub>
                            <m:r>
                              <a:rPr lang="en-US" b="0" i="1" smtClean="0">
                                <a:latin typeface="Cambria Math" panose="02040503050406030204" pitchFamily="18" charset="0"/>
                              </a:rPr>
                              <m:t>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𝑛𝑝</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𝑛𝑝</m:t>
                            </m:r>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rad>
                      </m:den>
                    </m:f>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(0, 1)</m:t>
                    </m:r>
                  </m:oMath>
                </a14:m>
                <a:r>
                  <a:rPr lang="ru-RU" dirty="0"/>
                  <a:t> при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a:t>
                </a:r>
                <a:r>
                  <a:rPr lang="ru-RU" dirty="0"/>
                  <a:t>т.е. для любых вещественных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&lt;</m:t>
                    </m:r>
                    <m:r>
                      <a:rPr lang="en-US" b="0" i="1" smtClean="0">
                        <a:latin typeface="Cambria Math" panose="02040503050406030204" pitchFamily="18" charset="0"/>
                      </a:rPr>
                      <m:t>𝑦</m:t>
                    </m:r>
                  </m:oMath>
                </a14:m>
                <a:r>
                  <a:rPr lang="en-US" dirty="0"/>
                  <a:t> </a:t>
                </a:r>
                <a:r>
                  <a:rPr lang="ru-RU" dirty="0"/>
                  <a:t>имеет место сходимость:</a:t>
                </a:r>
              </a:p>
              <a:p>
                <a:pPr algn="just"/>
                <a:endParaRPr lang="ru-RU"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𝜈</m:t>
                                  </m:r>
                                </m:e>
                                <m:sub>
                                  <m:r>
                                    <a:rPr lang="en-US" b="0" i="1" smtClean="0">
                                      <a:latin typeface="Cambria Math" panose="02040503050406030204" pitchFamily="18" charset="0"/>
                                    </a:rPr>
                                    <m:t>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𝑛𝑝</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𝑛𝑝</m:t>
                                  </m:r>
                                  <m:r>
                                    <a:rPr lang="en-US" b="0" i="1" smtClean="0">
                                      <a:latin typeface="Cambria Math" panose="02040503050406030204" pitchFamily="18" charset="0"/>
                                    </a:rPr>
                                    <m:t>(1−</m:t>
                                  </m:r>
                                  <m:r>
                                    <m:rPr>
                                      <m:sty m:val="p"/>
                                    </m:rPr>
                                    <a:rPr lang="en-US" b="0" i="1" smtClean="0">
                                      <a:latin typeface="Cambria Math" panose="02040503050406030204" pitchFamily="18" charset="0"/>
                                    </a:rPr>
                                    <m:t>p</m:t>
                                  </m:r>
                                  <m:r>
                                    <a:rPr lang="en-US" b="0" i="1" smtClean="0">
                                      <a:latin typeface="Cambria Math" panose="02040503050406030204" pitchFamily="18" charset="0"/>
                                    </a:rPr>
                                    <m:t>)</m:t>
                                  </m:r>
                                </m:e>
                              </m:rad>
                            </m:den>
                          </m:f>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nary>
                        <m:naryPr>
                          <m:ctrlPr>
                            <a:rPr lang="en-US" i="1">
                              <a:latin typeface="Cambria Math" panose="02040503050406030204" pitchFamily="18" charset="0"/>
                            </a:rPr>
                          </m:ctrlPr>
                        </m:naryPr>
                        <m:sub>
                          <m:r>
                            <m:rPr>
                              <m:brk m:alnAt="23"/>
                            </m:rPr>
                            <a:rPr lang="en-US" i="1">
                              <a:latin typeface="Cambria Math" panose="02040503050406030204" pitchFamily="18" charset="0"/>
                            </a:rPr>
                            <m:t>𝑥</m:t>
                          </m:r>
                        </m:sub>
                        <m:sup>
                          <m:r>
                            <a:rPr lang="en-US" i="1">
                              <a:latin typeface="Cambria Math" panose="02040503050406030204" pitchFamily="18" charset="0"/>
                            </a:rPr>
                            <m:t>𝑦</m:t>
                          </m:r>
                        </m:sup>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r>
                                <a:rPr lang="en-US" i="1">
                                  <a:latin typeface="Cambria Math" panose="02040503050406030204" pitchFamily="18" charset="0"/>
                                </a:rPr>
                                <m:t>𝜋</m:t>
                              </m:r>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num>
                                <m:den>
                                  <m:r>
                                    <a:rPr lang="en-US" i="1">
                                      <a:latin typeface="Cambria Math" panose="02040503050406030204" pitchFamily="18" charset="0"/>
                                    </a:rPr>
                                    <m:t>2</m:t>
                                  </m:r>
                                </m:den>
                              </m:f>
                            </m:sup>
                          </m:sSup>
                          <m:r>
                            <a:rPr lang="en-US" i="1">
                              <a:latin typeface="Cambria Math" panose="02040503050406030204" pitchFamily="18" charset="0"/>
                            </a:rPr>
                            <m:t> </m:t>
                          </m:r>
                        </m:e>
                      </m:nary>
                      <m:r>
                        <a:rPr lang="en-US" i="1">
                          <a:latin typeface="Cambria Math" panose="02040503050406030204" pitchFamily="18" charset="0"/>
                        </a:rPr>
                        <m:t>𝑑𝑡</m:t>
                      </m:r>
                      <m:r>
                        <a:rPr lang="ru-RU" b="0" i="1" smtClean="0">
                          <a:latin typeface="Cambria Math" panose="02040503050406030204" pitchFamily="18" charset="0"/>
                        </a:rPr>
                        <m:t>=</m:t>
                      </m:r>
                      <m:r>
                        <m:rPr>
                          <m:sty m:val="p"/>
                        </m:rPr>
                        <a:rPr lang="en-US" b="0" i="0" smtClean="0">
                          <a:latin typeface="Cambria Math" panose="02040503050406030204" pitchFamily="18" charset="0"/>
                        </a:rPr>
                        <m:t>Φ</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e>
                      </m:d>
                      <m:r>
                        <a:rPr lang="en-US" b="0" i="1" smtClean="0">
                          <a:latin typeface="Cambria Math" panose="02040503050406030204" pitchFamily="18" charset="0"/>
                        </a:rPr>
                        <m:t>−</m:t>
                      </m:r>
                      <m:r>
                        <m:rPr>
                          <m:sty m:val="p"/>
                        </m:rPr>
                        <a:rPr lang="en-US" b="0" i="0" smtClean="0">
                          <a:latin typeface="Cambria Math" panose="02040503050406030204" pitchFamily="18" charset="0"/>
                        </a:rPr>
                        <m:t>Φ</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m:oMathPara>
                </a14:m>
                <a:endParaRPr lang="en-US" dirty="0"/>
              </a:p>
              <a:p>
                <a:pPr algn="just">
                  <a:spcBef>
                    <a:spcPts val="600"/>
                  </a:spcBef>
                </a:pPr>
                <a:endParaRPr lang="ru-RU" b="1" dirty="0">
                  <a:solidFill>
                    <a:srgbClr val="006400"/>
                  </a:solidFill>
                </a:endParaRPr>
              </a:p>
              <a:p>
                <a:pPr algn="just">
                  <a:spcBef>
                    <a:spcPts val="600"/>
                  </a:spcBef>
                </a:pPr>
                <a:r>
                  <a:rPr lang="ru-RU" b="1" dirty="0">
                    <a:solidFill>
                      <a:srgbClr val="006400"/>
                    </a:solidFill>
                  </a:rPr>
                  <a:t>Доказательство</a:t>
                </a:r>
                <a:r>
                  <a:rPr lang="ru-RU" dirty="0"/>
                  <a:t>: Число появлений события</a:t>
                </a:r>
                <a:r>
                  <a:rPr lang="en-US" dirty="0"/>
                  <a:t> </a:t>
                </a:r>
                <a14:m>
                  <m:oMath xmlns:m="http://schemas.openxmlformats.org/officeDocument/2006/math">
                    <m:r>
                      <a:rPr lang="en-US" i="1" dirty="0">
                        <a:latin typeface="Cambria Math" panose="02040503050406030204" pitchFamily="18" charset="0"/>
                      </a:rPr>
                      <m:t>𝐴</m:t>
                    </m:r>
                  </m:oMath>
                </a14:m>
                <a:r>
                  <a:rPr lang="en-US" dirty="0"/>
                  <a:t> </a:t>
                </a:r>
                <a:r>
                  <a:rPr lang="ru-RU" dirty="0"/>
                  <a:t>за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 </m:t>
                    </m:r>
                  </m:oMath>
                </a14:m>
                <a:r>
                  <a:rPr lang="ru-RU" dirty="0"/>
                  <a:t> испытаний есть сумма значений индикаторной функции </a:t>
                </a:r>
                <a14:m>
                  <m:oMath xmlns:m="http://schemas.openxmlformats.org/officeDocument/2006/math">
                    <m:sSub>
                      <m:sSubPr>
                        <m:ctrlPr>
                          <a:rPr lang="en-US" b="0" i="1" smtClean="0">
                            <a:latin typeface="Cambria Math" panose="02040503050406030204" pitchFamily="18" charset="0"/>
                          </a:rPr>
                        </m:ctrlPr>
                      </m:sSubPr>
                      <m:e>
                        <m:r>
                          <a:rPr lang="ru-RU" b="0" i="1" smtClean="0">
                            <a:latin typeface="Cambria Math" panose="02040503050406030204" pitchFamily="18" charset="0"/>
                          </a:rPr>
                          <m:t>𝜈</m:t>
                        </m:r>
                      </m:e>
                      <m:sub>
                        <m:r>
                          <a:rPr lang="en-US" b="0" i="1" smtClean="0">
                            <a:latin typeface="Cambria Math" panose="02040503050406030204" pitchFamily="18" charset="0"/>
                          </a:rPr>
                          <m:t>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e>
                    </m:nary>
                  </m:oMath>
                </a14:m>
                <a:r>
                  <a:rPr lang="ru-RU" dirty="0"/>
                  <a:t>. Мат. ожидание: </a:t>
                </a:r>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e>
                    </m:d>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dirty="0"/>
                  <a:t>, </a:t>
                </a:r>
                <a:r>
                  <a:rPr lang="ru-RU" dirty="0"/>
                  <a:t>дисперсия: </a:t>
                </a:r>
                <a14:m>
                  <m:oMath xmlns:m="http://schemas.openxmlformats.org/officeDocument/2006/math">
                    <m:r>
                      <a:rPr lang="en-US" b="0" i="1" smtClean="0">
                        <a:latin typeface="Cambria Math" panose="02040503050406030204" pitchFamily="18" charset="0"/>
                      </a:rPr>
                      <m:t>𝐷</m:t>
                    </m:r>
                    <m:d>
                      <m:dPr>
                        <m:ctrlPr>
                          <a:rPr lang="en-US" b="0" i="1" smtClean="0">
                            <a:latin typeface="Cambria Math" panose="02040503050406030204" pitchFamily="18" charset="0"/>
                          </a:rPr>
                        </m:ctrlPr>
                      </m:dPr>
                      <m:e>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e>
                    </m:d>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(1−</m:t>
                    </m:r>
                    <m:r>
                      <m:rPr>
                        <m:sty m:val="p"/>
                      </m:rPr>
                      <a:rPr lang="en-US" b="0" i="1" smtClean="0">
                        <a:latin typeface="Cambria Math" panose="02040503050406030204" pitchFamily="18" charset="0"/>
                      </a:rPr>
                      <m:t>p</m:t>
                    </m:r>
                    <m:r>
                      <a:rPr lang="en-US" b="0" i="1" smtClean="0">
                        <a:latin typeface="Cambria Math" panose="02040503050406030204" pitchFamily="18" charset="0"/>
                      </a:rPr>
                      <m:t>)</m:t>
                    </m:r>
                  </m:oMath>
                </a14:m>
                <a:r>
                  <a:rPr lang="en-US" dirty="0"/>
                  <a:t>. </a:t>
                </a:r>
                <a:r>
                  <a:rPr lang="ru-RU" dirty="0"/>
                  <a:t>Тогда по ЦПТ:</a:t>
                </a:r>
              </a:p>
              <a:p>
                <a:pPr algn="ctr"/>
                <a14:m>
                  <m:oMath xmlns:m="http://schemas.openxmlformats.org/officeDocument/2006/math">
                    <m:f>
                      <m:fPr>
                        <m:ctrlPr>
                          <a:rPr lang="en-US" b="0" i="1" smtClean="0">
                            <a:latin typeface="Cambria Math" panose="02040503050406030204" pitchFamily="18" charset="0"/>
                          </a:rPr>
                        </m:ctrlPr>
                      </m:fPr>
                      <m:num>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i="1">
                                <a:latin typeface="Cambria Math" panose="02040503050406030204" pitchFamily="18" charset="0"/>
                              </a:rPr>
                              <m:t>𝐼</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m:t>
                            </m:r>
                          </m:e>
                        </m:nary>
                        <m:r>
                          <a:rPr lang="en-US" b="0" i="1" smtClean="0">
                            <a:latin typeface="Cambria Math" panose="02040503050406030204" pitchFamily="18" charset="0"/>
                          </a:rPr>
                          <m:t>−</m:t>
                        </m:r>
                        <m:r>
                          <a:rPr lang="en-US" b="0" i="1" smtClean="0">
                            <a:latin typeface="Cambria Math" panose="02040503050406030204" pitchFamily="18" charset="0"/>
                          </a:rPr>
                          <m:t>𝑛𝑝</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𝑛𝑝</m:t>
                            </m:r>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rad>
                      </m:den>
                    </m:f>
                    <m:r>
                      <a:rPr lang="en-US" b="0" i="1" smtClean="0">
                        <a:latin typeface="Cambria Math" panose="02040503050406030204" pitchFamily="18" charset="0"/>
                      </a:rPr>
                      <m:t>⇒</m:t>
                    </m:r>
                    <m:r>
                      <a:rPr lang="en-US" b="0" i="1" smtClean="0">
                        <a:latin typeface="Cambria Math" panose="02040503050406030204" pitchFamily="18" charset="0"/>
                      </a:rPr>
                      <m:t>𝑁</m:t>
                    </m:r>
                  </m:oMath>
                </a14:m>
                <a:r>
                  <a:rPr lang="ru-RU" dirty="0"/>
                  <a:t>(0,1) при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oMath>
                </a14:m>
                <a:endParaRPr lang="ru-RU" dirty="0"/>
              </a:p>
              <a:p>
                <a:pPr algn="ctr"/>
                <a:endParaRPr lang="ru-RU" dirty="0"/>
              </a:p>
              <a:p>
                <a:pPr algn="just"/>
                <a:r>
                  <a:rPr lang="ru-RU" dirty="0"/>
                  <a:t>Это свойство особенно полезно, так как вычисление биномиальных вероятностей становится сложным при больших </a:t>
                </a:r>
                <a14:m>
                  <m:oMath xmlns:m="http://schemas.openxmlformats.org/officeDocument/2006/math">
                    <m:r>
                      <a:rPr lang="ru-RU" i="1" dirty="0" smtClean="0">
                        <a:latin typeface="Cambria Math" panose="02040503050406030204" pitchFamily="18" charset="0"/>
                      </a:rPr>
                      <m:t>𝑛</m:t>
                    </m:r>
                  </m:oMath>
                </a14:m>
                <a:r>
                  <a:rPr lang="ru-RU" dirty="0"/>
                  <a:t>, а нормальное приближение значительно упрощает задачу.</a:t>
                </a:r>
              </a:p>
            </p:txBody>
          </p:sp>
        </mc:Choice>
        <mc:Fallback xmlns="">
          <p:sp>
            <p:nvSpPr>
              <p:cNvPr id="2" name="TextBox 1">
                <a:extLst>
                  <a:ext uri="{FF2B5EF4-FFF2-40B4-BE49-F238E27FC236}">
                    <a16:creationId xmlns:a16="http://schemas.microsoft.com/office/drawing/2014/main" id="{4FC8E4CB-E8BC-E9B4-32D9-55B6F5C23C65}"/>
                  </a:ext>
                </a:extLst>
              </p:cNvPr>
              <p:cNvSpPr txBox="1">
                <a:spLocks noRot="1" noChangeAspect="1" noMove="1" noResize="1" noEditPoints="1" noAdjustHandles="1" noChangeArrowheads="1" noChangeShapeType="1" noTextEdit="1"/>
              </p:cNvSpPr>
              <p:nvPr/>
            </p:nvSpPr>
            <p:spPr>
              <a:xfrm>
                <a:off x="0" y="419100"/>
                <a:ext cx="9144000" cy="6513771"/>
              </a:xfrm>
              <a:prstGeom prst="rect">
                <a:avLst/>
              </a:prstGeom>
              <a:blipFill>
                <a:blip r:embed="rId3"/>
                <a:stretch>
                  <a:fillRect l="-533" t="-562" r="-533" b="-562"/>
                </a:stretch>
              </a:blipFill>
            </p:spPr>
            <p:txBody>
              <a:bodyPr/>
              <a:lstStyle/>
              <a:p>
                <a:r>
                  <a:rPr lang="ru-RU">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3" name="Рукописный ввод 2">
                <a:extLst>
                  <a:ext uri="{FF2B5EF4-FFF2-40B4-BE49-F238E27FC236}">
                    <a16:creationId xmlns:a16="http://schemas.microsoft.com/office/drawing/2014/main" id="{A57B49A5-E6A0-A9DF-CD14-679DF213396C}"/>
                  </a:ext>
                </a:extLst>
              </p14:cNvPr>
              <p14:cNvContentPartPr/>
              <p14:nvPr/>
            </p14:nvContentPartPr>
            <p14:xfrm>
              <a:off x="-2051894" y="2220383"/>
              <a:ext cx="68400" cy="318600"/>
            </p14:xfrm>
          </p:contentPart>
        </mc:Choice>
        <mc:Fallback xmlns="">
          <p:pic>
            <p:nvPicPr>
              <p:cNvPr id="3" name="Рукописный ввод 2">
                <a:extLst>
                  <a:ext uri="{FF2B5EF4-FFF2-40B4-BE49-F238E27FC236}">
                    <a16:creationId xmlns:a16="http://schemas.microsoft.com/office/drawing/2014/main" id="{A57B49A5-E6A0-A9DF-CD14-679DF213396C}"/>
                  </a:ext>
                </a:extLst>
              </p:cNvPr>
              <p:cNvPicPr/>
              <p:nvPr/>
            </p:nvPicPr>
            <p:blipFill>
              <a:blip r:embed="rId5"/>
              <a:stretch>
                <a:fillRect/>
              </a:stretch>
            </p:blipFill>
            <p:spPr>
              <a:xfrm>
                <a:off x="-2058014" y="2214263"/>
                <a:ext cx="8064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Рукописный ввод 5">
                <a:extLst>
                  <a:ext uri="{FF2B5EF4-FFF2-40B4-BE49-F238E27FC236}">
                    <a16:creationId xmlns:a16="http://schemas.microsoft.com/office/drawing/2014/main" id="{AF504109-D1B8-0E2E-0122-F12DC5A48D60}"/>
                  </a:ext>
                </a:extLst>
              </p14:cNvPr>
              <p14:cNvContentPartPr/>
              <p14:nvPr/>
            </p14:nvContentPartPr>
            <p14:xfrm>
              <a:off x="-2134334" y="2172503"/>
              <a:ext cx="109800" cy="101880"/>
            </p14:xfrm>
          </p:contentPart>
        </mc:Choice>
        <mc:Fallback xmlns="">
          <p:pic>
            <p:nvPicPr>
              <p:cNvPr id="6" name="Рукописный ввод 5">
                <a:extLst>
                  <a:ext uri="{FF2B5EF4-FFF2-40B4-BE49-F238E27FC236}">
                    <a16:creationId xmlns:a16="http://schemas.microsoft.com/office/drawing/2014/main" id="{AF504109-D1B8-0E2E-0122-F12DC5A48D60}"/>
                  </a:ext>
                </a:extLst>
              </p:cNvPr>
              <p:cNvPicPr/>
              <p:nvPr/>
            </p:nvPicPr>
            <p:blipFill>
              <a:blip r:embed="rId7"/>
              <a:stretch>
                <a:fillRect/>
              </a:stretch>
            </p:blipFill>
            <p:spPr>
              <a:xfrm>
                <a:off x="-2140454" y="2166383"/>
                <a:ext cx="1220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Рукописный ввод 6">
                <a:extLst>
                  <a:ext uri="{FF2B5EF4-FFF2-40B4-BE49-F238E27FC236}">
                    <a16:creationId xmlns:a16="http://schemas.microsoft.com/office/drawing/2014/main" id="{9ABF9874-A691-4F01-0E22-5B63C81CA8C4}"/>
                  </a:ext>
                </a:extLst>
              </p14:cNvPr>
              <p14:cNvContentPartPr/>
              <p14:nvPr/>
            </p14:nvContentPartPr>
            <p14:xfrm>
              <a:off x="-2064494" y="2535023"/>
              <a:ext cx="108000" cy="34920"/>
            </p14:xfrm>
          </p:contentPart>
        </mc:Choice>
        <mc:Fallback xmlns="">
          <p:pic>
            <p:nvPicPr>
              <p:cNvPr id="7" name="Рукописный ввод 6">
                <a:extLst>
                  <a:ext uri="{FF2B5EF4-FFF2-40B4-BE49-F238E27FC236}">
                    <a16:creationId xmlns:a16="http://schemas.microsoft.com/office/drawing/2014/main" id="{9ABF9874-A691-4F01-0E22-5B63C81CA8C4}"/>
                  </a:ext>
                </a:extLst>
              </p:cNvPr>
              <p:cNvPicPr/>
              <p:nvPr/>
            </p:nvPicPr>
            <p:blipFill>
              <a:blip r:embed="rId9"/>
              <a:stretch>
                <a:fillRect/>
              </a:stretch>
            </p:blipFill>
            <p:spPr>
              <a:xfrm>
                <a:off x="-2070614" y="2528903"/>
                <a:ext cx="1202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Рукописный ввод 7">
                <a:extLst>
                  <a:ext uri="{FF2B5EF4-FFF2-40B4-BE49-F238E27FC236}">
                    <a16:creationId xmlns:a16="http://schemas.microsoft.com/office/drawing/2014/main" id="{86529EFE-78F9-632B-5483-912B1BFAAE22}"/>
                  </a:ext>
                </a:extLst>
              </p14:cNvPr>
              <p14:cNvContentPartPr/>
              <p14:nvPr/>
            </p14:nvContentPartPr>
            <p14:xfrm>
              <a:off x="-1879094" y="2436743"/>
              <a:ext cx="41040" cy="100440"/>
            </p14:xfrm>
          </p:contentPart>
        </mc:Choice>
        <mc:Fallback xmlns="">
          <p:pic>
            <p:nvPicPr>
              <p:cNvPr id="8" name="Рукописный ввод 7">
                <a:extLst>
                  <a:ext uri="{FF2B5EF4-FFF2-40B4-BE49-F238E27FC236}">
                    <a16:creationId xmlns:a16="http://schemas.microsoft.com/office/drawing/2014/main" id="{86529EFE-78F9-632B-5483-912B1BFAAE22}"/>
                  </a:ext>
                </a:extLst>
              </p:cNvPr>
              <p:cNvPicPr/>
              <p:nvPr/>
            </p:nvPicPr>
            <p:blipFill>
              <a:blip r:embed="rId11"/>
              <a:stretch>
                <a:fillRect/>
              </a:stretch>
            </p:blipFill>
            <p:spPr>
              <a:xfrm>
                <a:off x="-1885214" y="2430623"/>
                <a:ext cx="5328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Рукописный ввод 8">
                <a:extLst>
                  <a:ext uri="{FF2B5EF4-FFF2-40B4-BE49-F238E27FC236}">
                    <a16:creationId xmlns:a16="http://schemas.microsoft.com/office/drawing/2014/main" id="{9A8AF51F-5669-BB22-A80D-452D143C63C1}"/>
                  </a:ext>
                </a:extLst>
              </p14:cNvPr>
              <p14:cNvContentPartPr/>
              <p14:nvPr/>
            </p14:nvContentPartPr>
            <p14:xfrm>
              <a:off x="-1925174" y="2364383"/>
              <a:ext cx="66240" cy="63360"/>
            </p14:xfrm>
          </p:contentPart>
        </mc:Choice>
        <mc:Fallback xmlns="">
          <p:pic>
            <p:nvPicPr>
              <p:cNvPr id="9" name="Рукописный ввод 8">
                <a:extLst>
                  <a:ext uri="{FF2B5EF4-FFF2-40B4-BE49-F238E27FC236}">
                    <a16:creationId xmlns:a16="http://schemas.microsoft.com/office/drawing/2014/main" id="{9A8AF51F-5669-BB22-A80D-452D143C63C1}"/>
                  </a:ext>
                </a:extLst>
              </p:cNvPr>
              <p:cNvPicPr/>
              <p:nvPr/>
            </p:nvPicPr>
            <p:blipFill>
              <a:blip r:embed="rId13"/>
              <a:stretch>
                <a:fillRect/>
              </a:stretch>
            </p:blipFill>
            <p:spPr>
              <a:xfrm>
                <a:off x="-1931294" y="2358263"/>
                <a:ext cx="7848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Рукописный ввод 9">
                <a:extLst>
                  <a:ext uri="{FF2B5EF4-FFF2-40B4-BE49-F238E27FC236}">
                    <a16:creationId xmlns:a16="http://schemas.microsoft.com/office/drawing/2014/main" id="{68EE130F-1E63-B596-2EFC-C5561BB937CD}"/>
                  </a:ext>
                </a:extLst>
              </p14:cNvPr>
              <p14:cNvContentPartPr/>
              <p14:nvPr/>
            </p14:nvContentPartPr>
            <p14:xfrm>
              <a:off x="-1761734" y="2084663"/>
              <a:ext cx="80640" cy="340560"/>
            </p14:xfrm>
          </p:contentPart>
        </mc:Choice>
        <mc:Fallback xmlns="">
          <p:pic>
            <p:nvPicPr>
              <p:cNvPr id="10" name="Рукописный ввод 9">
                <a:extLst>
                  <a:ext uri="{FF2B5EF4-FFF2-40B4-BE49-F238E27FC236}">
                    <a16:creationId xmlns:a16="http://schemas.microsoft.com/office/drawing/2014/main" id="{68EE130F-1E63-B596-2EFC-C5561BB937CD}"/>
                  </a:ext>
                </a:extLst>
              </p:cNvPr>
              <p:cNvPicPr/>
              <p:nvPr/>
            </p:nvPicPr>
            <p:blipFill>
              <a:blip r:embed="rId15"/>
              <a:stretch>
                <a:fillRect/>
              </a:stretch>
            </p:blipFill>
            <p:spPr>
              <a:xfrm>
                <a:off x="-1767854" y="2078543"/>
                <a:ext cx="9288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Рукописный ввод 10">
                <a:extLst>
                  <a:ext uri="{FF2B5EF4-FFF2-40B4-BE49-F238E27FC236}">
                    <a16:creationId xmlns:a16="http://schemas.microsoft.com/office/drawing/2014/main" id="{49FB8438-912A-88EE-D870-BAC01CED4F3E}"/>
                  </a:ext>
                </a:extLst>
              </p14:cNvPr>
              <p14:cNvContentPartPr/>
              <p14:nvPr/>
            </p14:nvContentPartPr>
            <p14:xfrm>
              <a:off x="-1616294" y="2064143"/>
              <a:ext cx="27000" cy="308520"/>
            </p14:xfrm>
          </p:contentPart>
        </mc:Choice>
        <mc:Fallback xmlns="">
          <p:pic>
            <p:nvPicPr>
              <p:cNvPr id="11" name="Рукописный ввод 10">
                <a:extLst>
                  <a:ext uri="{FF2B5EF4-FFF2-40B4-BE49-F238E27FC236}">
                    <a16:creationId xmlns:a16="http://schemas.microsoft.com/office/drawing/2014/main" id="{49FB8438-912A-88EE-D870-BAC01CED4F3E}"/>
                  </a:ext>
                </a:extLst>
              </p:cNvPr>
              <p:cNvPicPr/>
              <p:nvPr/>
            </p:nvPicPr>
            <p:blipFill>
              <a:blip r:embed="rId17"/>
              <a:stretch>
                <a:fillRect/>
              </a:stretch>
            </p:blipFill>
            <p:spPr>
              <a:xfrm>
                <a:off x="-1622414" y="2058023"/>
                <a:ext cx="3924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Рукописный ввод 11">
                <a:extLst>
                  <a:ext uri="{FF2B5EF4-FFF2-40B4-BE49-F238E27FC236}">
                    <a16:creationId xmlns:a16="http://schemas.microsoft.com/office/drawing/2014/main" id="{DD07EF48-6020-A7B5-A210-B42983A865A1}"/>
                  </a:ext>
                </a:extLst>
              </p14:cNvPr>
              <p14:cNvContentPartPr/>
              <p14:nvPr/>
            </p14:nvContentPartPr>
            <p14:xfrm>
              <a:off x="-1629254" y="2076023"/>
              <a:ext cx="123480" cy="226080"/>
            </p14:xfrm>
          </p:contentPart>
        </mc:Choice>
        <mc:Fallback xmlns="">
          <p:pic>
            <p:nvPicPr>
              <p:cNvPr id="12" name="Рукописный ввод 11">
                <a:extLst>
                  <a:ext uri="{FF2B5EF4-FFF2-40B4-BE49-F238E27FC236}">
                    <a16:creationId xmlns:a16="http://schemas.microsoft.com/office/drawing/2014/main" id="{DD07EF48-6020-A7B5-A210-B42983A865A1}"/>
                  </a:ext>
                </a:extLst>
              </p:cNvPr>
              <p:cNvPicPr/>
              <p:nvPr/>
            </p:nvPicPr>
            <p:blipFill>
              <a:blip r:embed="rId19"/>
              <a:stretch>
                <a:fillRect/>
              </a:stretch>
            </p:blipFill>
            <p:spPr>
              <a:xfrm>
                <a:off x="-1635374" y="2069903"/>
                <a:ext cx="13572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Рукописный ввод 12">
                <a:extLst>
                  <a:ext uri="{FF2B5EF4-FFF2-40B4-BE49-F238E27FC236}">
                    <a16:creationId xmlns:a16="http://schemas.microsoft.com/office/drawing/2014/main" id="{F91CDB23-37B1-E5C6-6E63-4F19E7257FC3}"/>
                  </a:ext>
                </a:extLst>
              </p14:cNvPr>
              <p14:cNvContentPartPr/>
              <p14:nvPr/>
            </p14:nvContentPartPr>
            <p14:xfrm>
              <a:off x="-1601534" y="2199143"/>
              <a:ext cx="117000" cy="41760"/>
            </p14:xfrm>
          </p:contentPart>
        </mc:Choice>
        <mc:Fallback xmlns="">
          <p:pic>
            <p:nvPicPr>
              <p:cNvPr id="13" name="Рукописный ввод 12">
                <a:extLst>
                  <a:ext uri="{FF2B5EF4-FFF2-40B4-BE49-F238E27FC236}">
                    <a16:creationId xmlns:a16="http://schemas.microsoft.com/office/drawing/2014/main" id="{F91CDB23-37B1-E5C6-6E63-4F19E7257FC3}"/>
                  </a:ext>
                </a:extLst>
              </p:cNvPr>
              <p:cNvPicPr/>
              <p:nvPr/>
            </p:nvPicPr>
            <p:blipFill>
              <a:blip r:embed="rId21"/>
              <a:stretch>
                <a:fillRect/>
              </a:stretch>
            </p:blipFill>
            <p:spPr>
              <a:xfrm>
                <a:off x="-1607654" y="2193023"/>
                <a:ext cx="12924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Рукописный ввод 13">
                <a:extLst>
                  <a:ext uri="{FF2B5EF4-FFF2-40B4-BE49-F238E27FC236}">
                    <a16:creationId xmlns:a16="http://schemas.microsoft.com/office/drawing/2014/main" id="{0F9950C3-6A09-E831-FB15-36A6BC6CBE50}"/>
                  </a:ext>
                </a:extLst>
              </p14:cNvPr>
              <p14:cNvContentPartPr/>
              <p14:nvPr/>
            </p14:nvContentPartPr>
            <p14:xfrm>
              <a:off x="-1579934" y="1933463"/>
              <a:ext cx="232200" cy="426240"/>
            </p14:xfrm>
          </p:contentPart>
        </mc:Choice>
        <mc:Fallback xmlns="">
          <p:pic>
            <p:nvPicPr>
              <p:cNvPr id="14" name="Рукописный ввод 13">
                <a:extLst>
                  <a:ext uri="{FF2B5EF4-FFF2-40B4-BE49-F238E27FC236}">
                    <a16:creationId xmlns:a16="http://schemas.microsoft.com/office/drawing/2014/main" id="{0F9950C3-6A09-E831-FB15-36A6BC6CBE50}"/>
                  </a:ext>
                </a:extLst>
              </p:cNvPr>
              <p:cNvPicPr/>
              <p:nvPr/>
            </p:nvPicPr>
            <p:blipFill>
              <a:blip r:embed="rId23"/>
              <a:stretch>
                <a:fillRect/>
              </a:stretch>
            </p:blipFill>
            <p:spPr>
              <a:xfrm>
                <a:off x="-1586054" y="1927343"/>
                <a:ext cx="24444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Рукописный ввод 14">
                <a:extLst>
                  <a:ext uri="{FF2B5EF4-FFF2-40B4-BE49-F238E27FC236}">
                    <a16:creationId xmlns:a16="http://schemas.microsoft.com/office/drawing/2014/main" id="{02B837A5-D25D-564B-9033-0670C271A9EF}"/>
                  </a:ext>
                </a:extLst>
              </p14:cNvPr>
              <p14:cNvContentPartPr/>
              <p14:nvPr/>
            </p14:nvContentPartPr>
            <p14:xfrm>
              <a:off x="-1325774" y="1848863"/>
              <a:ext cx="80640" cy="80280"/>
            </p14:xfrm>
          </p:contentPart>
        </mc:Choice>
        <mc:Fallback xmlns="">
          <p:pic>
            <p:nvPicPr>
              <p:cNvPr id="15" name="Рукописный ввод 14">
                <a:extLst>
                  <a:ext uri="{FF2B5EF4-FFF2-40B4-BE49-F238E27FC236}">
                    <a16:creationId xmlns:a16="http://schemas.microsoft.com/office/drawing/2014/main" id="{02B837A5-D25D-564B-9033-0670C271A9EF}"/>
                  </a:ext>
                </a:extLst>
              </p:cNvPr>
              <p:cNvPicPr/>
              <p:nvPr/>
            </p:nvPicPr>
            <p:blipFill>
              <a:blip r:embed="rId25"/>
              <a:stretch>
                <a:fillRect/>
              </a:stretch>
            </p:blipFill>
            <p:spPr>
              <a:xfrm>
                <a:off x="-1331894" y="1842743"/>
                <a:ext cx="928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Рукописный ввод 15">
                <a:extLst>
                  <a:ext uri="{FF2B5EF4-FFF2-40B4-BE49-F238E27FC236}">
                    <a16:creationId xmlns:a16="http://schemas.microsoft.com/office/drawing/2014/main" id="{906B61E4-1FE7-9434-24B7-59BC3BA07772}"/>
                  </a:ext>
                </a:extLst>
              </p14:cNvPr>
              <p14:cNvContentPartPr/>
              <p14:nvPr/>
            </p14:nvContentPartPr>
            <p14:xfrm>
              <a:off x="-1305254" y="1934543"/>
              <a:ext cx="107640" cy="84600"/>
            </p14:xfrm>
          </p:contentPart>
        </mc:Choice>
        <mc:Fallback xmlns="">
          <p:pic>
            <p:nvPicPr>
              <p:cNvPr id="16" name="Рукописный ввод 15">
                <a:extLst>
                  <a:ext uri="{FF2B5EF4-FFF2-40B4-BE49-F238E27FC236}">
                    <a16:creationId xmlns:a16="http://schemas.microsoft.com/office/drawing/2014/main" id="{906B61E4-1FE7-9434-24B7-59BC3BA07772}"/>
                  </a:ext>
                </a:extLst>
              </p:cNvPr>
              <p:cNvPicPr/>
              <p:nvPr/>
            </p:nvPicPr>
            <p:blipFill>
              <a:blip r:embed="rId27"/>
              <a:stretch>
                <a:fillRect/>
              </a:stretch>
            </p:blipFill>
            <p:spPr>
              <a:xfrm>
                <a:off x="-1311374" y="1928423"/>
                <a:ext cx="1198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Рукописный ввод 16">
                <a:extLst>
                  <a:ext uri="{FF2B5EF4-FFF2-40B4-BE49-F238E27FC236}">
                    <a16:creationId xmlns:a16="http://schemas.microsoft.com/office/drawing/2014/main" id="{9A83CE87-605B-6E72-1D75-A1822F5E082B}"/>
                  </a:ext>
                </a:extLst>
              </p14:cNvPr>
              <p14:cNvContentPartPr/>
              <p14:nvPr/>
            </p14:nvContentPartPr>
            <p14:xfrm>
              <a:off x="-1149014" y="1446383"/>
              <a:ext cx="324360" cy="745560"/>
            </p14:xfrm>
          </p:contentPart>
        </mc:Choice>
        <mc:Fallback xmlns="">
          <p:pic>
            <p:nvPicPr>
              <p:cNvPr id="17" name="Рукописный ввод 16">
                <a:extLst>
                  <a:ext uri="{FF2B5EF4-FFF2-40B4-BE49-F238E27FC236}">
                    <a16:creationId xmlns:a16="http://schemas.microsoft.com/office/drawing/2014/main" id="{9A83CE87-605B-6E72-1D75-A1822F5E082B}"/>
                  </a:ext>
                </a:extLst>
              </p:cNvPr>
              <p:cNvPicPr/>
              <p:nvPr/>
            </p:nvPicPr>
            <p:blipFill>
              <a:blip r:embed="rId29"/>
              <a:stretch>
                <a:fillRect/>
              </a:stretch>
            </p:blipFill>
            <p:spPr>
              <a:xfrm>
                <a:off x="-1155134" y="1440263"/>
                <a:ext cx="33660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Рукописный ввод 17">
                <a:extLst>
                  <a:ext uri="{FF2B5EF4-FFF2-40B4-BE49-F238E27FC236}">
                    <a16:creationId xmlns:a16="http://schemas.microsoft.com/office/drawing/2014/main" id="{C4D4E227-63C2-DBB3-412E-B935C60BE7BF}"/>
                  </a:ext>
                </a:extLst>
              </p14:cNvPr>
              <p14:cNvContentPartPr/>
              <p14:nvPr/>
            </p14:nvContentPartPr>
            <p14:xfrm>
              <a:off x="-948134" y="1347023"/>
              <a:ext cx="116280" cy="347760"/>
            </p14:xfrm>
          </p:contentPart>
        </mc:Choice>
        <mc:Fallback xmlns="">
          <p:pic>
            <p:nvPicPr>
              <p:cNvPr id="18" name="Рукописный ввод 17">
                <a:extLst>
                  <a:ext uri="{FF2B5EF4-FFF2-40B4-BE49-F238E27FC236}">
                    <a16:creationId xmlns:a16="http://schemas.microsoft.com/office/drawing/2014/main" id="{C4D4E227-63C2-DBB3-412E-B935C60BE7BF}"/>
                  </a:ext>
                </a:extLst>
              </p:cNvPr>
              <p:cNvPicPr/>
              <p:nvPr/>
            </p:nvPicPr>
            <p:blipFill>
              <a:blip r:embed="rId31"/>
              <a:stretch>
                <a:fillRect/>
              </a:stretch>
            </p:blipFill>
            <p:spPr>
              <a:xfrm>
                <a:off x="-954254" y="1340903"/>
                <a:ext cx="12852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Рукописный ввод 18">
                <a:extLst>
                  <a:ext uri="{FF2B5EF4-FFF2-40B4-BE49-F238E27FC236}">
                    <a16:creationId xmlns:a16="http://schemas.microsoft.com/office/drawing/2014/main" id="{E73E54F5-6566-C7F7-2A2D-E218D4B638FF}"/>
                  </a:ext>
                </a:extLst>
              </p14:cNvPr>
              <p14:cNvContentPartPr/>
              <p14:nvPr/>
            </p14:nvContentPartPr>
            <p14:xfrm>
              <a:off x="-796934" y="1565903"/>
              <a:ext cx="55800" cy="268200"/>
            </p14:xfrm>
          </p:contentPart>
        </mc:Choice>
        <mc:Fallback xmlns="">
          <p:pic>
            <p:nvPicPr>
              <p:cNvPr id="19" name="Рукописный ввод 18">
                <a:extLst>
                  <a:ext uri="{FF2B5EF4-FFF2-40B4-BE49-F238E27FC236}">
                    <a16:creationId xmlns:a16="http://schemas.microsoft.com/office/drawing/2014/main" id="{E73E54F5-6566-C7F7-2A2D-E218D4B638FF}"/>
                  </a:ext>
                </a:extLst>
              </p:cNvPr>
              <p:cNvPicPr/>
              <p:nvPr/>
            </p:nvPicPr>
            <p:blipFill>
              <a:blip r:embed="rId33"/>
              <a:stretch>
                <a:fillRect/>
              </a:stretch>
            </p:blipFill>
            <p:spPr>
              <a:xfrm>
                <a:off x="-803054" y="1559783"/>
                <a:ext cx="6804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Рукописный ввод 19">
                <a:extLst>
                  <a:ext uri="{FF2B5EF4-FFF2-40B4-BE49-F238E27FC236}">
                    <a16:creationId xmlns:a16="http://schemas.microsoft.com/office/drawing/2014/main" id="{324E76FF-CFC0-29FF-DEF0-13A2662CC8C8}"/>
                  </a:ext>
                </a:extLst>
              </p14:cNvPr>
              <p14:cNvContentPartPr/>
              <p14:nvPr/>
            </p14:nvContentPartPr>
            <p14:xfrm>
              <a:off x="-593534" y="1186463"/>
              <a:ext cx="103320" cy="290160"/>
            </p14:xfrm>
          </p:contentPart>
        </mc:Choice>
        <mc:Fallback xmlns="">
          <p:pic>
            <p:nvPicPr>
              <p:cNvPr id="20" name="Рукописный ввод 19">
                <a:extLst>
                  <a:ext uri="{FF2B5EF4-FFF2-40B4-BE49-F238E27FC236}">
                    <a16:creationId xmlns:a16="http://schemas.microsoft.com/office/drawing/2014/main" id="{324E76FF-CFC0-29FF-DEF0-13A2662CC8C8}"/>
                  </a:ext>
                </a:extLst>
              </p:cNvPr>
              <p:cNvPicPr/>
              <p:nvPr/>
            </p:nvPicPr>
            <p:blipFill>
              <a:blip r:embed="rId35"/>
              <a:stretch>
                <a:fillRect/>
              </a:stretch>
            </p:blipFill>
            <p:spPr>
              <a:xfrm>
                <a:off x="-599654" y="1180343"/>
                <a:ext cx="11556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Рукописный ввод 20">
                <a:extLst>
                  <a:ext uri="{FF2B5EF4-FFF2-40B4-BE49-F238E27FC236}">
                    <a16:creationId xmlns:a16="http://schemas.microsoft.com/office/drawing/2014/main" id="{72355857-AF30-BEE5-E097-72B715ED6291}"/>
                  </a:ext>
                </a:extLst>
              </p14:cNvPr>
              <p14:cNvContentPartPr/>
              <p14:nvPr/>
            </p14:nvContentPartPr>
            <p14:xfrm>
              <a:off x="-384374" y="1350983"/>
              <a:ext cx="57600" cy="48240"/>
            </p14:xfrm>
          </p:contentPart>
        </mc:Choice>
        <mc:Fallback xmlns="">
          <p:pic>
            <p:nvPicPr>
              <p:cNvPr id="21" name="Рукописный ввод 20">
                <a:extLst>
                  <a:ext uri="{FF2B5EF4-FFF2-40B4-BE49-F238E27FC236}">
                    <a16:creationId xmlns:a16="http://schemas.microsoft.com/office/drawing/2014/main" id="{72355857-AF30-BEE5-E097-72B715ED6291}"/>
                  </a:ext>
                </a:extLst>
              </p:cNvPr>
              <p:cNvPicPr/>
              <p:nvPr/>
            </p:nvPicPr>
            <p:blipFill>
              <a:blip r:embed="rId37"/>
              <a:stretch>
                <a:fillRect/>
              </a:stretch>
            </p:blipFill>
            <p:spPr>
              <a:xfrm>
                <a:off x="-390494" y="1344863"/>
                <a:ext cx="6984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Рукописный ввод 21">
                <a:extLst>
                  <a:ext uri="{FF2B5EF4-FFF2-40B4-BE49-F238E27FC236}">
                    <a16:creationId xmlns:a16="http://schemas.microsoft.com/office/drawing/2014/main" id="{C548A4B6-0912-0FCF-E2DD-BBDA303CCC00}"/>
                  </a:ext>
                </a:extLst>
              </p14:cNvPr>
              <p14:cNvContentPartPr/>
              <p14:nvPr/>
            </p14:nvContentPartPr>
            <p14:xfrm>
              <a:off x="-439454" y="1226783"/>
              <a:ext cx="41040" cy="64800"/>
            </p14:xfrm>
          </p:contentPart>
        </mc:Choice>
        <mc:Fallback xmlns="">
          <p:pic>
            <p:nvPicPr>
              <p:cNvPr id="22" name="Рукописный ввод 21">
                <a:extLst>
                  <a:ext uri="{FF2B5EF4-FFF2-40B4-BE49-F238E27FC236}">
                    <a16:creationId xmlns:a16="http://schemas.microsoft.com/office/drawing/2014/main" id="{C548A4B6-0912-0FCF-E2DD-BBDA303CCC00}"/>
                  </a:ext>
                </a:extLst>
              </p:cNvPr>
              <p:cNvPicPr/>
              <p:nvPr/>
            </p:nvPicPr>
            <p:blipFill>
              <a:blip r:embed="rId39"/>
              <a:stretch>
                <a:fillRect/>
              </a:stretch>
            </p:blipFill>
            <p:spPr>
              <a:xfrm>
                <a:off x="-445574" y="1220663"/>
                <a:ext cx="53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Рукописный ввод 23">
                <a:extLst>
                  <a:ext uri="{FF2B5EF4-FFF2-40B4-BE49-F238E27FC236}">
                    <a16:creationId xmlns:a16="http://schemas.microsoft.com/office/drawing/2014/main" id="{80213355-68D9-C545-6756-EE215ADD9FDF}"/>
                  </a:ext>
                </a:extLst>
              </p14:cNvPr>
              <p14:cNvContentPartPr/>
              <p14:nvPr/>
            </p14:nvContentPartPr>
            <p14:xfrm>
              <a:off x="-185294" y="1106543"/>
              <a:ext cx="102600" cy="167400"/>
            </p14:xfrm>
          </p:contentPart>
        </mc:Choice>
        <mc:Fallback xmlns="">
          <p:pic>
            <p:nvPicPr>
              <p:cNvPr id="24" name="Рукописный ввод 23">
                <a:extLst>
                  <a:ext uri="{FF2B5EF4-FFF2-40B4-BE49-F238E27FC236}">
                    <a16:creationId xmlns:a16="http://schemas.microsoft.com/office/drawing/2014/main" id="{80213355-68D9-C545-6756-EE215ADD9FDF}"/>
                  </a:ext>
                </a:extLst>
              </p:cNvPr>
              <p:cNvPicPr/>
              <p:nvPr/>
            </p:nvPicPr>
            <p:blipFill>
              <a:blip r:embed="rId41"/>
              <a:stretch>
                <a:fillRect/>
              </a:stretch>
            </p:blipFill>
            <p:spPr>
              <a:xfrm>
                <a:off x="-191414" y="1100423"/>
                <a:ext cx="1148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Рукописный ввод 22">
                <a:extLst>
                  <a:ext uri="{FF2B5EF4-FFF2-40B4-BE49-F238E27FC236}">
                    <a16:creationId xmlns:a16="http://schemas.microsoft.com/office/drawing/2014/main" id="{0190C4A7-532B-D21D-2700-B128FE52E64E}"/>
                  </a:ext>
                </a:extLst>
              </p14:cNvPr>
              <p14:cNvContentPartPr/>
              <p14:nvPr/>
            </p14:nvContentPartPr>
            <p14:xfrm>
              <a:off x="-302294" y="1240103"/>
              <a:ext cx="65520" cy="35280"/>
            </p14:xfrm>
          </p:contentPart>
        </mc:Choice>
        <mc:Fallback xmlns="">
          <p:pic>
            <p:nvPicPr>
              <p:cNvPr id="23" name="Рукописный ввод 22">
                <a:extLst>
                  <a:ext uri="{FF2B5EF4-FFF2-40B4-BE49-F238E27FC236}">
                    <a16:creationId xmlns:a16="http://schemas.microsoft.com/office/drawing/2014/main" id="{0190C4A7-532B-D21D-2700-B128FE52E64E}"/>
                  </a:ext>
                </a:extLst>
              </p:cNvPr>
              <p:cNvPicPr/>
              <p:nvPr/>
            </p:nvPicPr>
            <p:blipFill>
              <a:blip r:embed="rId43"/>
              <a:stretch>
                <a:fillRect/>
              </a:stretch>
            </p:blipFill>
            <p:spPr>
              <a:xfrm>
                <a:off x="-308414" y="1233983"/>
                <a:ext cx="77760" cy="47520"/>
              </a:xfrm>
              <a:prstGeom prst="rect">
                <a:avLst/>
              </a:prstGeom>
            </p:spPr>
          </p:pic>
        </mc:Fallback>
      </mc:AlternateContent>
      <p:grpSp>
        <p:nvGrpSpPr>
          <p:cNvPr id="32" name="Группа 31">
            <a:extLst>
              <a:ext uri="{FF2B5EF4-FFF2-40B4-BE49-F238E27FC236}">
                <a16:creationId xmlns:a16="http://schemas.microsoft.com/office/drawing/2014/main" id="{4A89A9B2-F6CE-A17E-314A-5A68D33BA2B0}"/>
              </a:ext>
            </a:extLst>
          </p:cNvPr>
          <p:cNvGrpSpPr/>
          <p:nvPr/>
        </p:nvGrpSpPr>
        <p:grpSpPr>
          <a:xfrm>
            <a:off x="-88814" y="697943"/>
            <a:ext cx="396720" cy="537480"/>
            <a:chOff x="-88814" y="697943"/>
            <a:chExt cx="396720" cy="537480"/>
          </a:xfrm>
        </p:grpSpPr>
        <mc:AlternateContent xmlns:mc="http://schemas.openxmlformats.org/markup-compatibility/2006" xmlns:p14="http://schemas.microsoft.com/office/powerpoint/2010/main">
          <mc:Choice Requires="p14">
            <p:contentPart p14:bwMode="auto" r:id="rId44">
              <p14:nvContentPartPr>
                <p14:cNvPr id="25" name="Рукописный ввод 24">
                  <a:extLst>
                    <a:ext uri="{FF2B5EF4-FFF2-40B4-BE49-F238E27FC236}">
                      <a16:creationId xmlns:a16="http://schemas.microsoft.com/office/drawing/2014/main" id="{7CE95C36-3240-7F2C-6C67-233769CCE815}"/>
                    </a:ext>
                  </a:extLst>
                </p14:cNvPr>
                <p14:cNvContentPartPr/>
                <p14:nvPr/>
              </p14:nvContentPartPr>
              <p14:xfrm>
                <a:off x="-88814" y="1060463"/>
                <a:ext cx="92160" cy="174960"/>
              </p14:xfrm>
            </p:contentPart>
          </mc:Choice>
          <mc:Fallback xmlns="">
            <p:pic>
              <p:nvPicPr>
                <p:cNvPr id="25" name="Рукописный ввод 24">
                  <a:extLst>
                    <a:ext uri="{FF2B5EF4-FFF2-40B4-BE49-F238E27FC236}">
                      <a16:creationId xmlns:a16="http://schemas.microsoft.com/office/drawing/2014/main" id="{7CE95C36-3240-7F2C-6C67-233769CCE815}"/>
                    </a:ext>
                  </a:extLst>
                </p:cNvPr>
                <p:cNvPicPr/>
                <p:nvPr/>
              </p:nvPicPr>
              <p:blipFill>
                <a:blip r:embed="rId45"/>
                <a:stretch>
                  <a:fillRect/>
                </a:stretch>
              </p:blipFill>
              <p:spPr>
                <a:xfrm>
                  <a:off x="-94934" y="1054343"/>
                  <a:ext cx="10440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Рукописный ввод 27">
                  <a:extLst>
                    <a:ext uri="{FF2B5EF4-FFF2-40B4-BE49-F238E27FC236}">
                      <a16:creationId xmlns:a16="http://schemas.microsoft.com/office/drawing/2014/main" id="{B4990639-8F36-F373-046D-45A3ECA713DA}"/>
                    </a:ext>
                  </a:extLst>
                </p14:cNvPr>
                <p14:cNvContentPartPr/>
                <p14:nvPr/>
              </p14:nvContentPartPr>
              <p14:xfrm>
                <a:off x="153106" y="697943"/>
                <a:ext cx="128520" cy="335520"/>
              </p14:xfrm>
            </p:contentPart>
          </mc:Choice>
          <mc:Fallback xmlns="">
            <p:pic>
              <p:nvPicPr>
                <p:cNvPr id="28" name="Рукописный ввод 27">
                  <a:extLst>
                    <a:ext uri="{FF2B5EF4-FFF2-40B4-BE49-F238E27FC236}">
                      <a16:creationId xmlns:a16="http://schemas.microsoft.com/office/drawing/2014/main" id="{B4990639-8F36-F373-046D-45A3ECA713DA}"/>
                    </a:ext>
                  </a:extLst>
                </p:cNvPr>
                <p:cNvPicPr/>
                <p:nvPr/>
              </p:nvPicPr>
              <p:blipFill>
                <a:blip r:embed="rId47"/>
                <a:stretch>
                  <a:fillRect/>
                </a:stretch>
              </p:blipFill>
              <p:spPr>
                <a:xfrm>
                  <a:off x="146986" y="691823"/>
                  <a:ext cx="14076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Рукописный ввод 28">
                  <a:extLst>
                    <a:ext uri="{FF2B5EF4-FFF2-40B4-BE49-F238E27FC236}">
                      <a16:creationId xmlns:a16="http://schemas.microsoft.com/office/drawing/2014/main" id="{42D8A2B6-6CF8-872E-7C17-E833C74F25C3}"/>
                    </a:ext>
                  </a:extLst>
                </p14:cNvPr>
                <p14:cNvContentPartPr/>
                <p14:nvPr/>
              </p14:nvContentPartPr>
              <p14:xfrm>
                <a:off x="146626" y="843023"/>
                <a:ext cx="161280" cy="84960"/>
              </p14:xfrm>
            </p:contentPart>
          </mc:Choice>
          <mc:Fallback xmlns="">
            <p:pic>
              <p:nvPicPr>
                <p:cNvPr id="29" name="Рукописный ввод 28">
                  <a:extLst>
                    <a:ext uri="{FF2B5EF4-FFF2-40B4-BE49-F238E27FC236}">
                      <a16:creationId xmlns:a16="http://schemas.microsoft.com/office/drawing/2014/main" id="{42D8A2B6-6CF8-872E-7C17-E833C74F25C3}"/>
                    </a:ext>
                  </a:extLst>
                </p:cNvPr>
                <p:cNvPicPr/>
                <p:nvPr/>
              </p:nvPicPr>
              <p:blipFill>
                <a:blip r:embed="rId49"/>
                <a:stretch>
                  <a:fillRect/>
                </a:stretch>
              </p:blipFill>
              <p:spPr>
                <a:xfrm>
                  <a:off x="140506" y="836903"/>
                  <a:ext cx="173520" cy="97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0" name="Рукописный ввод 29">
                <a:extLst>
                  <a:ext uri="{FF2B5EF4-FFF2-40B4-BE49-F238E27FC236}">
                    <a16:creationId xmlns:a16="http://schemas.microsoft.com/office/drawing/2014/main" id="{318B6A6D-9DC9-51F1-122C-D55656BCB1E1}"/>
                  </a:ext>
                </a:extLst>
              </p14:cNvPr>
              <p14:cNvContentPartPr/>
              <p14:nvPr/>
            </p14:nvContentPartPr>
            <p14:xfrm>
              <a:off x="-730334" y="1936703"/>
              <a:ext cx="172800" cy="237600"/>
            </p14:xfrm>
          </p:contentPart>
        </mc:Choice>
        <mc:Fallback xmlns="">
          <p:pic>
            <p:nvPicPr>
              <p:cNvPr id="30" name="Рукописный ввод 29">
                <a:extLst>
                  <a:ext uri="{FF2B5EF4-FFF2-40B4-BE49-F238E27FC236}">
                    <a16:creationId xmlns:a16="http://schemas.microsoft.com/office/drawing/2014/main" id="{318B6A6D-9DC9-51F1-122C-D55656BCB1E1}"/>
                  </a:ext>
                </a:extLst>
              </p:cNvPr>
              <p:cNvPicPr/>
              <p:nvPr/>
            </p:nvPicPr>
            <p:blipFill>
              <a:blip r:embed="rId51"/>
              <a:stretch>
                <a:fillRect/>
              </a:stretch>
            </p:blipFill>
            <p:spPr>
              <a:xfrm>
                <a:off x="-736454" y="1930583"/>
                <a:ext cx="18504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Рукописный ввод 30">
                <a:extLst>
                  <a:ext uri="{FF2B5EF4-FFF2-40B4-BE49-F238E27FC236}">
                    <a16:creationId xmlns:a16="http://schemas.microsoft.com/office/drawing/2014/main" id="{A268286B-4A6E-8176-05E0-7CA8CF0FE1FF}"/>
                  </a:ext>
                </a:extLst>
              </p14:cNvPr>
              <p14:cNvContentPartPr/>
              <p14:nvPr/>
            </p14:nvContentPartPr>
            <p14:xfrm>
              <a:off x="-443414" y="2024183"/>
              <a:ext cx="14040" cy="272160"/>
            </p14:xfrm>
          </p:contentPart>
        </mc:Choice>
        <mc:Fallback xmlns="">
          <p:pic>
            <p:nvPicPr>
              <p:cNvPr id="31" name="Рукописный ввод 30">
                <a:extLst>
                  <a:ext uri="{FF2B5EF4-FFF2-40B4-BE49-F238E27FC236}">
                    <a16:creationId xmlns:a16="http://schemas.microsoft.com/office/drawing/2014/main" id="{A268286B-4A6E-8176-05E0-7CA8CF0FE1FF}"/>
                  </a:ext>
                </a:extLst>
              </p:cNvPr>
              <p:cNvPicPr/>
              <p:nvPr/>
            </p:nvPicPr>
            <p:blipFill>
              <a:blip r:embed="rId53"/>
              <a:stretch>
                <a:fillRect/>
              </a:stretch>
            </p:blipFill>
            <p:spPr>
              <a:xfrm>
                <a:off x="-449534" y="2018063"/>
                <a:ext cx="26280" cy="284400"/>
              </a:xfrm>
              <a:prstGeom prst="rect">
                <a:avLst/>
              </a:prstGeom>
            </p:spPr>
          </p:pic>
        </mc:Fallback>
      </mc:AlternateContent>
      <p:grpSp>
        <p:nvGrpSpPr>
          <p:cNvPr id="35" name="Группа 34">
            <a:extLst>
              <a:ext uri="{FF2B5EF4-FFF2-40B4-BE49-F238E27FC236}">
                <a16:creationId xmlns:a16="http://schemas.microsoft.com/office/drawing/2014/main" id="{354DFF36-D25C-6DAB-EC9D-DC0840D8D07B}"/>
              </a:ext>
            </a:extLst>
          </p:cNvPr>
          <p:cNvGrpSpPr/>
          <p:nvPr/>
        </p:nvGrpSpPr>
        <p:grpSpPr>
          <a:xfrm>
            <a:off x="-314894" y="1518383"/>
            <a:ext cx="686160" cy="476280"/>
            <a:chOff x="-314894" y="1518383"/>
            <a:chExt cx="686160" cy="476280"/>
          </a:xfrm>
        </p:grpSpPr>
        <mc:AlternateContent xmlns:mc="http://schemas.openxmlformats.org/markup-compatibility/2006" xmlns:p14="http://schemas.microsoft.com/office/powerpoint/2010/main">
          <mc:Choice Requires="p14">
            <p:contentPart p14:bwMode="auto" r:id="rId54">
              <p14:nvContentPartPr>
                <p14:cNvPr id="33" name="Рукописный ввод 32">
                  <a:extLst>
                    <a:ext uri="{FF2B5EF4-FFF2-40B4-BE49-F238E27FC236}">
                      <a16:creationId xmlns:a16="http://schemas.microsoft.com/office/drawing/2014/main" id="{70C5B2A3-F337-814F-A63C-6F7B44681BD2}"/>
                    </a:ext>
                  </a:extLst>
                </p14:cNvPr>
                <p14:cNvContentPartPr/>
                <p14:nvPr/>
              </p14:nvContentPartPr>
              <p14:xfrm>
                <a:off x="-314894" y="1605863"/>
                <a:ext cx="454320" cy="388800"/>
              </p14:xfrm>
            </p:contentPart>
          </mc:Choice>
          <mc:Fallback xmlns="">
            <p:pic>
              <p:nvPicPr>
                <p:cNvPr id="33" name="Рукописный ввод 32">
                  <a:extLst>
                    <a:ext uri="{FF2B5EF4-FFF2-40B4-BE49-F238E27FC236}">
                      <a16:creationId xmlns:a16="http://schemas.microsoft.com/office/drawing/2014/main" id="{70C5B2A3-F337-814F-A63C-6F7B44681BD2}"/>
                    </a:ext>
                  </a:extLst>
                </p:cNvPr>
                <p:cNvPicPr/>
                <p:nvPr/>
              </p:nvPicPr>
              <p:blipFill>
                <a:blip r:embed="rId55"/>
                <a:stretch>
                  <a:fillRect/>
                </a:stretch>
              </p:blipFill>
              <p:spPr>
                <a:xfrm>
                  <a:off x="-321014" y="1599743"/>
                  <a:ext cx="466560" cy="4010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Рукописный ввод 33">
                  <a:extLst>
                    <a:ext uri="{FF2B5EF4-FFF2-40B4-BE49-F238E27FC236}">
                      <a16:creationId xmlns:a16="http://schemas.microsoft.com/office/drawing/2014/main" id="{D08006FB-8A80-9503-5E34-68BE62B54CCC}"/>
                    </a:ext>
                  </a:extLst>
                </p14:cNvPr>
                <p14:cNvContentPartPr/>
                <p14:nvPr/>
              </p14:nvContentPartPr>
              <p14:xfrm>
                <a:off x="140506" y="1518383"/>
                <a:ext cx="230760" cy="141480"/>
              </p14:xfrm>
            </p:contentPart>
          </mc:Choice>
          <mc:Fallback xmlns="">
            <p:pic>
              <p:nvPicPr>
                <p:cNvPr id="34" name="Рукописный ввод 33">
                  <a:extLst>
                    <a:ext uri="{FF2B5EF4-FFF2-40B4-BE49-F238E27FC236}">
                      <a16:creationId xmlns:a16="http://schemas.microsoft.com/office/drawing/2014/main" id="{D08006FB-8A80-9503-5E34-68BE62B54CCC}"/>
                    </a:ext>
                  </a:extLst>
                </p:cNvPr>
                <p:cNvPicPr/>
                <p:nvPr/>
              </p:nvPicPr>
              <p:blipFill>
                <a:blip r:embed="rId57"/>
                <a:stretch>
                  <a:fillRect/>
                </a:stretch>
              </p:blipFill>
              <p:spPr>
                <a:xfrm>
                  <a:off x="134386" y="1512263"/>
                  <a:ext cx="243000" cy="153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8">
            <p14:nvContentPartPr>
              <p14:cNvPr id="36" name="Рукописный ввод 35">
                <a:extLst>
                  <a:ext uri="{FF2B5EF4-FFF2-40B4-BE49-F238E27FC236}">
                    <a16:creationId xmlns:a16="http://schemas.microsoft.com/office/drawing/2014/main" id="{40245BED-B235-24D5-340E-DBBC6324A179}"/>
                  </a:ext>
                </a:extLst>
              </p14:cNvPr>
              <p14:cNvContentPartPr/>
              <p14:nvPr/>
            </p14:nvContentPartPr>
            <p14:xfrm>
              <a:off x="-2097974" y="3083663"/>
              <a:ext cx="138240" cy="311040"/>
            </p14:xfrm>
          </p:contentPart>
        </mc:Choice>
        <mc:Fallback xmlns="">
          <p:pic>
            <p:nvPicPr>
              <p:cNvPr id="36" name="Рукописный ввод 35">
                <a:extLst>
                  <a:ext uri="{FF2B5EF4-FFF2-40B4-BE49-F238E27FC236}">
                    <a16:creationId xmlns:a16="http://schemas.microsoft.com/office/drawing/2014/main" id="{40245BED-B235-24D5-340E-DBBC6324A179}"/>
                  </a:ext>
                </a:extLst>
              </p:cNvPr>
              <p:cNvPicPr/>
              <p:nvPr/>
            </p:nvPicPr>
            <p:blipFill>
              <a:blip r:embed="rId59"/>
              <a:stretch>
                <a:fillRect/>
              </a:stretch>
            </p:blipFill>
            <p:spPr>
              <a:xfrm>
                <a:off x="-2104094" y="3077543"/>
                <a:ext cx="15048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Рукописный ввод 36">
                <a:extLst>
                  <a:ext uri="{FF2B5EF4-FFF2-40B4-BE49-F238E27FC236}">
                    <a16:creationId xmlns:a16="http://schemas.microsoft.com/office/drawing/2014/main" id="{9974F7DD-8049-2519-2D8D-A0CFE0263842}"/>
                  </a:ext>
                </a:extLst>
              </p14:cNvPr>
              <p14:cNvContentPartPr/>
              <p14:nvPr/>
            </p14:nvContentPartPr>
            <p14:xfrm>
              <a:off x="-1899254" y="3280943"/>
              <a:ext cx="94320" cy="196200"/>
            </p14:xfrm>
          </p:contentPart>
        </mc:Choice>
        <mc:Fallback xmlns="">
          <p:pic>
            <p:nvPicPr>
              <p:cNvPr id="37" name="Рукописный ввод 36">
                <a:extLst>
                  <a:ext uri="{FF2B5EF4-FFF2-40B4-BE49-F238E27FC236}">
                    <a16:creationId xmlns:a16="http://schemas.microsoft.com/office/drawing/2014/main" id="{9974F7DD-8049-2519-2D8D-A0CFE0263842}"/>
                  </a:ext>
                </a:extLst>
              </p:cNvPr>
              <p:cNvPicPr/>
              <p:nvPr/>
            </p:nvPicPr>
            <p:blipFill>
              <a:blip r:embed="rId61"/>
              <a:stretch>
                <a:fillRect/>
              </a:stretch>
            </p:blipFill>
            <p:spPr>
              <a:xfrm>
                <a:off x="-1905374" y="3274823"/>
                <a:ext cx="10656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Рукописный ввод 37">
                <a:extLst>
                  <a:ext uri="{FF2B5EF4-FFF2-40B4-BE49-F238E27FC236}">
                    <a16:creationId xmlns:a16="http://schemas.microsoft.com/office/drawing/2014/main" id="{8CB28911-DEC4-CA6E-D607-52B13C6301F0}"/>
                  </a:ext>
                </a:extLst>
              </p14:cNvPr>
              <p14:cNvContentPartPr/>
              <p14:nvPr/>
            </p14:nvContentPartPr>
            <p14:xfrm>
              <a:off x="-1781174" y="2999783"/>
              <a:ext cx="69120" cy="428760"/>
            </p14:xfrm>
          </p:contentPart>
        </mc:Choice>
        <mc:Fallback xmlns="">
          <p:pic>
            <p:nvPicPr>
              <p:cNvPr id="38" name="Рукописный ввод 37">
                <a:extLst>
                  <a:ext uri="{FF2B5EF4-FFF2-40B4-BE49-F238E27FC236}">
                    <a16:creationId xmlns:a16="http://schemas.microsoft.com/office/drawing/2014/main" id="{8CB28911-DEC4-CA6E-D607-52B13C6301F0}"/>
                  </a:ext>
                </a:extLst>
              </p:cNvPr>
              <p:cNvPicPr/>
              <p:nvPr/>
            </p:nvPicPr>
            <p:blipFill>
              <a:blip r:embed="rId63"/>
              <a:stretch>
                <a:fillRect/>
              </a:stretch>
            </p:blipFill>
            <p:spPr>
              <a:xfrm>
                <a:off x="-1787294" y="2993663"/>
                <a:ext cx="81360" cy="441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Рукописный ввод 38">
                <a:extLst>
                  <a:ext uri="{FF2B5EF4-FFF2-40B4-BE49-F238E27FC236}">
                    <a16:creationId xmlns:a16="http://schemas.microsoft.com/office/drawing/2014/main" id="{C845C91C-0DB1-CC22-1DC2-BFD75F1CD9B6}"/>
                  </a:ext>
                </a:extLst>
              </p14:cNvPr>
              <p14:cNvContentPartPr/>
              <p14:nvPr/>
            </p14:nvContentPartPr>
            <p14:xfrm>
              <a:off x="-1714214" y="3014183"/>
              <a:ext cx="90720" cy="364680"/>
            </p14:xfrm>
          </p:contentPart>
        </mc:Choice>
        <mc:Fallback xmlns="">
          <p:pic>
            <p:nvPicPr>
              <p:cNvPr id="39" name="Рукописный ввод 38">
                <a:extLst>
                  <a:ext uri="{FF2B5EF4-FFF2-40B4-BE49-F238E27FC236}">
                    <a16:creationId xmlns:a16="http://schemas.microsoft.com/office/drawing/2014/main" id="{C845C91C-0DB1-CC22-1DC2-BFD75F1CD9B6}"/>
                  </a:ext>
                </a:extLst>
              </p:cNvPr>
              <p:cNvPicPr/>
              <p:nvPr/>
            </p:nvPicPr>
            <p:blipFill>
              <a:blip r:embed="rId65"/>
              <a:stretch>
                <a:fillRect/>
              </a:stretch>
            </p:blipFill>
            <p:spPr>
              <a:xfrm>
                <a:off x="-1720334" y="3008063"/>
                <a:ext cx="10296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Рукописный ввод 39">
                <a:extLst>
                  <a:ext uri="{FF2B5EF4-FFF2-40B4-BE49-F238E27FC236}">
                    <a16:creationId xmlns:a16="http://schemas.microsoft.com/office/drawing/2014/main" id="{D812A807-C18D-15A0-1A6F-564CDE3A1B4B}"/>
                  </a:ext>
                </a:extLst>
              </p14:cNvPr>
              <p14:cNvContentPartPr/>
              <p14:nvPr/>
            </p14:nvContentPartPr>
            <p14:xfrm>
              <a:off x="-1680014" y="3042983"/>
              <a:ext cx="113760" cy="234000"/>
            </p14:xfrm>
          </p:contentPart>
        </mc:Choice>
        <mc:Fallback xmlns="">
          <p:pic>
            <p:nvPicPr>
              <p:cNvPr id="40" name="Рукописный ввод 39">
                <a:extLst>
                  <a:ext uri="{FF2B5EF4-FFF2-40B4-BE49-F238E27FC236}">
                    <a16:creationId xmlns:a16="http://schemas.microsoft.com/office/drawing/2014/main" id="{D812A807-C18D-15A0-1A6F-564CDE3A1B4B}"/>
                  </a:ext>
                </a:extLst>
              </p:cNvPr>
              <p:cNvPicPr/>
              <p:nvPr/>
            </p:nvPicPr>
            <p:blipFill>
              <a:blip r:embed="rId67"/>
              <a:stretch>
                <a:fillRect/>
              </a:stretch>
            </p:blipFill>
            <p:spPr>
              <a:xfrm>
                <a:off x="-1686134" y="3036863"/>
                <a:ext cx="12600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Рукописный ввод 40">
                <a:extLst>
                  <a:ext uri="{FF2B5EF4-FFF2-40B4-BE49-F238E27FC236}">
                    <a16:creationId xmlns:a16="http://schemas.microsoft.com/office/drawing/2014/main" id="{F70E063E-5A5D-E025-1269-46C959D892DC}"/>
                  </a:ext>
                </a:extLst>
              </p14:cNvPr>
              <p14:cNvContentPartPr/>
              <p14:nvPr/>
            </p14:nvContentPartPr>
            <p14:xfrm>
              <a:off x="-1670294" y="3092663"/>
              <a:ext cx="121680" cy="113040"/>
            </p14:xfrm>
          </p:contentPart>
        </mc:Choice>
        <mc:Fallback xmlns="">
          <p:pic>
            <p:nvPicPr>
              <p:cNvPr id="41" name="Рукописный ввод 40">
                <a:extLst>
                  <a:ext uri="{FF2B5EF4-FFF2-40B4-BE49-F238E27FC236}">
                    <a16:creationId xmlns:a16="http://schemas.microsoft.com/office/drawing/2014/main" id="{F70E063E-5A5D-E025-1269-46C959D892DC}"/>
                  </a:ext>
                </a:extLst>
              </p:cNvPr>
              <p:cNvPicPr/>
              <p:nvPr/>
            </p:nvPicPr>
            <p:blipFill>
              <a:blip r:embed="rId69"/>
              <a:stretch>
                <a:fillRect/>
              </a:stretch>
            </p:blipFill>
            <p:spPr>
              <a:xfrm>
                <a:off x="-1676414" y="3086543"/>
                <a:ext cx="1339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Рукописный ввод 41">
                <a:extLst>
                  <a:ext uri="{FF2B5EF4-FFF2-40B4-BE49-F238E27FC236}">
                    <a16:creationId xmlns:a16="http://schemas.microsoft.com/office/drawing/2014/main" id="{ECA5FEBD-3C18-FFCE-B6DB-A1B018CF4BBB}"/>
                  </a:ext>
                </a:extLst>
              </p14:cNvPr>
              <p14:cNvContentPartPr/>
              <p14:nvPr/>
            </p14:nvContentPartPr>
            <p14:xfrm>
              <a:off x="-1590734" y="2917343"/>
              <a:ext cx="186480" cy="502200"/>
            </p14:xfrm>
          </p:contentPart>
        </mc:Choice>
        <mc:Fallback xmlns="">
          <p:pic>
            <p:nvPicPr>
              <p:cNvPr id="42" name="Рукописный ввод 41">
                <a:extLst>
                  <a:ext uri="{FF2B5EF4-FFF2-40B4-BE49-F238E27FC236}">
                    <a16:creationId xmlns:a16="http://schemas.microsoft.com/office/drawing/2014/main" id="{ECA5FEBD-3C18-FFCE-B6DB-A1B018CF4BBB}"/>
                  </a:ext>
                </a:extLst>
              </p:cNvPr>
              <p:cNvPicPr/>
              <p:nvPr/>
            </p:nvPicPr>
            <p:blipFill>
              <a:blip r:embed="rId71"/>
              <a:stretch>
                <a:fillRect/>
              </a:stretch>
            </p:blipFill>
            <p:spPr>
              <a:xfrm>
                <a:off x="-1596854" y="2911223"/>
                <a:ext cx="198720" cy="514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Рукописный ввод 42">
                <a:extLst>
                  <a:ext uri="{FF2B5EF4-FFF2-40B4-BE49-F238E27FC236}">
                    <a16:creationId xmlns:a16="http://schemas.microsoft.com/office/drawing/2014/main" id="{46C267E5-5A94-7C15-C44D-332D361BB2E1}"/>
                  </a:ext>
                </a:extLst>
              </p14:cNvPr>
              <p14:cNvContentPartPr/>
              <p14:nvPr/>
            </p14:nvContentPartPr>
            <p14:xfrm>
              <a:off x="-1387694" y="3017783"/>
              <a:ext cx="102600" cy="36720"/>
            </p14:xfrm>
          </p:contentPart>
        </mc:Choice>
        <mc:Fallback xmlns="">
          <p:pic>
            <p:nvPicPr>
              <p:cNvPr id="43" name="Рукописный ввод 42">
                <a:extLst>
                  <a:ext uri="{FF2B5EF4-FFF2-40B4-BE49-F238E27FC236}">
                    <a16:creationId xmlns:a16="http://schemas.microsoft.com/office/drawing/2014/main" id="{46C267E5-5A94-7C15-C44D-332D361BB2E1}"/>
                  </a:ext>
                </a:extLst>
              </p:cNvPr>
              <p:cNvPicPr/>
              <p:nvPr/>
            </p:nvPicPr>
            <p:blipFill>
              <a:blip r:embed="rId73"/>
              <a:stretch>
                <a:fillRect/>
              </a:stretch>
            </p:blipFill>
            <p:spPr>
              <a:xfrm>
                <a:off x="-1393814" y="3011663"/>
                <a:ext cx="1148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4" name="Рукописный ввод 43">
                <a:extLst>
                  <a:ext uri="{FF2B5EF4-FFF2-40B4-BE49-F238E27FC236}">
                    <a16:creationId xmlns:a16="http://schemas.microsoft.com/office/drawing/2014/main" id="{F8E1EA90-7AD3-87A8-5BC6-C3EE0D07B823}"/>
                  </a:ext>
                </a:extLst>
              </p14:cNvPr>
              <p14:cNvContentPartPr/>
              <p14:nvPr/>
            </p14:nvContentPartPr>
            <p14:xfrm>
              <a:off x="-1380854" y="3145223"/>
              <a:ext cx="126360" cy="44640"/>
            </p14:xfrm>
          </p:contentPart>
        </mc:Choice>
        <mc:Fallback xmlns="">
          <p:pic>
            <p:nvPicPr>
              <p:cNvPr id="44" name="Рукописный ввод 43">
                <a:extLst>
                  <a:ext uri="{FF2B5EF4-FFF2-40B4-BE49-F238E27FC236}">
                    <a16:creationId xmlns:a16="http://schemas.microsoft.com/office/drawing/2014/main" id="{F8E1EA90-7AD3-87A8-5BC6-C3EE0D07B823}"/>
                  </a:ext>
                </a:extLst>
              </p:cNvPr>
              <p:cNvPicPr/>
              <p:nvPr/>
            </p:nvPicPr>
            <p:blipFill>
              <a:blip r:embed="rId75"/>
              <a:stretch>
                <a:fillRect/>
              </a:stretch>
            </p:blipFill>
            <p:spPr>
              <a:xfrm>
                <a:off x="-1386974" y="3139103"/>
                <a:ext cx="13860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5" name="Рукописный ввод 44">
                <a:extLst>
                  <a:ext uri="{FF2B5EF4-FFF2-40B4-BE49-F238E27FC236}">
                    <a16:creationId xmlns:a16="http://schemas.microsoft.com/office/drawing/2014/main" id="{C6B4CDED-6853-098F-D524-3DCAFA77D281}"/>
                  </a:ext>
                </a:extLst>
              </p14:cNvPr>
              <p14:cNvContentPartPr/>
              <p14:nvPr/>
            </p14:nvContentPartPr>
            <p14:xfrm>
              <a:off x="-1123094" y="2826623"/>
              <a:ext cx="345960" cy="387720"/>
            </p14:xfrm>
          </p:contentPart>
        </mc:Choice>
        <mc:Fallback xmlns="">
          <p:pic>
            <p:nvPicPr>
              <p:cNvPr id="45" name="Рукописный ввод 44">
                <a:extLst>
                  <a:ext uri="{FF2B5EF4-FFF2-40B4-BE49-F238E27FC236}">
                    <a16:creationId xmlns:a16="http://schemas.microsoft.com/office/drawing/2014/main" id="{C6B4CDED-6853-098F-D524-3DCAFA77D281}"/>
                  </a:ext>
                </a:extLst>
              </p:cNvPr>
              <p:cNvPicPr/>
              <p:nvPr/>
            </p:nvPicPr>
            <p:blipFill>
              <a:blip r:embed="rId77"/>
              <a:stretch>
                <a:fillRect/>
              </a:stretch>
            </p:blipFill>
            <p:spPr>
              <a:xfrm>
                <a:off x="-1129214" y="2820503"/>
                <a:ext cx="35820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6" name="Рукописный ввод 45">
                <a:extLst>
                  <a:ext uri="{FF2B5EF4-FFF2-40B4-BE49-F238E27FC236}">
                    <a16:creationId xmlns:a16="http://schemas.microsoft.com/office/drawing/2014/main" id="{8E5CEABC-DA8B-5CBE-BA74-5EDD6C305B49}"/>
                  </a:ext>
                </a:extLst>
              </p14:cNvPr>
              <p14:cNvContentPartPr/>
              <p14:nvPr/>
            </p14:nvContentPartPr>
            <p14:xfrm>
              <a:off x="-991694" y="3313343"/>
              <a:ext cx="91800" cy="157680"/>
            </p14:xfrm>
          </p:contentPart>
        </mc:Choice>
        <mc:Fallback xmlns="">
          <p:pic>
            <p:nvPicPr>
              <p:cNvPr id="46" name="Рукописный ввод 45">
                <a:extLst>
                  <a:ext uri="{FF2B5EF4-FFF2-40B4-BE49-F238E27FC236}">
                    <a16:creationId xmlns:a16="http://schemas.microsoft.com/office/drawing/2014/main" id="{8E5CEABC-DA8B-5CBE-BA74-5EDD6C305B49}"/>
                  </a:ext>
                </a:extLst>
              </p:cNvPr>
              <p:cNvPicPr/>
              <p:nvPr/>
            </p:nvPicPr>
            <p:blipFill>
              <a:blip r:embed="rId79"/>
              <a:stretch>
                <a:fillRect/>
              </a:stretch>
            </p:blipFill>
            <p:spPr>
              <a:xfrm>
                <a:off x="-997814" y="3307223"/>
                <a:ext cx="10404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7" name="Рукописный ввод 46">
                <a:extLst>
                  <a:ext uri="{FF2B5EF4-FFF2-40B4-BE49-F238E27FC236}">
                    <a16:creationId xmlns:a16="http://schemas.microsoft.com/office/drawing/2014/main" id="{19457E51-AEA8-CF9B-A5AC-D2E5F0B716CE}"/>
                  </a:ext>
                </a:extLst>
              </p14:cNvPr>
              <p14:cNvContentPartPr/>
              <p14:nvPr/>
            </p14:nvContentPartPr>
            <p14:xfrm>
              <a:off x="-798374" y="3290303"/>
              <a:ext cx="64080" cy="30240"/>
            </p14:xfrm>
          </p:contentPart>
        </mc:Choice>
        <mc:Fallback xmlns="">
          <p:pic>
            <p:nvPicPr>
              <p:cNvPr id="47" name="Рукописный ввод 46">
                <a:extLst>
                  <a:ext uri="{FF2B5EF4-FFF2-40B4-BE49-F238E27FC236}">
                    <a16:creationId xmlns:a16="http://schemas.microsoft.com/office/drawing/2014/main" id="{19457E51-AEA8-CF9B-A5AC-D2E5F0B716CE}"/>
                  </a:ext>
                </a:extLst>
              </p:cNvPr>
              <p:cNvPicPr/>
              <p:nvPr/>
            </p:nvPicPr>
            <p:blipFill>
              <a:blip r:embed="rId81"/>
              <a:stretch>
                <a:fillRect/>
              </a:stretch>
            </p:blipFill>
            <p:spPr>
              <a:xfrm>
                <a:off x="-804494" y="3284183"/>
                <a:ext cx="763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8" name="Рукописный ввод 47">
                <a:extLst>
                  <a:ext uri="{FF2B5EF4-FFF2-40B4-BE49-F238E27FC236}">
                    <a16:creationId xmlns:a16="http://schemas.microsoft.com/office/drawing/2014/main" id="{F2D9B914-0C38-62FD-483A-C22CF5D5CAF1}"/>
                  </a:ext>
                </a:extLst>
              </p14:cNvPr>
              <p14:cNvContentPartPr/>
              <p14:nvPr/>
            </p14:nvContentPartPr>
            <p14:xfrm>
              <a:off x="-756254" y="3328823"/>
              <a:ext cx="72360" cy="41760"/>
            </p14:xfrm>
          </p:contentPart>
        </mc:Choice>
        <mc:Fallback xmlns="">
          <p:pic>
            <p:nvPicPr>
              <p:cNvPr id="48" name="Рукописный ввод 47">
                <a:extLst>
                  <a:ext uri="{FF2B5EF4-FFF2-40B4-BE49-F238E27FC236}">
                    <a16:creationId xmlns:a16="http://schemas.microsoft.com/office/drawing/2014/main" id="{F2D9B914-0C38-62FD-483A-C22CF5D5CAF1}"/>
                  </a:ext>
                </a:extLst>
              </p:cNvPr>
              <p:cNvPicPr/>
              <p:nvPr/>
            </p:nvPicPr>
            <p:blipFill>
              <a:blip r:embed="rId83"/>
              <a:stretch>
                <a:fillRect/>
              </a:stretch>
            </p:blipFill>
            <p:spPr>
              <a:xfrm>
                <a:off x="-762374" y="3322703"/>
                <a:ext cx="8460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9" name="Рукописный ввод 48">
                <a:extLst>
                  <a:ext uri="{FF2B5EF4-FFF2-40B4-BE49-F238E27FC236}">
                    <a16:creationId xmlns:a16="http://schemas.microsoft.com/office/drawing/2014/main" id="{FB9740B8-EDFE-EDF7-9CED-E04E549DC856}"/>
                  </a:ext>
                </a:extLst>
              </p14:cNvPr>
              <p14:cNvContentPartPr/>
              <p14:nvPr/>
            </p14:nvContentPartPr>
            <p14:xfrm>
              <a:off x="-615494" y="3157463"/>
              <a:ext cx="64800" cy="215280"/>
            </p14:xfrm>
          </p:contentPart>
        </mc:Choice>
        <mc:Fallback xmlns="">
          <p:pic>
            <p:nvPicPr>
              <p:cNvPr id="49" name="Рукописный ввод 48">
                <a:extLst>
                  <a:ext uri="{FF2B5EF4-FFF2-40B4-BE49-F238E27FC236}">
                    <a16:creationId xmlns:a16="http://schemas.microsoft.com/office/drawing/2014/main" id="{FB9740B8-EDFE-EDF7-9CED-E04E549DC856}"/>
                  </a:ext>
                </a:extLst>
              </p:cNvPr>
              <p:cNvPicPr/>
              <p:nvPr/>
            </p:nvPicPr>
            <p:blipFill>
              <a:blip r:embed="rId85"/>
              <a:stretch>
                <a:fillRect/>
              </a:stretch>
            </p:blipFill>
            <p:spPr>
              <a:xfrm>
                <a:off x="-621614" y="3151343"/>
                <a:ext cx="7704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0" name="Рукописный ввод 49">
                <a:extLst>
                  <a:ext uri="{FF2B5EF4-FFF2-40B4-BE49-F238E27FC236}">
                    <a16:creationId xmlns:a16="http://schemas.microsoft.com/office/drawing/2014/main" id="{8D60F5D6-65AF-973F-C043-8D1B32896C44}"/>
                  </a:ext>
                </a:extLst>
              </p14:cNvPr>
              <p14:cNvContentPartPr/>
              <p14:nvPr/>
            </p14:nvContentPartPr>
            <p14:xfrm>
              <a:off x="-1130654" y="2662823"/>
              <a:ext cx="171000" cy="231120"/>
            </p14:xfrm>
          </p:contentPart>
        </mc:Choice>
        <mc:Fallback xmlns="">
          <p:pic>
            <p:nvPicPr>
              <p:cNvPr id="50" name="Рукописный ввод 49">
                <a:extLst>
                  <a:ext uri="{FF2B5EF4-FFF2-40B4-BE49-F238E27FC236}">
                    <a16:creationId xmlns:a16="http://schemas.microsoft.com/office/drawing/2014/main" id="{8D60F5D6-65AF-973F-C043-8D1B32896C44}"/>
                  </a:ext>
                </a:extLst>
              </p:cNvPr>
              <p:cNvPicPr/>
              <p:nvPr/>
            </p:nvPicPr>
            <p:blipFill>
              <a:blip r:embed="rId87"/>
              <a:stretch>
                <a:fillRect/>
              </a:stretch>
            </p:blipFill>
            <p:spPr>
              <a:xfrm>
                <a:off x="-1136774" y="2656703"/>
                <a:ext cx="1832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1" name="Рукописный ввод 50">
                <a:extLst>
                  <a:ext uri="{FF2B5EF4-FFF2-40B4-BE49-F238E27FC236}">
                    <a16:creationId xmlns:a16="http://schemas.microsoft.com/office/drawing/2014/main" id="{8C1E88D1-21B1-581A-404E-4DBA207A5F86}"/>
                  </a:ext>
                </a:extLst>
              </p14:cNvPr>
              <p14:cNvContentPartPr/>
              <p14:nvPr/>
            </p14:nvContentPartPr>
            <p14:xfrm>
              <a:off x="-799454" y="2778023"/>
              <a:ext cx="101160" cy="227520"/>
            </p14:xfrm>
          </p:contentPart>
        </mc:Choice>
        <mc:Fallback xmlns="">
          <p:pic>
            <p:nvPicPr>
              <p:cNvPr id="51" name="Рукописный ввод 50">
                <a:extLst>
                  <a:ext uri="{FF2B5EF4-FFF2-40B4-BE49-F238E27FC236}">
                    <a16:creationId xmlns:a16="http://schemas.microsoft.com/office/drawing/2014/main" id="{8C1E88D1-21B1-581A-404E-4DBA207A5F86}"/>
                  </a:ext>
                </a:extLst>
              </p:cNvPr>
              <p:cNvPicPr/>
              <p:nvPr/>
            </p:nvPicPr>
            <p:blipFill>
              <a:blip r:embed="rId89"/>
              <a:stretch>
                <a:fillRect/>
              </a:stretch>
            </p:blipFill>
            <p:spPr>
              <a:xfrm>
                <a:off x="-805574" y="2771903"/>
                <a:ext cx="11340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2" name="Рукописный ввод 51">
                <a:extLst>
                  <a:ext uri="{FF2B5EF4-FFF2-40B4-BE49-F238E27FC236}">
                    <a16:creationId xmlns:a16="http://schemas.microsoft.com/office/drawing/2014/main" id="{B8355EF4-D05A-6711-C5A1-D69B90F57E78}"/>
                  </a:ext>
                </a:extLst>
              </p14:cNvPr>
              <p14:cNvContentPartPr/>
              <p14:nvPr/>
            </p14:nvContentPartPr>
            <p14:xfrm>
              <a:off x="-844454" y="2770463"/>
              <a:ext cx="178560" cy="86040"/>
            </p14:xfrm>
          </p:contentPart>
        </mc:Choice>
        <mc:Fallback xmlns="">
          <p:pic>
            <p:nvPicPr>
              <p:cNvPr id="52" name="Рукописный ввод 51">
                <a:extLst>
                  <a:ext uri="{FF2B5EF4-FFF2-40B4-BE49-F238E27FC236}">
                    <a16:creationId xmlns:a16="http://schemas.microsoft.com/office/drawing/2014/main" id="{B8355EF4-D05A-6711-C5A1-D69B90F57E78}"/>
                  </a:ext>
                </a:extLst>
              </p:cNvPr>
              <p:cNvPicPr/>
              <p:nvPr/>
            </p:nvPicPr>
            <p:blipFill>
              <a:blip r:embed="rId91"/>
              <a:stretch>
                <a:fillRect/>
              </a:stretch>
            </p:blipFill>
            <p:spPr>
              <a:xfrm>
                <a:off x="-850574" y="2764343"/>
                <a:ext cx="19080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3" name="Рукописный ввод 52">
                <a:extLst>
                  <a:ext uri="{FF2B5EF4-FFF2-40B4-BE49-F238E27FC236}">
                    <a16:creationId xmlns:a16="http://schemas.microsoft.com/office/drawing/2014/main" id="{E93790ED-3EA9-F663-C13F-F19C2E29AAC2}"/>
                  </a:ext>
                </a:extLst>
              </p14:cNvPr>
              <p14:cNvContentPartPr/>
              <p14:nvPr/>
            </p14:nvContentPartPr>
            <p14:xfrm>
              <a:off x="-761294" y="2996543"/>
              <a:ext cx="144000" cy="79920"/>
            </p14:xfrm>
          </p:contentPart>
        </mc:Choice>
        <mc:Fallback xmlns="">
          <p:pic>
            <p:nvPicPr>
              <p:cNvPr id="53" name="Рукописный ввод 52">
                <a:extLst>
                  <a:ext uri="{FF2B5EF4-FFF2-40B4-BE49-F238E27FC236}">
                    <a16:creationId xmlns:a16="http://schemas.microsoft.com/office/drawing/2014/main" id="{E93790ED-3EA9-F663-C13F-F19C2E29AAC2}"/>
                  </a:ext>
                </a:extLst>
              </p:cNvPr>
              <p:cNvPicPr/>
              <p:nvPr/>
            </p:nvPicPr>
            <p:blipFill>
              <a:blip r:embed="rId93"/>
              <a:stretch>
                <a:fillRect/>
              </a:stretch>
            </p:blipFill>
            <p:spPr>
              <a:xfrm>
                <a:off x="-767414" y="2990423"/>
                <a:ext cx="1562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4" name="Рукописный ввод 53">
                <a:extLst>
                  <a:ext uri="{FF2B5EF4-FFF2-40B4-BE49-F238E27FC236}">
                    <a16:creationId xmlns:a16="http://schemas.microsoft.com/office/drawing/2014/main" id="{2D221948-F3B4-75D3-C3B1-B073DF114D1F}"/>
                  </a:ext>
                </a:extLst>
              </p14:cNvPr>
              <p14:cNvContentPartPr/>
              <p14:nvPr/>
            </p14:nvContentPartPr>
            <p14:xfrm>
              <a:off x="-608294" y="2694863"/>
              <a:ext cx="146520" cy="292320"/>
            </p14:xfrm>
          </p:contentPart>
        </mc:Choice>
        <mc:Fallback xmlns="">
          <p:pic>
            <p:nvPicPr>
              <p:cNvPr id="54" name="Рукописный ввод 53">
                <a:extLst>
                  <a:ext uri="{FF2B5EF4-FFF2-40B4-BE49-F238E27FC236}">
                    <a16:creationId xmlns:a16="http://schemas.microsoft.com/office/drawing/2014/main" id="{2D221948-F3B4-75D3-C3B1-B073DF114D1F}"/>
                  </a:ext>
                </a:extLst>
              </p:cNvPr>
              <p:cNvPicPr/>
              <p:nvPr/>
            </p:nvPicPr>
            <p:blipFill>
              <a:blip r:embed="rId95"/>
              <a:stretch>
                <a:fillRect/>
              </a:stretch>
            </p:blipFill>
            <p:spPr>
              <a:xfrm>
                <a:off x="-614414" y="2688743"/>
                <a:ext cx="15876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5" name="Рукописный ввод 54">
                <a:extLst>
                  <a:ext uri="{FF2B5EF4-FFF2-40B4-BE49-F238E27FC236}">
                    <a16:creationId xmlns:a16="http://schemas.microsoft.com/office/drawing/2014/main" id="{B076B7E8-59B2-0DF3-6D5F-D0EC5F6DD1B5}"/>
                  </a:ext>
                </a:extLst>
              </p14:cNvPr>
              <p14:cNvContentPartPr/>
              <p14:nvPr/>
            </p14:nvContentPartPr>
            <p14:xfrm>
              <a:off x="-466814" y="2681903"/>
              <a:ext cx="123120" cy="251640"/>
            </p14:xfrm>
          </p:contentPart>
        </mc:Choice>
        <mc:Fallback xmlns="">
          <p:pic>
            <p:nvPicPr>
              <p:cNvPr id="55" name="Рукописный ввод 54">
                <a:extLst>
                  <a:ext uri="{FF2B5EF4-FFF2-40B4-BE49-F238E27FC236}">
                    <a16:creationId xmlns:a16="http://schemas.microsoft.com/office/drawing/2014/main" id="{B076B7E8-59B2-0DF3-6D5F-D0EC5F6DD1B5}"/>
                  </a:ext>
                </a:extLst>
              </p:cNvPr>
              <p:cNvPicPr/>
              <p:nvPr/>
            </p:nvPicPr>
            <p:blipFill>
              <a:blip r:embed="rId97"/>
              <a:stretch>
                <a:fillRect/>
              </a:stretch>
            </p:blipFill>
            <p:spPr>
              <a:xfrm>
                <a:off x="-472934" y="2675783"/>
                <a:ext cx="13536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6" name="Рукописный ввод 55">
                <a:extLst>
                  <a:ext uri="{FF2B5EF4-FFF2-40B4-BE49-F238E27FC236}">
                    <a16:creationId xmlns:a16="http://schemas.microsoft.com/office/drawing/2014/main" id="{364B12C0-795F-9439-FCC4-F96701ED62EA}"/>
                  </a:ext>
                </a:extLst>
              </p14:cNvPr>
              <p14:cNvContentPartPr/>
              <p14:nvPr/>
            </p14:nvContentPartPr>
            <p14:xfrm>
              <a:off x="-477614" y="2775503"/>
              <a:ext cx="143280" cy="85320"/>
            </p14:xfrm>
          </p:contentPart>
        </mc:Choice>
        <mc:Fallback xmlns="">
          <p:pic>
            <p:nvPicPr>
              <p:cNvPr id="56" name="Рукописный ввод 55">
                <a:extLst>
                  <a:ext uri="{FF2B5EF4-FFF2-40B4-BE49-F238E27FC236}">
                    <a16:creationId xmlns:a16="http://schemas.microsoft.com/office/drawing/2014/main" id="{364B12C0-795F-9439-FCC4-F96701ED62EA}"/>
                  </a:ext>
                </a:extLst>
              </p:cNvPr>
              <p:cNvPicPr/>
              <p:nvPr/>
            </p:nvPicPr>
            <p:blipFill>
              <a:blip r:embed="rId99"/>
              <a:stretch>
                <a:fillRect/>
              </a:stretch>
            </p:blipFill>
            <p:spPr>
              <a:xfrm>
                <a:off x="-483734" y="2769383"/>
                <a:ext cx="15552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7" name="Рукописный ввод 56">
                <a:extLst>
                  <a:ext uri="{FF2B5EF4-FFF2-40B4-BE49-F238E27FC236}">
                    <a16:creationId xmlns:a16="http://schemas.microsoft.com/office/drawing/2014/main" id="{EF5CCD99-50DF-358B-C9CD-8B2805968405}"/>
                  </a:ext>
                </a:extLst>
              </p14:cNvPr>
              <p14:cNvContentPartPr/>
              <p14:nvPr/>
            </p14:nvContentPartPr>
            <p14:xfrm>
              <a:off x="-474014" y="2630783"/>
              <a:ext cx="265680" cy="394920"/>
            </p14:xfrm>
          </p:contentPart>
        </mc:Choice>
        <mc:Fallback xmlns="">
          <p:pic>
            <p:nvPicPr>
              <p:cNvPr id="57" name="Рукописный ввод 56">
                <a:extLst>
                  <a:ext uri="{FF2B5EF4-FFF2-40B4-BE49-F238E27FC236}">
                    <a16:creationId xmlns:a16="http://schemas.microsoft.com/office/drawing/2014/main" id="{EF5CCD99-50DF-358B-C9CD-8B2805968405}"/>
                  </a:ext>
                </a:extLst>
              </p:cNvPr>
              <p:cNvPicPr/>
              <p:nvPr/>
            </p:nvPicPr>
            <p:blipFill>
              <a:blip r:embed="rId101"/>
              <a:stretch>
                <a:fillRect/>
              </a:stretch>
            </p:blipFill>
            <p:spPr>
              <a:xfrm>
                <a:off x="-480134" y="2624663"/>
                <a:ext cx="277920" cy="407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8" name="Рукописный ввод 57">
                <a:extLst>
                  <a:ext uri="{FF2B5EF4-FFF2-40B4-BE49-F238E27FC236}">
                    <a16:creationId xmlns:a16="http://schemas.microsoft.com/office/drawing/2014/main" id="{950E83EE-7815-1D9C-D03E-97CC08DE1A2D}"/>
                  </a:ext>
                </a:extLst>
              </p14:cNvPr>
              <p14:cNvContentPartPr/>
              <p14:nvPr/>
            </p14:nvContentPartPr>
            <p14:xfrm>
              <a:off x="-1890254" y="3689543"/>
              <a:ext cx="200160" cy="371520"/>
            </p14:xfrm>
          </p:contentPart>
        </mc:Choice>
        <mc:Fallback xmlns="">
          <p:pic>
            <p:nvPicPr>
              <p:cNvPr id="58" name="Рукописный ввод 57">
                <a:extLst>
                  <a:ext uri="{FF2B5EF4-FFF2-40B4-BE49-F238E27FC236}">
                    <a16:creationId xmlns:a16="http://schemas.microsoft.com/office/drawing/2014/main" id="{950E83EE-7815-1D9C-D03E-97CC08DE1A2D}"/>
                  </a:ext>
                </a:extLst>
              </p:cNvPr>
              <p:cNvPicPr/>
              <p:nvPr/>
            </p:nvPicPr>
            <p:blipFill>
              <a:blip r:embed="rId103"/>
              <a:stretch>
                <a:fillRect/>
              </a:stretch>
            </p:blipFill>
            <p:spPr>
              <a:xfrm>
                <a:off x="-1896374" y="3683423"/>
                <a:ext cx="21240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9" name="Рукописный ввод 58">
                <a:extLst>
                  <a:ext uri="{FF2B5EF4-FFF2-40B4-BE49-F238E27FC236}">
                    <a16:creationId xmlns:a16="http://schemas.microsoft.com/office/drawing/2014/main" id="{8DCA1D6D-9FD4-C94E-E124-A393D73EBAD8}"/>
                  </a:ext>
                </a:extLst>
              </p14:cNvPr>
              <p14:cNvContentPartPr/>
              <p14:nvPr/>
            </p14:nvContentPartPr>
            <p14:xfrm>
              <a:off x="-1603334" y="3634823"/>
              <a:ext cx="87840" cy="459720"/>
            </p14:xfrm>
          </p:contentPart>
        </mc:Choice>
        <mc:Fallback xmlns="">
          <p:pic>
            <p:nvPicPr>
              <p:cNvPr id="59" name="Рукописный ввод 58">
                <a:extLst>
                  <a:ext uri="{FF2B5EF4-FFF2-40B4-BE49-F238E27FC236}">
                    <a16:creationId xmlns:a16="http://schemas.microsoft.com/office/drawing/2014/main" id="{8DCA1D6D-9FD4-C94E-E124-A393D73EBAD8}"/>
                  </a:ext>
                </a:extLst>
              </p:cNvPr>
              <p:cNvPicPr/>
              <p:nvPr/>
            </p:nvPicPr>
            <p:blipFill>
              <a:blip r:embed="rId105"/>
              <a:stretch>
                <a:fillRect/>
              </a:stretch>
            </p:blipFill>
            <p:spPr>
              <a:xfrm>
                <a:off x="-1609454" y="3628703"/>
                <a:ext cx="10008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0" name="Рукописный ввод 59">
                <a:extLst>
                  <a:ext uri="{FF2B5EF4-FFF2-40B4-BE49-F238E27FC236}">
                    <a16:creationId xmlns:a16="http://schemas.microsoft.com/office/drawing/2014/main" id="{668A6DB1-C963-B69A-3DFF-7C0C0075B291}"/>
                  </a:ext>
                </a:extLst>
              </p14:cNvPr>
              <p14:cNvContentPartPr/>
              <p14:nvPr/>
            </p14:nvContentPartPr>
            <p14:xfrm>
              <a:off x="-1710974" y="3620783"/>
              <a:ext cx="149760" cy="72720"/>
            </p14:xfrm>
          </p:contentPart>
        </mc:Choice>
        <mc:Fallback xmlns="">
          <p:pic>
            <p:nvPicPr>
              <p:cNvPr id="60" name="Рукописный ввод 59">
                <a:extLst>
                  <a:ext uri="{FF2B5EF4-FFF2-40B4-BE49-F238E27FC236}">
                    <a16:creationId xmlns:a16="http://schemas.microsoft.com/office/drawing/2014/main" id="{668A6DB1-C963-B69A-3DFF-7C0C0075B291}"/>
                  </a:ext>
                </a:extLst>
              </p:cNvPr>
              <p:cNvPicPr/>
              <p:nvPr/>
            </p:nvPicPr>
            <p:blipFill>
              <a:blip r:embed="rId107"/>
              <a:stretch>
                <a:fillRect/>
              </a:stretch>
            </p:blipFill>
            <p:spPr>
              <a:xfrm>
                <a:off x="-1717094" y="3614663"/>
                <a:ext cx="16200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1" name="Рукописный ввод 60">
                <a:extLst>
                  <a:ext uri="{FF2B5EF4-FFF2-40B4-BE49-F238E27FC236}">
                    <a16:creationId xmlns:a16="http://schemas.microsoft.com/office/drawing/2014/main" id="{E2253E6C-3019-7E37-7B07-50685691CA86}"/>
                  </a:ext>
                </a:extLst>
              </p14:cNvPr>
              <p14:cNvContentPartPr/>
              <p14:nvPr/>
            </p14:nvContentPartPr>
            <p14:xfrm>
              <a:off x="-1645814" y="3972503"/>
              <a:ext cx="209520" cy="35640"/>
            </p14:xfrm>
          </p:contentPart>
        </mc:Choice>
        <mc:Fallback xmlns="">
          <p:pic>
            <p:nvPicPr>
              <p:cNvPr id="61" name="Рукописный ввод 60">
                <a:extLst>
                  <a:ext uri="{FF2B5EF4-FFF2-40B4-BE49-F238E27FC236}">
                    <a16:creationId xmlns:a16="http://schemas.microsoft.com/office/drawing/2014/main" id="{E2253E6C-3019-7E37-7B07-50685691CA86}"/>
                  </a:ext>
                </a:extLst>
              </p:cNvPr>
              <p:cNvPicPr/>
              <p:nvPr/>
            </p:nvPicPr>
            <p:blipFill>
              <a:blip r:embed="rId109"/>
              <a:stretch>
                <a:fillRect/>
              </a:stretch>
            </p:blipFill>
            <p:spPr>
              <a:xfrm>
                <a:off x="-1651934" y="3966383"/>
                <a:ext cx="2217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2" name="Рукописный ввод 61">
                <a:extLst>
                  <a:ext uri="{FF2B5EF4-FFF2-40B4-BE49-F238E27FC236}">
                    <a16:creationId xmlns:a16="http://schemas.microsoft.com/office/drawing/2014/main" id="{7CDE560B-0519-EF77-5280-BF653CE4E5C7}"/>
                  </a:ext>
                </a:extLst>
              </p14:cNvPr>
              <p14:cNvContentPartPr/>
              <p14:nvPr/>
            </p14:nvContentPartPr>
            <p14:xfrm>
              <a:off x="-1401734" y="3927863"/>
              <a:ext cx="51480" cy="59400"/>
            </p14:xfrm>
          </p:contentPart>
        </mc:Choice>
        <mc:Fallback xmlns="">
          <p:pic>
            <p:nvPicPr>
              <p:cNvPr id="62" name="Рукописный ввод 61">
                <a:extLst>
                  <a:ext uri="{FF2B5EF4-FFF2-40B4-BE49-F238E27FC236}">
                    <a16:creationId xmlns:a16="http://schemas.microsoft.com/office/drawing/2014/main" id="{7CDE560B-0519-EF77-5280-BF653CE4E5C7}"/>
                  </a:ext>
                </a:extLst>
              </p:cNvPr>
              <p:cNvPicPr/>
              <p:nvPr/>
            </p:nvPicPr>
            <p:blipFill>
              <a:blip r:embed="rId111"/>
              <a:stretch>
                <a:fillRect/>
              </a:stretch>
            </p:blipFill>
            <p:spPr>
              <a:xfrm>
                <a:off x="-1407854" y="3921743"/>
                <a:ext cx="6372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3" name="Рукописный ввод 62">
                <a:extLst>
                  <a:ext uri="{FF2B5EF4-FFF2-40B4-BE49-F238E27FC236}">
                    <a16:creationId xmlns:a16="http://schemas.microsoft.com/office/drawing/2014/main" id="{D16DDE9A-E47A-D317-8A87-C0AEFD8111FA}"/>
                  </a:ext>
                </a:extLst>
              </p14:cNvPr>
              <p14:cNvContentPartPr/>
              <p14:nvPr/>
            </p14:nvContentPartPr>
            <p14:xfrm>
              <a:off x="-1456814" y="3859463"/>
              <a:ext cx="56520" cy="68040"/>
            </p14:xfrm>
          </p:contentPart>
        </mc:Choice>
        <mc:Fallback xmlns="">
          <p:pic>
            <p:nvPicPr>
              <p:cNvPr id="63" name="Рукописный ввод 62">
                <a:extLst>
                  <a:ext uri="{FF2B5EF4-FFF2-40B4-BE49-F238E27FC236}">
                    <a16:creationId xmlns:a16="http://schemas.microsoft.com/office/drawing/2014/main" id="{D16DDE9A-E47A-D317-8A87-C0AEFD8111FA}"/>
                  </a:ext>
                </a:extLst>
              </p:cNvPr>
              <p:cNvPicPr/>
              <p:nvPr/>
            </p:nvPicPr>
            <p:blipFill>
              <a:blip r:embed="rId113"/>
              <a:stretch>
                <a:fillRect/>
              </a:stretch>
            </p:blipFill>
            <p:spPr>
              <a:xfrm>
                <a:off x="-1462934" y="3853343"/>
                <a:ext cx="687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4" name="Рукописный ввод 63">
                <a:extLst>
                  <a:ext uri="{FF2B5EF4-FFF2-40B4-BE49-F238E27FC236}">
                    <a16:creationId xmlns:a16="http://schemas.microsoft.com/office/drawing/2014/main" id="{6B761675-39D8-B3C6-2D65-4752A07F1AF7}"/>
                  </a:ext>
                </a:extLst>
              </p14:cNvPr>
              <p14:cNvContentPartPr/>
              <p14:nvPr/>
            </p14:nvContentPartPr>
            <p14:xfrm>
              <a:off x="-1286894" y="3745703"/>
              <a:ext cx="81000" cy="34920"/>
            </p14:xfrm>
          </p:contentPart>
        </mc:Choice>
        <mc:Fallback xmlns="">
          <p:pic>
            <p:nvPicPr>
              <p:cNvPr id="64" name="Рукописный ввод 63">
                <a:extLst>
                  <a:ext uri="{FF2B5EF4-FFF2-40B4-BE49-F238E27FC236}">
                    <a16:creationId xmlns:a16="http://schemas.microsoft.com/office/drawing/2014/main" id="{6B761675-39D8-B3C6-2D65-4752A07F1AF7}"/>
                  </a:ext>
                </a:extLst>
              </p:cNvPr>
              <p:cNvPicPr/>
              <p:nvPr/>
            </p:nvPicPr>
            <p:blipFill>
              <a:blip r:embed="rId115"/>
              <a:stretch>
                <a:fillRect/>
              </a:stretch>
            </p:blipFill>
            <p:spPr>
              <a:xfrm>
                <a:off x="-1293014" y="3739583"/>
                <a:ext cx="932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5" name="Рукописный ввод 64">
                <a:extLst>
                  <a:ext uri="{FF2B5EF4-FFF2-40B4-BE49-F238E27FC236}">
                    <a16:creationId xmlns:a16="http://schemas.microsoft.com/office/drawing/2014/main" id="{27DD7CEA-A869-21C5-20BB-7480B3A6D542}"/>
                  </a:ext>
                </a:extLst>
              </p14:cNvPr>
              <p14:cNvContentPartPr/>
              <p14:nvPr/>
            </p14:nvContentPartPr>
            <p14:xfrm>
              <a:off x="-1264574" y="3820943"/>
              <a:ext cx="111960" cy="66600"/>
            </p14:xfrm>
          </p:contentPart>
        </mc:Choice>
        <mc:Fallback xmlns="">
          <p:pic>
            <p:nvPicPr>
              <p:cNvPr id="65" name="Рукописный ввод 64">
                <a:extLst>
                  <a:ext uri="{FF2B5EF4-FFF2-40B4-BE49-F238E27FC236}">
                    <a16:creationId xmlns:a16="http://schemas.microsoft.com/office/drawing/2014/main" id="{27DD7CEA-A869-21C5-20BB-7480B3A6D542}"/>
                  </a:ext>
                </a:extLst>
              </p:cNvPr>
              <p:cNvPicPr/>
              <p:nvPr/>
            </p:nvPicPr>
            <p:blipFill>
              <a:blip r:embed="rId117"/>
              <a:stretch>
                <a:fillRect/>
              </a:stretch>
            </p:blipFill>
            <p:spPr>
              <a:xfrm>
                <a:off x="-1270694" y="3814823"/>
                <a:ext cx="12420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6" name="Рукописный ввод 65">
                <a:extLst>
                  <a:ext uri="{FF2B5EF4-FFF2-40B4-BE49-F238E27FC236}">
                    <a16:creationId xmlns:a16="http://schemas.microsoft.com/office/drawing/2014/main" id="{8DF21419-002C-B785-541F-DBDD27D05514}"/>
                  </a:ext>
                </a:extLst>
              </p14:cNvPr>
              <p14:cNvContentPartPr/>
              <p14:nvPr/>
            </p14:nvContentPartPr>
            <p14:xfrm>
              <a:off x="-1024454" y="3665783"/>
              <a:ext cx="137160" cy="353520"/>
            </p14:xfrm>
          </p:contentPart>
        </mc:Choice>
        <mc:Fallback xmlns="">
          <p:pic>
            <p:nvPicPr>
              <p:cNvPr id="66" name="Рукописный ввод 65">
                <a:extLst>
                  <a:ext uri="{FF2B5EF4-FFF2-40B4-BE49-F238E27FC236}">
                    <a16:creationId xmlns:a16="http://schemas.microsoft.com/office/drawing/2014/main" id="{8DF21419-002C-B785-541F-DBDD27D05514}"/>
                  </a:ext>
                </a:extLst>
              </p:cNvPr>
              <p:cNvPicPr/>
              <p:nvPr/>
            </p:nvPicPr>
            <p:blipFill>
              <a:blip r:embed="rId119"/>
              <a:stretch>
                <a:fillRect/>
              </a:stretch>
            </p:blipFill>
            <p:spPr>
              <a:xfrm>
                <a:off x="-1030574" y="3659663"/>
                <a:ext cx="14940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7" name="Рукописный ввод 66">
                <a:extLst>
                  <a:ext uri="{FF2B5EF4-FFF2-40B4-BE49-F238E27FC236}">
                    <a16:creationId xmlns:a16="http://schemas.microsoft.com/office/drawing/2014/main" id="{595E869D-5314-38A3-1379-AF4ABD83A3AB}"/>
                  </a:ext>
                </a:extLst>
              </p14:cNvPr>
              <p14:cNvContentPartPr/>
              <p14:nvPr/>
            </p14:nvContentPartPr>
            <p14:xfrm>
              <a:off x="-1931294" y="4284623"/>
              <a:ext cx="307440" cy="247320"/>
            </p14:xfrm>
          </p:contentPart>
        </mc:Choice>
        <mc:Fallback xmlns="">
          <p:pic>
            <p:nvPicPr>
              <p:cNvPr id="67" name="Рукописный ввод 66">
                <a:extLst>
                  <a:ext uri="{FF2B5EF4-FFF2-40B4-BE49-F238E27FC236}">
                    <a16:creationId xmlns:a16="http://schemas.microsoft.com/office/drawing/2014/main" id="{595E869D-5314-38A3-1379-AF4ABD83A3AB}"/>
                  </a:ext>
                </a:extLst>
              </p:cNvPr>
              <p:cNvPicPr/>
              <p:nvPr/>
            </p:nvPicPr>
            <p:blipFill>
              <a:blip r:embed="rId121"/>
              <a:stretch>
                <a:fillRect/>
              </a:stretch>
            </p:blipFill>
            <p:spPr>
              <a:xfrm>
                <a:off x="-1937414" y="4278503"/>
                <a:ext cx="31968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8" name="Рукописный ввод 67">
                <a:extLst>
                  <a:ext uri="{FF2B5EF4-FFF2-40B4-BE49-F238E27FC236}">
                    <a16:creationId xmlns:a16="http://schemas.microsoft.com/office/drawing/2014/main" id="{DC433829-0257-FA0D-4C7A-A9D38F2E3FF3}"/>
                  </a:ext>
                </a:extLst>
              </p14:cNvPr>
              <p14:cNvContentPartPr/>
              <p14:nvPr/>
            </p14:nvContentPartPr>
            <p14:xfrm>
              <a:off x="-1520174" y="4273463"/>
              <a:ext cx="151920" cy="63720"/>
            </p14:xfrm>
          </p:contentPart>
        </mc:Choice>
        <mc:Fallback xmlns="">
          <p:pic>
            <p:nvPicPr>
              <p:cNvPr id="68" name="Рукописный ввод 67">
                <a:extLst>
                  <a:ext uri="{FF2B5EF4-FFF2-40B4-BE49-F238E27FC236}">
                    <a16:creationId xmlns:a16="http://schemas.microsoft.com/office/drawing/2014/main" id="{DC433829-0257-FA0D-4C7A-A9D38F2E3FF3}"/>
                  </a:ext>
                </a:extLst>
              </p:cNvPr>
              <p:cNvPicPr/>
              <p:nvPr/>
            </p:nvPicPr>
            <p:blipFill>
              <a:blip r:embed="rId123"/>
              <a:stretch>
                <a:fillRect/>
              </a:stretch>
            </p:blipFill>
            <p:spPr>
              <a:xfrm>
                <a:off x="-1526294" y="4267343"/>
                <a:ext cx="1641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9" name="Рукописный ввод 68">
                <a:extLst>
                  <a:ext uri="{FF2B5EF4-FFF2-40B4-BE49-F238E27FC236}">
                    <a16:creationId xmlns:a16="http://schemas.microsoft.com/office/drawing/2014/main" id="{1A3BDE96-C926-61E0-580B-6D1714F702FF}"/>
                  </a:ext>
                </a:extLst>
              </p14:cNvPr>
              <p14:cNvContentPartPr/>
              <p14:nvPr/>
            </p14:nvContentPartPr>
            <p14:xfrm>
              <a:off x="-1460054" y="4360223"/>
              <a:ext cx="140760" cy="50040"/>
            </p14:xfrm>
          </p:contentPart>
        </mc:Choice>
        <mc:Fallback xmlns="">
          <p:pic>
            <p:nvPicPr>
              <p:cNvPr id="69" name="Рукописный ввод 68">
                <a:extLst>
                  <a:ext uri="{FF2B5EF4-FFF2-40B4-BE49-F238E27FC236}">
                    <a16:creationId xmlns:a16="http://schemas.microsoft.com/office/drawing/2014/main" id="{1A3BDE96-C926-61E0-580B-6D1714F702FF}"/>
                  </a:ext>
                </a:extLst>
              </p:cNvPr>
              <p:cNvPicPr/>
              <p:nvPr/>
            </p:nvPicPr>
            <p:blipFill>
              <a:blip r:embed="rId125"/>
              <a:stretch>
                <a:fillRect/>
              </a:stretch>
            </p:blipFill>
            <p:spPr>
              <a:xfrm>
                <a:off x="-1466174" y="4354103"/>
                <a:ext cx="1530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0" name="Рукописный ввод 69">
                <a:extLst>
                  <a:ext uri="{FF2B5EF4-FFF2-40B4-BE49-F238E27FC236}">
                    <a16:creationId xmlns:a16="http://schemas.microsoft.com/office/drawing/2014/main" id="{41013A3D-282C-82F6-3DC6-DD713D8A4D96}"/>
                  </a:ext>
                </a:extLst>
              </p14:cNvPr>
              <p14:cNvContentPartPr/>
              <p14:nvPr/>
            </p14:nvContentPartPr>
            <p14:xfrm>
              <a:off x="-1195094" y="4175903"/>
              <a:ext cx="66240" cy="317880"/>
            </p14:xfrm>
          </p:contentPart>
        </mc:Choice>
        <mc:Fallback xmlns="">
          <p:pic>
            <p:nvPicPr>
              <p:cNvPr id="70" name="Рукописный ввод 69">
                <a:extLst>
                  <a:ext uri="{FF2B5EF4-FFF2-40B4-BE49-F238E27FC236}">
                    <a16:creationId xmlns:a16="http://schemas.microsoft.com/office/drawing/2014/main" id="{41013A3D-282C-82F6-3DC6-DD713D8A4D96}"/>
                  </a:ext>
                </a:extLst>
              </p:cNvPr>
              <p:cNvPicPr/>
              <p:nvPr/>
            </p:nvPicPr>
            <p:blipFill>
              <a:blip r:embed="rId127"/>
              <a:stretch>
                <a:fillRect/>
              </a:stretch>
            </p:blipFill>
            <p:spPr>
              <a:xfrm>
                <a:off x="-1201214" y="4169783"/>
                <a:ext cx="7848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1" name="Рукописный ввод 70">
                <a:extLst>
                  <a:ext uri="{FF2B5EF4-FFF2-40B4-BE49-F238E27FC236}">
                    <a16:creationId xmlns:a16="http://schemas.microsoft.com/office/drawing/2014/main" id="{A0DD49DC-2293-B448-8CEC-0E6282F36995}"/>
                  </a:ext>
                </a:extLst>
              </p14:cNvPr>
              <p14:cNvContentPartPr/>
              <p14:nvPr/>
            </p14:nvContentPartPr>
            <p14:xfrm>
              <a:off x="-1086014" y="4137743"/>
              <a:ext cx="209520" cy="385200"/>
            </p14:xfrm>
          </p:contentPart>
        </mc:Choice>
        <mc:Fallback xmlns="">
          <p:pic>
            <p:nvPicPr>
              <p:cNvPr id="71" name="Рукописный ввод 70">
                <a:extLst>
                  <a:ext uri="{FF2B5EF4-FFF2-40B4-BE49-F238E27FC236}">
                    <a16:creationId xmlns:a16="http://schemas.microsoft.com/office/drawing/2014/main" id="{A0DD49DC-2293-B448-8CEC-0E6282F36995}"/>
                  </a:ext>
                </a:extLst>
              </p:cNvPr>
              <p:cNvPicPr/>
              <p:nvPr/>
            </p:nvPicPr>
            <p:blipFill>
              <a:blip r:embed="rId129"/>
              <a:stretch>
                <a:fillRect/>
              </a:stretch>
            </p:blipFill>
            <p:spPr>
              <a:xfrm>
                <a:off x="-1092134" y="4131623"/>
                <a:ext cx="221760" cy="397440"/>
              </a:xfrm>
              <a:prstGeom prst="rect">
                <a:avLst/>
              </a:prstGeom>
            </p:spPr>
          </p:pic>
        </mc:Fallback>
      </mc:AlternateContent>
    </p:spTree>
    <p:extLst>
      <p:ext uri="{BB962C8B-B14F-4D97-AF65-F5344CB8AC3E}">
        <p14:creationId xmlns:p14="http://schemas.microsoft.com/office/powerpoint/2010/main" val="635110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48FFF051-3396-DD96-2D55-1F83861971AF}"/>
              </a:ext>
            </a:extLst>
          </p:cNvPr>
          <p:cNvSpPr>
            <a:spLocks noGrp="1"/>
          </p:cNvSpPr>
          <p:nvPr>
            <p:ph type="sldNum" sz="quarter" idx="12"/>
          </p:nvPr>
        </p:nvSpPr>
        <p:spPr/>
        <p:txBody>
          <a:bodyPr/>
          <a:lstStyle/>
          <a:p>
            <a:fld id="{CC173F88-3387-453B-9303-AC0210B95CB8}" type="slidenum">
              <a:rPr lang="ru-RU" smtClean="0"/>
              <a:pPr/>
              <a:t>31</a:t>
            </a:fld>
            <a:endParaRPr lang="ru-RU" dirty="0"/>
          </a:p>
        </p:txBody>
      </p:sp>
      <p:sp>
        <p:nvSpPr>
          <p:cNvPr id="5" name="Прямоугольник 4">
            <a:extLst>
              <a:ext uri="{FF2B5EF4-FFF2-40B4-BE49-F238E27FC236}">
                <a16:creationId xmlns:a16="http://schemas.microsoft.com/office/drawing/2014/main" id="{060B357C-F1C1-8180-A88A-37731465A666}"/>
              </a:ext>
            </a:extLst>
          </p:cNvPr>
          <p:cNvSpPr/>
          <p:nvPr/>
        </p:nvSpPr>
        <p:spPr>
          <a:xfrm>
            <a:off x="0" y="0"/>
            <a:ext cx="9144000" cy="419100"/>
          </a:xfrm>
          <a:prstGeom prst="rect">
            <a:avLst/>
          </a:prstGeom>
          <a:gradFill>
            <a:gsLst>
              <a:gs pos="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rPr>
              <a:t>Задачи</a:t>
            </a:r>
            <a:endParaRPr lang="ru-RU"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BB16421-1B0D-16D6-F9DD-BCE4D45D25A5}"/>
                  </a:ext>
                </a:extLst>
              </p:cNvPr>
              <p:cNvSpPr txBox="1"/>
              <p:nvPr/>
            </p:nvSpPr>
            <p:spPr>
              <a:xfrm>
                <a:off x="0" y="419100"/>
                <a:ext cx="9144000" cy="6291531"/>
              </a:xfrm>
              <a:prstGeom prst="rect">
                <a:avLst/>
              </a:prstGeom>
              <a:noFill/>
            </p:spPr>
            <p:txBody>
              <a:bodyPr wrap="square" rtlCol="0">
                <a:spAutoFit/>
              </a:bodyPr>
              <a:lstStyle/>
              <a:p>
                <a:pPr algn="just"/>
                <a:r>
                  <a:rPr lang="ru-RU" b="1" dirty="0">
                    <a:solidFill>
                      <a:srgbClr val="3333FF"/>
                    </a:solidFill>
                  </a:rPr>
                  <a:t>Задача из модуля</a:t>
                </a:r>
                <a:r>
                  <a:rPr lang="ru-RU" dirty="0"/>
                  <a:t>: Необходимо сложить 10000 величин, каждая из которых округляется до </a:t>
                </a:r>
                <a14:m>
                  <m:oMath xmlns:m="http://schemas.openxmlformats.org/officeDocument/2006/math">
                    <m:r>
                      <m:rPr>
                        <m:sty m:val="p"/>
                      </m:rPr>
                      <a:rPr lang="ru-RU">
                        <a:latin typeface="Cambria Math" panose="02040503050406030204" pitchFamily="18" charset="0"/>
                      </a:rPr>
                      <m:t>Δ</m:t>
                    </m:r>
                    <m:r>
                      <a:rPr lang="ru-RU" i="1">
                        <a:latin typeface="Cambria Math" panose="02040503050406030204" pitchFamily="18" charset="0"/>
                      </a:rPr>
                      <m:t>=</m:t>
                    </m:r>
                    <m:sSup>
                      <m:sSupPr>
                        <m:ctrlPr>
                          <a:rPr lang="ru-RU" i="1">
                            <a:latin typeface="Cambria Math" panose="02040503050406030204" pitchFamily="18" charset="0"/>
                          </a:rPr>
                        </m:ctrlPr>
                      </m:sSupPr>
                      <m:e>
                        <m:r>
                          <a:rPr lang="ru-RU" i="1">
                            <a:latin typeface="Cambria Math" panose="02040503050406030204" pitchFamily="18" charset="0"/>
                          </a:rPr>
                          <m:t>10</m:t>
                        </m:r>
                      </m:e>
                      <m:sup>
                        <m:r>
                          <a:rPr lang="ru-RU" i="1">
                            <a:latin typeface="Cambria Math" panose="02040503050406030204" pitchFamily="18" charset="0"/>
                          </a:rPr>
                          <m:t>−3</m:t>
                        </m:r>
                      </m:sup>
                    </m:sSup>
                  </m:oMath>
                </a14:m>
                <a:r>
                  <a:rPr lang="ru-RU" dirty="0"/>
                  <a:t>. Оцените суммарную погрешность округления.</a:t>
                </a:r>
              </a:p>
              <a:p>
                <a:pPr algn="just"/>
                <a:r>
                  <a:rPr lang="ru-RU" b="1" dirty="0">
                    <a:solidFill>
                      <a:srgbClr val="006400"/>
                    </a:solidFill>
                  </a:rPr>
                  <a:t>Решение: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𝜉</m:t>
                        </m:r>
                      </m:e>
                      <m:sub>
                        <m:r>
                          <a:rPr lang="en-US" b="0" i="1" smtClean="0">
                            <a:solidFill>
                              <a:schemeClr val="tx1"/>
                            </a:solidFill>
                            <a:latin typeface="Cambria Math" panose="02040503050406030204" pitchFamily="18" charset="0"/>
                          </a:rPr>
                          <m:t>𝑖</m:t>
                        </m:r>
                      </m:sub>
                    </m:sSub>
                    <m:r>
                      <a:rPr lang="en-US" b="0" i="1" smtClean="0">
                        <a:solidFill>
                          <a:schemeClr val="tx1"/>
                        </a:solidFill>
                        <a:latin typeface="Cambria Math" panose="02040503050406030204" pitchFamily="18" charset="0"/>
                      </a:rPr>
                      <m:t>− </m:t>
                    </m:r>
                  </m:oMath>
                </a14:m>
                <a:r>
                  <a:rPr lang="ru-RU" dirty="0"/>
                  <a:t>погрешность </a:t>
                </a:r>
                <a14:m>
                  <m:oMath xmlns:m="http://schemas.openxmlformats.org/officeDocument/2006/math">
                    <m:r>
                      <a:rPr lang="en-US" i="1" dirty="0" smtClean="0">
                        <a:latin typeface="Cambria Math" panose="02040503050406030204" pitchFamily="18" charset="0"/>
                      </a:rPr>
                      <m:t>𝑖</m:t>
                    </m:r>
                    <m:r>
                      <a:rPr lang="ru-RU" b="0" i="0" dirty="0" smtClean="0">
                        <a:latin typeface="Cambria Math" panose="02040503050406030204" pitchFamily="18" charset="0"/>
                      </a:rPr>
                      <m:t>−</m:t>
                    </m:r>
                  </m:oMath>
                </a14:m>
                <a:r>
                  <a:rPr lang="ru-RU" dirty="0"/>
                  <a:t>того округления должна попасть в интервал</a:t>
                </a:r>
                <a:r>
                  <a:rPr lang="en-US" dirty="0"/>
                  <a:t>                                   </a:t>
                </a:r>
                <a:r>
                  <a:rPr lang="ru-RU" dirty="0"/>
                  <a:t> </a:t>
                </a:r>
                <a14:m>
                  <m:oMath xmlns:m="http://schemas.openxmlformats.org/officeDocument/2006/math">
                    <m:r>
                      <a:rPr lang="ru-RU" b="0" i="1" smtClean="0">
                        <a:solidFill>
                          <a:schemeClr val="tx1"/>
                        </a:solidFill>
                        <a:latin typeface="Cambria Math" panose="02040503050406030204" pitchFamily="18" charset="0"/>
                      </a:rPr>
                      <m:t>−0.5⋅</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10</m:t>
                        </m:r>
                      </m:e>
                      <m:sup>
                        <m:r>
                          <a:rPr lang="en-US" b="0" i="1" smtClean="0">
                            <a:solidFill>
                              <a:schemeClr val="tx1"/>
                            </a:solidFill>
                            <a:latin typeface="Cambria Math" panose="02040503050406030204" pitchFamily="18" charset="0"/>
                          </a:rPr>
                          <m:t>−3</m:t>
                        </m:r>
                      </m:sup>
                    </m:sSup>
                    <m:r>
                      <a:rPr lang="en-US" b="0" i="1" smtClean="0">
                        <a:solidFill>
                          <a:schemeClr val="tx1"/>
                        </a:solidFill>
                        <a:latin typeface="Cambria Math" panose="02040503050406030204" pitchFamily="18" charset="0"/>
                      </a:rPr>
                      <m:t>&lt;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𝜉</m:t>
                        </m:r>
                      </m:e>
                      <m:sub>
                        <m:r>
                          <a:rPr lang="en-US" b="0" i="1" smtClean="0">
                            <a:solidFill>
                              <a:schemeClr val="tx1"/>
                            </a:solidFill>
                            <a:latin typeface="Cambria Math" panose="02040503050406030204" pitchFamily="18" charset="0"/>
                          </a:rPr>
                          <m:t>𝑖</m:t>
                        </m:r>
                      </m:sub>
                    </m:sSub>
                    <m:r>
                      <a:rPr lang="en-US" b="0" i="1" smtClean="0">
                        <a:solidFill>
                          <a:schemeClr val="tx1"/>
                        </a:solidFill>
                        <a:latin typeface="Cambria Math" panose="02040503050406030204" pitchFamily="18" charset="0"/>
                      </a:rPr>
                      <m:t>&lt;0.5⋅</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10</m:t>
                        </m:r>
                      </m:e>
                      <m:sup>
                        <m:r>
                          <a:rPr lang="en-US" b="0" i="1" smtClean="0">
                            <a:solidFill>
                              <a:schemeClr val="tx1"/>
                            </a:solidFill>
                            <a:latin typeface="Cambria Math" panose="02040503050406030204" pitchFamily="18" charset="0"/>
                          </a:rPr>
                          <m:t>−3</m:t>
                        </m:r>
                      </m:sup>
                    </m:sSup>
                  </m:oMath>
                </a14:m>
                <a:r>
                  <a:rPr lang="en-US" dirty="0">
                    <a:solidFill>
                      <a:schemeClr val="tx1"/>
                    </a:solidFill>
                  </a:rPr>
                  <a:t>, </a:t>
                </a:r>
                <a:r>
                  <a:rPr lang="ru-RU" dirty="0">
                    <a:solidFill>
                      <a:schemeClr val="tx1"/>
                    </a:solidFill>
                  </a:rPr>
                  <a:t>тогда суммарная погрешность будет:</a:t>
                </a:r>
              </a:p>
              <a:p>
                <a:pPr>
                  <a:spcAft>
                    <a:spcPts val="600"/>
                  </a:spcAft>
                </a:pPr>
                <a:r>
                  <a:rPr lang="ru-RU" dirty="0">
                    <a:solidFill>
                      <a:srgbClr val="006400"/>
                    </a:solidFill>
                  </a:rPr>
                  <a:t> </a:t>
                </a:r>
                <a14:m>
                  <m:oMath xmlns:m="http://schemas.openxmlformats.org/officeDocument/2006/math">
                    <m:r>
                      <a:rPr lang="ru-RU" i="1">
                        <a:latin typeface="Cambria Math" panose="02040503050406030204" pitchFamily="18" charset="0"/>
                      </a:rPr>
                      <m:t>−0.5⋅</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4</m:t>
                        </m:r>
                      </m:sup>
                    </m:sSup>
                    <m:r>
                      <a:rPr lang="en-US" i="1">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𝑖</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r>
                      <a:rPr lang="en-US" i="1">
                        <a:latin typeface="Cambria Math" panose="02040503050406030204" pitchFamily="18" charset="0"/>
                      </a:rPr>
                      <m:t>&lt;0.5⋅</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r>
                      <a:rPr lang="en-US" b="0" i="0" smtClean="0">
                        <a:solidFill>
                          <a:schemeClr val="tx1"/>
                        </a:solidFill>
                        <a:latin typeface="Cambria Math" panose="02040503050406030204" pitchFamily="18" charset="0"/>
                      </a:rPr>
                      <m:t>.</m:t>
                    </m:r>
                  </m:oMath>
                </a14:m>
                <a:r>
                  <a:rPr lang="en-US" dirty="0">
                    <a:solidFill>
                      <a:schemeClr val="tx1"/>
                    </a:solidFill>
                  </a:rPr>
                  <a:t> </a:t>
                </a:r>
                <a:r>
                  <a:rPr lang="ru-RU" dirty="0">
                    <a:solidFill>
                      <a:schemeClr val="tx1"/>
                    </a:solidFill>
                  </a:rPr>
                  <a:t> Очевидно, что суммарная погрешность всегда попадает в интервал </a:t>
                </a:r>
                <a14:m>
                  <m:oMath xmlns:m="http://schemas.openxmlformats.org/officeDocument/2006/math">
                    <m:r>
                      <a:rPr lang="en-US" b="0" i="0" dirty="0" smtClean="0">
                        <a:solidFill>
                          <a:schemeClr val="tx1"/>
                        </a:solidFill>
                        <a:latin typeface="Cambria Math" panose="02040503050406030204" pitchFamily="18" charset="0"/>
                      </a:rPr>
                      <m:t>[</m:t>
                    </m:r>
                    <m:r>
                      <a:rPr lang="ru-RU" i="1" dirty="0" smtClean="0">
                        <a:solidFill>
                          <a:schemeClr val="tx1"/>
                        </a:solidFill>
                        <a:latin typeface="Cambria Math" panose="02040503050406030204" pitchFamily="18" charset="0"/>
                      </a:rPr>
                      <m:t>−5; 5</m:t>
                    </m:r>
                    <m:r>
                      <a:rPr lang="en-US" b="0" i="1" dirty="0" smtClean="0">
                        <a:solidFill>
                          <a:schemeClr val="tx1"/>
                        </a:solidFill>
                        <a:latin typeface="Cambria Math" panose="02040503050406030204" pitchFamily="18" charset="0"/>
                      </a:rPr>
                      <m:t>]</m:t>
                    </m:r>
                  </m:oMath>
                </a14:m>
                <a:r>
                  <a:rPr lang="ru-RU" dirty="0">
                    <a:solidFill>
                      <a:schemeClr val="tx1"/>
                    </a:solidFill>
                  </a:rPr>
                  <a:t>. </a:t>
                </a:r>
                <a:r>
                  <a:rPr lang="ru-RU" dirty="0"/>
                  <a:t>Ошибка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rPr>
                          <m:t>𝜉</m:t>
                        </m:r>
                      </m:e>
                      <m:sub>
                        <m:r>
                          <a:rPr lang="ru-RU" i="1">
                            <a:latin typeface="Cambria Math" panose="02040503050406030204" pitchFamily="18" charset="0"/>
                          </a:rPr>
                          <m:t>𝑖</m:t>
                        </m:r>
                      </m:sub>
                    </m:sSub>
                    <m:r>
                      <a:rPr lang="ru-RU" i="1">
                        <a:latin typeface="Cambria Math" panose="02040503050406030204" pitchFamily="18" charset="0"/>
                      </a:rPr>
                      <m:t> </m:t>
                    </m:r>
                  </m:oMath>
                </a14:m>
                <a:r>
                  <a:rPr lang="ru-RU" dirty="0"/>
                  <a:t>равномерна на интервале  </a:t>
                </a:r>
                <a14:m>
                  <m:oMath xmlns:m="http://schemas.openxmlformats.org/officeDocument/2006/math">
                    <m:r>
                      <a:rPr lang="en-US" b="0" i="0" smtClean="0">
                        <a:latin typeface="Cambria Math" panose="02040503050406030204" pitchFamily="18" charset="0"/>
                      </a:rPr>
                      <m:t>±</m:t>
                    </m:r>
                    <m:r>
                      <m:rPr>
                        <m:sty m:val="p"/>
                      </m:rPr>
                      <a:rPr lang="ru-RU">
                        <a:latin typeface="Cambria Math" panose="02040503050406030204" pitchFamily="18" charset="0"/>
                      </a:rPr>
                      <m:t>Δ</m:t>
                    </m:r>
                    <m:r>
                      <m:rPr>
                        <m:lit/>
                      </m:rPr>
                      <a:rPr lang="en-US" b="0" i="0" smtClean="0">
                        <a:latin typeface="Cambria Math" panose="02040503050406030204" pitchFamily="18" charset="0"/>
                      </a:rPr>
                      <m:t>/</m:t>
                    </m:r>
                    <m:r>
                      <a:rPr lang="en-US" b="0" i="0" smtClean="0">
                        <a:latin typeface="Cambria Math" panose="02040503050406030204" pitchFamily="18" charset="0"/>
                      </a:rPr>
                      <m:t>2</m:t>
                    </m:r>
                  </m:oMath>
                </a14:m>
                <a:r>
                  <a:rPr lang="en-US" dirty="0">
                    <a:solidFill>
                      <a:schemeClr val="tx1"/>
                    </a:solidFill>
                  </a:rPr>
                  <a:t>, </a:t>
                </a:r>
                <a:r>
                  <a:rPr lang="ru-RU" dirty="0">
                    <a:solidFill>
                      <a:schemeClr val="tx1"/>
                    </a:solidFill>
                  </a:rPr>
                  <a:t>тогда числовые характеристики</a:t>
                </a:r>
                <a:r>
                  <a:rPr lang="ru-RU" dirty="0"/>
                  <a:t>: </a:t>
                </a:r>
                <a14:m>
                  <m:oMath xmlns:m="http://schemas.openxmlformats.org/officeDocument/2006/math">
                    <m:r>
                      <a:rPr lang="en-US" b="0" i="1" smtClean="0">
                        <a:latin typeface="Cambria Math" panose="02040503050406030204" pitchFamily="18" charset="0"/>
                      </a:rPr>
                      <m:t>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num>
                      <m:den>
                        <m:r>
                          <a:rPr lang="en-US" b="0" i="1" smtClean="0">
                            <a:latin typeface="Cambria Math" panose="02040503050406030204" pitchFamily="18" charset="0"/>
                          </a:rPr>
                          <m:t>2</m:t>
                        </m:r>
                      </m:den>
                    </m:f>
                    <m:r>
                      <a:rPr lang="en-US" b="0" i="1" smtClean="0">
                        <a:latin typeface="Cambria Math" panose="02040503050406030204" pitchFamily="18" charset="0"/>
                      </a:rPr>
                      <m:t>=0</m:t>
                    </m:r>
                  </m:oMath>
                </a14:m>
                <a:r>
                  <a:rPr lang="en-US" dirty="0">
                    <a:solidFill>
                      <a:schemeClr val="tx1"/>
                    </a:solidFill>
                  </a:rPr>
                  <a:t> </a:t>
                </a:r>
                <a:r>
                  <a:rPr lang="ru-RU" dirty="0">
                    <a:solidFill>
                      <a:schemeClr val="tx1"/>
                    </a:solidFill>
                  </a:rPr>
                  <a:t>и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𝐷</m:t>
                        </m:r>
                        <m:r>
                          <a:rPr lang="en-US" i="1">
                            <a:latin typeface="Cambria Math" panose="02040503050406030204" pitchFamily="18" charset="0"/>
                          </a:rPr>
                          <m:t>𝜉</m:t>
                        </m:r>
                      </m:e>
                      <m:sub>
                        <m:r>
                          <a:rPr lang="en-US" i="1">
                            <a:latin typeface="Cambria Math" panose="02040503050406030204" pitchFamily="18" charset="0"/>
                          </a:rPr>
                          <m:t>𝑖</m:t>
                        </m:r>
                      </m:sub>
                    </m:sSub>
                    <m:r>
                      <a:rPr lang="en-US" i="1">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e>
                                </m:d>
                              </m:e>
                              <m:sup>
                                <m:r>
                                  <a:rPr lang="en-US" b="0" i="1" smtClean="0">
                                    <a:latin typeface="Cambria Math" panose="02040503050406030204" pitchFamily="18" charset="0"/>
                                  </a:rPr>
                                  <m:t>2</m:t>
                                </m:r>
                              </m:sup>
                            </m:sSup>
                          </m:e>
                          <m:sup>
                            <m:r>
                              <a:rPr lang="en-US" b="0" i="1" smtClean="0">
                                <a:latin typeface="Cambria Math" panose="02040503050406030204" pitchFamily="18" charset="0"/>
                              </a:rPr>
                              <m:t> </m:t>
                            </m:r>
                          </m:sup>
                        </m:sSup>
                      </m:num>
                      <m:den>
                        <m:r>
                          <a:rPr lang="en-US" b="0" i="1" smtClean="0">
                            <a:latin typeface="Cambria Math" panose="02040503050406030204" pitchFamily="18" charset="0"/>
                          </a:rPr>
                          <m:t>12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num>
                      <m:den>
                        <m:r>
                          <a:rPr lang="en-US" b="0" i="1" smtClean="0">
                            <a:latin typeface="Cambria Math" panose="02040503050406030204" pitchFamily="18" charset="0"/>
                          </a:rPr>
                          <m:t>12</m:t>
                        </m:r>
                      </m:den>
                    </m:f>
                  </m:oMath>
                </a14:m>
                <a:r>
                  <a:rPr lang="en-US" dirty="0"/>
                  <a:t>. </a:t>
                </a:r>
                <a:r>
                  <a:rPr lang="ru-RU" dirty="0"/>
                  <a:t>Обозначим через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𝜉</m:t>
                        </m:r>
                      </m:e>
                      <m:sub>
                        <m:r>
                          <a:rPr lang="en-US" b="0" i="1" smtClean="0">
                            <a:latin typeface="Cambria Math" panose="02040503050406030204" pitchFamily="18" charset="0"/>
                          </a:rPr>
                          <m:t>𝑛</m:t>
                        </m:r>
                      </m:sub>
                    </m:sSub>
                  </m:oMath>
                </a14:m>
                <a:r>
                  <a:rPr lang="en-US" dirty="0"/>
                  <a:t> </a:t>
                </a:r>
                <a:r>
                  <a:rPr lang="ru-RU" dirty="0"/>
                  <a:t>сумму </a:t>
                </a:r>
                <a14:m>
                  <m:oMath xmlns:m="http://schemas.openxmlformats.org/officeDocument/2006/math">
                    <m:r>
                      <a:rPr lang="en-US" i="1" dirty="0" smtClean="0">
                        <a:latin typeface="Cambria Math" panose="02040503050406030204" pitchFamily="18" charset="0"/>
                      </a:rPr>
                      <m:t>𝑛</m:t>
                    </m:r>
                    <m:r>
                      <a:rPr lang="ru-RU" b="0" i="1" dirty="0" smtClean="0">
                        <a:latin typeface="Cambria Math" panose="02040503050406030204" pitchFamily="18" charset="0"/>
                      </a:rPr>
                      <m:t>=10000</m:t>
                    </m:r>
                  </m:oMath>
                </a14:m>
                <a:r>
                  <a:rPr lang="en-US" dirty="0"/>
                  <a:t> </a:t>
                </a:r>
                <a:r>
                  <a:rPr lang="ru-RU" dirty="0"/>
                  <a:t>погрешностей. Нормальное приближение по ЦПТ:</a:t>
                </a:r>
              </a:p>
              <a:p>
                <a:pPr algn="ctr"/>
                <a14:m>
                  <m:oMath xmlns:m="http://schemas.openxmlformats.org/officeDocument/2006/math">
                    <m:r>
                      <a:rPr lang="en-US" b="0" i="1" smtClean="0">
                        <a:solidFill>
                          <a:schemeClr val="tx1"/>
                        </a:solidFill>
                        <a:latin typeface="Cambria Math" panose="02040503050406030204" pitchFamily="18" charset="0"/>
                      </a:rPr>
                      <m:t>𝑃</m:t>
                    </m:r>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𝑛</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𝑛𝑀</m:t>
                            </m:r>
                            <m:r>
                              <a:rPr lang="en-US" b="0" i="1" smtClean="0">
                                <a:solidFill>
                                  <a:schemeClr val="tx1"/>
                                </a:solidFill>
                                <a:latin typeface="Cambria Math" panose="02040503050406030204" pitchFamily="18" charset="0"/>
                              </a:rPr>
                              <m:t>𝜉</m:t>
                            </m:r>
                          </m:num>
                          <m:den>
                            <m:rad>
                              <m:radPr>
                                <m:degHide m:val="on"/>
                                <m:ctrlPr>
                                  <a:rPr lang="en-US" b="0" i="1" smtClean="0">
                                    <a:solidFill>
                                      <a:schemeClr val="tx1"/>
                                    </a:solidFill>
                                    <a:latin typeface="Cambria Math" panose="02040503050406030204" pitchFamily="18" charset="0"/>
                                  </a:rPr>
                                </m:ctrlPr>
                              </m:radPr>
                              <m:deg/>
                              <m:e>
                                <m:r>
                                  <a:rPr lang="en-US" b="0" i="1" smtClean="0">
                                    <a:solidFill>
                                      <a:schemeClr val="tx1"/>
                                    </a:solidFill>
                                    <a:latin typeface="Cambria Math" panose="02040503050406030204" pitchFamily="18" charset="0"/>
                                  </a:rPr>
                                  <m:t>𝑛𝐷</m:t>
                                </m:r>
                                <m:r>
                                  <a:rPr lang="en-US" b="0" i="1" smtClean="0">
                                    <a:solidFill>
                                      <a:schemeClr val="tx1"/>
                                    </a:solidFill>
                                    <a:latin typeface="Cambria Math" panose="02040503050406030204" pitchFamily="18" charset="0"/>
                                  </a:rPr>
                                  <m:t>𝜉</m:t>
                                </m:r>
                              </m:e>
                            </m:rad>
                          </m:den>
                        </m:f>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𝑦</m:t>
                        </m:r>
                      </m:e>
                    </m:d>
                    <m:r>
                      <a:rPr lang="en-US" b="0" i="1" smtClean="0">
                        <a:solidFill>
                          <a:schemeClr val="tx1"/>
                        </a:solidFill>
                        <a:latin typeface="Cambria Math" panose="02040503050406030204" pitchFamily="18" charset="0"/>
                      </a:rPr>
                      <m:t>→</m:t>
                    </m:r>
                    <m:r>
                      <m:rPr>
                        <m:sty m:val="p"/>
                      </m:rPr>
                      <a:rPr lang="en-US" b="0" i="0" smtClean="0">
                        <a:solidFill>
                          <a:schemeClr val="tx1"/>
                        </a:solidFill>
                        <a:latin typeface="Cambria Math" panose="02040503050406030204" pitchFamily="18" charset="0"/>
                      </a:rPr>
                      <m:t>Φ</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𝑦</m:t>
                        </m:r>
                      </m:e>
                    </m:d>
                    <m:r>
                      <a:rPr lang="en-US" b="0" i="1" smtClean="0">
                        <a:solidFill>
                          <a:schemeClr val="tx1"/>
                        </a:solidFill>
                        <a:latin typeface="Cambria Math" panose="02040503050406030204" pitchFamily="18" charset="0"/>
                      </a:rPr>
                      <m:t>−</m:t>
                    </m:r>
                    <m:r>
                      <m:rPr>
                        <m:sty m:val="p"/>
                      </m:rPr>
                      <a:rPr lang="en-US" b="0" i="0" smtClean="0">
                        <a:solidFill>
                          <a:schemeClr val="tx1"/>
                        </a:solidFill>
                        <a:latin typeface="Cambria Math" panose="02040503050406030204" pitchFamily="18" charset="0"/>
                      </a:rPr>
                      <m:t>Φ</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𝑥</m:t>
                        </m:r>
                      </m:e>
                    </m:d>
                    <m:r>
                      <a:rPr lang="en-US" b="0" i="1" smtClean="0">
                        <a:solidFill>
                          <a:schemeClr val="tx1"/>
                        </a:solidFill>
                        <a:latin typeface="Cambria Math" panose="02040503050406030204" pitchFamily="18" charset="0"/>
                      </a:rPr>
                      <m:t>=</m:t>
                    </m:r>
                    <m:nary>
                      <m:naryPr>
                        <m:ctrlPr>
                          <a:rPr lang="en-US" b="0" i="1" smtClean="0">
                            <a:solidFill>
                              <a:schemeClr val="tx1"/>
                            </a:solidFill>
                            <a:latin typeface="Cambria Math" panose="02040503050406030204" pitchFamily="18" charset="0"/>
                          </a:rPr>
                        </m:ctrlPr>
                      </m:naryPr>
                      <m:sub>
                        <m:r>
                          <m:rPr>
                            <m:brk m:alnAt="23"/>
                          </m:rPr>
                          <a:rPr lang="en-US" b="0" i="1" smtClean="0">
                            <a:solidFill>
                              <a:schemeClr val="tx1"/>
                            </a:solidFill>
                            <a:latin typeface="Cambria Math" panose="02040503050406030204" pitchFamily="18" charset="0"/>
                          </a:rPr>
                          <m:t>𝑥</m:t>
                        </m:r>
                      </m:sub>
                      <m:sup>
                        <m:r>
                          <a:rPr lang="en-US" b="0" i="1" smtClean="0">
                            <a:solidFill>
                              <a:schemeClr val="tx1"/>
                            </a:solidFill>
                            <a:latin typeface="Cambria Math" panose="02040503050406030204" pitchFamily="18" charset="0"/>
                          </a:rPr>
                          <m:t>𝑦</m:t>
                        </m:r>
                      </m:sup>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ad>
                              <m:radPr>
                                <m:degHide m:val="on"/>
                                <m:ctrlPr>
                                  <a:rPr lang="en-US" b="0" i="1" smtClean="0">
                                    <a:solidFill>
                                      <a:schemeClr val="tx1"/>
                                    </a:solidFill>
                                    <a:latin typeface="Cambria Math" panose="02040503050406030204" pitchFamily="18" charset="0"/>
                                  </a:rPr>
                                </m:ctrlPr>
                              </m:radPr>
                              <m:deg/>
                              <m:e>
                                <m:r>
                                  <a:rPr lang="en-US"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𝜋</m:t>
                                </m:r>
                              </m:e>
                            </m:rad>
                          </m:den>
                        </m:f>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𝑒</m:t>
                            </m:r>
                          </m:e>
                          <m:sup>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𝑡</m:t>
                                    </m:r>
                                  </m:e>
                                  <m:sup>
                                    <m:r>
                                      <a:rPr lang="en-US" b="0" i="1" smtClean="0">
                                        <a:solidFill>
                                          <a:schemeClr val="tx1"/>
                                        </a:solidFill>
                                        <a:latin typeface="Cambria Math" panose="02040503050406030204" pitchFamily="18" charset="0"/>
                                      </a:rPr>
                                      <m:t>2</m:t>
                                    </m:r>
                                  </m:sup>
                                </m:sSup>
                              </m:num>
                              <m:den>
                                <m:r>
                                  <a:rPr lang="en-US" b="0" i="1" smtClean="0">
                                    <a:solidFill>
                                      <a:schemeClr val="tx1"/>
                                    </a:solidFill>
                                    <a:latin typeface="Cambria Math" panose="02040503050406030204" pitchFamily="18" charset="0"/>
                                  </a:rPr>
                                  <m:t>2</m:t>
                                </m:r>
                              </m:den>
                            </m:f>
                          </m:sup>
                        </m:sSup>
                        <m:r>
                          <a:rPr lang="en-US" b="0" i="1" smtClean="0">
                            <a:solidFill>
                              <a:schemeClr val="tx1"/>
                            </a:solidFill>
                            <a:latin typeface="Cambria Math" panose="02040503050406030204" pitchFamily="18" charset="0"/>
                          </a:rPr>
                          <m:t>𝑑𝑡</m:t>
                        </m:r>
                      </m:e>
                    </m:nary>
                    <m:r>
                      <a:rPr lang="en-US" b="0" i="1" smtClean="0">
                        <a:solidFill>
                          <a:schemeClr val="tx1"/>
                        </a:solidFill>
                        <a:latin typeface="Cambria Math" panose="02040503050406030204" pitchFamily="18" charset="0"/>
                      </a:rPr>
                      <m:t>.</m:t>
                    </m:r>
                  </m:oMath>
                </a14:m>
                <a:r>
                  <a:rPr lang="en-US" dirty="0">
                    <a:solidFill>
                      <a:schemeClr val="tx1"/>
                    </a:solidFill>
                  </a:rPr>
                  <a:t> </a:t>
                </a:r>
                <a:endParaRPr lang="ru-RU" dirty="0">
                  <a:solidFill>
                    <a:schemeClr val="tx1"/>
                  </a:solidFill>
                </a:endParaRPr>
              </a:p>
              <a:p>
                <a:pPr algn="just"/>
                <a:r>
                  <a:rPr lang="ru-RU" dirty="0">
                    <a:solidFill>
                      <a:schemeClr val="tx1"/>
                    </a:solidFill>
                  </a:rPr>
                  <a:t>Зададим надежность попадания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𝑛</m:t>
                        </m:r>
                      </m:sub>
                    </m:sSub>
                  </m:oMath>
                </a14:m>
                <a:r>
                  <a:rPr lang="ru-RU" dirty="0">
                    <a:solidFill>
                      <a:schemeClr val="tx1"/>
                    </a:solidFill>
                  </a:rPr>
                  <a:t> в интервал </a:t>
                </a:r>
                <a14:m>
                  <m:oMath xmlns:m="http://schemas.openxmlformats.org/officeDocument/2006/math">
                    <m:r>
                      <a:rPr lang="ru-RU"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𝑥</m:t>
                    </m:r>
                    <m:r>
                      <a:rPr lang="en-US" i="1" dirty="0" smtClean="0">
                        <a:solidFill>
                          <a:schemeClr val="tx1"/>
                        </a:solidFill>
                        <a:latin typeface="Cambria Math" panose="02040503050406030204" pitchFamily="18" charset="0"/>
                      </a:rPr>
                      <m:t>, </m:t>
                    </m:r>
                    <m:r>
                      <a:rPr lang="en-US" i="1" dirty="0" smtClean="0">
                        <a:solidFill>
                          <a:schemeClr val="tx1"/>
                        </a:solidFill>
                        <a:latin typeface="Cambria Math" panose="02040503050406030204" pitchFamily="18" charset="0"/>
                      </a:rPr>
                      <m:t>𝑦</m:t>
                    </m:r>
                    <m:r>
                      <a:rPr lang="ru-RU" i="1" dirty="0" smtClean="0">
                        <a:solidFill>
                          <a:schemeClr val="tx1"/>
                        </a:solidFill>
                        <a:latin typeface="Cambria Math" panose="02040503050406030204" pitchFamily="18" charset="0"/>
                      </a:rPr>
                      <m:t>)</m:t>
                    </m:r>
                  </m:oMath>
                </a14:m>
                <a:r>
                  <a:rPr lang="en-US" dirty="0">
                    <a:solidFill>
                      <a:schemeClr val="tx1"/>
                    </a:solidFill>
                  </a:rPr>
                  <a:t> </a:t>
                </a:r>
                <a:r>
                  <a:rPr lang="ru-RU" dirty="0">
                    <a:solidFill>
                      <a:schemeClr val="tx1"/>
                    </a:solidFill>
                  </a:rPr>
                  <a:t>с вероятностью 0.99%. Тогда </a:t>
                </a:r>
                <a:r>
                  <a:rPr lang="ru-RU" dirty="0"/>
                  <a:t>для </a:t>
                </a:r>
                <a14:m>
                  <m:oMath xmlns:m="http://schemas.openxmlformats.org/officeDocument/2006/math">
                    <m:r>
                      <a:rPr lang="ru-RU" i="1">
                        <a:latin typeface="Cambria Math" panose="02040503050406030204" pitchFamily="18" charset="0"/>
                      </a:rPr>
                      <m:t>𝑥</m:t>
                    </m:r>
                    <m:r>
                      <a:rPr lang="ru-RU">
                        <a:latin typeface="Cambria Math" panose="02040503050406030204" pitchFamily="18" charset="0"/>
                      </a:rPr>
                      <m:t>=−</m:t>
                    </m:r>
                    <m:r>
                      <a:rPr lang="ru-RU" i="1">
                        <a:latin typeface="Cambria Math" panose="02040503050406030204" pitchFamily="18" charset="0"/>
                      </a:rPr>
                      <m:t>𝑦</m:t>
                    </m:r>
                  </m:oMath>
                </a14:m>
                <a:r>
                  <a:rPr lang="ru-RU" dirty="0"/>
                  <a:t> </a:t>
                </a:r>
                <a:r>
                  <a:rPr lang="ru-RU" dirty="0">
                    <a:solidFill>
                      <a:schemeClr val="tx1"/>
                    </a:solidFill>
                  </a:rPr>
                  <a:t>получим:</a:t>
                </a:r>
              </a:p>
              <a:p>
                <a:pPr algn="ctr"/>
                <a:endParaRPr lang="ru-RU" b="0" i="1" dirty="0">
                  <a:solidFill>
                    <a:schemeClr val="tx1"/>
                  </a:solidFill>
                  <a:latin typeface="Cambria Math" panose="02040503050406030204" pitchFamily="18" charset="0"/>
                </a:endParaRPr>
              </a:p>
              <a:p>
                <a:pPr algn="ctr"/>
                <a14:m>
                  <m:oMath xmlns:m="http://schemas.openxmlformats.org/officeDocument/2006/math">
                    <m:r>
                      <a:rPr lang="en-US" b="0" i="1" smtClean="0">
                        <a:solidFill>
                          <a:schemeClr val="tx1"/>
                        </a:solidFill>
                        <a:latin typeface="Cambria Math" panose="02040503050406030204" pitchFamily="18" charset="0"/>
                      </a:rPr>
                      <m:t>𝑃</m:t>
                    </m:r>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m:t>
                        </m:r>
                        <m:r>
                          <m:rPr>
                            <m:sty m:val="p"/>
                          </m:rPr>
                          <a:rPr lang="en-US" b="0" i="1" smtClean="0">
                            <a:solidFill>
                              <a:schemeClr val="tx1"/>
                            </a:solidFill>
                            <a:latin typeface="Cambria Math" panose="02040503050406030204" pitchFamily="18" charset="0"/>
                          </a:rPr>
                          <m:t>y</m:t>
                        </m:r>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𝑛</m:t>
                                </m:r>
                              </m:sub>
                            </m:sSub>
                            <m:r>
                              <a:rPr lang="en-US" b="0" i="1" smtClean="0">
                                <a:solidFill>
                                  <a:schemeClr val="tx1"/>
                                </a:solidFill>
                                <a:latin typeface="Cambria Math" panose="02040503050406030204" pitchFamily="18" charset="0"/>
                              </a:rPr>
                              <m:t>−0</m:t>
                            </m:r>
                          </m:num>
                          <m:den>
                            <m:rad>
                              <m:radPr>
                                <m:degHide m:val="on"/>
                                <m:ctrlPr>
                                  <a:rPr lang="en-US" b="0" i="1" smtClean="0">
                                    <a:solidFill>
                                      <a:schemeClr val="tx1"/>
                                    </a:solidFill>
                                    <a:latin typeface="Cambria Math" panose="02040503050406030204" pitchFamily="18" charset="0"/>
                                  </a:rPr>
                                </m:ctrlPr>
                              </m:radPr>
                              <m:deg/>
                              <m:e>
                                <m:f>
                                  <m:fPr>
                                    <m:ctrlPr>
                                      <a:rPr lang="en-US" b="0" i="1" smtClean="0">
                                        <a:solidFill>
                                          <a:schemeClr val="tx1"/>
                                        </a:solidFill>
                                        <a:latin typeface="Cambria Math" panose="02040503050406030204" pitchFamily="18" charset="0"/>
                                      </a:rPr>
                                    </m:ctrlPr>
                                  </m:fPr>
                                  <m:num>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10</m:t>
                                        </m:r>
                                      </m:e>
                                      <m:sup>
                                        <m:r>
                                          <a:rPr lang="en-US" b="0" i="1" smtClean="0">
                                            <a:solidFill>
                                              <a:schemeClr val="tx1"/>
                                            </a:solidFill>
                                            <a:latin typeface="Cambria Math" panose="02040503050406030204" pitchFamily="18" charset="0"/>
                                          </a:rPr>
                                          <m:t>−</m:t>
                                        </m:r>
                                        <m:r>
                                          <a:rPr lang="ru-RU" b="0" i="1" smtClean="0">
                                            <a:solidFill>
                                              <a:schemeClr val="tx1"/>
                                            </a:solidFill>
                                            <a:latin typeface="Cambria Math" panose="02040503050406030204" pitchFamily="18" charset="0"/>
                                          </a:rPr>
                                          <m:t>2</m:t>
                                        </m:r>
                                      </m:sup>
                                    </m:sSup>
                                  </m:num>
                                  <m:den>
                                    <m:r>
                                      <a:rPr lang="en-US" b="0" i="1" smtClean="0">
                                        <a:solidFill>
                                          <a:schemeClr val="tx1"/>
                                        </a:solidFill>
                                        <a:latin typeface="Cambria Math" panose="02040503050406030204" pitchFamily="18" charset="0"/>
                                      </a:rPr>
                                      <m:t>12</m:t>
                                    </m:r>
                                  </m:den>
                                </m:f>
                              </m:e>
                            </m:rad>
                          </m:den>
                        </m:f>
                        <m:r>
                          <a:rPr lang="en-US" b="0" i="1" smtClean="0">
                            <a:solidFill>
                              <a:schemeClr val="tx1"/>
                            </a:solidFill>
                            <a:latin typeface="Cambria Math" panose="02040503050406030204" pitchFamily="18" charset="0"/>
                          </a:rPr>
                          <m:t>≤</m:t>
                        </m:r>
                        <m:r>
                          <m:rPr>
                            <m:sty m:val="p"/>
                          </m:rPr>
                          <a:rPr lang="en-US" b="0" i="1" smtClean="0">
                            <a:solidFill>
                              <a:schemeClr val="tx1"/>
                            </a:solidFill>
                            <a:latin typeface="Cambria Math" panose="02040503050406030204" pitchFamily="18" charset="0"/>
                          </a:rPr>
                          <m:t>y</m:t>
                        </m:r>
                      </m:e>
                    </m:d>
                    <m:r>
                      <a:rPr lang="en-US" b="0" i="1" smtClean="0">
                        <a:solidFill>
                          <a:schemeClr val="tx1"/>
                        </a:solidFill>
                        <a:latin typeface="Cambria Math" panose="02040503050406030204" pitchFamily="18" charset="0"/>
                      </a:rPr>
                      <m:t>=0.99</m:t>
                    </m:r>
                    <m:r>
                      <a:rPr lang="ru-RU" b="0" i="1" smtClean="0">
                        <a:solidFill>
                          <a:schemeClr val="tx1"/>
                        </a:solidFill>
                        <a:latin typeface="Cambria Math" panose="02040503050406030204" pitchFamily="18" charset="0"/>
                      </a:rPr>
                      <m:t>≈</m:t>
                    </m:r>
                    <m:r>
                      <m:rPr>
                        <m:sty m:val="p"/>
                      </m:rPr>
                      <a:rPr lang="en-US" b="0" i="0" smtClean="0">
                        <a:solidFill>
                          <a:schemeClr val="tx1"/>
                        </a:solidFill>
                        <a:latin typeface="Cambria Math" panose="02040503050406030204" pitchFamily="18" charset="0"/>
                      </a:rPr>
                      <m:t>Φ</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𝑦</m:t>
                        </m:r>
                      </m:e>
                    </m:d>
                    <m:r>
                      <a:rPr lang="en-US" b="0" i="1" smtClean="0">
                        <a:solidFill>
                          <a:schemeClr val="tx1"/>
                        </a:solidFill>
                        <a:latin typeface="Cambria Math" panose="02040503050406030204" pitchFamily="18" charset="0"/>
                      </a:rPr>
                      <m:t>−</m:t>
                    </m:r>
                    <m:r>
                      <m:rPr>
                        <m:sty m:val="p"/>
                      </m:rPr>
                      <a:rPr lang="en-US" b="0" i="0" smtClean="0">
                        <a:solidFill>
                          <a:schemeClr val="tx1"/>
                        </a:solidFill>
                        <a:latin typeface="Cambria Math" panose="02040503050406030204" pitchFamily="18" charset="0"/>
                      </a:rPr>
                      <m:t>Φ</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m:t>
                        </m:r>
                        <m:r>
                          <m:rPr>
                            <m:sty m:val="p"/>
                          </m:rPr>
                          <a:rPr lang="en-US" b="0" i="1" smtClean="0">
                            <a:solidFill>
                              <a:schemeClr val="tx1"/>
                            </a:solidFill>
                            <a:latin typeface="Cambria Math" panose="02040503050406030204" pitchFamily="18" charset="0"/>
                          </a:rPr>
                          <m:t>y</m:t>
                        </m:r>
                      </m:e>
                    </m:d>
                    <m:r>
                      <a:rPr lang="en-US" b="0" i="1" smtClean="0">
                        <a:solidFill>
                          <a:schemeClr val="tx1"/>
                        </a:solidFill>
                        <a:latin typeface="Cambria Math" panose="02040503050406030204" pitchFamily="18" charset="0"/>
                      </a:rPr>
                      <m:t>=2</m:t>
                    </m:r>
                    <m:r>
                      <m:rPr>
                        <m:sty m:val="p"/>
                      </m:rPr>
                      <a:rPr lang="en-US" b="0" i="0" smtClean="0">
                        <a:solidFill>
                          <a:schemeClr val="tx1"/>
                        </a:solidFill>
                        <a:latin typeface="Cambria Math" panose="02040503050406030204" pitchFamily="18" charset="0"/>
                      </a:rPr>
                      <m:t>Φ</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𝑦</m:t>
                        </m:r>
                      </m:e>
                    </m:d>
                    <m:r>
                      <a:rPr lang="ru-RU" b="0" i="1" smtClean="0">
                        <a:solidFill>
                          <a:schemeClr val="tx1"/>
                        </a:solidFill>
                        <a:latin typeface="Cambria Math" panose="02040503050406030204" pitchFamily="18" charset="0"/>
                      </a:rPr>
                      <m:t> − </m:t>
                    </m:r>
                    <m:r>
                      <a:rPr lang="ru-RU" b="0" i="0" smtClean="0">
                        <a:solidFill>
                          <a:schemeClr val="tx1"/>
                        </a:solidFill>
                        <a:latin typeface="Cambria Math" panose="02040503050406030204" pitchFamily="18" charset="0"/>
                      </a:rPr>
                      <m:t>1</m:t>
                    </m:r>
                    <m:r>
                      <a:rPr lang="en-US" b="0" i="0" smtClean="0">
                        <a:solidFill>
                          <a:schemeClr val="tx1"/>
                        </a:solidFill>
                        <a:latin typeface="Cambria Math" panose="02040503050406030204" pitchFamily="18" charset="0"/>
                      </a:rPr>
                      <m:t>.</m:t>
                    </m:r>
                    <m:r>
                      <a:rPr lang="ru-RU" b="0" i="0" smtClean="0">
                        <a:solidFill>
                          <a:schemeClr val="tx1"/>
                        </a:solidFill>
                        <a:latin typeface="Cambria Math" panose="02040503050406030204" pitchFamily="18" charset="0"/>
                      </a:rPr>
                      <m:t> </m:t>
                    </m:r>
                  </m:oMath>
                </a14:m>
                <a:r>
                  <a:rPr lang="ru-RU" dirty="0">
                    <a:solidFill>
                      <a:schemeClr val="tx1"/>
                    </a:solidFill>
                  </a:rPr>
                  <a:t> </a:t>
                </a:r>
                <a:r>
                  <a:rPr lang="en-US" dirty="0">
                    <a:solidFill>
                      <a:schemeClr val="tx1"/>
                    </a:solidFill>
                  </a:rPr>
                  <a:t> </a:t>
                </a:r>
                <a:endParaRPr lang="ru-RU" dirty="0">
                  <a:solidFill>
                    <a:schemeClr val="tx1"/>
                  </a:solidFill>
                </a:endParaRPr>
              </a:p>
              <a:p>
                <a:pPr algn="just"/>
                <a:endParaRPr lang="ru-RU" dirty="0"/>
              </a:p>
              <a:p>
                <a:pPr algn="just"/>
                <a:r>
                  <a:rPr lang="ru-RU" dirty="0"/>
                  <a:t>Выбран симметричный интервал относительно нуля, чтобы при заданной вероятности он был самый короткий.</a:t>
                </a:r>
                <a:r>
                  <a:rPr lang="en-US" dirty="0"/>
                  <a:t> </a:t>
                </a:r>
                <a:r>
                  <a:rPr lang="ru-RU" dirty="0"/>
                  <a:t>Т.к. </a:t>
                </a:r>
                <a14:m>
                  <m:oMath xmlns:m="http://schemas.openxmlformats.org/officeDocument/2006/math">
                    <m:r>
                      <a:rPr lang="en-US" i="1" smtClean="0">
                        <a:latin typeface="Cambria Math" panose="02040503050406030204" pitchFamily="18" charset="0"/>
                      </a:rPr>
                      <m:t>2</m:t>
                    </m:r>
                    <m:r>
                      <m:rPr>
                        <m:sty m:val="p"/>
                      </m:rPr>
                      <a:rPr lang="en-US">
                        <a:latin typeface="Cambria Math" panose="02040503050406030204" pitchFamily="18" charset="0"/>
                      </a:rPr>
                      <m:t>Φ</m:t>
                    </m:r>
                    <m:d>
                      <m:dPr>
                        <m:ctrlPr>
                          <a:rPr lang="en-US" i="1">
                            <a:latin typeface="Cambria Math" panose="02040503050406030204" pitchFamily="18" charset="0"/>
                          </a:rPr>
                        </m:ctrlPr>
                      </m:dPr>
                      <m:e>
                        <m:r>
                          <a:rPr lang="en-US" i="1">
                            <a:latin typeface="Cambria Math" panose="02040503050406030204" pitchFamily="18" charset="0"/>
                          </a:rPr>
                          <m:t>𝑦</m:t>
                        </m:r>
                      </m:e>
                    </m:d>
                    <m:r>
                      <a:rPr lang="ru-RU" b="0" i="1" smtClean="0">
                        <a:latin typeface="Cambria Math" panose="02040503050406030204" pitchFamily="18" charset="0"/>
                      </a:rPr>
                      <m:t>−1=</m:t>
                    </m:r>
                    <m:r>
                      <a:rPr lang="en-US" b="0" i="1" smtClean="0">
                        <a:latin typeface="Cambria Math" panose="02040503050406030204" pitchFamily="18" charset="0"/>
                      </a:rPr>
                      <m:t>0.99</m:t>
                    </m:r>
                    <m:r>
                      <a:rPr lang="ru-RU" b="0" i="1" smtClean="0">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r>
                          <a:rPr lang="en-US" i="1">
                            <a:latin typeface="Cambria Math" panose="02040503050406030204" pitchFamily="18" charset="0"/>
                          </a:rPr>
                          <m:t>𝑦</m:t>
                        </m:r>
                      </m:e>
                    </m:d>
                    <m:r>
                      <a:rPr lang="en-US" b="0" i="1" smtClean="0">
                        <a:latin typeface="Cambria Math" panose="02040503050406030204" pitchFamily="18" charset="0"/>
                      </a:rPr>
                      <m:t>=0.995⇒</m:t>
                    </m:r>
                    <m:r>
                      <m:rPr>
                        <m:sty m:val="p"/>
                      </m:rPr>
                      <a:rPr lang="en-US" i="1">
                        <a:latin typeface="Cambria Math" panose="02040503050406030204" pitchFamily="18" charset="0"/>
                      </a:rPr>
                      <m:t>y</m:t>
                    </m:r>
                    <m:r>
                      <a:rPr lang="en-US" b="0" i="1" smtClean="0">
                        <a:latin typeface="Cambria Math" panose="02040503050406030204" pitchFamily="18" charset="0"/>
                      </a:rPr>
                      <m:t>≈</m:t>
                    </m:r>
                    <m:r>
                      <a:rPr lang="ru-RU" b="0" i="1" smtClean="0">
                        <a:latin typeface="Cambria Math" panose="02040503050406030204" pitchFamily="18" charset="0"/>
                      </a:rPr>
                      <m:t>2.58</m:t>
                    </m:r>
                    <m:r>
                      <a:rPr lang="ru-RU" b="0" i="0" smtClean="0">
                        <a:latin typeface="Cambria Math" panose="02040503050406030204" pitchFamily="18" charset="0"/>
                      </a:rPr>
                      <m:t>,</m:t>
                    </m:r>
                  </m:oMath>
                </a14:m>
                <a:r>
                  <a:rPr lang="ru-RU" dirty="0">
                    <a:solidFill>
                      <a:schemeClr val="tx1"/>
                    </a:solidFill>
                  </a:rPr>
                  <a:t> отсюда</a:t>
                </a:r>
              </a:p>
              <a:p>
                <a:pPr algn="ctr"/>
                <a:r>
                  <a:rPr lang="ru-RU" dirty="0">
                    <a:solidFill>
                      <a:schemeClr val="tx1"/>
                    </a:solidFill>
                  </a:rPr>
                  <a:t> </a:t>
                </a:r>
                <a14:m>
                  <m:oMath xmlns:m="http://schemas.openxmlformats.org/officeDocument/2006/math">
                    <m:r>
                      <a:rPr lang="en-US" i="1">
                        <a:latin typeface="Cambria Math" panose="02040503050406030204" pitchFamily="18" charset="0"/>
                      </a:rPr>
                      <m:t>𝑃</m:t>
                    </m:r>
                    <m:d>
                      <m:dPr>
                        <m:begChr m:val="{"/>
                        <m:endChr m:val="}"/>
                        <m:ctrlPr>
                          <a:rPr lang="en-US" i="1">
                            <a:latin typeface="Cambria Math" panose="02040503050406030204" pitchFamily="18" charset="0"/>
                          </a:rPr>
                        </m:ctrlPr>
                      </m:dPr>
                      <m:e>
                        <m:r>
                          <a:rPr lang="ru-RU" b="0" i="1" smtClean="0">
                            <a:latin typeface="Cambria Math" panose="02040503050406030204" pitchFamily="18" charset="0"/>
                          </a:rPr>
                          <m:t>−2.58</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𝑛</m:t>
                                </m:r>
                              </m:sub>
                            </m:sSub>
                          </m:num>
                          <m:den>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m:t>
                                        </m:r>
                                        <m:r>
                                          <a:rPr lang="ru-RU" b="0" i="1" smtClean="0">
                                            <a:latin typeface="Cambria Math" panose="02040503050406030204" pitchFamily="18" charset="0"/>
                                          </a:rPr>
                                          <m:t>2</m:t>
                                        </m:r>
                                      </m:sup>
                                    </m:sSup>
                                  </m:num>
                                  <m:den>
                                    <m:r>
                                      <a:rPr lang="en-US" i="1">
                                        <a:latin typeface="Cambria Math" panose="02040503050406030204" pitchFamily="18" charset="0"/>
                                      </a:rPr>
                                      <m:t>12</m:t>
                                    </m:r>
                                  </m:den>
                                </m:f>
                              </m:e>
                            </m:rad>
                          </m:den>
                        </m:f>
                        <m:r>
                          <a:rPr lang="en-US" i="1">
                            <a:latin typeface="Cambria Math" panose="02040503050406030204" pitchFamily="18" charset="0"/>
                          </a:rPr>
                          <m:t>≤</m:t>
                        </m:r>
                        <m:r>
                          <a:rPr lang="ru-RU" b="0" i="1" smtClean="0">
                            <a:latin typeface="Cambria Math" panose="02040503050406030204" pitchFamily="18" charset="0"/>
                          </a:rPr>
                          <m:t>2.58</m:t>
                        </m:r>
                      </m:e>
                    </m:d>
                    <m:r>
                      <a:rPr lang="en-US" b="0" i="1" smtClean="0">
                        <a:latin typeface="Cambria Math" panose="02040503050406030204" pitchFamily="18" charset="0"/>
                      </a:rPr>
                      <m:t>=</m:t>
                    </m:r>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−2.58</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1200</m:t>
                                </m:r>
                              </m:e>
                            </m:rad>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ru-RU" b="0" i="1" smtClean="0">
                                <a:latin typeface="Cambria Math" panose="02040503050406030204" pitchFamily="18" charset="0"/>
                              </a:rPr>
                              <m:t>2.58</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1200</m:t>
                                </m:r>
                              </m:e>
                            </m:rad>
                          </m:den>
                        </m:f>
                      </m:e>
                    </m:d>
                    <m:r>
                      <a:rPr lang="ru-RU" b="0" i="1" smtClean="0">
                        <a:latin typeface="Cambria Math" panose="02040503050406030204" pitchFamily="18" charset="0"/>
                      </a:rPr>
                      <m:t>≈</m:t>
                    </m:r>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−0.074≤</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a:rPr lang="en-US" b="0" i="1" smtClean="0">
                            <a:latin typeface="Cambria Math" panose="02040503050406030204" pitchFamily="18" charset="0"/>
                          </a:rPr>
                          <m:t>≤0.074</m:t>
                        </m:r>
                      </m:e>
                    </m:d>
                    <m:r>
                      <a:rPr lang="en-US" b="0" i="1" smtClean="0">
                        <a:latin typeface="Cambria Math" panose="02040503050406030204" pitchFamily="18" charset="0"/>
                      </a:rPr>
                      <m:t>=0.99</m:t>
                    </m:r>
                  </m:oMath>
                </a14:m>
                <a:r>
                  <a:rPr lang="en-US" dirty="0">
                    <a:solidFill>
                      <a:schemeClr val="tx1"/>
                    </a:solidFill>
                  </a:rPr>
                  <a:t>.</a:t>
                </a:r>
              </a:p>
              <a:p>
                <a:pPr algn="ctr"/>
                <a:r>
                  <a:rPr lang="ru-RU" dirty="0"/>
                  <a:t>С 99% вероятностью суммарная погрешность сосредоточится в интервале </a:t>
                </a:r>
                <a14:m>
                  <m:oMath xmlns:m="http://schemas.openxmlformats.org/officeDocument/2006/math">
                    <m:r>
                      <a:rPr lang="ru-RU" b="0" i="0" smtClean="0">
                        <a:latin typeface="Cambria Math" panose="02040503050406030204" pitchFamily="18" charset="0"/>
                      </a:rPr>
                      <m:t>(</m:t>
                    </m:r>
                    <m:r>
                      <a:rPr lang="en-US" i="1">
                        <a:latin typeface="Cambria Math" panose="02040503050406030204" pitchFamily="18" charset="0"/>
                      </a:rPr>
                      <m:t>−0.074</m:t>
                    </m:r>
                    <m:r>
                      <a:rPr lang="ru-RU" b="0" i="1" smtClean="0">
                        <a:latin typeface="Cambria Math" panose="02040503050406030204" pitchFamily="18" charset="0"/>
                      </a:rPr>
                      <m:t>;</m:t>
                    </m:r>
                    <m:r>
                      <a:rPr lang="en-US" i="1">
                        <a:latin typeface="Cambria Math" panose="02040503050406030204" pitchFamily="18" charset="0"/>
                      </a:rPr>
                      <m:t>0.074</m:t>
                    </m:r>
                  </m:oMath>
                </a14:m>
                <a:r>
                  <a:rPr lang="ru-RU" dirty="0">
                    <a:solidFill>
                      <a:schemeClr val="tx1"/>
                    </a:solidFill>
                  </a:rPr>
                  <a:t>)</a:t>
                </a:r>
              </a:p>
            </p:txBody>
          </p:sp>
        </mc:Choice>
        <mc:Fallback xmlns="">
          <p:sp>
            <p:nvSpPr>
              <p:cNvPr id="2" name="TextBox 1">
                <a:extLst>
                  <a:ext uri="{FF2B5EF4-FFF2-40B4-BE49-F238E27FC236}">
                    <a16:creationId xmlns:a16="http://schemas.microsoft.com/office/drawing/2014/main" id="{CBB16421-1B0D-16D6-F9DD-BCE4D45D25A5}"/>
                  </a:ext>
                </a:extLst>
              </p:cNvPr>
              <p:cNvSpPr txBox="1">
                <a:spLocks noRot="1" noChangeAspect="1" noMove="1" noResize="1" noEditPoints="1" noAdjustHandles="1" noChangeArrowheads="1" noChangeShapeType="1" noTextEdit="1"/>
              </p:cNvSpPr>
              <p:nvPr/>
            </p:nvSpPr>
            <p:spPr>
              <a:xfrm>
                <a:off x="0" y="419100"/>
                <a:ext cx="9144000" cy="6291531"/>
              </a:xfrm>
              <a:prstGeom prst="rect">
                <a:avLst/>
              </a:prstGeom>
              <a:blipFill>
                <a:blip r:embed="rId2"/>
                <a:stretch>
                  <a:fillRect l="-533" t="-581" r="-533" b="-581"/>
                </a:stretch>
              </a:blipFill>
            </p:spPr>
            <p:txBody>
              <a:bodyPr/>
              <a:lstStyle/>
              <a:p>
                <a:r>
                  <a:rPr lang="ru-RU">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Рукописный ввод 2">
                <a:extLst>
                  <a:ext uri="{FF2B5EF4-FFF2-40B4-BE49-F238E27FC236}">
                    <a16:creationId xmlns:a16="http://schemas.microsoft.com/office/drawing/2014/main" id="{5A829F33-1735-4AEF-6003-82E61135E2DA}"/>
                  </a:ext>
                </a:extLst>
              </p14:cNvPr>
              <p14:cNvContentPartPr/>
              <p14:nvPr/>
            </p14:nvContentPartPr>
            <p14:xfrm>
              <a:off x="-1826894" y="2169263"/>
              <a:ext cx="256680" cy="296640"/>
            </p14:xfrm>
          </p:contentPart>
        </mc:Choice>
        <mc:Fallback xmlns="">
          <p:pic>
            <p:nvPicPr>
              <p:cNvPr id="3" name="Рукописный ввод 2">
                <a:extLst>
                  <a:ext uri="{FF2B5EF4-FFF2-40B4-BE49-F238E27FC236}">
                    <a16:creationId xmlns:a16="http://schemas.microsoft.com/office/drawing/2014/main" id="{5A829F33-1735-4AEF-6003-82E61135E2DA}"/>
                  </a:ext>
                </a:extLst>
              </p:cNvPr>
              <p:cNvPicPr/>
              <p:nvPr/>
            </p:nvPicPr>
            <p:blipFill>
              <a:blip r:embed="rId4"/>
              <a:stretch>
                <a:fillRect/>
              </a:stretch>
            </p:blipFill>
            <p:spPr>
              <a:xfrm>
                <a:off x="-1833014" y="2163143"/>
                <a:ext cx="26892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Рукописный ввод 5">
                <a:extLst>
                  <a:ext uri="{FF2B5EF4-FFF2-40B4-BE49-F238E27FC236}">
                    <a16:creationId xmlns:a16="http://schemas.microsoft.com/office/drawing/2014/main" id="{D0245CE7-3C84-B835-2253-561911AD8460}"/>
                  </a:ext>
                </a:extLst>
              </p14:cNvPr>
              <p14:cNvContentPartPr/>
              <p14:nvPr/>
            </p14:nvContentPartPr>
            <p14:xfrm>
              <a:off x="-1521974" y="2136863"/>
              <a:ext cx="189360" cy="289080"/>
            </p14:xfrm>
          </p:contentPart>
        </mc:Choice>
        <mc:Fallback xmlns="">
          <p:pic>
            <p:nvPicPr>
              <p:cNvPr id="6" name="Рукописный ввод 5">
                <a:extLst>
                  <a:ext uri="{FF2B5EF4-FFF2-40B4-BE49-F238E27FC236}">
                    <a16:creationId xmlns:a16="http://schemas.microsoft.com/office/drawing/2014/main" id="{D0245CE7-3C84-B835-2253-561911AD8460}"/>
                  </a:ext>
                </a:extLst>
              </p:cNvPr>
              <p:cNvPicPr/>
              <p:nvPr/>
            </p:nvPicPr>
            <p:blipFill>
              <a:blip r:embed="rId6"/>
              <a:stretch>
                <a:fillRect/>
              </a:stretch>
            </p:blipFill>
            <p:spPr>
              <a:xfrm>
                <a:off x="-1528094" y="2130743"/>
                <a:ext cx="20160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Рукописный ввод 6">
                <a:extLst>
                  <a:ext uri="{FF2B5EF4-FFF2-40B4-BE49-F238E27FC236}">
                    <a16:creationId xmlns:a16="http://schemas.microsoft.com/office/drawing/2014/main" id="{6D894FF9-309D-78BA-9135-ADDD3821D32A}"/>
                  </a:ext>
                </a:extLst>
              </p14:cNvPr>
              <p14:cNvContentPartPr/>
              <p14:nvPr/>
            </p14:nvContentPartPr>
            <p14:xfrm>
              <a:off x="-1227494" y="2274743"/>
              <a:ext cx="156960" cy="173520"/>
            </p14:xfrm>
          </p:contentPart>
        </mc:Choice>
        <mc:Fallback xmlns="">
          <p:pic>
            <p:nvPicPr>
              <p:cNvPr id="7" name="Рукописный ввод 6">
                <a:extLst>
                  <a:ext uri="{FF2B5EF4-FFF2-40B4-BE49-F238E27FC236}">
                    <a16:creationId xmlns:a16="http://schemas.microsoft.com/office/drawing/2014/main" id="{6D894FF9-309D-78BA-9135-ADDD3821D32A}"/>
                  </a:ext>
                </a:extLst>
              </p:cNvPr>
              <p:cNvPicPr/>
              <p:nvPr/>
            </p:nvPicPr>
            <p:blipFill>
              <a:blip r:embed="rId8"/>
              <a:stretch>
                <a:fillRect/>
              </a:stretch>
            </p:blipFill>
            <p:spPr>
              <a:xfrm>
                <a:off x="-1233614" y="2268623"/>
                <a:ext cx="1692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Рукописный ввод 7">
                <a:extLst>
                  <a:ext uri="{FF2B5EF4-FFF2-40B4-BE49-F238E27FC236}">
                    <a16:creationId xmlns:a16="http://schemas.microsoft.com/office/drawing/2014/main" id="{1502B1E4-0EC3-A011-3C77-AE79AF4E708A}"/>
                  </a:ext>
                </a:extLst>
              </p14:cNvPr>
              <p14:cNvContentPartPr/>
              <p14:nvPr/>
            </p14:nvContentPartPr>
            <p14:xfrm>
              <a:off x="-830774" y="2176823"/>
              <a:ext cx="85320" cy="74880"/>
            </p14:xfrm>
          </p:contentPart>
        </mc:Choice>
        <mc:Fallback xmlns="">
          <p:pic>
            <p:nvPicPr>
              <p:cNvPr id="8" name="Рукописный ввод 7">
                <a:extLst>
                  <a:ext uri="{FF2B5EF4-FFF2-40B4-BE49-F238E27FC236}">
                    <a16:creationId xmlns:a16="http://schemas.microsoft.com/office/drawing/2014/main" id="{1502B1E4-0EC3-A011-3C77-AE79AF4E708A}"/>
                  </a:ext>
                </a:extLst>
              </p:cNvPr>
              <p:cNvPicPr/>
              <p:nvPr/>
            </p:nvPicPr>
            <p:blipFill>
              <a:blip r:embed="rId10"/>
              <a:stretch>
                <a:fillRect/>
              </a:stretch>
            </p:blipFill>
            <p:spPr>
              <a:xfrm>
                <a:off x="-836894" y="2170703"/>
                <a:ext cx="9756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Рукописный ввод 8">
                <a:extLst>
                  <a:ext uri="{FF2B5EF4-FFF2-40B4-BE49-F238E27FC236}">
                    <a16:creationId xmlns:a16="http://schemas.microsoft.com/office/drawing/2014/main" id="{353B5F7B-CA2B-E3E3-B3D4-585300FBD715}"/>
                  </a:ext>
                </a:extLst>
              </p14:cNvPr>
              <p14:cNvContentPartPr/>
              <p14:nvPr/>
            </p14:nvContentPartPr>
            <p14:xfrm>
              <a:off x="-858134" y="2255663"/>
              <a:ext cx="84960" cy="61560"/>
            </p14:xfrm>
          </p:contentPart>
        </mc:Choice>
        <mc:Fallback xmlns="">
          <p:pic>
            <p:nvPicPr>
              <p:cNvPr id="9" name="Рукописный ввод 8">
                <a:extLst>
                  <a:ext uri="{FF2B5EF4-FFF2-40B4-BE49-F238E27FC236}">
                    <a16:creationId xmlns:a16="http://schemas.microsoft.com/office/drawing/2014/main" id="{353B5F7B-CA2B-E3E3-B3D4-585300FBD715}"/>
                  </a:ext>
                </a:extLst>
              </p:cNvPr>
              <p:cNvPicPr/>
              <p:nvPr/>
            </p:nvPicPr>
            <p:blipFill>
              <a:blip r:embed="rId12"/>
              <a:stretch>
                <a:fillRect/>
              </a:stretch>
            </p:blipFill>
            <p:spPr>
              <a:xfrm>
                <a:off x="-864254" y="2249543"/>
                <a:ext cx="972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Рукописный ввод 9">
                <a:extLst>
                  <a:ext uri="{FF2B5EF4-FFF2-40B4-BE49-F238E27FC236}">
                    <a16:creationId xmlns:a16="http://schemas.microsoft.com/office/drawing/2014/main" id="{9D66C9AE-0B97-F75C-7012-65C2FDDFF23D}"/>
                  </a:ext>
                </a:extLst>
              </p14:cNvPr>
              <p14:cNvContentPartPr/>
              <p14:nvPr/>
            </p14:nvContentPartPr>
            <p14:xfrm>
              <a:off x="-657254" y="1996463"/>
              <a:ext cx="153000" cy="253080"/>
            </p14:xfrm>
          </p:contentPart>
        </mc:Choice>
        <mc:Fallback xmlns="">
          <p:pic>
            <p:nvPicPr>
              <p:cNvPr id="10" name="Рукописный ввод 9">
                <a:extLst>
                  <a:ext uri="{FF2B5EF4-FFF2-40B4-BE49-F238E27FC236}">
                    <a16:creationId xmlns:a16="http://schemas.microsoft.com/office/drawing/2014/main" id="{9D66C9AE-0B97-F75C-7012-65C2FDDFF23D}"/>
                  </a:ext>
                </a:extLst>
              </p:cNvPr>
              <p:cNvPicPr/>
              <p:nvPr/>
            </p:nvPicPr>
            <p:blipFill>
              <a:blip r:embed="rId14"/>
              <a:stretch>
                <a:fillRect/>
              </a:stretch>
            </p:blipFill>
            <p:spPr>
              <a:xfrm>
                <a:off x="-663374" y="1990343"/>
                <a:ext cx="1652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Рукописный ввод 10">
                <a:extLst>
                  <a:ext uri="{FF2B5EF4-FFF2-40B4-BE49-F238E27FC236}">
                    <a16:creationId xmlns:a16="http://schemas.microsoft.com/office/drawing/2014/main" id="{609E82DA-F056-B2EF-2DD7-9C325C7C3969}"/>
                  </a:ext>
                </a:extLst>
              </p14:cNvPr>
              <p14:cNvContentPartPr/>
              <p14:nvPr/>
            </p14:nvContentPartPr>
            <p14:xfrm>
              <a:off x="-434774" y="1818623"/>
              <a:ext cx="192600" cy="307080"/>
            </p14:xfrm>
          </p:contentPart>
        </mc:Choice>
        <mc:Fallback xmlns="">
          <p:pic>
            <p:nvPicPr>
              <p:cNvPr id="11" name="Рукописный ввод 10">
                <a:extLst>
                  <a:ext uri="{FF2B5EF4-FFF2-40B4-BE49-F238E27FC236}">
                    <a16:creationId xmlns:a16="http://schemas.microsoft.com/office/drawing/2014/main" id="{609E82DA-F056-B2EF-2DD7-9C325C7C3969}"/>
                  </a:ext>
                </a:extLst>
              </p:cNvPr>
              <p:cNvPicPr/>
              <p:nvPr/>
            </p:nvPicPr>
            <p:blipFill>
              <a:blip r:embed="rId16"/>
              <a:stretch>
                <a:fillRect/>
              </a:stretch>
            </p:blipFill>
            <p:spPr>
              <a:xfrm>
                <a:off x="-440894" y="1812503"/>
                <a:ext cx="204840" cy="319320"/>
              </a:xfrm>
              <a:prstGeom prst="rect">
                <a:avLst/>
              </a:prstGeom>
            </p:spPr>
          </p:pic>
        </mc:Fallback>
      </mc:AlternateContent>
      <p:grpSp>
        <p:nvGrpSpPr>
          <p:cNvPr id="21" name="Группа 20">
            <a:extLst>
              <a:ext uri="{FF2B5EF4-FFF2-40B4-BE49-F238E27FC236}">
                <a16:creationId xmlns:a16="http://schemas.microsoft.com/office/drawing/2014/main" id="{E23CE7E6-5AAE-AB3E-6DD4-D52533D57113}"/>
              </a:ext>
            </a:extLst>
          </p:cNvPr>
          <p:cNvGrpSpPr/>
          <p:nvPr/>
        </p:nvGrpSpPr>
        <p:grpSpPr>
          <a:xfrm>
            <a:off x="-265934" y="1777583"/>
            <a:ext cx="379800" cy="371880"/>
            <a:chOff x="-265934" y="1777583"/>
            <a:chExt cx="379800" cy="371880"/>
          </a:xfrm>
        </p:grpSpPr>
        <mc:AlternateContent xmlns:mc="http://schemas.openxmlformats.org/markup-compatibility/2006" xmlns:p14="http://schemas.microsoft.com/office/powerpoint/2010/main">
          <mc:Choice Requires="p14">
            <p:contentPart p14:bwMode="auto" r:id="rId17">
              <p14:nvContentPartPr>
                <p14:cNvPr id="12" name="Рукописный ввод 11">
                  <a:extLst>
                    <a:ext uri="{FF2B5EF4-FFF2-40B4-BE49-F238E27FC236}">
                      <a16:creationId xmlns:a16="http://schemas.microsoft.com/office/drawing/2014/main" id="{1C5CDD4E-CA84-57B5-DE35-EE39E9E05E46}"/>
                    </a:ext>
                  </a:extLst>
                </p14:cNvPr>
                <p14:cNvContentPartPr/>
                <p14:nvPr/>
              </p14:nvContentPartPr>
              <p14:xfrm>
                <a:off x="-265934" y="1786583"/>
                <a:ext cx="202320" cy="362880"/>
              </p14:xfrm>
            </p:contentPart>
          </mc:Choice>
          <mc:Fallback xmlns="">
            <p:pic>
              <p:nvPicPr>
                <p:cNvPr id="12" name="Рукописный ввод 11">
                  <a:extLst>
                    <a:ext uri="{FF2B5EF4-FFF2-40B4-BE49-F238E27FC236}">
                      <a16:creationId xmlns:a16="http://schemas.microsoft.com/office/drawing/2014/main" id="{1C5CDD4E-CA84-57B5-DE35-EE39E9E05E46}"/>
                    </a:ext>
                  </a:extLst>
                </p:cNvPr>
                <p:cNvPicPr/>
                <p:nvPr/>
              </p:nvPicPr>
              <p:blipFill>
                <a:blip r:embed="rId18"/>
                <a:stretch>
                  <a:fillRect/>
                </a:stretch>
              </p:blipFill>
              <p:spPr>
                <a:xfrm>
                  <a:off x="-272054" y="1780463"/>
                  <a:ext cx="21456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Рукописный ввод 12">
                  <a:extLst>
                    <a:ext uri="{FF2B5EF4-FFF2-40B4-BE49-F238E27FC236}">
                      <a16:creationId xmlns:a16="http://schemas.microsoft.com/office/drawing/2014/main" id="{66BF6994-A119-7635-CFC9-E325A289B541}"/>
                    </a:ext>
                  </a:extLst>
                </p14:cNvPr>
                <p14:cNvContentPartPr/>
                <p14:nvPr/>
              </p14:nvContentPartPr>
              <p14:xfrm>
                <a:off x="51226" y="1930943"/>
                <a:ext cx="62640" cy="100080"/>
              </p14:xfrm>
            </p:contentPart>
          </mc:Choice>
          <mc:Fallback xmlns="">
            <p:pic>
              <p:nvPicPr>
                <p:cNvPr id="13" name="Рукописный ввод 12">
                  <a:extLst>
                    <a:ext uri="{FF2B5EF4-FFF2-40B4-BE49-F238E27FC236}">
                      <a16:creationId xmlns:a16="http://schemas.microsoft.com/office/drawing/2014/main" id="{66BF6994-A119-7635-CFC9-E325A289B541}"/>
                    </a:ext>
                  </a:extLst>
                </p:cNvPr>
                <p:cNvPicPr/>
                <p:nvPr/>
              </p:nvPicPr>
              <p:blipFill>
                <a:blip r:embed="rId20"/>
                <a:stretch>
                  <a:fillRect/>
                </a:stretch>
              </p:blipFill>
              <p:spPr>
                <a:xfrm>
                  <a:off x="45106" y="1924823"/>
                  <a:ext cx="748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Рукописный ввод 13">
                  <a:extLst>
                    <a:ext uri="{FF2B5EF4-FFF2-40B4-BE49-F238E27FC236}">
                      <a16:creationId xmlns:a16="http://schemas.microsoft.com/office/drawing/2014/main" id="{527C38FF-C9A6-0680-0A59-FBC8B4A34AAA}"/>
                    </a:ext>
                  </a:extLst>
                </p14:cNvPr>
                <p14:cNvContentPartPr/>
                <p14:nvPr/>
              </p14:nvContentPartPr>
              <p14:xfrm>
                <a:off x="31066" y="1807823"/>
                <a:ext cx="52920" cy="67320"/>
              </p14:xfrm>
            </p:contentPart>
          </mc:Choice>
          <mc:Fallback xmlns="">
            <p:pic>
              <p:nvPicPr>
                <p:cNvPr id="14" name="Рукописный ввод 13">
                  <a:extLst>
                    <a:ext uri="{FF2B5EF4-FFF2-40B4-BE49-F238E27FC236}">
                      <a16:creationId xmlns:a16="http://schemas.microsoft.com/office/drawing/2014/main" id="{527C38FF-C9A6-0680-0A59-FBC8B4A34AAA}"/>
                    </a:ext>
                  </a:extLst>
                </p:cNvPr>
                <p:cNvPicPr/>
                <p:nvPr/>
              </p:nvPicPr>
              <p:blipFill>
                <a:blip r:embed="rId22"/>
                <a:stretch>
                  <a:fillRect/>
                </a:stretch>
              </p:blipFill>
              <p:spPr>
                <a:xfrm>
                  <a:off x="24946" y="1801703"/>
                  <a:ext cx="651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Рукописный ввод 14">
                  <a:extLst>
                    <a:ext uri="{FF2B5EF4-FFF2-40B4-BE49-F238E27FC236}">
                      <a16:creationId xmlns:a16="http://schemas.microsoft.com/office/drawing/2014/main" id="{18804429-1A8D-8EB9-5A27-F5C81E15F8C7}"/>
                    </a:ext>
                  </a:extLst>
                </p14:cNvPr>
                <p14:cNvContentPartPr/>
                <p14:nvPr/>
              </p14:nvContentPartPr>
              <p14:xfrm>
                <a:off x="-22574" y="1777583"/>
                <a:ext cx="89640" cy="61200"/>
              </p14:xfrm>
            </p:contentPart>
          </mc:Choice>
          <mc:Fallback xmlns="">
            <p:pic>
              <p:nvPicPr>
                <p:cNvPr id="15" name="Рукописный ввод 14">
                  <a:extLst>
                    <a:ext uri="{FF2B5EF4-FFF2-40B4-BE49-F238E27FC236}">
                      <a16:creationId xmlns:a16="http://schemas.microsoft.com/office/drawing/2014/main" id="{18804429-1A8D-8EB9-5A27-F5C81E15F8C7}"/>
                    </a:ext>
                  </a:extLst>
                </p:cNvPr>
                <p:cNvPicPr/>
                <p:nvPr/>
              </p:nvPicPr>
              <p:blipFill>
                <a:blip r:embed="rId24"/>
                <a:stretch>
                  <a:fillRect/>
                </a:stretch>
              </p:blipFill>
              <p:spPr>
                <a:xfrm>
                  <a:off x="-28694" y="1771463"/>
                  <a:ext cx="10188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Рукописный ввод 15">
                  <a:extLst>
                    <a:ext uri="{FF2B5EF4-FFF2-40B4-BE49-F238E27FC236}">
                      <a16:creationId xmlns:a16="http://schemas.microsoft.com/office/drawing/2014/main" id="{8EEB5BFA-B476-F6E1-5870-6A96752FC40B}"/>
                    </a:ext>
                  </a:extLst>
                </p14:cNvPr>
                <p14:cNvContentPartPr/>
                <p14:nvPr/>
              </p14:nvContentPartPr>
              <p14:xfrm>
                <a:off x="-47774" y="1876943"/>
                <a:ext cx="128520" cy="78120"/>
              </p14:xfrm>
            </p:contentPart>
          </mc:Choice>
          <mc:Fallback xmlns="">
            <p:pic>
              <p:nvPicPr>
                <p:cNvPr id="16" name="Рукописный ввод 15">
                  <a:extLst>
                    <a:ext uri="{FF2B5EF4-FFF2-40B4-BE49-F238E27FC236}">
                      <a16:creationId xmlns:a16="http://schemas.microsoft.com/office/drawing/2014/main" id="{8EEB5BFA-B476-F6E1-5870-6A96752FC40B}"/>
                    </a:ext>
                  </a:extLst>
                </p:cNvPr>
                <p:cNvPicPr/>
                <p:nvPr/>
              </p:nvPicPr>
              <p:blipFill>
                <a:blip r:embed="rId26"/>
                <a:stretch>
                  <a:fillRect/>
                </a:stretch>
              </p:blipFill>
              <p:spPr>
                <a:xfrm>
                  <a:off x="-53894" y="1870823"/>
                  <a:ext cx="140760" cy="90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17" name="Рукописный ввод 16">
                <a:extLst>
                  <a:ext uri="{FF2B5EF4-FFF2-40B4-BE49-F238E27FC236}">
                    <a16:creationId xmlns:a16="http://schemas.microsoft.com/office/drawing/2014/main" id="{A7C86E36-B6FE-168C-DE67-221C27A7AABD}"/>
                  </a:ext>
                </a:extLst>
              </p14:cNvPr>
              <p14:cNvContentPartPr/>
              <p14:nvPr/>
            </p14:nvContentPartPr>
            <p14:xfrm>
              <a:off x="-1654814" y="3110663"/>
              <a:ext cx="217440" cy="76680"/>
            </p14:xfrm>
          </p:contentPart>
        </mc:Choice>
        <mc:Fallback xmlns="">
          <p:pic>
            <p:nvPicPr>
              <p:cNvPr id="17" name="Рукописный ввод 16">
                <a:extLst>
                  <a:ext uri="{FF2B5EF4-FFF2-40B4-BE49-F238E27FC236}">
                    <a16:creationId xmlns:a16="http://schemas.microsoft.com/office/drawing/2014/main" id="{A7C86E36-B6FE-168C-DE67-221C27A7AABD}"/>
                  </a:ext>
                </a:extLst>
              </p:cNvPr>
              <p:cNvPicPr/>
              <p:nvPr/>
            </p:nvPicPr>
            <p:blipFill>
              <a:blip r:embed="rId28"/>
              <a:stretch>
                <a:fillRect/>
              </a:stretch>
            </p:blipFill>
            <p:spPr>
              <a:xfrm>
                <a:off x="-1660934" y="3104543"/>
                <a:ext cx="22968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Рукописный ввод 17">
                <a:extLst>
                  <a:ext uri="{FF2B5EF4-FFF2-40B4-BE49-F238E27FC236}">
                    <a16:creationId xmlns:a16="http://schemas.microsoft.com/office/drawing/2014/main" id="{8946BF7C-FA7F-0C94-3135-0555F5A337C8}"/>
                  </a:ext>
                </a:extLst>
              </p14:cNvPr>
              <p14:cNvContentPartPr/>
              <p14:nvPr/>
            </p14:nvContentPartPr>
            <p14:xfrm>
              <a:off x="-1584614" y="3257183"/>
              <a:ext cx="183240" cy="76320"/>
            </p14:xfrm>
          </p:contentPart>
        </mc:Choice>
        <mc:Fallback xmlns="">
          <p:pic>
            <p:nvPicPr>
              <p:cNvPr id="18" name="Рукописный ввод 17">
                <a:extLst>
                  <a:ext uri="{FF2B5EF4-FFF2-40B4-BE49-F238E27FC236}">
                    <a16:creationId xmlns:a16="http://schemas.microsoft.com/office/drawing/2014/main" id="{8946BF7C-FA7F-0C94-3135-0555F5A337C8}"/>
                  </a:ext>
                </a:extLst>
              </p:cNvPr>
              <p:cNvPicPr/>
              <p:nvPr/>
            </p:nvPicPr>
            <p:blipFill>
              <a:blip r:embed="rId30"/>
              <a:stretch>
                <a:fillRect/>
              </a:stretch>
            </p:blipFill>
            <p:spPr>
              <a:xfrm>
                <a:off x="-1590734" y="3251063"/>
                <a:ext cx="1954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9" name="Рукописный ввод 18">
                <a:extLst>
                  <a:ext uri="{FF2B5EF4-FFF2-40B4-BE49-F238E27FC236}">
                    <a16:creationId xmlns:a16="http://schemas.microsoft.com/office/drawing/2014/main" id="{BD33ED39-12CF-6992-1E7A-9420342AAA6E}"/>
                  </a:ext>
                </a:extLst>
              </p14:cNvPr>
              <p14:cNvContentPartPr/>
              <p14:nvPr/>
            </p14:nvContentPartPr>
            <p14:xfrm>
              <a:off x="-1159094" y="2906543"/>
              <a:ext cx="137520" cy="203760"/>
            </p14:xfrm>
          </p:contentPart>
        </mc:Choice>
        <mc:Fallback xmlns="">
          <p:pic>
            <p:nvPicPr>
              <p:cNvPr id="19" name="Рукописный ввод 18">
                <a:extLst>
                  <a:ext uri="{FF2B5EF4-FFF2-40B4-BE49-F238E27FC236}">
                    <a16:creationId xmlns:a16="http://schemas.microsoft.com/office/drawing/2014/main" id="{BD33ED39-12CF-6992-1E7A-9420342AAA6E}"/>
                  </a:ext>
                </a:extLst>
              </p:cNvPr>
              <p:cNvPicPr/>
              <p:nvPr/>
            </p:nvPicPr>
            <p:blipFill>
              <a:blip r:embed="rId32"/>
              <a:stretch>
                <a:fillRect/>
              </a:stretch>
            </p:blipFill>
            <p:spPr>
              <a:xfrm>
                <a:off x="-1165214" y="2900423"/>
                <a:ext cx="1497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Рукописный ввод 21">
                <a:extLst>
                  <a:ext uri="{FF2B5EF4-FFF2-40B4-BE49-F238E27FC236}">
                    <a16:creationId xmlns:a16="http://schemas.microsoft.com/office/drawing/2014/main" id="{E5E93A04-A559-B0DD-3B24-748D88B54BA0}"/>
                  </a:ext>
                </a:extLst>
              </p14:cNvPr>
              <p14:cNvContentPartPr/>
              <p14:nvPr/>
            </p14:nvContentPartPr>
            <p14:xfrm>
              <a:off x="-2005094" y="3773423"/>
              <a:ext cx="287280" cy="339840"/>
            </p14:xfrm>
          </p:contentPart>
        </mc:Choice>
        <mc:Fallback xmlns="">
          <p:pic>
            <p:nvPicPr>
              <p:cNvPr id="22" name="Рукописный ввод 21">
                <a:extLst>
                  <a:ext uri="{FF2B5EF4-FFF2-40B4-BE49-F238E27FC236}">
                    <a16:creationId xmlns:a16="http://schemas.microsoft.com/office/drawing/2014/main" id="{E5E93A04-A559-B0DD-3B24-748D88B54BA0}"/>
                  </a:ext>
                </a:extLst>
              </p:cNvPr>
              <p:cNvPicPr/>
              <p:nvPr/>
            </p:nvPicPr>
            <p:blipFill>
              <a:blip r:embed="rId34"/>
              <a:stretch>
                <a:fillRect/>
              </a:stretch>
            </p:blipFill>
            <p:spPr>
              <a:xfrm>
                <a:off x="-2011214" y="3767303"/>
                <a:ext cx="2995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Рукописный ввод 22">
                <a:extLst>
                  <a:ext uri="{FF2B5EF4-FFF2-40B4-BE49-F238E27FC236}">
                    <a16:creationId xmlns:a16="http://schemas.microsoft.com/office/drawing/2014/main" id="{7DBE7EB1-26B2-A28E-8710-D685763CE33D}"/>
                  </a:ext>
                </a:extLst>
              </p14:cNvPr>
              <p14:cNvContentPartPr/>
              <p14:nvPr/>
            </p14:nvContentPartPr>
            <p14:xfrm>
              <a:off x="-1705934" y="3698183"/>
              <a:ext cx="192960" cy="340920"/>
            </p14:xfrm>
          </p:contentPart>
        </mc:Choice>
        <mc:Fallback xmlns="">
          <p:pic>
            <p:nvPicPr>
              <p:cNvPr id="23" name="Рукописный ввод 22">
                <a:extLst>
                  <a:ext uri="{FF2B5EF4-FFF2-40B4-BE49-F238E27FC236}">
                    <a16:creationId xmlns:a16="http://schemas.microsoft.com/office/drawing/2014/main" id="{7DBE7EB1-26B2-A28E-8710-D685763CE33D}"/>
                  </a:ext>
                </a:extLst>
              </p:cNvPr>
              <p:cNvPicPr/>
              <p:nvPr/>
            </p:nvPicPr>
            <p:blipFill>
              <a:blip r:embed="rId36"/>
              <a:stretch>
                <a:fillRect/>
              </a:stretch>
            </p:blipFill>
            <p:spPr>
              <a:xfrm>
                <a:off x="-1712054" y="3692063"/>
                <a:ext cx="20520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Рукописный ввод 23">
                <a:extLst>
                  <a:ext uri="{FF2B5EF4-FFF2-40B4-BE49-F238E27FC236}">
                    <a16:creationId xmlns:a16="http://schemas.microsoft.com/office/drawing/2014/main" id="{61CABBEB-8E19-AF7B-8DF0-1A33F24D8D63}"/>
                  </a:ext>
                </a:extLst>
              </p14:cNvPr>
              <p14:cNvContentPartPr/>
              <p14:nvPr/>
            </p14:nvContentPartPr>
            <p14:xfrm>
              <a:off x="-1440974" y="3787823"/>
              <a:ext cx="133560" cy="197640"/>
            </p14:xfrm>
          </p:contentPart>
        </mc:Choice>
        <mc:Fallback xmlns="">
          <p:pic>
            <p:nvPicPr>
              <p:cNvPr id="24" name="Рукописный ввод 23">
                <a:extLst>
                  <a:ext uri="{FF2B5EF4-FFF2-40B4-BE49-F238E27FC236}">
                    <a16:creationId xmlns:a16="http://schemas.microsoft.com/office/drawing/2014/main" id="{61CABBEB-8E19-AF7B-8DF0-1A33F24D8D63}"/>
                  </a:ext>
                </a:extLst>
              </p:cNvPr>
              <p:cNvPicPr/>
              <p:nvPr/>
            </p:nvPicPr>
            <p:blipFill>
              <a:blip r:embed="rId38"/>
              <a:stretch>
                <a:fillRect/>
              </a:stretch>
            </p:blipFill>
            <p:spPr>
              <a:xfrm>
                <a:off x="-1447094" y="3781703"/>
                <a:ext cx="14580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Рукописный ввод 24">
                <a:extLst>
                  <a:ext uri="{FF2B5EF4-FFF2-40B4-BE49-F238E27FC236}">
                    <a16:creationId xmlns:a16="http://schemas.microsoft.com/office/drawing/2014/main" id="{F4E0B046-2537-A809-0790-FABB13568DA2}"/>
                  </a:ext>
                </a:extLst>
              </p14:cNvPr>
              <p14:cNvContentPartPr/>
              <p14:nvPr/>
            </p14:nvContentPartPr>
            <p14:xfrm>
              <a:off x="-1260614" y="3649223"/>
              <a:ext cx="105120" cy="79920"/>
            </p14:xfrm>
          </p:contentPart>
        </mc:Choice>
        <mc:Fallback xmlns="">
          <p:pic>
            <p:nvPicPr>
              <p:cNvPr id="25" name="Рукописный ввод 24">
                <a:extLst>
                  <a:ext uri="{FF2B5EF4-FFF2-40B4-BE49-F238E27FC236}">
                    <a16:creationId xmlns:a16="http://schemas.microsoft.com/office/drawing/2014/main" id="{F4E0B046-2537-A809-0790-FABB13568DA2}"/>
                  </a:ext>
                </a:extLst>
              </p:cNvPr>
              <p:cNvPicPr/>
              <p:nvPr/>
            </p:nvPicPr>
            <p:blipFill>
              <a:blip r:embed="rId40"/>
              <a:stretch>
                <a:fillRect/>
              </a:stretch>
            </p:blipFill>
            <p:spPr>
              <a:xfrm>
                <a:off x="-1266734" y="3643103"/>
                <a:ext cx="1173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Рукописный ввод 25">
                <a:extLst>
                  <a:ext uri="{FF2B5EF4-FFF2-40B4-BE49-F238E27FC236}">
                    <a16:creationId xmlns:a16="http://schemas.microsoft.com/office/drawing/2014/main" id="{DACEDD95-8840-AC16-EF57-C683F2F2BD75}"/>
                  </a:ext>
                </a:extLst>
              </p14:cNvPr>
              <p14:cNvContentPartPr/>
              <p14:nvPr/>
            </p14:nvContentPartPr>
            <p14:xfrm>
              <a:off x="-1275374" y="3730223"/>
              <a:ext cx="133920" cy="100800"/>
            </p14:xfrm>
          </p:contentPart>
        </mc:Choice>
        <mc:Fallback xmlns="">
          <p:pic>
            <p:nvPicPr>
              <p:cNvPr id="26" name="Рукописный ввод 25">
                <a:extLst>
                  <a:ext uri="{FF2B5EF4-FFF2-40B4-BE49-F238E27FC236}">
                    <a16:creationId xmlns:a16="http://schemas.microsoft.com/office/drawing/2014/main" id="{DACEDD95-8840-AC16-EF57-C683F2F2BD75}"/>
                  </a:ext>
                </a:extLst>
              </p:cNvPr>
              <p:cNvPicPr/>
              <p:nvPr/>
            </p:nvPicPr>
            <p:blipFill>
              <a:blip r:embed="rId42"/>
              <a:stretch>
                <a:fillRect/>
              </a:stretch>
            </p:blipFill>
            <p:spPr>
              <a:xfrm>
                <a:off x="-1281494" y="3724103"/>
                <a:ext cx="14616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Рукописный ввод 26">
                <a:extLst>
                  <a:ext uri="{FF2B5EF4-FFF2-40B4-BE49-F238E27FC236}">
                    <a16:creationId xmlns:a16="http://schemas.microsoft.com/office/drawing/2014/main" id="{75F63839-F071-187F-37FC-90A4A3B33D60}"/>
                  </a:ext>
                </a:extLst>
              </p14:cNvPr>
              <p14:cNvContentPartPr/>
              <p14:nvPr/>
            </p14:nvContentPartPr>
            <p14:xfrm>
              <a:off x="-1054694" y="3524663"/>
              <a:ext cx="220320" cy="246600"/>
            </p14:xfrm>
          </p:contentPart>
        </mc:Choice>
        <mc:Fallback xmlns="">
          <p:pic>
            <p:nvPicPr>
              <p:cNvPr id="27" name="Рукописный ввод 26">
                <a:extLst>
                  <a:ext uri="{FF2B5EF4-FFF2-40B4-BE49-F238E27FC236}">
                    <a16:creationId xmlns:a16="http://schemas.microsoft.com/office/drawing/2014/main" id="{75F63839-F071-187F-37FC-90A4A3B33D60}"/>
                  </a:ext>
                </a:extLst>
              </p:cNvPr>
              <p:cNvPicPr/>
              <p:nvPr/>
            </p:nvPicPr>
            <p:blipFill>
              <a:blip r:embed="rId44"/>
              <a:stretch>
                <a:fillRect/>
              </a:stretch>
            </p:blipFill>
            <p:spPr>
              <a:xfrm>
                <a:off x="-1060814" y="3518543"/>
                <a:ext cx="23256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Рукописный ввод 27">
                <a:extLst>
                  <a:ext uri="{FF2B5EF4-FFF2-40B4-BE49-F238E27FC236}">
                    <a16:creationId xmlns:a16="http://schemas.microsoft.com/office/drawing/2014/main" id="{DA7CFCD0-4583-5F82-9081-7D7F0D94CE55}"/>
                  </a:ext>
                </a:extLst>
              </p14:cNvPr>
              <p14:cNvContentPartPr/>
              <p14:nvPr/>
            </p14:nvContentPartPr>
            <p14:xfrm>
              <a:off x="-719894" y="3525743"/>
              <a:ext cx="41040" cy="74520"/>
            </p14:xfrm>
          </p:contentPart>
        </mc:Choice>
        <mc:Fallback xmlns="">
          <p:pic>
            <p:nvPicPr>
              <p:cNvPr id="28" name="Рукописный ввод 27">
                <a:extLst>
                  <a:ext uri="{FF2B5EF4-FFF2-40B4-BE49-F238E27FC236}">
                    <a16:creationId xmlns:a16="http://schemas.microsoft.com/office/drawing/2014/main" id="{DA7CFCD0-4583-5F82-9081-7D7F0D94CE55}"/>
                  </a:ext>
                </a:extLst>
              </p:cNvPr>
              <p:cNvPicPr/>
              <p:nvPr/>
            </p:nvPicPr>
            <p:blipFill>
              <a:blip r:embed="rId46"/>
              <a:stretch>
                <a:fillRect/>
              </a:stretch>
            </p:blipFill>
            <p:spPr>
              <a:xfrm>
                <a:off x="-726014" y="3519623"/>
                <a:ext cx="5328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Рукописный ввод 28">
                <a:extLst>
                  <a:ext uri="{FF2B5EF4-FFF2-40B4-BE49-F238E27FC236}">
                    <a16:creationId xmlns:a16="http://schemas.microsoft.com/office/drawing/2014/main" id="{D676CAD0-365A-DDCE-2E0A-C5F70E52793E}"/>
                  </a:ext>
                </a:extLst>
              </p14:cNvPr>
              <p14:cNvContentPartPr/>
              <p14:nvPr/>
            </p14:nvContentPartPr>
            <p14:xfrm>
              <a:off x="-607574" y="3292823"/>
              <a:ext cx="243000" cy="280440"/>
            </p14:xfrm>
          </p:contentPart>
        </mc:Choice>
        <mc:Fallback xmlns="">
          <p:pic>
            <p:nvPicPr>
              <p:cNvPr id="29" name="Рукописный ввод 28">
                <a:extLst>
                  <a:ext uri="{FF2B5EF4-FFF2-40B4-BE49-F238E27FC236}">
                    <a16:creationId xmlns:a16="http://schemas.microsoft.com/office/drawing/2014/main" id="{D676CAD0-365A-DDCE-2E0A-C5F70E52793E}"/>
                  </a:ext>
                </a:extLst>
              </p:cNvPr>
              <p:cNvPicPr/>
              <p:nvPr/>
            </p:nvPicPr>
            <p:blipFill>
              <a:blip r:embed="rId48"/>
              <a:stretch>
                <a:fillRect/>
              </a:stretch>
            </p:blipFill>
            <p:spPr>
              <a:xfrm>
                <a:off x="-613694" y="3286703"/>
                <a:ext cx="255240" cy="292680"/>
              </a:xfrm>
              <a:prstGeom prst="rect">
                <a:avLst/>
              </a:prstGeom>
            </p:spPr>
          </p:pic>
        </mc:Fallback>
      </mc:AlternateContent>
      <p:grpSp>
        <p:nvGrpSpPr>
          <p:cNvPr id="42" name="Группа 41">
            <a:extLst>
              <a:ext uri="{FF2B5EF4-FFF2-40B4-BE49-F238E27FC236}">
                <a16:creationId xmlns:a16="http://schemas.microsoft.com/office/drawing/2014/main" id="{A58419CA-DFD4-40AF-FA6C-38B00FA832DE}"/>
              </a:ext>
            </a:extLst>
          </p:cNvPr>
          <p:cNvGrpSpPr/>
          <p:nvPr/>
        </p:nvGrpSpPr>
        <p:grpSpPr>
          <a:xfrm>
            <a:off x="-238214" y="3051983"/>
            <a:ext cx="465120" cy="343440"/>
            <a:chOff x="-238214" y="3051983"/>
            <a:chExt cx="465120" cy="343440"/>
          </a:xfrm>
        </p:grpSpPr>
        <mc:AlternateContent xmlns:mc="http://schemas.openxmlformats.org/markup-compatibility/2006" xmlns:p14="http://schemas.microsoft.com/office/powerpoint/2010/main">
          <mc:Choice Requires="p14">
            <p:contentPart p14:bwMode="auto" r:id="rId49">
              <p14:nvContentPartPr>
                <p14:cNvPr id="30" name="Рукописный ввод 29">
                  <a:extLst>
                    <a:ext uri="{FF2B5EF4-FFF2-40B4-BE49-F238E27FC236}">
                      <a16:creationId xmlns:a16="http://schemas.microsoft.com/office/drawing/2014/main" id="{940F5D7D-B59E-257E-DE9C-580007B98653}"/>
                    </a:ext>
                  </a:extLst>
                </p14:cNvPr>
                <p14:cNvContentPartPr/>
                <p14:nvPr/>
              </p14:nvContentPartPr>
              <p14:xfrm>
                <a:off x="-238214" y="3145223"/>
                <a:ext cx="183240" cy="250200"/>
              </p14:xfrm>
            </p:contentPart>
          </mc:Choice>
          <mc:Fallback xmlns="">
            <p:pic>
              <p:nvPicPr>
                <p:cNvPr id="30" name="Рукописный ввод 29">
                  <a:extLst>
                    <a:ext uri="{FF2B5EF4-FFF2-40B4-BE49-F238E27FC236}">
                      <a16:creationId xmlns:a16="http://schemas.microsoft.com/office/drawing/2014/main" id="{940F5D7D-B59E-257E-DE9C-580007B98653}"/>
                    </a:ext>
                  </a:extLst>
                </p:cNvPr>
                <p:cNvPicPr/>
                <p:nvPr/>
              </p:nvPicPr>
              <p:blipFill>
                <a:blip r:embed="rId50"/>
                <a:stretch>
                  <a:fillRect/>
                </a:stretch>
              </p:blipFill>
              <p:spPr>
                <a:xfrm>
                  <a:off x="-244334" y="3139103"/>
                  <a:ext cx="19548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Рукописный ввод 30">
                  <a:extLst>
                    <a:ext uri="{FF2B5EF4-FFF2-40B4-BE49-F238E27FC236}">
                      <a16:creationId xmlns:a16="http://schemas.microsoft.com/office/drawing/2014/main" id="{D6FF320B-D46B-DF8C-50C5-F0D04826B1EE}"/>
                    </a:ext>
                  </a:extLst>
                </p14:cNvPr>
                <p14:cNvContentPartPr/>
                <p14:nvPr/>
              </p14:nvContentPartPr>
              <p14:xfrm>
                <a:off x="-39134" y="3112463"/>
                <a:ext cx="107280" cy="219240"/>
              </p14:xfrm>
            </p:contentPart>
          </mc:Choice>
          <mc:Fallback xmlns="">
            <p:pic>
              <p:nvPicPr>
                <p:cNvPr id="31" name="Рукописный ввод 30">
                  <a:extLst>
                    <a:ext uri="{FF2B5EF4-FFF2-40B4-BE49-F238E27FC236}">
                      <a16:creationId xmlns:a16="http://schemas.microsoft.com/office/drawing/2014/main" id="{D6FF320B-D46B-DF8C-50C5-F0D04826B1EE}"/>
                    </a:ext>
                  </a:extLst>
                </p:cNvPr>
                <p:cNvPicPr/>
                <p:nvPr/>
              </p:nvPicPr>
              <p:blipFill>
                <a:blip r:embed="rId52"/>
                <a:stretch>
                  <a:fillRect/>
                </a:stretch>
              </p:blipFill>
              <p:spPr>
                <a:xfrm>
                  <a:off x="-45254" y="3106343"/>
                  <a:ext cx="11952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Рукописный ввод 31">
                  <a:extLst>
                    <a:ext uri="{FF2B5EF4-FFF2-40B4-BE49-F238E27FC236}">
                      <a16:creationId xmlns:a16="http://schemas.microsoft.com/office/drawing/2014/main" id="{665349FC-6855-B18B-D861-0D5AC64DA4AC}"/>
                    </a:ext>
                  </a:extLst>
                </p14:cNvPr>
                <p14:cNvContentPartPr/>
                <p14:nvPr/>
              </p14:nvContentPartPr>
              <p14:xfrm>
                <a:off x="171106" y="3051983"/>
                <a:ext cx="55800" cy="69840"/>
              </p14:xfrm>
            </p:contentPart>
          </mc:Choice>
          <mc:Fallback xmlns="">
            <p:pic>
              <p:nvPicPr>
                <p:cNvPr id="32" name="Рукописный ввод 31">
                  <a:extLst>
                    <a:ext uri="{FF2B5EF4-FFF2-40B4-BE49-F238E27FC236}">
                      <a16:creationId xmlns:a16="http://schemas.microsoft.com/office/drawing/2014/main" id="{665349FC-6855-B18B-D861-0D5AC64DA4AC}"/>
                    </a:ext>
                  </a:extLst>
                </p:cNvPr>
                <p:cNvPicPr/>
                <p:nvPr/>
              </p:nvPicPr>
              <p:blipFill>
                <a:blip r:embed="rId54"/>
                <a:stretch>
                  <a:fillRect/>
                </a:stretch>
              </p:blipFill>
              <p:spPr>
                <a:xfrm>
                  <a:off x="164986" y="3045863"/>
                  <a:ext cx="680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Рукописный ввод 32">
                  <a:extLst>
                    <a:ext uri="{FF2B5EF4-FFF2-40B4-BE49-F238E27FC236}">
                      <a16:creationId xmlns:a16="http://schemas.microsoft.com/office/drawing/2014/main" id="{64D02421-E9A3-FF75-21F1-484A6D551582}"/>
                    </a:ext>
                  </a:extLst>
                </p14:cNvPr>
                <p14:cNvContentPartPr/>
                <p14:nvPr/>
              </p14:nvContentPartPr>
              <p14:xfrm>
                <a:off x="122146" y="3181583"/>
                <a:ext cx="101520" cy="59040"/>
              </p14:xfrm>
            </p:contentPart>
          </mc:Choice>
          <mc:Fallback xmlns="">
            <p:pic>
              <p:nvPicPr>
                <p:cNvPr id="33" name="Рукописный ввод 32">
                  <a:extLst>
                    <a:ext uri="{FF2B5EF4-FFF2-40B4-BE49-F238E27FC236}">
                      <a16:creationId xmlns:a16="http://schemas.microsoft.com/office/drawing/2014/main" id="{64D02421-E9A3-FF75-21F1-484A6D551582}"/>
                    </a:ext>
                  </a:extLst>
                </p:cNvPr>
                <p:cNvPicPr/>
                <p:nvPr/>
              </p:nvPicPr>
              <p:blipFill>
                <a:blip r:embed="rId56"/>
                <a:stretch>
                  <a:fillRect/>
                </a:stretch>
              </p:blipFill>
              <p:spPr>
                <a:xfrm>
                  <a:off x="116026" y="3175463"/>
                  <a:ext cx="113760" cy="71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7">
            <p14:nvContentPartPr>
              <p14:cNvPr id="34" name="Рукописный ввод 33">
                <a:extLst>
                  <a:ext uri="{FF2B5EF4-FFF2-40B4-BE49-F238E27FC236}">
                    <a16:creationId xmlns:a16="http://schemas.microsoft.com/office/drawing/2014/main" id="{D5DA80F7-5420-F404-57FA-596BC3BAE64D}"/>
                  </a:ext>
                </a:extLst>
              </p14:cNvPr>
              <p14:cNvContentPartPr/>
              <p14:nvPr/>
            </p14:nvContentPartPr>
            <p14:xfrm>
              <a:off x="-1873334" y="4520783"/>
              <a:ext cx="152640" cy="75600"/>
            </p14:xfrm>
          </p:contentPart>
        </mc:Choice>
        <mc:Fallback xmlns="">
          <p:pic>
            <p:nvPicPr>
              <p:cNvPr id="34" name="Рукописный ввод 33">
                <a:extLst>
                  <a:ext uri="{FF2B5EF4-FFF2-40B4-BE49-F238E27FC236}">
                    <a16:creationId xmlns:a16="http://schemas.microsoft.com/office/drawing/2014/main" id="{D5DA80F7-5420-F404-57FA-596BC3BAE64D}"/>
                  </a:ext>
                </a:extLst>
              </p:cNvPr>
              <p:cNvPicPr/>
              <p:nvPr/>
            </p:nvPicPr>
            <p:blipFill>
              <a:blip r:embed="rId58"/>
              <a:stretch>
                <a:fillRect/>
              </a:stretch>
            </p:blipFill>
            <p:spPr>
              <a:xfrm>
                <a:off x="-1879454" y="4514663"/>
                <a:ext cx="16488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5" name="Рукописный ввод 34">
                <a:extLst>
                  <a:ext uri="{FF2B5EF4-FFF2-40B4-BE49-F238E27FC236}">
                    <a16:creationId xmlns:a16="http://schemas.microsoft.com/office/drawing/2014/main" id="{B622B8BA-15DD-766E-818A-7351C041B8A1}"/>
                  </a:ext>
                </a:extLst>
              </p14:cNvPr>
              <p14:cNvContentPartPr/>
              <p14:nvPr/>
            </p14:nvContentPartPr>
            <p14:xfrm>
              <a:off x="-1808534" y="4547423"/>
              <a:ext cx="150120" cy="120240"/>
            </p14:xfrm>
          </p:contentPart>
        </mc:Choice>
        <mc:Fallback xmlns="">
          <p:pic>
            <p:nvPicPr>
              <p:cNvPr id="35" name="Рукописный ввод 34">
                <a:extLst>
                  <a:ext uri="{FF2B5EF4-FFF2-40B4-BE49-F238E27FC236}">
                    <a16:creationId xmlns:a16="http://schemas.microsoft.com/office/drawing/2014/main" id="{B622B8BA-15DD-766E-818A-7351C041B8A1}"/>
                  </a:ext>
                </a:extLst>
              </p:cNvPr>
              <p:cNvPicPr/>
              <p:nvPr/>
            </p:nvPicPr>
            <p:blipFill>
              <a:blip r:embed="rId60"/>
              <a:stretch>
                <a:fillRect/>
              </a:stretch>
            </p:blipFill>
            <p:spPr>
              <a:xfrm>
                <a:off x="-1814654" y="4541303"/>
                <a:ext cx="1623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6" name="Рукописный ввод 35">
                <a:extLst>
                  <a:ext uri="{FF2B5EF4-FFF2-40B4-BE49-F238E27FC236}">
                    <a16:creationId xmlns:a16="http://schemas.microsoft.com/office/drawing/2014/main" id="{24CEFE1B-6F1A-EF92-3317-16751E96E5B4}"/>
                  </a:ext>
                </a:extLst>
              </p14:cNvPr>
              <p14:cNvContentPartPr/>
              <p14:nvPr/>
            </p14:nvContentPartPr>
            <p14:xfrm>
              <a:off x="-1442774" y="4304423"/>
              <a:ext cx="24840" cy="287280"/>
            </p14:xfrm>
          </p:contentPart>
        </mc:Choice>
        <mc:Fallback xmlns="">
          <p:pic>
            <p:nvPicPr>
              <p:cNvPr id="36" name="Рукописный ввод 35">
                <a:extLst>
                  <a:ext uri="{FF2B5EF4-FFF2-40B4-BE49-F238E27FC236}">
                    <a16:creationId xmlns:a16="http://schemas.microsoft.com/office/drawing/2014/main" id="{24CEFE1B-6F1A-EF92-3317-16751E96E5B4}"/>
                  </a:ext>
                </a:extLst>
              </p:cNvPr>
              <p:cNvPicPr/>
              <p:nvPr/>
            </p:nvPicPr>
            <p:blipFill>
              <a:blip r:embed="rId62"/>
              <a:stretch>
                <a:fillRect/>
              </a:stretch>
            </p:blipFill>
            <p:spPr>
              <a:xfrm>
                <a:off x="-1448894" y="4298303"/>
                <a:ext cx="3708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7" name="Рукописный ввод 36">
                <a:extLst>
                  <a:ext uri="{FF2B5EF4-FFF2-40B4-BE49-F238E27FC236}">
                    <a16:creationId xmlns:a16="http://schemas.microsoft.com/office/drawing/2014/main" id="{EDA1B9F4-BB6D-36BC-9525-4416CDC055D7}"/>
                  </a:ext>
                </a:extLst>
              </p14:cNvPr>
              <p14:cNvContentPartPr/>
              <p14:nvPr/>
            </p14:nvContentPartPr>
            <p14:xfrm>
              <a:off x="-1347734" y="4209743"/>
              <a:ext cx="148680" cy="271800"/>
            </p14:xfrm>
          </p:contentPart>
        </mc:Choice>
        <mc:Fallback xmlns="">
          <p:pic>
            <p:nvPicPr>
              <p:cNvPr id="37" name="Рукописный ввод 36">
                <a:extLst>
                  <a:ext uri="{FF2B5EF4-FFF2-40B4-BE49-F238E27FC236}">
                    <a16:creationId xmlns:a16="http://schemas.microsoft.com/office/drawing/2014/main" id="{EDA1B9F4-BB6D-36BC-9525-4416CDC055D7}"/>
                  </a:ext>
                </a:extLst>
              </p:cNvPr>
              <p:cNvPicPr/>
              <p:nvPr/>
            </p:nvPicPr>
            <p:blipFill>
              <a:blip r:embed="rId64"/>
              <a:stretch>
                <a:fillRect/>
              </a:stretch>
            </p:blipFill>
            <p:spPr>
              <a:xfrm>
                <a:off x="-1353854" y="4203623"/>
                <a:ext cx="16092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8" name="Рукописный ввод 37">
                <a:extLst>
                  <a:ext uri="{FF2B5EF4-FFF2-40B4-BE49-F238E27FC236}">
                    <a16:creationId xmlns:a16="http://schemas.microsoft.com/office/drawing/2014/main" id="{36E08C40-078E-DD0F-F25E-5A9E7D5F2D1F}"/>
                  </a:ext>
                </a:extLst>
              </p14:cNvPr>
              <p14:cNvContentPartPr/>
              <p14:nvPr/>
            </p14:nvContentPartPr>
            <p14:xfrm>
              <a:off x="-1208414" y="4109303"/>
              <a:ext cx="118440" cy="50040"/>
            </p14:xfrm>
          </p:contentPart>
        </mc:Choice>
        <mc:Fallback xmlns="">
          <p:pic>
            <p:nvPicPr>
              <p:cNvPr id="38" name="Рукописный ввод 37">
                <a:extLst>
                  <a:ext uri="{FF2B5EF4-FFF2-40B4-BE49-F238E27FC236}">
                    <a16:creationId xmlns:a16="http://schemas.microsoft.com/office/drawing/2014/main" id="{36E08C40-078E-DD0F-F25E-5A9E7D5F2D1F}"/>
                  </a:ext>
                </a:extLst>
              </p:cNvPr>
              <p:cNvPicPr/>
              <p:nvPr/>
            </p:nvPicPr>
            <p:blipFill>
              <a:blip r:embed="rId66"/>
              <a:stretch>
                <a:fillRect/>
              </a:stretch>
            </p:blipFill>
            <p:spPr>
              <a:xfrm>
                <a:off x="-1214534" y="4103183"/>
                <a:ext cx="13068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9" name="Рукописный ввод 38">
                <a:extLst>
                  <a:ext uri="{FF2B5EF4-FFF2-40B4-BE49-F238E27FC236}">
                    <a16:creationId xmlns:a16="http://schemas.microsoft.com/office/drawing/2014/main" id="{539F1105-BE55-EF35-0418-E15503D4E4D8}"/>
                  </a:ext>
                </a:extLst>
              </p14:cNvPr>
              <p14:cNvContentPartPr/>
              <p14:nvPr/>
            </p14:nvContentPartPr>
            <p14:xfrm>
              <a:off x="-1059014" y="4017863"/>
              <a:ext cx="251280" cy="213480"/>
            </p14:xfrm>
          </p:contentPart>
        </mc:Choice>
        <mc:Fallback xmlns="">
          <p:pic>
            <p:nvPicPr>
              <p:cNvPr id="39" name="Рукописный ввод 38">
                <a:extLst>
                  <a:ext uri="{FF2B5EF4-FFF2-40B4-BE49-F238E27FC236}">
                    <a16:creationId xmlns:a16="http://schemas.microsoft.com/office/drawing/2014/main" id="{539F1105-BE55-EF35-0418-E15503D4E4D8}"/>
                  </a:ext>
                </a:extLst>
              </p:cNvPr>
              <p:cNvPicPr/>
              <p:nvPr/>
            </p:nvPicPr>
            <p:blipFill>
              <a:blip r:embed="rId68"/>
              <a:stretch>
                <a:fillRect/>
              </a:stretch>
            </p:blipFill>
            <p:spPr>
              <a:xfrm>
                <a:off x="-1065134" y="4011743"/>
                <a:ext cx="2635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0" name="Рукописный ввод 39">
                <a:extLst>
                  <a:ext uri="{FF2B5EF4-FFF2-40B4-BE49-F238E27FC236}">
                    <a16:creationId xmlns:a16="http://schemas.microsoft.com/office/drawing/2014/main" id="{5375A096-CA0E-7865-A3BA-27C135E5E9BB}"/>
                  </a:ext>
                </a:extLst>
              </p14:cNvPr>
              <p14:cNvContentPartPr/>
              <p14:nvPr/>
            </p14:nvContentPartPr>
            <p14:xfrm>
              <a:off x="-1345574" y="4379663"/>
              <a:ext cx="438840" cy="308160"/>
            </p14:xfrm>
          </p:contentPart>
        </mc:Choice>
        <mc:Fallback xmlns="">
          <p:pic>
            <p:nvPicPr>
              <p:cNvPr id="40" name="Рукописный ввод 39">
                <a:extLst>
                  <a:ext uri="{FF2B5EF4-FFF2-40B4-BE49-F238E27FC236}">
                    <a16:creationId xmlns:a16="http://schemas.microsoft.com/office/drawing/2014/main" id="{5375A096-CA0E-7865-A3BA-27C135E5E9BB}"/>
                  </a:ext>
                </a:extLst>
              </p:cNvPr>
              <p:cNvPicPr/>
              <p:nvPr/>
            </p:nvPicPr>
            <p:blipFill>
              <a:blip r:embed="rId70"/>
              <a:stretch>
                <a:fillRect/>
              </a:stretch>
            </p:blipFill>
            <p:spPr>
              <a:xfrm>
                <a:off x="-1351694" y="4373543"/>
                <a:ext cx="45108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3" name="Рукописный ввод 42">
                <a:extLst>
                  <a:ext uri="{FF2B5EF4-FFF2-40B4-BE49-F238E27FC236}">
                    <a16:creationId xmlns:a16="http://schemas.microsoft.com/office/drawing/2014/main" id="{A01655AA-17FE-1D7B-F5D6-5727CB91BFD7}"/>
                  </a:ext>
                </a:extLst>
              </p14:cNvPr>
              <p14:cNvContentPartPr/>
              <p14:nvPr/>
            </p14:nvContentPartPr>
            <p14:xfrm>
              <a:off x="-1164854" y="4574423"/>
              <a:ext cx="108000" cy="277200"/>
            </p14:xfrm>
          </p:contentPart>
        </mc:Choice>
        <mc:Fallback xmlns="">
          <p:pic>
            <p:nvPicPr>
              <p:cNvPr id="43" name="Рукописный ввод 42">
                <a:extLst>
                  <a:ext uri="{FF2B5EF4-FFF2-40B4-BE49-F238E27FC236}">
                    <a16:creationId xmlns:a16="http://schemas.microsoft.com/office/drawing/2014/main" id="{A01655AA-17FE-1D7B-F5D6-5727CB91BFD7}"/>
                  </a:ext>
                </a:extLst>
              </p:cNvPr>
              <p:cNvPicPr/>
              <p:nvPr/>
            </p:nvPicPr>
            <p:blipFill>
              <a:blip r:embed="rId72"/>
              <a:stretch>
                <a:fillRect/>
              </a:stretch>
            </p:blipFill>
            <p:spPr>
              <a:xfrm>
                <a:off x="-1170974" y="4568303"/>
                <a:ext cx="12024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4" name="Рукописный ввод 43">
                <a:extLst>
                  <a:ext uri="{FF2B5EF4-FFF2-40B4-BE49-F238E27FC236}">
                    <a16:creationId xmlns:a16="http://schemas.microsoft.com/office/drawing/2014/main" id="{4898F564-017F-D5AE-C577-A3FEAE455B1E}"/>
                  </a:ext>
                </a:extLst>
              </p14:cNvPr>
              <p14:cNvContentPartPr/>
              <p14:nvPr/>
            </p14:nvContentPartPr>
            <p14:xfrm>
              <a:off x="-1081334" y="4592783"/>
              <a:ext cx="233280" cy="212400"/>
            </p14:xfrm>
          </p:contentPart>
        </mc:Choice>
        <mc:Fallback xmlns="">
          <p:pic>
            <p:nvPicPr>
              <p:cNvPr id="44" name="Рукописный ввод 43">
                <a:extLst>
                  <a:ext uri="{FF2B5EF4-FFF2-40B4-BE49-F238E27FC236}">
                    <a16:creationId xmlns:a16="http://schemas.microsoft.com/office/drawing/2014/main" id="{4898F564-017F-D5AE-C577-A3FEAE455B1E}"/>
                  </a:ext>
                </a:extLst>
              </p:cNvPr>
              <p:cNvPicPr/>
              <p:nvPr/>
            </p:nvPicPr>
            <p:blipFill>
              <a:blip r:embed="rId74"/>
              <a:stretch>
                <a:fillRect/>
              </a:stretch>
            </p:blipFill>
            <p:spPr>
              <a:xfrm>
                <a:off x="-1087454" y="4586663"/>
                <a:ext cx="24552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5" name="Рукописный ввод 44">
                <a:extLst>
                  <a:ext uri="{FF2B5EF4-FFF2-40B4-BE49-F238E27FC236}">
                    <a16:creationId xmlns:a16="http://schemas.microsoft.com/office/drawing/2014/main" id="{569B6C19-97BA-B1D3-C818-1294D3D610EB}"/>
                  </a:ext>
                </a:extLst>
              </p14:cNvPr>
              <p14:cNvContentPartPr/>
              <p14:nvPr/>
            </p14:nvContentPartPr>
            <p14:xfrm>
              <a:off x="-1902854" y="5275703"/>
              <a:ext cx="154440" cy="260280"/>
            </p14:xfrm>
          </p:contentPart>
        </mc:Choice>
        <mc:Fallback xmlns="">
          <p:pic>
            <p:nvPicPr>
              <p:cNvPr id="45" name="Рукописный ввод 44">
                <a:extLst>
                  <a:ext uri="{FF2B5EF4-FFF2-40B4-BE49-F238E27FC236}">
                    <a16:creationId xmlns:a16="http://schemas.microsoft.com/office/drawing/2014/main" id="{569B6C19-97BA-B1D3-C818-1294D3D610EB}"/>
                  </a:ext>
                </a:extLst>
              </p:cNvPr>
              <p:cNvPicPr/>
              <p:nvPr/>
            </p:nvPicPr>
            <p:blipFill>
              <a:blip r:embed="rId76"/>
              <a:stretch>
                <a:fillRect/>
              </a:stretch>
            </p:blipFill>
            <p:spPr>
              <a:xfrm>
                <a:off x="-1908974" y="5269583"/>
                <a:ext cx="16668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6" name="Рукописный ввод 45">
                <a:extLst>
                  <a:ext uri="{FF2B5EF4-FFF2-40B4-BE49-F238E27FC236}">
                    <a16:creationId xmlns:a16="http://schemas.microsoft.com/office/drawing/2014/main" id="{A616260B-6DE4-1196-9F03-4873727D987B}"/>
                  </a:ext>
                </a:extLst>
              </p14:cNvPr>
              <p14:cNvContentPartPr/>
              <p14:nvPr/>
            </p14:nvContentPartPr>
            <p14:xfrm>
              <a:off x="-1668854" y="5382623"/>
              <a:ext cx="129240" cy="235440"/>
            </p14:xfrm>
          </p:contentPart>
        </mc:Choice>
        <mc:Fallback xmlns="">
          <p:pic>
            <p:nvPicPr>
              <p:cNvPr id="46" name="Рукописный ввод 45">
                <a:extLst>
                  <a:ext uri="{FF2B5EF4-FFF2-40B4-BE49-F238E27FC236}">
                    <a16:creationId xmlns:a16="http://schemas.microsoft.com/office/drawing/2014/main" id="{A616260B-6DE4-1196-9F03-4873727D987B}"/>
                  </a:ext>
                </a:extLst>
              </p:cNvPr>
              <p:cNvPicPr/>
              <p:nvPr/>
            </p:nvPicPr>
            <p:blipFill>
              <a:blip r:embed="rId78"/>
              <a:stretch>
                <a:fillRect/>
              </a:stretch>
            </p:blipFill>
            <p:spPr>
              <a:xfrm>
                <a:off x="-1674974" y="5376503"/>
                <a:ext cx="14148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7" name="Рукописный ввод 46">
                <a:extLst>
                  <a:ext uri="{FF2B5EF4-FFF2-40B4-BE49-F238E27FC236}">
                    <a16:creationId xmlns:a16="http://schemas.microsoft.com/office/drawing/2014/main" id="{433800A1-1D49-0A8E-C1D6-8FE1FD491D30}"/>
                  </a:ext>
                </a:extLst>
              </p14:cNvPr>
              <p14:cNvContentPartPr/>
              <p14:nvPr/>
            </p14:nvContentPartPr>
            <p14:xfrm>
              <a:off x="-1491734" y="5440943"/>
              <a:ext cx="92880" cy="163800"/>
            </p14:xfrm>
          </p:contentPart>
        </mc:Choice>
        <mc:Fallback xmlns="">
          <p:pic>
            <p:nvPicPr>
              <p:cNvPr id="47" name="Рукописный ввод 46">
                <a:extLst>
                  <a:ext uri="{FF2B5EF4-FFF2-40B4-BE49-F238E27FC236}">
                    <a16:creationId xmlns:a16="http://schemas.microsoft.com/office/drawing/2014/main" id="{433800A1-1D49-0A8E-C1D6-8FE1FD491D30}"/>
                  </a:ext>
                </a:extLst>
              </p:cNvPr>
              <p:cNvPicPr/>
              <p:nvPr/>
            </p:nvPicPr>
            <p:blipFill>
              <a:blip r:embed="rId80"/>
              <a:stretch>
                <a:fillRect/>
              </a:stretch>
            </p:blipFill>
            <p:spPr>
              <a:xfrm>
                <a:off x="-1497854" y="5434823"/>
                <a:ext cx="10512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8" name="Рукописный ввод 47">
                <a:extLst>
                  <a:ext uri="{FF2B5EF4-FFF2-40B4-BE49-F238E27FC236}">
                    <a16:creationId xmlns:a16="http://schemas.microsoft.com/office/drawing/2014/main" id="{818AECBE-0F25-F731-9570-3304D5B83C89}"/>
                  </a:ext>
                </a:extLst>
              </p14:cNvPr>
              <p14:cNvContentPartPr/>
              <p14:nvPr/>
            </p14:nvContentPartPr>
            <p14:xfrm>
              <a:off x="-1422254" y="5224943"/>
              <a:ext cx="96840" cy="91440"/>
            </p14:xfrm>
          </p:contentPart>
        </mc:Choice>
        <mc:Fallback xmlns="">
          <p:pic>
            <p:nvPicPr>
              <p:cNvPr id="48" name="Рукописный ввод 47">
                <a:extLst>
                  <a:ext uri="{FF2B5EF4-FFF2-40B4-BE49-F238E27FC236}">
                    <a16:creationId xmlns:a16="http://schemas.microsoft.com/office/drawing/2014/main" id="{818AECBE-0F25-F731-9570-3304D5B83C89}"/>
                  </a:ext>
                </a:extLst>
              </p:cNvPr>
              <p:cNvPicPr/>
              <p:nvPr/>
            </p:nvPicPr>
            <p:blipFill>
              <a:blip r:embed="rId82"/>
              <a:stretch>
                <a:fillRect/>
              </a:stretch>
            </p:blipFill>
            <p:spPr>
              <a:xfrm>
                <a:off x="-1428374" y="5218823"/>
                <a:ext cx="1090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9" name="Рукописный ввод 48">
                <a:extLst>
                  <a:ext uri="{FF2B5EF4-FFF2-40B4-BE49-F238E27FC236}">
                    <a16:creationId xmlns:a16="http://schemas.microsoft.com/office/drawing/2014/main" id="{5F8826E4-696E-3744-C194-EBDCC16F4EB9}"/>
                  </a:ext>
                </a:extLst>
              </p14:cNvPr>
              <p14:cNvContentPartPr/>
              <p14:nvPr/>
            </p14:nvContentPartPr>
            <p14:xfrm>
              <a:off x="-1374734" y="5259503"/>
              <a:ext cx="124200" cy="124920"/>
            </p14:xfrm>
          </p:contentPart>
        </mc:Choice>
        <mc:Fallback xmlns="">
          <p:pic>
            <p:nvPicPr>
              <p:cNvPr id="49" name="Рукописный ввод 48">
                <a:extLst>
                  <a:ext uri="{FF2B5EF4-FFF2-40B4-BE49-F238E27FC236}">
                    <a16:creationId xmlns:a16="http://schemas.microsoft.com/office/drawing/2014/main" id="{5F8826E4-696E-3744-C194-EBDCC16F4EB9}"/>
                  </a:ext>
                </a:extLst>
              </p:cNvPr>
              <p:cNvPicPr/>
              <p:nvPr/>
            </p:nvPicPr>
            <p:blipFill>
              <a:blip r:embed="rId84"/>
              <a:stretch>
                <a:fillRect/>
              </a:stretch>
            </p:blipFill>
            <p:spPr>
              <a:xfrm>
                <a:off x="-1380854" y="5253383"/>
                <a:ext cx="1364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0" name="Рукописный ввод 49">
                <a:extLst>
                  <a:ext uri="{FF2B5EF4-FFF2-40B4-BE49-F238E27FC236}">
                    <a16:creationId xmlns:a16="http://schemas.microsoft.com/office/drawing/2014/main" id="{F562AC22-9403-4B1B-ADB5-2C04AD4B2F57}"/>
                  </a:ext>
                </a:extLst>
              </p14:cNvPr>
              <p14:cNvContentPartPr/>
              <p14:nvPr/>
            </p14:nvContentPartPr>
            <p14:xfrm>
              <a:off x="-1223894" y="4905623"/>
              <a:ext cx="289800" cy="404640"/>
            </p14:xfrm>
          </p:contentPart>
        </mc:Choice>
        <mc:Fallback xmlns="">
          <p:pic>
            <p:nvPicPr>
              <p:cNvPr id="50" name="Рукописный ввод 49">
                <a:extLst>
                  <a:ext uri="{FF2B5EF4-FFF2-40B4-BE49-F238E27FC236}">
                    <a16:creationId xmlns:a16="http://schemas.microsoft.com/office/drawing/2014/main" id="{F562AC22-9403-4B1B-ADB5-2C04AD4B2F57}"/>
                  </a:ext>
                </a:extLst>
              </p:cNvPr>
              <p:cNvPicPr/>
              <p:nvPr/>
            </p:nvPicPr>
            <p:blipFill>
              <a:blip r:embed="rId86"/>
              <a:stretch>
                <a:fillRect/>
              </a:stretch>
            </p:blipFill>
            <p:spPr>
              <a:xfrm>
                <a:off x="-1230014" y="4899503"/>
                <a:ext cx="302040" cy="41688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1" name="Рукописный ввод 50">
                <a:extLst>
                  <a:ext uri="{FF2B5EF4-FFF2-40B4-BE49-F238E27FC236}">
                    <a16:creationId xmlns:a16="http://schemas.microsoft.com/office/drawing/2014/main" id="{9B07F7B9-510A-1685-44E3-23219F878CCE}"/>
                  </a:ext>
                </a:extLst>
              </p14:cNvPr>
              <p14:cNvContentPartPr/>
              <p14:nvPr/>
            </p14:nvContentPartPr>
            <p14:xfrm>
              <a:off x="-1121294" y="5005343"/>
              <a:ext cx="260280" cy="267480"/>
            </p14:xfrm>
          </p:contentPart>
        </mc:Choice>
        <mc:Fallback xmlns="">
          <p:pic>
            <p:nvPicPr>
              <p:cNvPr id="51" name="Рукописный ввод 50">
                <a:extLst>
                  <a:ext uri="{FF2B5EF4-FFF2-40B4-BE49-F238E27FC236}">
                    <a16:creationId xmlns:a16="http://schemas.microsoft.com/office/drawing/2014/main" id="{9B07F7B9-510A-1685-44E3-23219F878CCE}"/>
                  </a:ext>
                </a:extLst>
              </p:cNvPr>
              <p:cNvPicPr/>
              <p:nvPr/>
            </p:nvPicPr>
            <p:blipFill>
              <a:blip r:embed="rId88"/>
              <a:stretch>
                <a:fillRect/>
              </a:stretch>
            </p:blipFill>
            <p:spPr>
              <a:xfrm>
                <a:off x="-1127414" y="4999223"/>
                <a:ext cx="27252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2" name="Рукописный ввод 51">
                <a:extLst>
                  <a:ext uri="{FF2B5EF4-FFF2-40B4-BE49-F238E27FC236}">
                    <a16:creationId xmlns:a16="http://schemas.microsoft.com/office/drawing/2014/main" id="{F1E93332-1E0D-7DB2-05DD-8FDD0B1AE3E7}"/>
                  </a:ext>
                </a:extLst>
              </p14:cNvPr>
              <p14:cNvContentPartPr/>
              <p14:nvPr/>
            </p14:nvContentPartPr>
            <p14:xfrm>
              <a:off x="-902054" y="4922543"/>
              <a:ext cx="145440" cy="215640"/>
            </p14:xfrm>
          </p:contentPart>
        </mc:Choice>
        <mc:Fallback xmlns="">
          <p:pic>
            <p:nvPicPr>
              <p:cNvPr id="52" name="Рукописный ввод 51">
                <a:extLst>
                  <a:ext uri="{FF2B5EF4-FFF2-40B4-BE49-F238E27FC236}">
                    <a16:creationId xmlns:a16="http://schemas.microsoft.com/office/drawing/2014/main" id="{F1E93332-1E0D-7DB2-05DD-8FDD0B1AE3E7}"/>
                  </a:ext>
                </a:extLst>
              </p:cNvPr>
              <p:cNvPicPr/>
              <p:nvPr/>
            </p:nvPicPr>
            <p:blipFill>
              <a:blip r:embed="rId90"/>
              <a:stretch>
                <a:fillRect/>
              </a:stretch>
            </p:blipFill>
            <p:spPr>
              <a:xfrm>
                <a:off x="-908174" y="4916423"/>
                <a:ext cx="1576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3" name="Рукописный ввод 52">
                <a:extLst>
                  <a:ext uri="{FF2B5EF4-FFF2-40B4-BE49-F238E27FC236}">
                    <a16:creationId xmlns:a16="http://schemas.microsoft.com/office/drawing/2014/main" id="{089662AE-D07F-2F1A-E916-6B6292B58AB3}"/>
                  </a:ext>
                </a:extLst>
              </p14:cNvPr>
              <p14:cNvContentPartPr/>
              <p14:nvPr/>
            </p14:nvContentPartPr>
            <p14:xfrm>
              <a:off x="-726014" y="4959623"/>
              <a:ext cx="101520" cy="164880"/>
            </p14:xfrm>
          </p:contentPart>
        </mc:Choice>
        <mc:Fallback xmlns="">
          <p:pic>
            <p:nvPicPr>
              <p:cNvPr id="53" name="Рукописный ввод 52">
                <a:extLst>
                  <a:ext uri="{FF2B5EF4-FFF2-40B4-BE49-F238E27FC236}">
                    <a16:creationId xmlns:a16="http://schemas.microsoft.com/office/drawing/2014/main" id="{089662AE-D07F-2F1A-E916-6B6292B58AB3}"/>
                  </a:ext>
                </a:extLst>
              </p:cNvPr>
              <p:cNvPicPr/>
              <p:nvPr/>
            </p:nvPicPr>
            <p:blipFill>
              <a:blip r:embed="rId92"/>
              <a:stretch>
                <a:fillRect/>
              </a:stretch>
            </p:blipFill>
            <p:spPr>
              <a:xfrm>
                <a:off x="-732134" y="4953503"/>
                <a:ext cx="1137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4" name="Рукописный ввод 53">
                <a:extLst>
                  <a:ext uri="{FF2B5EF4-FFF2-40B4-BE49-F238E27FC236}">
                    <a16:creationId xmlns:a16="http://schemas.microsoft.com/office/drawing/2014/main" id="{B42824D1-5E46-A5AF-5001-1B516D47B213}"/>
                  </a:ext>
                </a:extLst>
              </p14:cNvPr>
              <p14:cNvContentPartPr/>
              <p14:nvPr/>
            </p14:nvContentPartPr>
            <p14:xfrm>
              <a:off x="-602174" y="4782503"/>
              <a:ext cx="90000" cy="72360"/>
            </p14:xfrm>
          </p:contentPart>
        </mc:Choice>
        <mc:Fallback xmlns="">
          <p:pic>
            <p:nvPicPr>
              <p:cNvPr id="54" name="Рукописный ввод 53">
                <a:extLst>
                  <a:ext uri="{FF2B5EF4-FFF2-40B4-BE49-F238E27FC236}">
                    <a16:creationId xmlns:a16="http://schemas.microsoft.com/office/drawing/2014/main" id="{B42824D1-5E46-A5AF-5001-1B516D47B213}"/>
                  </a:ext>
                </a:extLst>
              </p:cNvPr>
              <p:cNvPicPr/>
              <p:nvPr/>
            </p:nvPicPr>
            <p:blipFill>
              <a:blip r:embed="rId94"/>
              <a:stretch>
                <a:fillRect/>
              </a:stretch>
            </p:blipFill>
            <p:spPr>
              <a:xfrm>
                <a:off x="-608294" y="4776383"/>
                <a:ext cx="10224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5" name="Рукописный ввод 54">
                <a:extLst>
                  <a:ext uri="{FF2B5EF4-FFF2-40B4-BE49-F238E27FC236}">
                    <a16:creationId xmlns:a16="http://schemas.microsoft.com/office/drawing/2014/main" id="{0D137315-A143-5747-17A0-63685F09DB96}"/>
                  </a:ext>
                </a:extLst>
              </p14:cNvPr>
              <p14:cNvContentPartPr/>
              <p14:nvPr/>
            </p14:nvContentPartPr>
            <p14:xfrm>
              <a:off x="-607214" y="4840103"/>
              <a:ext cx="85680" cy="109800"/>
            </p14:xfrm>
          </p:contentPart>
        </mc:Choice>
        <mc:Fallback xmlns="">
          <p:pic>
            <p:nvPicPr>
              <p:cNvPr id="55" name="Рукописный ввод 54">
                <a:extLst>
                  <a:ext uri="{FF2B5EF4-FFF2-40B4-BE49-F238E27FC236}">
                    <a16:creationId xmlns:a16="http://schemas.microsoft.com/office/drawing/2014/main" id="{0D137315-A143-5747-17A0-63685F09DB96}"/>
                  </a:ext>
                </a:extLst>
              </p:cNvPr>
              <p:cNvPicPr/>
              <p:nvPr/>
            </p:nvPicPr>
            <p:blipFill>
              <a:blip r:embed="rId96"/>
              <a:stretch>
                <a:fillRect/>
              </a:stretch>
            </p:blipFill>
            <p:spPr>
              <a:xfrm>
                <a:off x="-613334" y="4833983"/>
                <a:ext cx="97920" cy="122040"/>
              </a:xfrm>
              <a:prstGeom prst="rect">
                <a:avLst/>
              </a:prstGeom>
            </p:spPr>
          </p:pic>
        </mc:Fallback>
      </mc:AlternateContent>
      <p:grpSp>
        <p:nvGrpSpPr>
          <p:cNvPr id="62" name="Группа 61">
            <a:extLst>
              <a:ext uri="{FF2B5EF4-FFF2-40B4-BE49-F238E27FC236}">
                <a16:creationId xmlns:a16="http://schemas.microsoft.com/office/drawing/2014/main" id="{4CCA3FCF-A557-9F8D-A77C-A089C327282D}"/>
              </a:ext>
            </a:extLst>
          </p:cNvPr>
          <p:cNvGrpSpPr/>
          <p:nvPr/>
        </p:nvGrpSpPr>
        <p:grpSpPr>
          <a:xfrm>
            <a:off x="-341534" y="4256903"/>
            <a:ext cx="893520" cy="659520"/>
            <a:chOff x="-341534" y="4256903"/>
            <a:chExt cx="893520" cy="659520"/>
          </a:xfrm>
        </p:grpSpPr>
        <mc:AlternateContent xmlns:mc="http://schemas.openxmlformats.org/markup-compatibility/2006" xmlns:p14="http://schemas.microsoft.com/office/powerpoint/2010/main">
          <mc:Choice Requires="p14">
            <p:contentPart p14:bwMode="auto" r:id="rId97">
              <p14:nvContentPartPr>
                <p14:cNvPr id="56" name="Рукописный ввод 55">
                  <a:extLst>
                    <a:ext uri="{FF2B5EF4-FFF2-40B4-BE49-F238E27FC236}">
                      <a16:creationId xmlns:a16="http://schemas.microsoft.com/office/drawing/2014/main" id="{45661930-35B3-302B-99A5-E33E08F9151C}"/>
                    </a:ext>
                  </a:extLst>
                </p14:cNvPr>
                <p14:cNvContentPartPr/>
                <p14:nvPr/>
              </p14:nvContentPartPr>
              <p14:xfrm>
                <a:off x="-341534" y="4256903"/>
                <a:ext cx="241560" cy="596520"/>
              </p14:xfrm>
            </p:contentPart>
          </mc:Choice>
          <mc:Fallback xmlns="">
            <p:pic>
              <p:nvPicPr>
                <p:cNvPr id="56" name="Рукописный ввод 55">
                  <a:extLst>
                    <a:ext uri="{FF2B5EF4-FFF2-40B4-BE49-F238E27FC236}">
                      <a16:creationId xmlns:a16="http://schemas.microsoft.com/office/drawing/2014/main" id="{45661930-35B3-302B-99A5-E33E08F9151C}"/>
                    </a:ext>
                  </a:extLst>
                </p:cNvPr>
                <p:cNvPicPr/>
                <p:nvPr/>
              </p:nvPicPr>
              <p:blipFill>
                <a:blip r:embed="rId98"/>
                <a:stretch>
                  <a:fillRect/>
                </a:stretch>
              </p:blipFill>
              <p:spPr>
                <a:xfrm>
                  <a:off x="-347654" y="4250783"/>
                  <a:ext cx="253800" cy="6087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7" name="Рукописный ввод 56">
                  <a:extLst>
                    <a:ext uri="{FF2B5EF4-FFF2-40B4-BE49-F238E27FC236}">
                      <a16:creationId xmlns:a16="http://schemas.microsoft.com/office/drawing/2014/main" id="{03BEC840-C3BF-BF69-D9B3-D86A9132CC3D}"/>
                    </a:ext>
                  </a:extLst>
                </p14:cNvPr>
                <p14:cNvContentPartPr/>
                <p14:nvPr/>
              </p14:nvContentPartPr>
              <p14:xfrm>
                <a:off x="-143174" y="4291103"/>
                <a:ext cx="163080" cy="253080"/>
              </p14:xfrm>
            </p:contentPart>
          </mc:Choice>
          <mc:Fallback xmlns="">
            <p:pic>
              <p:nvPicPr>
                <p:cNvPr id="57" name="Рукописный ввод 56">
                  <a:extLst>
                    <a:ext uri="{FF2B5EF4-FFF2-40B4-BE49-F238E27FC236}">
                      <a16:creationId xmlns:a16="http://schemas.microsoft.com/office/drawing/2014/main" id="{03BEC840-C3BF-BF69-D9B3-D86A9132CC3D}"/>
                    </a:ext>
                  </a:extLst>
                </p:cNvPr>
                <p:cNvPicPr/>
                <p:nvPr/>
              </p:nvPicPr>
              <p:blipFill>
                <a:blip r:embed="rId100"/>
                <a:stretch>
                  <a:fillRect/>
                </a:stretch>
              </p:blipFill>
              <p:spPr>
                <a:xfrm>
                  <a:off x="-149294" y="4284983"/>
                  <a:ext cx="17532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8" name="Рукописный ввод 57">
                  <a:extLst>
                    <a:ext uri="{FF2B5EF4-FFF2-40B4-BE49-F238E27FC236}">
                      <a16:creationId xmlns:a16="http://schemas.microsoft.com/office/drawing/2014/main" id="{C3A3D3CE-6139-24C5-8003-4DD32B550713}"/>
                    </a:ext>
                  </a:extLst>
                </p14:cNvPr>
                <p14:cNvContentPartPr/>
                <p14:nvPr/>
              </p14:nvContentPartPr>
              <p14:xfrm>
                <a:off x="-139574" y="4404503"/>
                <a:ext cx="366120" cy="307080"/>
              </p14:xfrm>
            </p:contentPart>
          </mc:Choice>
          <mc:Fallback xmlns="">
            <p:pic>
              <p:nvPicPr>
                <p:cNvPr id="58" name="Рукописный ввод 57">
                  <a:extLst>
                    <a:ext uri="{FF2B5EF4-FFF2-40B4-BE49-F238E27FC236}">
                      <a16:creationId xmlns:a16="http://schemas.microsoft.com/office/drawing/2014/main" id="{C3A3D3CE-6139-24C5-8003-4DD32B550713}"/>
                    </a:ext>
                  </a:extLst>
                </p:cNvPr>
                <p:cNvPicPr/>
                <p:nvPr/>
              </p:nvPicPr>
              <p:blipFill>
                <a:blip r:embed="rId102"/>
                <a:stretch>
                  <a:fillRect/>
                </a:stretch>
              </p:blipFill>
              <p:spPr>
                <a:xfrm>
                  <a:off x="-145694" y="4398383"/>
                  <a:ext cx="37836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9" name="Рукописный ввод 58">
                  <a:extLst>
                    <a:ext uri="{FF2B5EF4-FFF2-40B4-BE49-F238E27FC236}">
                      <a16:creationId xmlns:a16="http://schemas.microsoft.com/office/drawing/2014/main" id="{FB38FD72-42B8-0784-15AE-94C64E865E28}"/>
                    </a:ext>
                  </a:extLst>
                </p14:cNvPr>
                <p14:cNvContentPartPr/>
                <p14:nvPr/>
              </p14:nvContentPartPr>
              <p14:xfrm>
                <a:off x="-25094" y="4635623"/>
                <a:ext cx="86760" cy="280800"/>
              </p14:xfrm>
            </p:contentPart>
          </mc:Choice>
          <mc:Fallback xmlns="">
            <p:pic>
              <p:nvPicPr>
                <p:cNvPr id="59" name="Рукописный ввод 58">
                  <a:extLst>
                    <a:ext uri="{FF2B5EF4-FFF2-40B4-BE49-F238E27FC236}">
                      <a16:creationId xmlns:a16="http://schemas.microsoft.com/office/drawing/2014/main" id="{FB38FD72-42B8-0784-15AE-94C64E865E28}"/>
                    </a:ext>
                  </a:extLst>
                </p:cNvPr>
                <p:cNvPicPr/>
                <p:nvPr/>
              </p:nvPicPr>
              <p:blipFill>
                <a:blip r:embed="rId104"/>
                <a:stretch>
                  <a:fillRect/>
                </a:stretch>
              </p:blipFill>
              <p:spPr>
                <a:xfrm>
                  <a:off x="-31214" y="4629503"/>
                  <a:ext cx="9900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0" name="Рукописный ввод 59">
                  <a:extLst>
                    <a:ext uri="{FF2B5EF4-FFF2-40B4-BE49-F238E27FC236}">
                      <a16:creationId xmlns:a16="http://schemas.microsoft.com/office/drawing/2014/main" id="{C37C77C9-8A0E-1F14-3E34-78043AF97201}"/>
                    </a:ext>
                  </a:extLst>
                </p14:cNvPr>
                <p14:cNvContentPartPr/>
                <p14:nvPr/>
              </p14:nvContentPartPr>
              <p14:xfrm>
                <a:off x="110626" y="4472543"/>
                <a:ext cx="441360" cy="367200"/>
              </p14:xfrm>
            </p:contentPart>
          </mc:Choice>
          <mc:Fallback xmlns="">
            <p:pic>
              <p:nvPicPr>
                <p:cNvPr id="60" name="Рукописный ввод 59">
                  <a:extLst>
                    <a:ext uri="{FF2B5EF4-FFF2-40B4-BE49-F238E27FC236}">
                      <a16:creationId xmlns:a16="http://schemas.microsoft.com/office/drawing/2014/main" id="{C37C77C9-8A0E-1F14-3E34-78043AF97201}"/>
                    </a:ext>
                  </a:extLst>
                </p:cNvPr>
                <p:cNvPicPr/>
                <p:nvPr/>
              </p:nvPicPr>
              <p:blipFill>
                <a:blip r:embed="rId106"/>
                <a:stretch>
                  <a:fillRect/>
                </a:stretch>
              </p:blipFill>
              <p:spPr>
                <a:xfrm>
                  <a:off x="104506" y="4466423"/>
                  <a:ext cx="453600" cy="379440"/>
                </a:xfrm>
                <a:prstGeom prst="rect">
                  <a:avLst/>
                </a:prstGeom>
              </p:spPr>
            </p:pic>
          </mc:Fallback>
        </mc:AlternateContent>
      </p:grpSp>
      <p:grpSp>
        <p:nvGrpSpPr>
          <p:cNvPr id="71" name="Группа 70">
            <a:extLst>
              <a:ext uri="{FF2B5EF4-FFF2-40B4-BE49-F238E27FC236}">
                <a16:creationId xmlns:a16="http://schemas.microsoft.com/office/drawing/2014/main" id="{9B02EAD1-30BC-6266-6F21-247A2C19F628}"/>
              </a:ext>
            </a:extLst>
          </p:cNvPr>
          <p:cNvGrpSpPr/>
          <p:nvPr/>
        </p:nvGrpSpPr>
        <p:grpSpPr>
          <a:xfrm>
            <a:off x="4769386" y="4740283"/>
            <a:ext cx="1028160" cy="361440"/>
            <a:chOff x="4769386" y="4740283"/>
            <a:chExt cx="1028160" cy="361440"/>
          </a:xfrm>
        </p:grpSpPr>
        <mc:AlternateContent xmlns:mc="http://schemas.openxmlformats.org/markup-compatibility/2006">
          <mc:Choice xmlns:p14="http://schemas.microsoft.com/office/powerpoint/2010/main" Requires="p14">
            <p:contentPart p14:bwMode="auto" r:id="rId107">
              <p14:nvContentPartPr>
                <p14:cNvPr id="20" name="Рукописный ввод 19">
                  <a:extLst>
                    <a:ext uri="{FF2B5EF4-FFF2-40B4-BE49-F238E27FC236}">
                      <a16:creationId xmlns:a16="http://schemas.microsoft.com/office/drawing/2014/main" id="{6BD7CA7D-8C70-596D-6D36-E491C2CD1E70}"/>
                    </a:ext>
                  </a:extLst>
                </p14:cNvPr>
                <p14:cNvContentPartPr/>
                <p14:nvPr/>
              </p14:nvContentPartPr>
              <p14:xfrm>
                <a:off x="4847866" y="4764043"/>
                <a:ext cx="39240" cy="301320"/>
              </p14:xfrm>
            </p:contentPart>
          </mc:Choice>
          <mc:Fallback>
            <p:pic>
              <p:nvPicPr>
                <p:cNvPr id="20" name="Рукописный ввод 19">
                  <a:extLst>
                    <a:ext uri="{FF2B5EF4-FFF2-40B4-BE49-F238E27FC236}">
                      <a16:creationId xmlns:a16="http://schemas.microsoft.com/office/drawing/2014/main" id="{6BD7CA7D-8C70-596D-6D36-E491C2CD1E70}"/>
                    </a:ext>
                  </a:extLst>
                </p:cNvPr>
                <p:cNvPicPr/>
                <p:nvPr/>
              </p:nvPicPr>
              <p:blipFill>
                <a:blip r:embed="rId108"/>
                <a:stretch>
                  <a:fillRect/>
                </a:stretch>
              </p:blipFill>
              <p:spPr>
                <a:xfrm>
                  <a:off x="4841746" y="4757923"/>
                  <a:ext cx="51480" cy="31356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41" name="Рукописный ввод 40">
                  <a:extLst>
                    <a:ext uri="{FF2B5EF4-FFF2-40B4-BE49-F238E27FC236}">
                      <a16:creationId xmlns:a16="http://schemas.microsoft.com/office/drawing/2014/main" id="{E5EEE624-6458-23D5-E9FE-3587EC1BC89B}"/>
                    </a:ext>
                  </a:extLst>
                </p14:cNvPr>
                <p14:cNvContentPartPr/>
                <p14:nvPr/>
              </p14:nvContentPartPr>
              <p14:xfrm>
                <a:off x="4769386" y="4740283"/>
                <a:ext cx="297720" cy="224640"/>
              </p14:xfrm>
            </p:contentPart>
          </mc:Choice>
          <mc:Fallback>
            <p:pic>
              <p:nvPicPr>
                <p:cNvPr id="41" name="Рукописный ввод 40">
                  <a:extLst>
                    <a:ext uri="{FF2B5EF4-FFF2-40B4-BE49-F238E27FC236}">
                      <a16:creationId xmlns:a16="http://schemas.microsoft.com/office/drawing/2014/main" id="{E5EEE624-6458-23D5-E9FE-3587EC1BC89B}"/>
                    </a:ext>
                  </a:extLst>
                </p:cNvPr>
                <p:cNvPicPr/>
                <p:nvPr/>
              </p:nvPicPr>
              <p:blipFill>
                <a:blip r:embed="rId110"/>
                <a:stretch>
                  <a:fillRect/>
                </a:stretch>
              </p:blipFill>
              <p:spPr>
                <a:xfrm>
                  <a:off x="4763266" y="4734163"/>
                  <a:ext cx="30996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1" name="Рукописный ввод 60">
                  <a:extLst>
                    <a:ext uri="{FF2B5EF4-FFF2-40B4-BE49-F238E27FC236}">
                      <a16:creationId xmlns:a16="http://schemas.microsoft.com/office/drawing/2014/main" id="{F8B24CC0-7E99-BD5A-BB24-7AB8B52907CF}"/>
                    </a:ext>
                  </a:extLst>
                </p14:cNvPr>
                <p14:cNvContentPartPr/>
                <p14:nvPr/>
              </p14:nvContentPartPr>
              <p14:xfrm>
                <a:off x="5103106" y="4748563"/>
                <a:ext cx="137160" cy="353160"/>
              </p14:xfrm>
            </p:contentPart>
          </mc:Choice>
          <mc:Fallback>
            <p:pic>
              <p:nvPicPr>
                <p:cNvPr id="61" name="Рукописный ввод 60">
                  <a:extLst>
                    <a:ext uri="{FF2B5EF4-FFF2-40B4-BE49-F238E27FC236}">
                      <a16:creationId xmlns:a16="http://schemas.microsoft.com/office/drawing/2014/main" id="{F8B24CC0-7E99-BD5A-BB24-7AB8B52907CF}"/>
                    </a:ext>
                  </a:extLst>
                </p:cNvPr>
                <p:cNvPicPr/>
                <p:nvPr/>
              </p:nvPicPr>
              <p:blipFill>
                <a:blip r:embed="rId112"/>
                <a:stretch>
                  <a:fillRect/>
                </a:stretch>
              </p:blipFill>
              <p:spPr>
                <a:xfrm>
                  <a:off x="5096986" y="4742443"/>
                  <a:ext cx="149400" cy="36540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5" name="Рукописный ввод 64">
                  <a:extLst>
                    <a:ext uri="{FF2B5EF4-FFF2-40B4-BE49-F238E27FC236}">
                      <a16:creationId xmlns:a16="http://schemas.microsoft.com/office/drawing/2014/main" id="{EEB54D92-A15A-F26F-62D9-C1CC3DD9AEAF}"/>
                    </a:ext>
                  </a:extLst>
                </p14:cNvPr>
                <p14:cNvContentPartPr/>
                <p14:nvPr/>
              </p14:nvContentPartPr>
              <p14:xfrm>
                <a:off x="5278786" y="4925323"/>
                <a:ext cx="87480" cy="360"/>
              </p14:xfrm>
            </p:contentPart>
          </mc:Choice>
          <mc:Fallback>
            <p:pic>
              <p:nvPicPr>
                <p:cNvPr id="65" name="Рукописный ввод 64">
                  <a:extLst>
                    <a:ext uri="{FF2B5EF4-FFF2-40B4-BE49-F238E27FC236}">
                      <a16:creationId xmlns:a16="http://schemas.microsoft.com/office/drawing/2014/main" id="{EEB54D92-A15A-F26F-62D9-C1CC3DD9AEAF}"/>
                    </a:ext>
                  </a:extLst>
                </p:cNvPr>
                <p:cNvPicPr/>
                <p:nvPr/>
              </p:nvPicPr>
              <p:blipFill>
                <a:blip r:embed="rId114"/>
                <a:stretch>
                  <a:fillRect/>
                </a:stretch>
              </p:blipFill>
              <p:spPr>
                <a:xfrm>
                  <a:off x="5272666" y="4919203"/>
                  <a:ext cx="9972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6" name="Рукописный ввод 65">
                  <a:extLst>
                    <a:ext uri="{FF2B5EF4-FFF2-40B4-BE49-F238E27FC236}">
                      <a16:creationId xmlns:a16="http://schemas.microsoft.com/office/drawing/2014/main" id="{D0BF2958-0C53-E470-BF21-C3864BE71007}"/>
                    </a:ext>
                  </a:extLst>
                </p14:cNvPr>
                <p14:cNvContentPartPr/>
                <p14:nvPr/>
              </p14:nvContentPartPr>
              <p14:xfrm>
                <a:off x="5431426" y="4794643"/>
                <a:ext cx="94320" cy="276840"/>
              </p14:xfrm>
            </p:contentPart>
          </mc:Choice>
          <mc:Fallback>
            <p:pic>
              <p:nvPicPr>
                <p:cNvPr id="66" name="Рукописный ввод 65">
                  <a:extLst>
                    <a:ext uri="{FF2B5EF4-FFF2-40B4-BE49-F238E27FC236}">
                      <a16:creationId xmlns:a16="http://schemas.microsoft.com/office/drawing/2014/main" id="{D0BF2958-0C53-E470-BF21-C3864BE71007}"/>
                    </a:ext>
                  </a:extLst>
                </p:cNvPr>
                <p:cNvPicPr/>
                <p:nvPr/>
              </p:nvPicPr>
              <p:blipFill>
                <a:blip r:embed="rId116"/>
                <a:stretch>
                  <a:fillRect/>
                </a:stretch>
              </p:blipFill>
              <p:spPr>
                <a:xfrm>
                  <a:off x="5425306" y="4788523"/>
                  <a:ext cx="10656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67" name="Рукописный ввод 66">
                  <a:extLst>
                    <a:ext uri="{FF2B5EF4-FFF2-40B4-BE49-F238E27FC236}">
                      <a16:creationId xmlns:a16="http://schemas.microsoft.com/office/drawing/2014/main" id="{5FA6EFFF-140E-CB43-7704-C7E07C858123}"/>
                    </a:ext>
                  </a:extLst>
                </p14:cNvPr>
                <p14:cNvContentPartPr/>
                <p14:nvPr/>
              </p14:nvContentPartPr>
              <p14:xfrm>
                <a:off x="5590906" y="4779523"/>
                <a:ext cx="42840" cy="287640"/>
              </p14:xfrm>
            </p:contentPart>
          </mc:Choice>
          <mc:Fallback>
            <p:pic>
              <p:nvPicPr>
                <p:cNvPr id="67" name="Рукописный ввод 66">
                  <a:extLst>
                    <a:ext uri="{FF2B5EF4-FFF2-40B4-BE49-F238E27FC236}">
                      <a16:creationId xmlns:a16="http://schemas.microsoft.com/office/drawing/2014/main" id="{5FA6EFFF-140E-CB43-7704-C7E07C858123}"/>
                    </a:ext>
                  </a:extLst>
                </p:cNvPr>
                <p:cNvPicPr/>
                <p:nvPr/>
              </p:nvPicPr>
              <p:blipFill>
                <a:blip r:embed="rId118"/>
                <a:stretch>
                  <a:fillRect/>
                </a:stretch>
              </p:blipFill>
              <p:spPr>
                <a:xfrm>
                  <a:off x="5584786" y="4773403"/>
                  <a:ext cx="5508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68" name="Рукописный ввод 67">
                  <a:extLst>
                    <a:ext uri="{FF2B5EF4-FFF2-40B4-BE49-F238E27FC236}">
                      <a16:creationId xmlns:a16="http://schemas.microsoft.com/office/drawing/2014/main" id="{71A5B728-DEC0-53E7-B2B0-532BF5E7C37F}"/>
                    </a:ext>
                  </a:extLst>
                </p14:cNvPr>
                <p14:cNvContentPartPr/>
                <p14:nvPr/>
              </p14:nvContentPartPr>
              <p14:xfrm>
                <a:off x="5739586" y="4883923"/>
                <a:ext cx="25920" cy="3240"/>
              </p14:xfrm>
            </p:contentPart>
          </mc:Choice>
          <mc:Fallback>
            <p:pic>
              <p:nvPicPr>
                <p:cNvPr id="68" name="Рукописный ввод 67">
                  <a:extLst>
                    <a:ext uri="{FF2B5EF4-FFF2-40B4-BE49-F238E27FC236}">
                      <a16:creationId xmlns:a16="http://schemas.microsoft.com/office/drawing/2014/main" id="{71A5B728-DEC0-53E7-B2B0-532BF5E7C37F}"/>
                    </a:ext>
                  </a:extLst>
                </p:cNvPr>
                <p:cNvPicPr/>
                <p:nvPr/>
              </p:nvPicPr>
              <p:blipFill>
                <a:blip r:embed="rId120"/>
                <a:stretch>
                  <a:fillRect/>
                </a:stretch>
              </p:blipFill>
              <p:spPr>
                <a:xfrm>
                  <a:off x="5733466" y="4877803"/>
                  <a:ext cx="38160" cy="1548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69" name="Рукописный ввод 68">
                  <a:extLst>
                    <a:ext uri="{FF2B5EF4-FFF2-40B4-BE49-F238E27FC236}">
                      <a16:creationId xmlns:a16="http://schemas.microsoft.com/office/drawing/2014/main" id="{FFB0CB4A-7489-47AD-A3F3-312C58F227F2}"/>
                    </a:ext>
                  </a:extLst>
                </p14:cNvPr>
                <p14:cNvContentPartPr/>
                <p14:nvPr/>
              </p14:nvContentPartPr>
              <p14:xfrm>
                <a:off x="5685946" y="4955923"/>
                <a:ext cx="107640" cy="29520"/>
              </p14:xfrm>
            </p:contentPart>
          </mc:Choice>
          <mc:Fallback>
            <p:pic>
              <p:nvPicPr>
                <p:cNvPr id="69" name="Рукописный ввод 68">
                  <a:extLst>
                    <a:ext uri="{FF2B5EF4-FFF2-40B4-BE49-F238E27FC236}">
                      <a16:creationId xmlns:a16="http://schemas.microsoft.com/office/drawing/2014/main" id="{FFB0CB4A-7489-47AD-A3F3-312C58F227F2}"/>
                    </a:ext>
                  </a:extLst>
                </p:cNvPr>
                <p:cNvPicPr/>
                <p:nvPr/>
              </p:nvPicPr>
              <p:blipFill>
                <a:blip r:embed="rId122"/>
                <a:stretch>
                  <a:fillRect/>
                </a:stretch>
              </p:blipFill>
              <p:spPr>
                <a:xfrm>
                  <a:off x="5679826" y="4949803"/>
                  <a:ext cx="11988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0" name="Рукописный ввод 69">
                  <a:extLst>
                    <a:ext uri="{FF2B5EF4-FFF2-40B4-BE49-F238E27FC236}">
                      <a16:creationId xmlns:a16="http://schemas.microsoft.com/office/drawing/2014/main" id="{BEA2E318-6FEE-8835-B52E-BFFCBA836345}"/>
                    </a:ext>
                  </a:extLst>
                </p14:cNvPr>
                <p14:cNvContentPartPr/>
                <p14:nvPr/>
              </p14:nvContentPartPr>
              <p14:xfrm>
                <a:off x="5716906" y="4856203"/>
                <a:ext cx="80640" cy="22320"/>
              </p14:xfrm>
            </p:contentPart>
          </mc:Choice>
          <mc:Fallback>
            <p:pic>
              <p:nvPicPr>
                <p:cNvPr id="70" name="Рукописный ввод 69">
                  <a:extLst>
                    <a:ext uri="{FF2B5EF4-FFF2-40B4-BE49-F238E27FC236}">
                      <a16:creationId xmlns:a16="http://schemas.microsoft.com/office/drawing/2014/main" id="{BEA2E318-6FEE-8835-B52E-BFFCBA836345}"/>
                    </a:ext>
                  </a:extLst>
                </p:cNvPr>
                <p:cNvPicPr/>
                <p:nvPr/>
              </p:nvPicPr>
              <p:blipFill>
                <a:blip r:embed="rId124"/>
                <a:stretch>
                  <a:fillRect/>
                </a:stretch>
              </p:blipFill>
              <p:spPr>
                <a:xfrm>
                  <a:off x="5710786" y="4850083"/>
                  <a:ext cx="92880" cy="34560"/>
                </a:xfrm>
                <a:prstGeom prst="rect">
                  <a:avLst/>
                </a:prstGeom>
              </p:spPr>
            </p:pic>
          </mc:Fallback>
        </mc:AlternateContent>
      </p:grpSp>
      <p:grpSp>
        <p:nvGrpSpPr>
          <p:cNvPr id="79" name="Группа 78">
            <a:extLst>
              <a:ext uri="{FF2B5EF4-FFF2-40B4-BE49-F238E27FC236}">
                <a16:creationId xmlns:a16="http://schemas.microsoft.com/office/drawing/2014/main" id="{6B746700-FE94-92F1-183F-A7227496A61D}"/>
              </a:ext>
            </a:extLst>
          </p:cNvPr>
          <p:cNvGrpSpPr/>
          <p:nvPr/>
        </p:nvGrpSpPr>
        <p:grpSpPr>
          <a:xfrm>
            <a:off x="6016426" y="4656403"/>
            <a:ext cx="1215000" cy="469800"/>
            <a:chOff x="6016426" y="4656403"/>
            <a:chExt cx="1215000" cy="469800"/>
          </a:xfrm>
        </p:grpSpPr>
        <mc:AlternateContent xmlns:mc="http://schemas.openxmlformats.org/markup-compatibility/2006">
          <mc:Choice xmlns:p14="http://schemas.microsoft.com/office/powerpoint/2010/main" Requires="p14">
            <p:contentPart p14:bwMode="auto" r:id="rId125">
              <p14:nvContentPartPr>
                <p14:cNvPr id="72" name="Рукописный ввод 71">
                  <a:extLst>
                    <a:ext uri="{FF2B5EF4-FFF2-40B4-BE49-F238E27FC236}">
                      <a16:creationId xmlns:a16="http://schemas.microsoft.com/office/drawing/2014/main" id="{783AD670-9CCE-5134-7B8A-7FC5032BBB02}"/>
                    </a:ext>
                  </a:extLst>
                </p14:cNvPr>
                <p14:cNvContentPartPr/>
                <p14:nvPr/>
              </p14:nvContentPartPr>
              <p14:xfrm>
                <a:off x="6016426" y="4698523"/>
                <a:ext cx="34560" cy="330840"/>
              </p14:xfrm>
            </p:contentPart>
          </mc:Choice>
          <mc:Fallback>
            <p:pic>
              <p:nvPicPr>
                <p:cNvPr id="72" name="Рукописный ввод 71">
                  <a:extLst>
                    <a:ext uri="{FF2B5EF4-FFF2-40B4-BE49-F238E27FC236}">
                      <a16:creationId xmlns:a16="http://schemas.microsoft.com/office/drawing/2014/main" id="{783AD670-9CCE-5134-7B8A-7FC5032BBB02}"/>
                    </a:ext>
                  </a:extLst>
                </p:cNvPr>
                <p:cNvPicPr/>
                <p:nvPr/>
              </p:nvPicPr>
              <p:blipFill>
                <a:blip r:embed="rId126"/>
                <a:stretch>
                  <a:fillRect/>
                </a:stretch>
              </p:blipFill>
              <p:spPr>
                <a:xfrm>
                  <a:off x="6010306" y="4692403"/>
                  <a:ext cx="4680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73" name="Рукописный ввод 72">
                  <a:extLst>
                    <a:ext uri="{FF2B5EF4-FFF2-40B4-BE49-F238E27FC236}">
                      <a16:creationId xmlns:a16="http://schemas.microsoft.com/office/drawing/2014/main" id="{B166B546-6D6E-CC98-F354-F1E173071384}"/>
                    </a:ext>
                  </a:extLst>
                </p14:cNvPr>
                <p14:cNvContentPartPr/>
                <p14:nvPr/>
              </p14:nvContentPartPr>
              <p14:xfrm>
                <a:off x="6185626" y="4871323"/>
                <a:ext cx="218880" cy="24120"/>
              </p14:xfrm>
            </p:contentPart>
          </mc:Choice>
          <mc:Fallback>
            <p:pic>
              <p:nvPicPr>
                <p:cNvPr id="73" name="Рукописный ввод 72">
                  <a:extLst>
                    <a:ext uri="{FF2B5EF4-FFF2-40B4-BE49-F238E27FC236}">
                      <a16:creationId xmlns:a16="http://schemas.microsoft.com/office/drawing/2014/main" id="{B166B546-6D6E-CC98-F354-F1E173071384}"/>
                    </a:ext>
                  </a:extLst>
                </p:cNvPr>
                <p:cNvPicPr/>
                <p:nvPr/>
              </p:nvPicPr>
              <p:blipFill>
                <a:blip r:embed="rId128"/>
                <a:stretch>
                  <a:fillRect/>
                </a:stretch>
              </p:blipFill>
              <p:spPr>
                <a:xfrm>
                  <a:off x="6179506" y="4865203"/>
                  <a:ext cx="23112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74" name="Рукописный ввод 73">
                  <a:extLst>
                    <a:ext uri="{FF2B5EF4-FFF2-40B4-BE49-F238E27FC236}">
                      <a16:creationId xmlns:a16="http://schemas.microsoft.com/office/drawing/2014/main" id="{8A8A59C9-CB80-F0BA-7447-09F93E312484}"/>
                    </a:ext>
                  </a:extLst>
                </p14:cNvPr>
                <p14:cNvContentPartPr/>
                <p14:nvPr/>
              </p14:nvContentPartPr>
              <p14:xfrm>
                <a:off x="6592786" y="4748563"/>
                <a:ext cx="34200" cy="377640"/>
              </p14:xfrm>
            </p:contentPart>
          </mc:Choice>
          <mc:Fallback>
            <p:pic>
              <p:nvPicPr>
                <p:cNvPr id="74" name="Рукописный ввод 73">
                  <a:extLst>
                    <a:ext uri="{FF2B5EF4-FFF2-40B4-BE49-F238E27FC236}">
                      <a16:creationId xmlns:a16="http://schemas.microsoft.com/office/drawing/2014/main" id="{8A8A59C9-CB80-F0BA-7447-09F93E312484}"/>
                    </a:ext>
                  </a:extLst>
                </p:cNvPr>
                <p:cNvPicPr/>
                <p:nvPr/>
              </p:nvPicPr>
              <p:blipFill>
                <a:blip r:embed="rId130"/>
                <a:stretch>
                  <a:fillRect/>
                </a:stretch>
              </p:blipFill>
              <p:spPr>
                <a:xfrm>
                  <a:off x="6586666" y="4742443"/>
                  <a:ext cx="46440" cy="38988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75" name="Рукописный ввод 74">
                  <a:extLst>
                    <a:ext uri="{FF2B5EF4-FFF2-40B4-BE49-F238E27FC236}">
                      <a16:creationId xmlns:a16="http://schemas.microsoft.com/office/drawing/2014/main" id="{5B134CAC-5007-70B7-D9BD-1934EFE46DDD}"/>
                    </a:ext>
                  </a:extLst>
                </p14:cNvPr>
                <p14:cNvContentPartPr/>
                <p14:nvPr/>
              </p14:nvContentPartPr>
              <p14:xfrm>
                <a:off x="6475426" y="4701403"/>
                <a:ext cx="357840" cy="333000"/>
              </p14:xfrm>
            </p:contentPart>
          </mc:Choice>
          <mc:Fallback>
            <p:pic>
              <p:nvPicPr>
                <p:cNvPr id="75" name="Рукописный ввод 74">
                  <a:extLst>
                    <a:ext uri="{FF2B5EF4-FFF2-40B4-BE49-F238E27FC236}">
                      <a16:creationId xmlns:a16="http://schemas.microsoft.com/office/drawing/2014/main" id="{5B134CAC-5007-70B7-D9BD-1934EFE46DDD}"/>
                    </a:ext>
                  </a:extLst>
                </p:cNvPr>
                <p:cNvPicPr/>
                <p:nvPr/>
              </p:nvPicPr>
              <p:blipFill>
                <a:blip r:embed="rId132"/>
                <a:stretch>
                  <a:fillRect/>
                </a:stretch>
              </p:blipFill>
              <p:spPr>
                <a:xfrm>
                  <a:off x="6469306" y="4695283"/>
                  <a:ext cx="370080" cy="34524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6" name="Рукописный ввод 75">
                  <a:extLst>
                    <a:ext uri="{FF2B5EF4-FFF2-40B4-BE49-F238E27FC236}">
                      <a16:creationId xmlns:a16="http://schemas.microsoft.com/office/drawing/2014/main" id="{FDD5C7B5-4799-D1CF-0326-730B5B0B2A5A}"/>
                    </a:ext>
                  </a:extLst>
                </p14:cNvPr>
                <p14:cNvContentPartPr/>
                <p14:nvPr/>
              </p14:nvContentPartPr>
              <p14:xfrm>
                <a:off x="6876466" y="4717963"/>
                <a:ext cx="62640" cy="305280"/>
              </p14:xfrm>
            </p:contentPart>
          </mc:Choice>
          <mc:Fallback>
            <p:pic>
              <p:nvPicPr>
                <p:cNvPr id="76" name="Рукописный ввод 75">
                  <a:extLst>
                    <a:ext uri="{FF2B5EF4-FFF2-40B4-BE49-F238E27FC236}">
                      <a16:creationId xmlns:a16="http://schemas.microsoft.com/office/drawing/2014/main" id="{FDD5C7B5-4799-D1CF-0326-730B5B0B2A5A}"/>
                    </a:ext>
                  </a:extLst>
                </p:cNvPr>
                <p:cNvPicPr/>
                <p:nvPr/>
              </p:nvPicPr>
              <p:blipFill>
                <a:blip r:embed="rId134"/>
                <a:stretch>
                  <a:fillRect/>
                </a:stretch>
              </p:blipFill>
              <p:spPr>
                <a:xfrm>
                  <a:off x="6870346" y="4711843"/>
                  <a:ext cx="7488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77" name="Рукописный ввод 76">
                  <a:extLst>
                    <a:ext uri="{FF2B5EF4-FFF2-40B4-BE49-F238E27FC236}">
                      <a16:creationId xmlns:a16="http://schemas.microsoft.com/office/drawing/2014/main" id="{430355FB-6585-6C98-B950-CD57B6310FAC}"/>
                    </a:ext>
                  </a:extLst>
                </p14:cNvPr>
                <p14:cNvContentPartPr/>
                <p14:nvPr/>
              </p14:nvContentPartPr>
              <p14:xfrm>
                <a:off x="6998506" y="4771603"/>
                <a:ext cx="101880" cy="327960"/>
              </p14:xfrm>
            </p:contentPart>
          </mc:Choice>
          <mc:Fallback>
            <p:pic>
              <p:nvPicPr>
                <p:cNvPr id="77" name="Рукописный ввод 76">
                  <a:extLst>
                    <a:ext uri="{FF2B5EF4-FFF2-40B4-BE49-F238E27FC236}">
                      <a16:creationId xmlns:a16="http://schemas.microsoft.com/office/drawing/2014/main" id="{430355FB-6585-6C98-B950-CD57B6310FAC}"/>
                    </a:ext>
                  </a:extLst>
                </p:cNvPr>
                <p:cNvPicPr/>
                <p:nvPr/>
              </p:nvPicPr>
              <p:blipFill>
                <a:blip r:embed="rId136"/>
                <a:stretch>
                  <a:fillRect/>
                </a:stretch>
              </p:blipFill>
              <p:spPr>
                <a:xfrm>
                  <a:off x="6992386" y="4765483"/>
                  <a:ext cx="114120" cy="34020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78" name="Рукописный ввод 77">
                  <a:extLst>
                    <a:ext uri="{FF2B5EF4-FFF2-40B4-BE49-F238E27FC236}">
                      <a16:creationId xmlns:a16="http://schemas.microsoft.com/office/drawing/2014/main" id="{899802F9-489B-3453-DB8A-0AA8A1BD6905}"/>
                    </a:ext>
                  </a:extLst>
                </p14:cNvPr>
                <p14:cNvContentPartPr/>
                <p14:nvPr/>
              </p14:nvContentPartPr>
              <p14:xfrm>
                <a:off x="7176706" y="4656403"/>
                <a:ext cx="54720" cy="407160"/>
              </p14:xfrm>
            </p:contentPart>
          </mc:Choice>
          <mc:Fallback>
            <p:pic>
              <p:nvPicPr>
                <p:cNvPr id="78" name="Рукописный ввод 77">
                  <a:extLst>
                    <a:ext uri="{FF2B5EF4-FFF2-40B4-BE49-F238E27FC236}">
                      <a16:creationId xmlns:a16="http://schemas.microsoft.com/office/drawing/2014/main" id="{899802F9-489B-3453-DB8A-0AA8A1BD6905}"/>
                    </a:ext>
                  </a:extLst>
                </p:cNvPr>
                <p:cNvPicPr/>
                <p:nvPr/>
              </p:nvPicPr>
              <p:blipFill>
                <a:blip r:embed="rId138"/>
                <a:stretch>
                  <a:fillRect/>
                </a:stretch>
              </p:blipFill>
              <p:spPr>
                <a:xfrm>
                  <a:off x="7170586" y="4650283"/>
                  <a:ext cx="66960" cy="419400"/>
                </a:xfrm>
                <a:prstGeom prst="rect">
                  <a:avLst/>
                </a:prstGeom>
              </p:spPr>
            </p:pic>
          </mc:Fallback>
        </mc:AlternateContent>
      </p:grpSp>
    </p:spTree>
    <p:extLst>
      <p:ext uri="{BB962C8B-B14F-4D97-AF65-F5344CB8AC3E}">
        <p14:creationId xmlns:p14="http://schemas.microsoft.com/office/powerpoint/2010/main" val="333116232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BC74B33-8221-4F1F-8E3E-E507B0C5E833}">
  <we:reference id="wa200004052" version="1.0.0.2" store="ru-RU" storeType="OMEX"/>
  <we:alternateReferences>
    <we:reference id="wa200004052" version="1.0.0.2" store="wa200004052"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13701</TotalTime>
  <Words>4752</Words>
  <Application>Microsoft Office PowerPoint</Application>
  <PresentationFormat>Экран (4:3)</PresentationFormat>
  <Paragraphs>403</Paragraphs>
  <Slides>31</Slides>
  <Notes>18</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31</vt:i4>
      </vt:variant>
    </vt:vector>
  </HeadingPairs>
  <TitlesOfParts>
    <vt:vector size="37" baseType="lpstr">
      <vt:lpstr>Arial</vt:lpstr>
      <vt:lpstr>Calibri</vt:lpstr>
      <vt:lpstr>Calibri Light</vt:lpstr>
      <vt:lpstr>Cambria Math</vt:lpstr>
      <vt:lpstr>system-ui</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presentation</dc:title>
  <dc:creator>Павел</dc:creator>
  <cp:lastModifiedBy>Dmitrii Pereima</cp:lastModifiedBy>
  <cp:revision>4624</cp:revision>
  <dcterms:created xsi:type="dcterms:W3CDTF">2014-11-21T11:00:06Z</dcterms:created>
  <dcterms:modified xsi:type="dcterms:W3CDTF">2025-10-27T19:17:35Z</dcterms:modified>
</cp:coreProperties>
</file>