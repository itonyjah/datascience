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43"/>
  </p:notesMasterIdLst>
  <p:sldIdLst>
    <p:sldId id="256" r:id="rId2"/>
    <p:sldId id="259" r:id="rId3"/>
    <p:sldId id="257" r:id="rId4"/>
    <p:sldId id="34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350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348" r:id="rId42"/>
  </p:sldIdLst>
  <p:sldSz cx="9144000" cy="5143500" type="screen16x9"/>
  <p:notesSz cx="6858000" cy="9144000"/>
  <p:embeddedFontLst>
    <p:embeddedFont>
      <p:font typeface="Lato" panose="020F0502020204030203" pitchFamily="34" charset="0"/>
      <p:regular r:id="rId44"/>
      <p:bold r:id="rId45"/>
      <p:italic r:id="rId46"/>
      <p:boldItalic r:id="rId47"/>
    </p:embeddedFont>
    <p:embeddedFont>
      <p:font typeface="Montserrat" panose="00000500000000000000" pitchFamily="2" charset="-52"/>
      <p:regular r:id="rId48"/>
      <p:bold r:id="rId49"/>
      <p:italic r:id="rId50"/>
      <p:boldItalic r:id="rId51"/>
    </p:embeddedFont>
    <p:embeddedFont>
      <p:font typeface="Old Standard TT" panose="020B0604020202020204" charset="-52"/>
      <p:regular r:id="rId52"/>
      <p:bold r:id="rId53"/>
      <p:italic r:id="rId54"/>
    </p:embeddedFont>
    <p:embeddedFont>
      <p:font typeface="Verdana" panose="020B0604030504040204" pitchFamily="34" charset="0"/>
      <p:regular r:id="rId55"/>
      <p:bold r:id="rId56"/>
      <p:italic r:id="rId57"/>
      <p:boldItalic r:id="rId5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A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62" autoAdjust="0"/>
    <p:restoredTop sz="94660"/>
  </p:normalViewPr>
  <p:slideViewPr>
    <p:cSldViewPr snapToGrid="0">
      <p:cViewPr varScale="1">
        <p:scale>
          <a:sx n="181" d="100"/>
          <a:sy n="181" d="100"/>
        </p:scale>
        <p:origin x="156" y="4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font" Target="fonts/font1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openxmlformats.org/officeDocument/2006/relationships/font" Target="fonts/font10.fntdata"/><Relationship Id="rId58" Type="http://schemas.openxmlformats.org/officeDocument/2006/relationships/font" Target="fonts/font15.fnt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56" Type="http://schemas.openxmlformats.org/officeDocument/2006/relationships/font" Target="fonts/font13.fntdata"/><Relationship Id="rId8" Type="http://schemas.openxmlformats.org/officeDocument/2006/relationships/slide" Target="slides/slide7.xml"/><Relationship Id="rId51" Type="http://schemas.openxmlformats.org/officeDocument/2006/relationships/font" Target="fonts/font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1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Relationship Id="rId57" Type="http://schemas.openxmlformats.org/officeDocument/2006/relationships/font" Target="fonts/font1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font" Target="fonts/font9.fntdata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5317fca73c_0_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5317fca73c_0_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29548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29e2b6161d_1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29e2b6161d_1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29e2b6161d_1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29e2b6161d_1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29e2b6161d_1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29e2b6161d_1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5489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29e2b6161d_1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29e2b6161d_1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29e2b6161d_1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29e2b6161d_1_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29e2b6161d_1_17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29e2b6161d_1_17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29ffb10d48_0_36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29ffb10d48_0_36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29e2b6161d_1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29e2b6161d_1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29e2b6161d_1_3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29e2b6161d_1_3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29e2b6161d_1_1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29e2b6161d_1_1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29ffb10d48_0_38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29ffb10d48_0_38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29ffb10d48_0_38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29ffb10d48_0_38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2b209653a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2b209653a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29ffb10d48_0_38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229ffb10d48_0_38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229ffb10d48_0_39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229ffb10d48_0_39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229ffb10d48_0_4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229ffb10d48_0_4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229ffb10d48_0_39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229ffb10d48_0_39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229ffb10d48_0_40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229ffb10d48_0_40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29e2b6161d_1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29e2b6161d_1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28593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229ffb10d48_0_4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229ffb10d48_0_4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229ffb10d48_0_4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229ffb10d48_0_4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229ffb10d48_0_44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229ffb10d48_0_44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229ffb10d48_0_44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229ffb10d48_0_44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229ffb10d48_0_45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229ffb10d48_0_45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229ffb10d48_0_45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4" name="Google Shape;894;g229ffb10d48_0_45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229ffb10d48_0_46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g229ffb10d48_0_46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229ffb10d48_0_46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g229ffb10d48_0_46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229ffb10d48_0_47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4" name="Google Shape;1024;g229ffb10d48_0_47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229ffb10d48_0_47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5" name="Google Shape;1065;g229ffb10d48_0_47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g229ffb10d48_0_48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5" name="Google Shape;1105;g229ffb10d48_0_48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g229ffb10d48_0_49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8" name="Google Shape;1148;g229ffb10d48_0_49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g229ffb10d48_0_49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4" name="Google Shape;1194;g229ffb10d48_0_49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g22b3f178ba7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1" name="Google Shape;1241;g22b3f178ba7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g22b3f178ba7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1" name="Google Shape;1291;g22b3f178ba7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g22b3f178ba7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1" name="Google Shape;1341;g22b3f178ba7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g22b3f178ba7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3" name="Google Shape;1393;g22b3f178ba7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g22b3f178ba7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3" name="Google Shape;1443;g22b3f178ba7_0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g22b3f178ba7_0_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3" name="Google Shape;1483;g22b3f178ba7_0_2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Google Shape;1537;g22b3f178ba7_0_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8" name="Google Shape;1538;g22b3f178ba7_0_4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528d50a88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528d50a88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2789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екции с названием и описанием">
  <p:cSld name="SECTION_TITLE_AND_DESCRIPTION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Montserrat"/>
              <a:buChar char="●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○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■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●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○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■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●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○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Montserrat"/>
              <a:buChar char="■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новой секции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для формул/иллюстраций">
  <p:cSld name="CUSTOM_1">
    <p:bg>
      <p:bgPr>
        <a:noFill/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 b="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900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ld Standard TT"/>
              <a:buChar char="●"/>
              <a:defRPr sz="180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L="914400" marR="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○"/>
              <a:defRPr sz="140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L="1371600" marR="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■"/>
              <a:defRPr sz="140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L="1828800" marR="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●"/>
              <a:defRPr sz="140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L="2286000" marR="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○"/>
              <a:defRPr sz="140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L="2743200" marR="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■"/>
              <a:defRPr sz="140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L="3200400" marR="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●"/>
              <a:defRPr sz="140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L="3657600" marR="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○"/>
              <a:defRPr sz="140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L="4114800" marR="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Old Standard TT"/>
              <a:buChar char="■"/>
              <a:defRPr sz="140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сновная идея, вывод">
  <p:cSld name="MAIN_POIN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Новый заголовок">
  <p:cSld name="TITLE_1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для формул и иллюстрации (пополам)">
  <p:cSld name="CUSTOM_1_1">
    <p:bg>
      <p:bgPr>
        <a:solidFill>
          <a:srgbClr val="FFFFFF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 b="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1"/>
          </p:nvPr>
        </p:nvSpPr>
        <p:spPr>
          <a:xfrm>
            <a:off x="311700" y="1190025"/>
            <a:ext cx="4264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ld Standard TT"/>
              <a:buChar char="●"/>
              <a:defRPr sz="180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L="914400" marR="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○"/>
              <a:defRPr sz="140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L="1371600" marR="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■"/>
              <a:defRPr sz="140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L="1828800" marR="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●"/>
              <a:defRPr sz="140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L="2286000" marR="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○"/>
              <a:defRPr sz="140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L="2743200" marR="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■"/>
              <a:defRPr sz="140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L="3200400" marR="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●"/>
              <a:defRPr sz="140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L="3657600" marR="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○"/>
              <a:defRPr sz="140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L="4114800" marR="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Old Standard TT"/>
              <a:buChar char="■"/>
              <a:defRPr sz="140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Название и содержание" type="tx">
  <p:cSld name="TITLE_AND_BOD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Название и 2 колонки" type="twoColTx">
  <p:cSld name="TITLE_AND_TWO_COLUMN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1 колонка текста">
  <p:cSld name="ONE_COLUM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одпись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B00"/>
              </a:buClr>
              <a:buSzPts val="1800"/>
              <a:buNone/>
              <a:defRPr>
                <a:solidFill>
                  <a:srgbClr val="FFEB00"/>
                </a:solidFill>
              </a:defRPr>
            </a:lvl1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ьшое число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 5">
  <p:cSld name="Титульный слайд 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ctrTitle"/>
          </p:nvPr>
        </p:nvSpPr>
        <p:spPr>
          <a:xfrm>
            <a:off x="209425" y="180000"/>
            <a:ext cx="5614200" cy="20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4000"/>
              <a:buFont typeface="Montserrat"/>
              <a:buNone/>
              <a:defRPr sz="40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1" name="Google Shape;21;p4" descr="Название курса" title="Название курса"/>
          <p:cNvSpPr txBox="1">
            <a:spLocks noGrp="1"/>
          </p:cNvSpPr>
          <p:nvPr>
            <p:ph type="subTitle" idx="1"/>
          </p:nvPr>
        </p:nvSpPr>
        <p:spPr>
          <a:xfrm>
            <a:off x="229875" y="1811550"/>
            <a:ext cx="4911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400"/>
              <a:buFont typeface="Montserrat"/>
              <a:buNone/>
              <a:defRPr sz="24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2" name="Google Shape;22;p4" descr="Название курса" title="Название курса"/>
          <p:cNvSpPr txBox="1">
            <a:spLocks noGrp="1"/>
          </p:cNvSpPr>
          <p:nvPr>
            <p:ph type="subTitle" idx="2"/>
          </p:nvPr>
        </p:nvSpPr>
        <p:spPr>
          <a:xfrm>
            <a:off x="250325" y="4132675"/>
            <a:ext cx="4911300" cy="8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1800"/>
              <a:buFont typeface="Montserrat"/>
              <a:buNone/>
              <a:defRPr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23" name="Google Shape;23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4451" y="298801"/>
            <a:ext cx="2709550" cy="397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56056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асибо 2">
  <p:cSld name="Спасибо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3"/>
          <p:cNvSpPr txBox="1">
            <a:spLocks noGrp="1"/>
          </p:cNvSpPr>
          <p:nvPr>
            <p:ph type="title"/>
          </p:nvPr>
        </p:nvSpPr>
        <p:spPr>
          <a:xfrm>
            <a:off x="209450" y="175725"/>
            <a:ext cx="6180000" cy="193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4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9pPr>
          </a:lstStyle>
          <a:p>
            <a:endParaRPr/>
          </a:p>
        </p:txBody>
      </p:sp>
      <p:pic>
        <p:nvPicPr>
          <p:cNvPr id="194" name="Google Shape;19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1451" y="302401"/>
            <a:ext cx="2683775" cy="393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1453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B00"/>
              </a:buClr>
              <a:buSzPts val="2800"/>
              <a:buFont typeface="Montserrat"/>
              <a:buNone/>
              <a:defRPr sz="2800" b="1" i="0" u="none" strike="noStrike" cap="none">
                <a:solidFill>
                  <a:srgbClr val="FFEB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  <p:sldLayoutId id="2147483664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.me/+TGTG6GhUh5M0NTEy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5" Type="http://schemas.openxmlformats.org/officeDocument/2006/relationships/image" Target="../media/image21.png"/><Relationship Id="rId4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9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5" Type="http://schemas.openxmlformats.org/officeDocument/2006/relationships/image" Target="../media/image21.png"/><Relationship Id="rId4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9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5" Type="http://schemas.openxmlformats.org/officeDocument/2006/relationships/image" Target="../media/image21.png"/><Relationship Id="rId10" Type="http://schemas.openxmlformats.org/officeDocument/2006/relationships/image" Target="../media/image27.png"/><Relationship Id="rId4" Type="http://schemas.openxmlformats.org/officeDocument/2006/relationships/image" Target="../media/image8.png"/><Relationship Id="rId9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9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5" Type="http://schemas.openxmlformats.org/officeDocument/2006/relationships/image" Target="../media/image21.png"/><Relationship Id="rId10" Type="http://schemas.openxmlformats.org/officeDocument/2006/relationships/image" Target="../media/image29.png"/><Relationship Id="rId4" Type="http://schemas.openxmlformats.org/officeDocument/2006/relationships/image" Target="../media/image8.png"/><Relationship Id="rId9" Type="http://schemas.openxmlformats.org/officeDocument/2006/relationships/image" Target="../media/image28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9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11" Type="http://schemas.openxmlformats.org/officeDocument/2006/relationships/image" Target="../media/image30.png"/><Relationship Id="rId5" Type="http://schemas.openxmlformats.org/officeDocument/2006/relationships/image" Target="../media/image21.png"/><Relationship Id="rId10" Type="http://schemas.openxmlformats.org/officeDocument/2006/relationships/image" Target="../media/image29.png"/><Relationship Id="rId4" Type="http://schemas.openxmlformats.org/officeDocument/2006/relationships/image" Target="../media/image8.png"/><Relationship Id="rId9" Type="http://schemas.openxmlformats.org/officeDocument/2006/relationships/image" Target="../media/image28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9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11" Type="http://schemas.openxmlformats.org/officeDocument/2006/relationships/image" Target="../media/image30.png"/><Relationship Id="rId5" Type="http://schemas.openxmlformats.org/officeDocument/2006/relationships/image" Target="../media/image21.png"/><Relationship Id="rId10" Type="http://schemas.openxmlformats.org/officeDocument/2006/relationships/image" Target="../media/image29.png"/><Relationship Id="rId4" Type="http://schemas.openxmlformats.org/officeDocument/2006/relationships/image" Target="../media/image8.png"/><Relationship Id="rId9" Type="http://schemas.openxmlformats.org/officeDocument/2006/relationships/image" Target="../media/image28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19.png"/><Relationship Id="rId7" Type="http://schemas.openxmlformats.org/officeDocument/2006/relationships/image" Target="../media/image25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11" Type="http://schemas.openxmlformats.org/officeDocument/2006/relationships/image" Target="../media/image30.png"/><Relationship Id="rId5" Type="http://schemas.openxmlformats.org/officeDocument/2006/relationships/image" Target="../media/image21.png"/><Relationship Id="rId10" Type="http://schemas.openxmlformats.org/officeDocument/2006/relationships/image" Target="../media/image29.png"/><Relationship Id="rId4" Type="http://schemas.openxmlformats.org/officeDocument/2006/relationships/image" Target="../media/image8.png"/><Relationship Id="rId9" Type="http://schemas.openxmlformats.org/officeDocument/2006/relationships/image" Target="../media/image28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9.png"/><Relationship Id="rId7" Type="http://schemas.openxmlformats.org/officeDocument/2006/relationships/image" Target="../media/image25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11" Type="http://schemas.openxmlformats.org/officeDocument/2006/relationships/image" Target="../media/image30.png"/><Relationship Id="rId5" Type="http://schemas.openxmlformats.org/officeDocument/2006/relationships/image" Target="../media/image21.png"/><Relationship Id="rId10" Type="http://schemas.openxmlformats.org/officeDocument/2006/relationships/image" Target="../media/image29.png"/><Relationship Id="rId4" Type="http://schemas.openxmlformats.org/officeDocument/2006/relationships/image" Target="../media/image8.png"/><Relationship Id="rId9" Type="http://schemas.openxmlformats.org/officeDocument/2006/relationships/image" Target="../media/image2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0.png"/><Relationship Id="rId4" Type="http://schemas.openxmlformats.org/officeDocument/2006/relationships/image" Target="../media/image26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8"/>
          <p:cNvSpPr txBox="1">
            <a:spLocks noGrp="1"/>
          </p:cNvSpPr>
          <p:nvPr>
            <p:ph type="ctrTitle"/>
          </p:nvPr>
        </p:nvSpPr>
        <p:spPr>
          <a:xfrm>
            <a:off x="209424" y="180000"/>
            <a:ext cx="5967538" cy="2052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ru-RU" dirty="0">
                <a:solidFill>
                  <a:srgbClr val="FEFAE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Введение в глубокое обучение</a:t>
            </a:r>
            <a:endParaRPr dirty="0">
              <a:solidFill>
                <a:srgbClr val="FEFAEE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Google Shape;326;p68">
            <a:extLst>
              <a:ext uri="{FF2B5EF4-FFF2-40B4-BE49-F238E27FC236}">
                <a16:creationId xmlns:a16="http://schemas.microsoft.com/office/drawing/2014/main" id="{EB927237-F683-4A70-9044-2467C97BE202}"/>
              </a:ext>
            </a:extLst>
          </p:cNvPr>
          <p:cNvSpPr txBox="1">
            <a:spLocks/>
          </p:cNvSpPr>
          <p:nvPr/>
        </p:nvSpPr>
        <p:spPr>
          <a:xfrm>
            <a:off x="152400" y="3782982"/>
            <a:ext cx="4911300" cy="123290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lnSpcReduction="10000"/>
          </a:bodyPr>
          <a:lstStyle>
            <a:lvl1pPr marL="228600" lvl="0" indent="-2286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400"/>
              <a:buFont typeface="Montserrat"/>
              <a:buNone/>
              <a:defRPr sz="3200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685800" lvl="1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143000" lvl="2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600200" lvl="3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057400" lvl="4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514600" lvl="5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2971800" lvl="6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429000" lvl="7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3886200" lvl="8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ru-RU" sz="1500" b="1" dirty="0">
                <a:latin typeface="Verdana" panose="020B0604030504040204" pitchFamily="34" charset="0"/>
                <a:ea typeface="Verdana" panose="020B0604030504040204" pitchFamily="34" charset="0"/>
              </a:rPr>
              <a:t>Некрасов Константин Олегович</a:t>
            </a:r>
          </a:p>
          <a:p>
            <a:pPr marL="0" indent="0"/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Директор по разработке </a:t>
            </a:r>
            <a:r>
              <a:rPr lang="en-US" sz="1500" dirty="0">
                <a:latin typeface="Verdana" panose="020B0604030504040204" pitchFamily="34" charset="0"/>
                <a:ea typeface="Verdana" panose="020B0604030504040204" pitchFamily="34" charset="0"/>
              </a:rPr>
              <a:t>ML-</a:t>
            </a:r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моделей  </a:t>
            </a:r>
          </a:p>
          <a:p>
            <a:pPr marL="0" indent="0"/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АО «Газпромбанк»</a:t>
            </a:r>
          </a:p>
          <a:p>
            <a:pPr marL="0" indent="0"/>
            <a:r>
              <a:rPr lang="en-US" sz="1500" dirty="0">
                <a:latin typeface="Verdana" panose="020B0604030504040204" pitchFamily="34" charset="0"/>
                <a:ea typeface="Verdana" panose="020B060403050404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t.me/</a:t>
            </a:r>
            <a:r>
              <a:rPr lang="en-US" sz="1500" dirty="0" err="1">
                <a:latin typeface="Verdana" panose="020B0604030504040204" pitchFamily="34" charset="0"/>
                <a:ea typeface="Verdana" panose="020B060403050404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algolab</a:t>
            </a:r>
            <a:endParaRPr lang="ru-RU" sz="15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8DDAEA7-D3EE-480A-BC7F-A3AC7A236D4D}"/>
              </a:ext>
            </a:extLst>
          </p:cNvPr>
          <p:cNvSpPr/>
          <p:nvPr/>
        </p:nvSpPr>
        <p:spPr>
          <a:xfrm>
            <a:off x="6027539" y="131780"/>
            <a:ext cx="1296590" cy="682608"/>
          </a:xfrm>
          <a:prstGeom prst="rect">
            <a:avLst/>
          </a:prstGeom>
          <a:solidFill>
            <a:srgbClr val="143091"/>
          </a:solidFill>
          <a:ln>
            <a:solidFill>
              <a:srgbClr val="1430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1692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897495D4-B914-451B-BDED-EAF2BF2BE11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object 3">
            <a:extLst>
              <a:ext uri="{FF2B5EF4-FFF2-40B4-BE49-F238E27FC236}">
                <a16:creationId xmlns:a16="http://schemas.microsoft.com/office/drawing/2014/main" id="{760CDE86-C491-4BF1-97B0-EA4AA81863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82333" y="2273023"/>
            <a:ext cx="6428192" cy="129984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07312" marR="5080" indent="-95248" algn="ctr">
              <a:lnSpc>
                <a:spcPct val="114999"/>
              </a:lnSpc>
              <a:spcBef>
                <a:spcPts val="100"/>
              </a:spcBef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1. Рекуррентная нейросеть (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RNN);</a:t>
            </a:r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b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ru-RU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План занятия</a:t>
            </a:r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body" idx="1"/>
          </p:nvPr>
        </p:nvSpPr>
        <p:spPr>
          <a:xfrm>
            <a:off x="311700" y="1190025"/>
            <a:ext cx="4264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69900" lvl="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 dirty="0"/>
              <a:t>Рекуррентная нейросеть (RNN);</a:t>
            </a:r>
            <a:endParaRPr lang="ru-RU" sz="1600" dirty="0"/>
          </a:p>
          <a:p>
            <a:pPr marL="469900" lvl="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 dirty="0"/>
              <a:t>Обучение RNN (backward pass);</a:t>
            </a:r>
            <a:endParaRPr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Особенность текста и звука</a:t>
            </a:r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body" idx="1"/>
          </p:nvPr>
        </p:nvSpPr>
        <p:spPr>
          <a:xfrm>
            <a:off x="311700" y="1190025"/>
            <a:ext cx="5058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Отличие текста от других типов данных (например, изображений) состоит в наличии временной компоненты.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 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Мы читаем текст не моментально, а слово за словом, в строго определенном порядке.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Возникает идея придумать идею нейросети, которая учитывала бы эту особенность этих типов данных.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305635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Рекуррентный слой </a:t>
            </a:r>
            <a:endParaRPr/>
          </a:p>
        </p:txBody>
      </p:sp>
      <p:cxnSp>
        <p:nvCxnSpPr>
          <p:cNvPr id="89" name="Google Shape;89;p20"/>
          <p:cNvCxnSpPr/>
          <p:nvPr/>
        </p:nvCxnSpPr>
        <p:spPr>
          <a:xfrm>
            <a:off x="1353050" y="3461625"/>
            <a:ext cx="522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" name="Google Shape;90;p20"/>
          <p:cNvSpPr txBox="1"/>
          <p:nvPr/>
        </p:nvSpPr>
        <p:spPr>
          <a:xfrm>
            <a:off x="217600" y="2815425"/>
            <a:ext cx="1140000" cy="11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Input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Картинка/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эмбеддинг текста/…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20"/>
          <p:cNvSpPr txBox="1"/>
          <p:nvPr/>
        </p:nvSpPr>
        <p:spPr>
          <a:xfrm>
            <a:off x="4822825" y="3223175"/>
            <a:ext cx="99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output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2" name="Google Shape;92;p20"/>
          <p:cNvCxnSpPr/>
          <p:nvPr/>
        </p:nvCxnSpPr>
        <p:spPr>
          <a:xfrm>
            <a:off x="4291689" y="3455194"/>
            <a:ext cx="451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3" name="Google Shape;93;p20"/>
          <p:cNvSpPr txBox="1"/>
          <p:nvPr/>
        </p:nvSpPr>
        <p:spPr>
          <a:xfrm>
            <a:off x="311700" y="1253225"/>
            <a:ext cx="5013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Как работает обычная нейросеть:</a:t>
            </a:r>
            <a:endParaRPr sz="1600">
              <a:solidFill>
                <a:srgbClr val="434343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94" name="Google Shape;94;p20"/>
          <p:cNvSpPr/>
          <p:nvPr/>
        </p:nvSpPr>
        <p:spPr>
          <a:xfrm>
            <a:off x="1940775" y="2700075"/>
            <a:ext cx="368400" cy="15231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0"/>
          <p:cNvSpPr/>
          <p:nvPr/>
        </p:nvSpPr>
        <p:spPr>
          <a:xfrm>
            <a:off x="2031037" y="2762241"/>
            <a:ext cx="188100" cy="2097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0"/>
          <p:cNvSpPr/>
          <p:nvPr/>
        </p:nvSpPr>
        <p:spPr>
          <a:xfrm>
            <a:off x="2031037" y="3090570"/>
            <a:ext cx="188100" cy="2097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0"/>
          <p:cNvSpPr/>
          <p:nvPr/>
        </p:nvSpPr>
        <p:spPr>
          <a:xfrm>
            <a:off x="2031037" y="3935779"/>
            <a:ext cx="188100" cy="2097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0"/>
          <p:cNvSpPr/>
          <p:nvPr/>
        </p:nvSpPr>
        <p:spPr>
          <a:xfrm>
            <a:off x="2031037" y="3418899"/>
            <a:ext cx="188100" cy="2097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0"/>
          <p:cNvSpPr txBox="1"/>
          <p:nvPr/>
        </p:nvSpPr>
        <p:spPr>
          <a:xfrm>
            <a:off x="1985895" y="3551110"/>
            <a:ext cx="27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…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0" name="Google Shape;100;p20"/>
          <p:cNvSpPr/>
          <p:nvPr/>
        </p:nvSpPr>
        <p:spPr>
          <a:xfrm>
            <a:off x="2930090" y="2834831"/>
            <a:ext cx="368400" cy="12513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0"/>
          <p:cNvSpPr/>
          <p:nvPr/>
        </p:nvSpPr>
        <p:spPr>
          <a:xfrm>
            <a:off x="3020352" y="2953426"/>
            <a:ext cx="188100" cy="2097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0"/>
          <p:cNvSpPr/>
          <p:nvPr/>
        </p:nvSpPr>
        <p:spPr>
          <a:xfrm>
            <a:off x="3020352" y="3798634"/>
            <a:ext cx="188100" cy="2097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20"/>
          <p:cNvSpPr/>
          <p:nvPr/>
        </p:nvSpPr>
        <p:spPr>
          <a:xfrm>
            <a:off x="3020352" y="3281755"/>
            <a:ext cx="188100" cy="2097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4" name="Google Shape;104;p20"/>
          <p:cNvCxnSpPr>
            <a:stCxn id="95" idx="6"/>
            <a:endCxn id="101" idx="2"/>
          </p:cNvCxnSpPr>
          <p:nvPr/>
        </p:nvCxnSpPr>
        <p:spPr>
          <a:xfrm>
            <a:off x="2219137" y="2867091"/>
            <a:ext cx="801300" cy="191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" name="Google Shape;105;p20"/>
          <p:cNvCxnSpPr>
            <a:stCxn id="95" idx="6"/>
            <a:endCxn id="103" idx="2"/>
          </p:cNvCxnSpPr>
          <p:nvPr/>
        </p:nvCxnSpPr>
        <p:spPr>
          <a:xfrm>
            <a:off x="2219137" y="2867091"/>
            <a:ext cx="801300" cy="51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" name="Google Shape;106;p20"/>
          <p:cNvCxnSpPr>
            <a:stCxn id="95" idx="6"/>
            <a:endCxn id="102" idx="2"/>
          </p:cNvCxnSpPr>
          <p:nvPr/>
        </p:nvCxnSpPr>
        <p:spPr>
          <a:xfrm>
            <a:off x="2219137" y="2867091"/>
            <a:ext cx="801300" cy="1036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" name="Google Shape;107;p20"/>
          <p:cNvCxnSpPr>
            <a:stCxn id="96" idx="6"/>
            <a:endCxn id="101" idx="2"/>
          </p:cNvCxnSpPr>
          <p:nvPr/>
        </p:nvCxnSpPr>
        <p:spPr>
          <a:xfrm rot="10800000" flipH="1">
            <a:off x="2219137" y="3058320"/>
            <a:ext cx="801300" cy="13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8" name="Google Shape;108;p20"/>
          <p:cNvCxnSpPr>
            <a:stCxn id="96" idx="6"/>
            <a:endCxn id="103" idx="2"/>
          </p:cNvCxnSpPr>
          <p:nvPr/>
        </p:nvCxnSpPr>
        <p:spPr>
          <a:xfrm>
            <a:off x="2219137" y="3195420"/>
            <a:ext cx="801300" cy="191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" name="Google Shape;109;p20"/>
          <p:cNvCxnSpPr>
            <a:stCxn id="96" idx="6"/>
            <a:endCxn id="102" idx="2"/>
          </p:cNvCxnSpPr>
          <p:nvPr/>
        </p:nvCxnSpPr>
        <p:spPr>
          <a:xfrm>
            <a:off x="2219137" y="3195420"/>
            <a:ext cx="801300" cy="70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" name="Google Shape;110;p20"/>
          <p:cNvCxnSpPr>
            <a:stCxn id="98" idx="6"/>
            <a:endCxn id="101" idx="2"/>
          </p:cNvCxnSpPr>
          <p:nvPr/>
        </p:nvCxnSpPr>
        <p:spPr>
          <a:xfrm rot="10800000" flipH="1">
            <a:off x="2219137" y="3058149"/>
            <a:ext cx="801300" cy="465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" name="Google Shape;111;p20"/>
          <p:cNvCxnSpPr>
            <a:stCxn id="98" idx="6"/>
            <a:endCxn id="103" idx="2"/>
          </p:cNvCxnSpPr>
          <p:nvPr/>
        </p:nvCxnSpPr>
        <p:spPr>
          <a:xfrm rot="10800000" flipH="1">
            <a:off x="2219137" y="3386649"/>
            <a:ext cx="801300" cy="13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" name="Google Shape;112;p20"/>
          <p:cNvCxnSpPr>
            <a:stCxn id="98" idx="6"/>
            <a:endCxn id="102" idx="2"/>
          </p:cNvCxnSpPr>
          <p:nvPr/>
        </p:nvCxnSpPr>
        <p:spPr>
          <a:xfrm>
            <a:off x="2219137" y="3523749"/>
            <a:ext cx="801300" cy="379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" name="Google Shape;113;p20"/>
          <p:cNvCxnSpPr>
            <a:stCxn id="97" idx="6"/>
            <a:endCxn id="101" idx="2"/>
          </p:cNvCxnSpPr>
          <p:nvPr/>
        </p:nvCxnSpPr>
        <p:spPr>
          <a:xfrm rot="10800000" flipH="1">
            <a:off x="2219137" y="3058129"/>
            <a:ext cx="801300" cy="982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" name="Google Shape;114;p20"/>
          <p:cNvCxnSpPr>
            <a:stCxn id="97" idx="6"/>
            <a:endCxn id="103" idx="2"/>
          </p:cNvCxnSpPr>
          <p:nvPr/>
        </p:nvCxnSpPr>
        <p:spPr>
          <a:xfrm rot="10800000" flipH="1">
            <a:off x="2219137" y="3386629"/>
            <a:ext cx="801300" cy="65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" name="Google Shape;115;p20"/>
          <p:cNvCxnSpPr>
            <a:stCxn id="97" idx="6"/>
            <a:endCxn id="102" idx="2"/>
          </p:cNvCxnSpPr>
          <p:nvPr/>
        </p:nvCxnSpPr>
        <p:spPr>
          <a:xfrm rot="10800000" flipH="1">
            <a:off x="2219137" y="3903529"/>
            <a:ext cx="801300" cy="13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6" name="Google Shape;116;p20"/>
          <p:cNvSpPr txBox="1"/>
          <p:nvPr/>
        </p:nvSpPr>
        <p:spPr>
          <a:xfrm>
            <a:off x="2975210" y="3414033"/>
            <a:ext cx="27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…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" name="Google Shape;117;p20"/>
          <p:cNvSpPr/>
          <p:nvPr/>
        </p:nvSpPr>
        <p:spPr>
          <a:xfrm>
            <a:off x="3919405" y="3350327"/>
            <a:ext cx="188100" cy="2097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0"/>
          <p:cNvSpPr/>
          <p:nvPr/>
        </p:nvSpPr>
        <p:spPr>
          <a:xfrm>
            <a:off x="3843665" y="3276531"/>
            <a:ext cx="368400" cy="3573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9" name="Google Shape;119;p20"/>
          <p:cNvCxnSpPr>
            <a:stCxn id="101" idx="6"/>
            <a:endCxn id="117" idx="2"/>
          </p:cNvCxnSpPr>
          <p:nvPr/>
        </p:nvCxnSpPr>
        <p:spPr>
          <a:xfrm>
            <a:off x="3208452" y="3058276"/>
            <a:ext cx="711000" cy="39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" name="Google Shape;120;p20"/>
          <p:cNvCxnSpPr>
            <a:endCxn id="117" idx="2"/>
          </p:cNvCxnSpPr>
          <p:nvPr/>
        </p:nvCxnSpPr>
        <p:spPr>
          <a:xfrm>
            <a:off x="3219505" y="3376277"/>
            <a:ext cx="699900" cy="78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" name="Google Shape;121;p20"/>
          <p:cNvCxnSpPr>
            <a:endCxn id="117" idx="2"/>
          </p:cNvCxnSpPr>
          <p:nvPr/>
        </p:nvCxnSpPr>
        <p:spPr>
          <a:xfrm rot="10800000" flipH="1">
            <a:off x="3208405" y="3455177"/>
            <a:ext cx="711000" cy="44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Рекуррентный </a:t>
            </a:r>
            <a:r>
              <a:rPr lang="en">
                <a:solidFill>
                  <a:schemeClr val="dk1"/>
                </a:solidFill>
              </a:rPr>
              <a:t>слой</a:t>
            </a:r>
            <a:r>
              <a:rPr lang="en"/>
              <a:t> </a:t>
            </a:r>
            <a:endParaRPr/>
          </a:p>
        </p:txBody>
      </p:sp>
      <p:sp>
        <p:nvSpPr>
          <p:cNvPr id="127" name="Google Shape;127;p21"/>
          <p:cNvSpPr txBox="1"/>
          <p:nvPr/>
        </p:nvSpPr>
        <p:spPr>
          <a:xfrm>
            <a:off x="5446800" y="3688642"/>
            <a:ext cx="880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Lato"/>
                <a:ea typeface="Lato"/>
                <a:cs typeface="Lato"/>
                <a:sym typeface="Lato"/>
              </a:rPr>
              <a:t>output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8" name="Google Shape;128;p21"/>
          <p:cNvCxnSpPr/>
          <p:nvPr/>
        </p:nvCxnSpPr>
        <p:spPr>
          <a:xfrm>
            <a:off x="4922547" y="3908890"/>
            <a:ext cx="463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9" name="Google Shape;129;p21"/>
          <p:cNvSpPr txBox="1"/>
          <p:nvPr/>
        </p:nvSpPr>
        <p:spPr>
          <a:xfrm>
            <a:off x="311700" y="1087850"/>
            <a:ext cx="5013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Как работает рекуррентная нейросеть:</a:t>
            </a:r>
            <a:endParaRPr sz="1600">
              <a:solidFill>
                <a:srgbClr val="434343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30" name="Google Shape;130;p21"/>
          <p:cNvSpPr/>
          <p:nvPr/>
        </p:nvSpPr>
        <p:spPr>
          <a:xfrm>
            <a:off x="2509102" y="3121950"/>
            <a:ext cx="378300" cy="15873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21"/>
          <p:cNvSpPr/>
          <p:nvPr/>
        </p:nvSpPr>
        <p:spPr>
          <a:xfrm>
            <a:off x="2601764" y="3186735"/>
            <a:ext cx="192900" cy="2187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1"/>
          <p:cNvSpPr/>
          <p:nvPr/>
        </p:nvSpPr>
        <p:spPr>
          <a:xfrm>
            <a:off x="2601764" y="3528900"/>
            <a:ext cx="192900" cy="2187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21"/>
          <p:cNvSpPr/>
          <p:nvPr/>
        </p:nvSpPr>
        <p:spPr>
          <a:xfrm>
            <a:off x="2601764" y="4409726"/>
            <a:ext cx="192900" cy="2187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1"/>
          <p:cNvSpPr/>
          <p:nvPr/>
        </p:nvSpPr>
        <p:spPr>
          <a:xfrm>
            <a:off x="2601764" y="3871065"/>
            <a:ext cx="192900" cy="2187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1"/>
          <p:cNvSpPr txBox="1"/>
          <p:nvPr/>
        </p:nvSpPr>
        <p:spPr>
          <a:xfrm>
            <a:off x="2555422" y="4008848"/>
            <a:ext cx="2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…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" name="Google Shape;136;p21"/>
          <p:cNvSpPr/>
          <p:nvPr/>
        </p:nvSpPr>
        <p:spPr>
          <a:xfrm>
            <a:off x="3524731" y="3262384"/>
            <a:ext cx="378300" cy="1303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1"/>
          <p:cNvSpPr/>
          <p:nvPr/>
        </p:nvSpPr>
        <p:spPr>
          <a:xfrm>
            <a:off x="3617394" y="3385977"/>
            <a:ext cx="192900" cy="2187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1"/>
          <p:cNvSpPr/>
          <p:nvPr/>
        </p:nvSpPr>
        <p:spPr>
          <a:xfrm>
            <a:off x="3617394" y="4266803"/>
            <a:ext cx="192900" cy="2187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1"/>
          <p:cNvSpPr/>
          <p:nvPr/>
        </p:nvSpPr>
        <p:spPr>
          <a:xfrm>
            <a:off x="3617394" y="3728142"/>
            <a:ext cx="192900" cy="2187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0" name="Google Shape;140;p21"/>
          <p:cNvCxnSpPr>
            <a:stCxn id="131" idx="6"/>
            <a:endCxn id="137" idx="2"/>
          </p:cNvCxnSpPr>
          <p:nvPr/>
        </p:nvCxnSpPr>
        <p:spPr>
          <a:xfrm>
            <a:off x="2794664" y="3296085"/>
            <a:ext cx="822600" cy="19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" name="Google Shape;141;p21"/>
          <p:cNvCxnSpPr>
            <a:stCxn id="131" idx="6"/>
            <a:endCxn id="139" idx="2"/>
          </p:cNvCxnSpPr>
          <p:nvPr/>
        </p:nvCxnSpPr>
        <p:spPr>
          <a:xfrm>
            <a:off x="2794664" y="3296085"/>
            <a:ext cx="822600" cy="54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" name="Google Shape;142;p21"/>
          <p:cNvCxnSpPr>
            <a:stCxn id="131" idx="6"/>
            <a:endCxn id="138" idx="2"/>
          </p:cNvCxnSpPr>
          <p:nvPr/>
        </p:nvCxnSpPr>
        <p:spPr>
          <a:xfrm>
            <a:off x="2794664" y="3296085"/>
            <a:ext cx="822600" cy="108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" name="Google Shape;143;p21"/>
          <p:cNvCxnSpPr>
            <a:stCxn id="132" idx="6"/>
            <a:endCxn id="137" idx="2"/>
          </p:cNvCxnSpPr>
          <p:nvPr/>
        </p:nvCxnSpPr>
        <p:spPr>
          <a:xfrm rot="10800000" flipH="1">
            <a:off x="2794664" y="3495450"/>
            <a:ext cx="822600" cy="14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" name="Google Shape;144;p21"/>
          <p:cNvCxnSpPr>
            <a:stCxn id="132" idx="6"/>
            <a:endCxn id="139" idx="2"/>
          </p:cNvCxnSpPr>
          <p:nvPr/>
        </p:nvCxnSpPr>
        <p:spPr>
          <a:xfrm>
            <a:off x="2794664" y="3638250"/>
            <a:ext cx="822600" cy="19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" name="Google Shape;145;p21"/>
          <p:cNvCxnSpPr>
            <a:stCxn id="132" idx="6"/>
            <a:endCxn id="138" idx="2"/>
          </p:cNvCxnSpPr>
          <p:nvPr/>
        </p:nvCxnSpPr>
        <p:spPr>
          <a:xfrm>
            <a:off x="2794664" y="3638250"/>
            <a:ext cx="822600" cy="73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6" name="Google Shape;146;p21"/>
          <p:cNvCxnSpPr>
            <a:stCxn id="134" idx="6"/>
            <a:endCxn id="137" idx="2"/>
          </p:cNvCxnSpPr>
          <p:nvPr/>
        </p:nvCxnSpPr>
        <p:spPr>
          <a:xfrm rot="10800000" flipH="1">
            <a:off x="2794664" y="3495315"/>
            <a:ext cx="822600" cy="485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7" name="Google Shape;147;p21"/>
          <p:cNvCxnSpPr>
            <a:stCxn id="134" idx="6"/>
            <a:endCxn id="139" idx="2"/>
          </p:cNvCxnSpPr>
          <p:nvPr/>
        </p:nvCxnSpPr>
        <p:spPr>
          <a:xfrm rot="10800000" flipH="1">
            <a:off x="2794664" y="3837615"/>
            <a:ext cx="822600" cy="14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8" name="Google Shape;148;p21"/>
          <p:cNvCxnSpPr>
            <a:stCxn id="134" idx="6"/>
            <a:endCxn id="138" idx="2"/>
          </p:cNvCxnSpPr>
          <p:nvPr/>
        </p:nvCxnSpPr>
        <p:spPr>
          <a:xfrm>
            <a:off x="2794664" y="3980415"/>
            <a:ext cx="822600" cy="395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" name="Google Shape;149;p21"/>
          <p:cNvCxnSpPr>
            <a:stCxn id="133" idx="6"/>
            <a:endCxn id="137" idx="2"/>
          </p:cNvCxnSpPr>
          <p:nvPr/>
        </p:nvCxnSpPr>
        <p:spPr>
          <a:xfrm rot="10800000" flipH="1">
            <a:off x="2794664" y="3495476"/>
            <a:ext cx="822600" cy="102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0" name="Google Shape;150;p21"/>
          <p:cNvCxnSpPr>
            <a:stCxn id="133" idx="6"/>
            <a:endCxn id="139" idx="2"/>
          </p:cNvCxnSpPr>
          <p:nvPr/>
        </p:nvCxnSpPr>
        <p:spPr>
          <a:xfrm rot="10800000" flipH="1">
            <a:off x="2794664" y="3837476"/>
            <a:ext cx="822600" cy="68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" name="Google Shape;151;p21"/>
          <p:cNvCxnSpPr>
            <a:stCxn id="133" idx="6"/>
            <a:endCxn id="138" idx="2"/>
          </p:cNvCxnSpPr>
          <p:nvPr/>
        </p:nvCxnSpPr>
        <p:spPr>
          <a:xfrm rot="10800000" flipH="1">
            <a:off x="2794664" y="4376276"/>
            <a:ext cx="822600" cy="14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2" name="Google Shape;152;p21"/>
          <p:cNvSpPr txBox="1"/>
          <p:nvPr/>
        </p:nvSpPr>
        <p:spPr>
          <a:xfrm>
            <a:off x="3571051" y="3865994"/>
            <a:ext cx="2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…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" name="Google Shape;153;p21"/>
          <p:cNvSpPr/>
          <p:nvPr/>
        </p:nvSpPr>
        <p:spPr>
          <a:xfrm>
            <a:off x="4540360" y="3799603"/>
            <a:ext cx="192900" cy="2187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1"/>
          <p:cNvSpPr/>
          <p:nvPr/>
        </p:nvSpPr>
        <p:spPr>
          <a:xfrm>
            <a:off x="4462605" y="3722698"/>
            <a:ext cx="378300" cy="3723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5" name="Google Shape;155;p21"/>
          <p:cNvCxnSpPr>
            <a:stCxn id="137" idx="6"/>
            <a:endCxn id="153" idx="2"/>
          </p:cNvCxnSpPr>
          <p:nvPr/>
        </p:nvCxnSpPr>
        <p:spPr>
          <a:xfrm>
            <a:off x="3810294" y="3495327"/>
            <a:ext cx="730200" cy="413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6" name="Google Shape;156;p21"/>
          <p:cNvCxnSpPr>
            <a:endCxn id="153" idx="2"/>
          </p:cNvCxnSpPr>
          <p:nvPr/>
        </p:nvCxnSpPr>
        <p:spPr>
          <a:xfrm>
            <a:off x="3821860" y="3826753"/>
            <a:ext cx="718500" cy="82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" name="Google Shape;157;p21"/>
          <p:cNvCxnSpPr>
            <a:endCxn id="153" idx="2"/>
          </p:cNvCxnSpPr>
          <p:nvPr/>
        </p:nvCxnSpPr>
        <p:spPr>
          <a:xfrm rot="10800000" flipH="1">
            <a:off x="3810460" y="3908953"/>
            <a:ext cx="729900" cy="46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" name="Google Shape;158;p21"/>
          <p:cNvCxnSpPr/>
          <p:nvPr/>
        </p:nvCxnSpPr>
        <p:spPr>
          <a:xfrm>
            <a:off x="1892663" y="3964850"/>
            <a:ext cx="522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9" name="Google Shape;159;p21"/>
          <p:cNvSpPr txBox="1"/>
          <p:nvPr/>
        </p:nvSpPr>
        <p:spPr>
          <a:xfrm>
            <a:off x="186950" y="2529725"/>
            <a:ext cx="874500" cy="23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Input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8761D"/>
                </a:solidFill>
                <a:latin typeface="Montserrat"/>
                <a:ea typeface="Montserrat"/>
                <a:cs typeface="Montserrat"/>
                <a:sym typeface="Montserrat"/>
              </a:rPr>
              <a:t>cat</a:t>
            </a:r>
            <a:endParaRPr sz="1300">
              <a:solidFill>
                <a:srgbClr val="38761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is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sitting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on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the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mat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0" name="Google Shape;160;p21"/>
          <p:cNvCxnSpPr/>
          <p:nvPr/>
        </p:nvCxnSpPr>
        <p:spPr>
          <a:xfrm>
            <a:off x="640050" y="3964850"/>
            <a:ext cx="522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1" name="Google Shape;161;p21"/>
          <p:cNvSpPr/>
          <p:nvPr/>
        </p:nvSpPr>
        <p:spPr>
          <a:xfrm>
            <a:off x="1220663" y="3368600"/>
            <a:ext cx="522300" cy="9540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21"/>
          <p:cNvSpPr txBox="1"/>
          <p:nvPr/>
        </p:nvSpPr>
        <p:spPr>
          <a:xfrm>
            <a:off x="1059725" y="2804525"/>
            <a:ext cx="1087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word2vec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21"/>
          <p:cNvSpPr txBox="1"/>
          <p:nvPr/>
        </p:nvSpPr>
        <p:spPr>
          <a:xfrm>
            <a:off x="1220663" y="3329900"/>
            <a:ext cx="765900" cy="10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Lato"/>
                <a:ea typeface="Lato"/>
                <a:cs typeface="Lato"/>
                <a:sym typeface="Lato"/>
              </a:rPr>
              <a:t>0.45</a:t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Lato"/>
                <a:ea typeface="Lato"/>
                <a:cs typeface="Lato"/>
                <a:sym typeface="Lato"/>
              </a:rPr>
              <a:t>-1.34</a:t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Lato"/>
                <a:ea typeface="Lato"/>
                <a:cs typeface="Lato"/>
                <a:sym typeface="Lato"/>
              </a:rPr>
              <a:t>2.34</a:t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Lato"/>
                <a:ea typeface="Lato"/>
                <a:cs typeface="Lato"/>
                <a:sym typeface="Lato"/>
              </a:rPr>
              <a:t>...</a:t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Lato"/>
                <a:ea typeface="Lato"/>
                <a:cs typeface="Lato"/>
                <a:sym typeface="Lato"/>
              </a:rPr>
              <a:t>-0.45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4" name="Google Shape;164;p21"/>
          <p:cNvSpPr txBox="1"/>
          <p:nvPr/>
        </p:nvSpPr>
        <p:spPr>
          <a:xfrm>
            <a:off x="2994075" y="1577838"/>
            <a:ext cx="29415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Рекуррентная нейросеть обрабатывает один токен текста за один момент времени. </a:t>
            </a:r>
            <a:endParaRPr sz="13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К слою добавляется связь “из себя в себя” — “память” слоя</a:t>
            </a:r>
            <a:endParaRPr sz="13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5" name="Google Shape;165;p21"/>
          <p:cNvSpPr/>
          <p:nvPr/>
        </p:nvSpPr>
        <p:spPr>
          <a:xfrm>
            <a:off x="2460901" y="4733468"/>
            <a:ext cx="407672" cy="344611"/>
          </a:xfrm>
          <a:custGeom>
            <a:avLst/>
            <a:gdLst/>
            <a:ahLst/>
            <a:cxnLst/>
            <a:rect l="l" t="t" r="r" b="b"/>
            <a:pathLst>
              <a:path w="18376" h="14814" extrusionOk="0">
                <a:moveTo>
                  <a:pt x="15750" y="0"/>
                </a:moveTo>
                <a:cubicBezTo>
                  <a:pt x="17414" y="2776"/>
                  <a:pt x="18821" y="6225"/>
                  <a:pt x="18186" y="9399"/>
                </a:cubicBezTo>
                <a:cubicBezTo>
                  <a:pt x="17599" y="12335"/>
                  <a:pt x="13830" y="14129"/>
                  <a:pt x="10876" y="14621"/>
                </a:cubicBezTo>
                <a:cubicBezTo>
                  <a:pt x="7365" y="15206"/>
                  <a:pt x="2612" y="14192"/>
                  <a:pt x="780" y="11140"/>
                </a:cubicBezTo>
                <a:cubicBezTo>
                  <a:pt x="-959" y="8243"/>
                  <a:pt x="544" y="2907"/>
                  <a:pt x="3565" y="1392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sp>
      <p:sp>
        <p:nvSpPr>
          <p:cNvPr id="166" name="Google Shape;166;p21"/>
          <p:cNvSpPr/>
          <p:nvPr/>
        </p:nvSpPr>
        <p:spPr>
          <a:xfrm>
            <a:off x="3495364" y="4609038"/>
            <a:ext cx="407672" cy="344611"/>
          </a:xfrm>
          <a:custGeom>
            <a:avLst/>
            <a:gdLst/>
            <a:ahLst/>
            <a:cxnLst/>
            <a:rect l="l" t="t" r="r" b="b"/>
            <a:pathLst>
              <a:path w="18376" h="14814" extrusionOk="0">
                <a:moveTo>
                  <a:pt x="15750" y="0"/>
                </a:moveTo>
                <a:cubicBezTo>
                  <a:pt x="17414" y="2776"/>
                  <a:pt x="18821" y="6225"/>
                  <a:pt x="18186" y="9399"/>
                </a:cubicBezTo>
                <a:cubicBezTo>
                  <a:pt x="17599" y="12335"/>
                  <a:pt x="13830" y="14129"/>
                  <a:pt x="10876" y="14621"/>
                </a:cubicBezTo>
                <a:cubicBezTo>
                  <a:pt x="7365" y="15206"/>
                  <a:pt x="2612" y="14192"/>
                  <a:pt x="780" y="11140"/>
                </a:cubicBezTo>
                <a:cubicBezTo>
                  <a:pt x="-959" y="8243"/>
                  <a:pt x="544" y="2907"/>
                  <a:pt x="3565" y="1392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sp>
      <p:sp>
        <p:nvSpPr>
          <p:cNvPr id="167" name="Google Shape;167;p21"/>
          <p:cNvSpPr/>
          <p:nvPr/>
        </p:nvSpPr>
        <p:spPr>
          <a:xfrm>
            <a:off x="4399474" y="4095081"/>
            <a:ext cx="407672" cy="344611"/>
          </a:xfrm>
          <a:custGeom>
            <a:avLst/>
            <a:gdLst/>
            <a:ahLst/>
            <a:cxnLst/>
            <a:rect l="l" t="t" r="r" b="b"/>
            <a:pathLst>
              <a:path w="18376" h="14814" extrusionOk="0">
                <a:moveTo>
                  <a:pt x="15750" y="0"/>
                </a:moveTo>
                <a:cubicBezTo>
                  <a:pt x="17414" y="2776"/>
                  <a:pt x="18821" y="6225"/>
                  <a:pt x="18186" y="9399"/>
                </a:cubicBezTo>
                <a:cubicBezTo>
                  <a:pt x="17599" y="12335"/>
                  <a:pt x="13830" y="14129"/>
                  <a:pt x="10876" y="14621"/>
                </a:cubicBezTo>
                <a:cubicBezTo>
                  <a:pt x="7365" y="15206"/>
                  <a:pt x="2612" y="14192"/>
                  <a:pt x="780" y="11140"/>
                </a:cubicBezTo>
                <a:cubicBezTo>
                  <a:pt x="-959" y="8243"/>
                  <a:pt x="544" y="2907"/>
                  <a:pt x="3565" y="1392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Рекуррентный </a:t>
            </a:r>
            <a:r>
              <a:rPr lang="en">
                <a:solidFill>
                  <a:schemeClr val="dk1"/>
                </a:solidFill>
              </a:rPr>
              <a:t>слой</a:t>
            </a:r>
            <a:endParaRPr/>
          </a:p>
        </p:txBody>
      </p:sp>
      <p:cxnSp>
        <p:nvCxnSpPr>
          <p:cNvPr id="173" name="Google Shape;173;p22"/>
          <p:cNvCxnSpPr/>
          <p:nvPr/>
        </p:nvCxnSpPr>
        <p:spPr>
          <a:xfrm rot="10800000" flipH="1">
            <a:off x="713675" y="2898300"/>
            <a:ext cx="591600" cy="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4" name="Google Shape;174;p22"/>
          <p:cNvCxnSpPr/>
          <p:nvPr/>
        </p:nvCxnSpPr>
        <p:spPr>
          <a:xfrm rot="10800000" flipH="1">
            <a:off x="2162875" y="2898300"/>
            <a:ext cx="591600" cy="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5" name="Google Shape;175;p22"/>
          <p:cNvSpPr txBox="1"/>
          <p:nvPr/>
        </p:nvSpPr>
        <p:spPr>
          <a:xfrm>
            <a:off x="416088" y="2702550"/>
            <a:ext cx="417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22"/>
          <p:cNvSpPr txBox="1"/>
          <p:nvPr/>
        </p:nvSpPr>
        <p:spPr>
          <a:xfrm>
            <a:off x="2830463" y="2702550"/>
            <a:ext cx="417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y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p22"/>
          <p:cNvSpPr txBox="1"/>
          <p:nvPr/>
        </p:nvSpPr>
        <p:spPr>
          <a:xfrm>
            <a:off x="363000" y="1464500"/>
            <a:ext cx="2030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ld Standard TT"/>
                <a:ea typeface="Old Standard TT"/>
                <a:cs typeface="Old Standard TT"/>
                <a:sym typeface="Old Standard TT"/>
              </a:rPr>
              <a:t>Полносвязный слой</a:t>
            </a:r>
            <a:endParaRPr sz="16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78" name="Google Shape;178;p22"/>
          <p:cNvSpPr txBox="1"/>
          <p:nvPr/>
        </p:nvSpPr>
        <p:spPr>
          <a:xfrm>
            <a:off x="3335425" y="1895600"/>
            <a:ext cx="269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Вычисление выхода слоя:</a:t>
            </a:r>
            <a:endParaRPr sz="1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p22"/>
          <p:cNvSpPr txBox="1"/>
          <p:nvPr/>
        </p:nvSpPr>
        <p:spPr>
          <a:xfrm>
            <a:off x="1449000" y="3375525"/>
            <a:ext cx="94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W, 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0" name="Google Shape;18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2066" y="2571750"/>
            <a:ext cx="1906484" cy="48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2"/>
          <p:cNvSpPr/>
          <p:nvPr/>
        </p:nvSpPr>
        <p:spPr>
          <a:xfrm>
            <a:off x="1438263" y="2571750"/>
            <a:ext cx="591600" cy="6618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3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Рекуррентный </a:t>
            </a:r>
            <a:r>
              <a:rPr lang="en">
                <a:solidFill>
                  <a:schemeClr val="dk1"/>
                </a:solidFill>
              </a:rPr>
              <a:t>слой</a:t>
            </a:r>
            <a:endParaRPr/>
          </a:p>
        </p:txBody>
      </p:sp>
      <p:sp>
        <p:nvSpPr>
          <p:cNvPr id="187" name="Google Shape;187;p23"/>
          <p:cNvSpPr txBox="1"/>
          <p:nvPr/>
        </p:nvSpPr>
        <p:spPr>
          <a:xfrm>
            <a:off x="363000" y="1464500"/>
            <a:ext cx="2030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ld Standard TT"/>
                <a:ea typeface="Old Standard TT"/>
                <a:cs typeface="Old Standard TT"/>
                <a:sym typeface="Old Standard TT"/>
              </a:rPr>
              <a:t>Рекуррентный слой</a:t>
            </a:r>
            <a:endParaRPr sz="16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88" name="Google Shape;188;p23"/>
          <p:cNvSpPr txBox="1"/>
          <p:nvPr/>
        </p:nvSpPr>
        <p:spPr>
          <a:xfrm>
            <a:off x="3326725" y="1556200"/>
            <a:ext cx="26979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Обновление вектора скрытого состояния и вычисление выхода слоя:</a:t>
            </a:r>
            <a:endParaRPr sz="1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9" name="Google Shape;189;p23"/>
          <p:cNvCxnSpPr/>
          <p:nvPr/>
        </p:nvCxnSpPr>
        <p:spPr>
          <a:xfrm rot="10800000" flipH="1">
            <a:off x="616400" y="3472525"/>
            <a:ext cx="591600" cy="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0" name="Google Shape;190;p23"/>
          <p:cNvCxnSpPr/>
          <p:nvPr/>
        </p:nvCxnSpPr>
        <p:spPr>
          <a:xfrm rot="10800000" flipH="1">
            <a:off x="2535525" y="3420275"/>
            <a:ext cx="591600" cy="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1" name="Google Shape;191;p23"/>
          <p:cNvSpPr txBox="1"/>
          <p:nvPr/>
        </p:nvSpPr>
        <p:spPr>
          <a:xfrm>
            <a:off x="161813" y="3253675"/>
            <a:ext cx="417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t</a:t>
            </a:r>
            <a:endParaRPr sz="1700" baseline="30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p23"/>
          <p:cNvSpPr txBox="1"/>
          <p:nvPr/>
        </p:nvSpPr>
        <p:spPr>
          <a:xfrm>
            <a:off x="3194463" y="3158100"/>
            <a:ext cx="417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y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t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p23"/>
          <p:cNvSpPr txBox="1"/>
          <p:nvPr/>
        </p:nvSpPr>
        <p:spPr>
          <a:xfrm>
            <a:off x="1505325" y="3994700"/>
            <a:ext cx="10617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W, U, V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</a:t>
            </a:r>
            <a:r>
              <a:rPr lang="en" sz="1700" baseline="-25000"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, b</a:t>
            </a:r>
            <a:r>
              <a:rPr lang="en" sz="1700" baseline="-25000">
                <a:latin typeface="Montserrat"/>
                <a:ea typeface="Montserrat"/>
                <a:cs typeface="Montserrat"/>
                <a:sym typeface="Montserrat"/>
              </a:rPr>
              <a:t>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p23"/>
          <p:cNvSpPr/>
          <p:nvPr/>
        </p:nvSpPr>
        <p:spPr>
          <a:xfrm>
            <a:off x="1575975" y="2044425"/>
            <a:ext cx="591600" cy="6618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23"/>
          <p:cNvSpPr/>
          <p:nvPr/>
        </p:nvSpPr>
        <p:spPr>
          <a:xfrm>
            <a:off x="1575950" y="3093725"/>
            <a:ext cx="591600" cy="6618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23"/>
          <p:cNvSpPr txBox="1"/>
          <p:nvPr/>
        </p:nvSpPr>
        <p:spPr>
          <a:xfrm>
            <a:off x="1575975" y="2152113"/>
            <a:ext cx="591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t-1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7" name="Google Shape;197;p23"/>
          <p:cNvCxnSpPr/>
          <p:nvPr/>
        </p:nvCxnSpPr>
        <p:spPr>
          <a:xfrm>
            <a:off x="1869650" y="2767225"/>
            <a:ext cx="4200" cy="265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98" name="Google Shape;19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7948" y="2436825"/>
            <a:ext cx="2697900" cy="463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3575" y="2899975"/>
            <a:ext cx="1755141" cy="463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3"/>
          <p:cNvSpPr txBox="1"/>
          <p:nvPr/>
        </p:nvSpPr>
        <p:spPr>
          <a:xfrm>
            <a:off x="1662950" y="3201425"/>
            <a:ext cx="417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t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4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Рекуррентный </a:t>
            </a:r>
            <a:r>
              <a:rPr lang="en">
                <a:solidFill>
                  <a:schemeClr val="dk1"/>
                </a:solidFill>
              </a:rPr>
              <a:t>слой </a:t>
            </a:r>
            <a:endParaRPr/>
          </a:p>
        </p:txBody>
      </p:sp>
      <p:sp>
        <p:nvSpPr>
          <p:cNvPr id="206" name="Google Shape;206;p24"/>
          <p:cNvSpPr txBox="1"/>
          <p:nvPr/>
        </p:nvSpPr>
        <p:spPr>
          <a:xfrm>
            <a:off x="311700" y="1307075"/>
            <a:ext cx="5013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Слой полносвязной нейросети</a:t>
            </a:r>
            <a:endParaRPr sz="1600">
              <a:solidFill>
                <a:srgbClr val="434343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07" name="Google Shape;207;p24"/>
          <p:cNvSpPr/>
          <p:nvPr/>
        </p:nvSpPr>
        <p:spPr>
          <a:xfrm>
            <a:off x="372725" y="1988475"/>
            <a:ext cx="426300" cy="1705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4"/>
          <p:cNvSpPr/>
          <p:nvPr/>
        </p:nvSpPr>
        <p:spPr>
          <a:xfrm>
            <a:off x="477150" y="2058100"/>
            <a:ext cx="217500" cy="2349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4"/>
          <p:cNvSpPr/>
          <p:nvPr/>
        </p:nvSpPr>
        <p:spPr>
          <a:xfrm>
            <a:off x="477150" y="2425825"/>
            <a:ext cx="217500" cy="2349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24"/>
          <p:cNvSpPr/>
          <p:nvPr/>
        </p:nvSpPr>
        <p:spPr>
          <a:xfrm>
            <a:off x="477150" y="3372450"/>
            <a:ext cx="217500" cy="2349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4"/>
          <p:cNvSpPr/>
          <p:nvPr/>
        </p:nvSpPr>
        <p:spPr>
          <a:xfrm>
            <a:off x="477150" y="2793550"/>
            <a:ext cx="217500" cy="2349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24"/>
          <p:cNvSpPr txBox="1"/>
          <p:nvPr/>
        </p:nvSpPr>
        <p:spPr>
          <a:xfrm>
            <a:off x="424925" y="2941625"/>
            <a:ext cx="321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…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3" name="Google Shape;213;p24"/>
          <p:cNvSpPr/>
          <p:nvPr/>
        </p:nvSpPr>
        <p:spPr>
          <a:xfrm>
            <a:off x="1517275" y="2139400"/>
            <a:ext cx="426300" cy="14013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4"/>
          <p:cNvSpPr/>
          <p:nvPr/>
        </p:nvSpPr>
        <p:spPr>
          <a:xfrm>
            <a:off x="1621700" y="2272225"/>
            <a:ext cx="217500" cy="2349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4"/>
          <p:cNvSpPr/>
          <p:nvPr/>
        </p:nvSpPr>
        <p:spPr>
          <a:xfrm>
            <a:off x="1621700" y="3218850"/>
            <a:ext cx="217500" cy="2349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4"/>
          <p:cNvSpPr/>
          <p:nvPr/>
        </p:nvSpPr>
        <p:spPr>
          <a:xfrm>
            <a:off x="1621700" y="2639950"/>
            <a:ext cx="217500" cy="2349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7" name="Google Shape;217;p24"/>
          <p:cNvCxnSpPr>
            <a:stCxn id="208" idx="6"/>
            <a:endCxn id="214" idx="2"/>
          </p:cNvCxnSpPr>
          <p:nvPr/>
        </p:nvCxnSpPr>
        <p:spPr>
          <a:xfrm>
            <a:off x="694650" y="2175550"/>
            <a:ext cx="927000" cy="214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8" name="Google Shape;218;p24"/>
          <p:cNvCxnSpPr>
            <a:stCxn id="208" idx="6"/>
            <a:endCxn id="216" idx="2"/>
          </p:cNvCxnSpPr>
          <p:nvPr/>
        </p:nvCxnSpPr>
        <p:spPr>
          <a:xfrm>
            <a:off x="694650" y="2175550"/>
            <a:ext cx="927000" cy="582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9" name="Google Shape;219;p24"/>
          <p:cNvCxnSpPr>
            <a:stCxn id="208" idx="6"/>
            <a:endCxn id="215" idx="2"/>
          </p:cNvCxnSpPr>
          <p:nvPr/>
        </p:nvCxnSpPr>
        <p:spPr>
          <a:xfrm>
            <a:off x="694650" y="2175550"/>
            <a:ext cx="927000" cy="116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" name="Google Shape;220;p24"/>
          <p:cNvCxnSpPr>
            <a:stCxn id="209" idx="6"/>
            <a:endCxn id="214" idx="2"/>
          </p:cNvCxnSpPr>
          <p:nvPr/>
        </p:nvCxnSpPr>
        <p:spPr>
          <a:xfrm rot="10800000" flipH="1">
            <a:off x="694650" y="2389675"/>
            <a:ext cx="927000" cy="15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1" name="Google Shape;221;p24"/>
          <p:cNvCxnSpPr>
            <a:stCxn id="209" idx="6"/>
            <a:endCxn id="216" idx="2"/>
          </p:cNvCxnSpPr>
          <p:nvPr/>
        </p:nvCxnSpPr>
        <p:spPr>
          <a:xfrm>
            <a:off x="694650" y="2543275"/>
            <a:ext cx="927000" cy="214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2" name="Google Shape;222;p24"/>
          <p:cNvCxnSpPr>
            <a:stCxn id="209" idx="6"/>
            <a:endCxn id="215" idx="2"/>
          </p:cNvCxnSpPr>
          <p:nvPr/>
        </p:nvCxnSpPr>
        <p:spPr>
          <a:xfrm>
            <a:off x="694650" y="2543275"/>
            <a:ext cx="927000" cy="792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3" name="Google Shape;223;p24"/>
          <p:cNvCxnSpPr>
            <a:stCxn id="211" idx="6"/>
            <a:endCxn id="214" idx="2"/>
          </p:cNvCxnSpPr>
          <p:nvPr/>
        </p:nvCxnSpPr>
        <p:spPr>
          <a:xfrm rot="10800000" flipH="1">
            <a:off x="694650" y="2389600"/>
            <a:ext cx="927000" cy="521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4" name="Google Shape;224;p24"/>
          <p:cNvCxnSpPr>
            <a:stCxn id="211" idx="6"/>
            <a:endCxn id="216" idx="2"/>
          </p:cNvCxnSpPr>
          <p:nvPr/>
        </p:nvCxnSpPr>
        <p:spPr>
          <a:xfrm rot="10800000" flipH="1">
            <a:off x="694650" y="2757400"/>
            <a:ext cx="927000" cy="15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5" name="Google Shape;225;p24"/>
          <p:cNvCxnSpPr>
            <a:stCxn id="211" idx="6"/>
            <a:endCxn id="215" idx="2"/>
          </p:cNvCxnSpPr>
          <p:nvPr/>
        </p:nvCxnSpPr>
        <p:spPr>
          <a:xfrm>
            <a:off x="694650" y="2911000"/>
            <a:ext cx="927000" cy="425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6" name="Google Shape;226;p24"/>
          <p:cNvCxnSpPr>
            <a:stCxn id="210" idx="6"/>
            <a:endCxn id="214" idx="2"/>
          </p:cNvCxnSpPr>
          <p:nvPr/>
        </p:nvCxnSpPr>
        <p:spPr>
          <a:xfrm rot="10800000" flipH="1">
            <a:off x="694650" y="2389800"/>
            <a:ext cx="927000" cy="1100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7" name="Google Shape;227;p24"/>
          <p:cNvCxnSpPr>
            <a:stCxn id="210" idx="6"/>
            <a:endCxn id="216" idx="2"/>
          </p:cNvCxnSpPr>
          <p:nvPr/>
        </p:nvCxnSpPr>
        <p:spPr>
          <a:xfrm rot="10800000" flipH="1">
            <a:off x="694650" y="2757300"/>
            <a:ext cx="927000" cy="73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8" name="Google Shape;228;p24"/>
          <p:cNvCxnSpPr>
            <a:stCxn id="210" idx="6"/>
            <a:endCxn id="215" idx="2"/>
          </p:cNvCxnSpPr>
          <p:nvPr/>
        </p:nvCxnSpPr>
        <p:spPr>
          <a:xfrm rot="10800000" flipH="1">
            <a:off x="694650" y="3336300"/>
            <a:ext cx="927000" cy="15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9" name="Google Shape;229;p24"/>
          <p:cNvSpPr txBox="1"/>
          <p:nvPr/>
        </p:nvSpPr>
        <p:spPr>
          <a:xfrm>
            <a:off x="1569475" y="2788100"/>
            <a:ext cx="321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…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30" name="Google Shape;23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5116" y="2748175"/>
            <a:ext cx="1906484" cy="48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4"/>
          <p:cNvSpPr txBox="1"/>
          <p:nvPr/>
        </p:nvSpPr>
        <p:spPr>
          <a:xfrm>
            <a:off x="311700" y="37401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Lato"/>
                <a:ea typeface="Lato"/>
                <a:cs typeface="Lato"/>
                <a:sym typeface="Lato"/>
              </a:rPr>
              <a:t>X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700" baseline="-25000">
                <a:latin typeface="Lato"/>
                <a:ea typeface="Lato"/>
                <a:cs typeface="Lato"/>
                <a:sym typeface="Lato"/>
              </a:rPr>
              <a:t>(n)</a:t>
            </a:r>
            <a:endParaRPr sz="17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2" name="Google Shape;232;p24"/>
          <p:cNvSpPr txBox="1"/>
          <p:nvPr/>
        </p:nvSpPr>
        <p:spPr>
          <a:xfrm>
            <a:off x="914512" y="3453750"/>
            <a:ext cx="1077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Lato"/>
                <a:ea typeface="Lato"/>
                <a:cs typeface="Lato"/>
                <a:sym typeface="Lato"/>
              </a:rPr>
              <a:t>W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700" baseline="-25000">
                <a:latin typeface="Lato"/>
                <a:ea typeface="Lato"/>
                <a:cs typeface="Lato"/>
                <a:sym typeface="Lato"/>
              </a:rPr>
              <a:t>(n</a:t>
            </a:r>
            <a:r>
              <a:rPr lang="en" baseline="-25000">
                <a:latin typeface="Lato"/>
                <a:ea typeface="Lato"/>
                <a:cs typeface="Lato"/>
                <a:sym typeface="Lato"/>
              </a:rPr>
              <a:t>x</a:t>
            </a:r>
            <a:r>
              <a:rPr lang="en" sz="1700" baseline="-25000">
                <a:latin typeface="Lato"/>
                <a:ea typeface="Lato"/>
                <a:cs typeface="Lato"/>
                <a:sym typeface="Lato"/>
              </a:rPr>
              <a:t>k)</a:t>
            </a:r>
            <a:endParaRPr sz="17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3" name="Google Shape;233;p24"/>
          <p:cNvSpPr txBox="1"/>
          <p:nvPr/>
        </p:nvSpPr>
        <p:spPr>
          <a:xfrm>
            <a:off x="1569487" y="3740175"/>
            <a:ext cx="1077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Lato"/>
                <a:ea typeface="Lato"/>
                <a:cs typeface="Lato"/>
                <a:sym typeface="Lato"/>
              </a:rPr>
              <a:t>b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700" baseline="-25000">
                <a:latin typeface="Lato"/>
                <a:ea typeface="Lato"/>
                <a:cs typeface="Lato"/>
                <a:sym typeface="Lato"/>
              </a:rPr>
              <a:t>(k)</a:t>
            </a:r>
            <a:endParaRPr sz="1700" baseline="-25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5"/>
          <p:cNvPicPr preferRelativeResize="0"/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tretch>
            <a:fillRect/>
          </a:stretch>
        </p:blipFill>
        <p:spPr>
          <a:xfrm>
            <a:off x="146625" y="1227125"/>
            <a:ext cx="4783950" cy="356825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5"/>
          <p:cNvSpPr txBox="1"/>
          <p:nvPr/>
        </p:nvSpPr>
        <p:spPr>
          <a:xfrm>
            <a:off x="3535600" y="163700"/>
            <a:ext cx="26979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Обновление вектора скрытого состояния и вычисление выхода слоя:</a:t>
            </a:r>
            <a:endParaRPr sz="1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0" name="Google Shape;240;p25"/>
          <p:cNvPicPr preferRelativeResize="0"/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tretch>
            <a:fillRect/>
          </a:stretch>
        </p:blipFill>
        <p:spPr>
          <a:xfrm>
            <a:off x="3906823" y="1044325"/>
            <a:ext cx="2697900" cy="463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5"/>
          <p:cNvPicPr preferRelativeResize="0"/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tretch>
            <a:fillRect/>
          </a:stretch>
        </p:blipFill>
        <p:spPr>
          <a:xfrm>
            <a:off x="3942450" y="1507475"/>
            <a:ext cx="1755141" cy="463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5"/>
          <p:cNvSpPr txBox="1"/>
          <p:nvPr/>
        </p:nvSpPr>
        <p:spPr>
          <a:xfrm>
            <a:off x="202900" y="47642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Слой рекуррентной нейросети</a:t>
            </a:r>
            <a:endParaRPr sz="1600">
              <a:solidFill>
                <a:srgbClr val="434343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6"/>
          <p:cNvSpPr txBox="1"/>
          <p:nvPr/>
        </p:nvSpPr>
        <p:spPr>
          <a:xfrm>
            <a:off x="983325" y="13489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700" baseline="30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p26"/>
          <p:cNvSpPr txBox="1"/>
          <p:nvPr/>
        </p:nvSpPr>
        <p:spPr>
          <a:xfrm>
            <a:off x="68675" y="1372075"/>
            <a:ext cx="40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9" name="Google Shape;249;p26"/>
          <p:cNvSpPr/>
          <p:nvPr/>
        </p:nvSpPr>
        <p:spPr>
          <a:xfrm>
            <a:off x="422650" y="11722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26"/>
          <p:cNvSpPr txBox="1"/>
          <p:nvPr/>
        </p:nvSpPr>
        <p:spPr>
          <a:xfrm>
            <a:off x="422650" y="11335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-1.34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2.34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1" name="Google Shape;251;p26"/>
          <p:cNvSpPr/>
          <p:nvPr/>
        </p:nvSpPr>
        <p:spPr>
          <a:xfrm>
            <a:off x="1744850" y="3785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26"/>
          <p:cNvSpPr txBox="1"/>
          <p:nvPr/>
        </p:nvSpPr>
        <p:spPr>
          <a:xfrm>
            <a:off x="1789226" y="39946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3" name="Google Shape;253;p26"/>
          <p:cNvSpPr/>
          <p:nvPr/>
        </p:nvSpPr>
        <p:spPr>
          <a:xfrm>
            <a:off x="2658324" y="3785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26"/>
          <p:cNvSpPr txBox="1"/>
          <p:nvPr/>
        </p:nvSpPr>
        <p:spPr>
          <a:xfrm>
            <a:off x="2682217" y="39394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5" name="Google Shape;255;p26"/>
          <p:cNvSpPr/>
          <p:nvPr/>
        </p:nvSpPr>
        <p:spPr>
          <a:xfrm>
            <a:off x="4448629" y="3785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6"/>
          <p:cNvSpPr txBox="1"/>
          <p:nvPr/>
        </p:nvSpPr>
        <p:spPr>
          <a:xfrm>
            <a:off x="4458272" y="39394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n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7" name="Google Shape;257;p26"/>
          <p:cNvSpPr txBox="1"/>
          <p:nvPr/>
        </p:nvSpPr>
        <p:spPr>
          <a:xfrm>
            <a:off x="173100" y="116650"/>
            <a:ext cx="1436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 cat is sitting on the mat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" name="Google Shape;258;p26"/>
          <p:cNvSpPr txBox="1"/>
          <p:nvPr/>
        </p:nvSpPr>
        <p:spPr>
          <a:xfrm>
            <a:off x="3672691" y="457512"/>
            <a:ext cx="32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…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59" name="Google Shape;259;p26"/>
          <p:cNvCxnSpPr/>
          <p:nvPr/>
        </p:nvCxnSpPr>
        <p:spPr>
          <a:xfrm flipH="1">
            <a:off x="8781375" y="269800"/>
            <a:ext cx="8700" cy="4612500"/>
          </a:xfrm>
          <a:prstGeom prst="straightConnector1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0" name="Google Shape;260;p26"/>
          <p:cNvSpPr txBox="1"/>
          <p:nvPr/>
        </p:nvSpPr>
        <p:spPr>
          <a:xfrm rot="-5400000">
            <a:off x="8082175" y="2530150"/>
            <a:ext cx="726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время</a:t>
            </a:r>
            <a:endParaRPr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61" name="Google Shape;261;p26"/>
          <p:cNvCxnSpPr/>
          <p:nvPr/>
        </p:nvCxnSpPr>
        <p:spPr>
          <a:xfrm flipH="1">
            <a:off x="1982007" y="1022700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2" name="Google Shape;262;p26"/>
          <p:cNvCxnSpPr/>
          <p:nvPr/>
        </p:nvCxnSpPr>
        <p:spPr>
          <a:xfrm>
            <a:off x="1361450" y="157216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3" name="Google Shape;263;p26"/>
          <p:cNvSpPr/>
          <p:nvPr/>
        </p:nvSpPr>
        <p:spPr>
          <a:xfrm>
            <a:off x="1744850" y="13459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6"/>
          <p:cNvSpPr txBox="1"/>
          <p:nvPr/>
        </p:nvSpPr>
        <p:spPr>
          <a:xfrm>
            <a:off x="1789226" y="13668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7"/>
          <p:cNvSpPr txBox="1"/>
          <p:nvPr/>
        </p:nvSpPr>
        <p:spPr>
          <a:xfrm>
            <a:off x="983325" y="13489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700" baseline="30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27"/>
          <p:cNvSpPr txBox="1"/>
          <p:nvPr/>
        </p:nvSpPr>
        <p:spPr>
          <a:xfrm>
            <a:off x="68675" y="1372075"/>
            <a:ext cx="40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1" name="Google Shape;271;p27"/>
          <p:cNvSpPr/>
          <p:nvPr/>
        </p:nvSpPr>
        <p:spPr>
          <a:xfrm>
            <a:off x="422650" y="11722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27"/>
          <p:cNvSpPr txBox="1"/>
          <p:nvPr/>
        </p:nvSpPr>
        <p:spPr>
          <a:xfrm>
            <a:off x="422650" y="11335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-1.34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2.34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p27"/>
          <p:cNvSpPr/>
          <p:nvPr/>
        </p:nvSpPr>
        <p:spPr>
          <a:xfrm>
            <a:off x="1744850" y="3785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27"/>
          <p:cNvSpPr txBox="1"/>
          <p:nvPr/>
        </p:nvSpPr>
        <p:spPr>
          <a:xfrm>
            <a:off x="1789226" y="39946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5" name="Google Shape;275;p27"/>
          <p:cNvSpPr/>
          <p:nvPr/>
        </p:nvSpPr>
        <p:spPr>
          <a:xfrm>
            <a:off x="2658324" y="3785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7"/>
          <p:cNvSpPr txBox="1"/>
          <p:nvPr/>
        </p:nvSpPr>
        <p:spPr>
          <a:xfrm>
            <a:off x="2682217" y="39394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7" name="Google Shape;277;p27"/>
          <p:cNvSpPr/>
          <p:nvPr/>
        </p:nvSpPr>
        <p:spPr>
          <a:xfrm>
            <a:off x="4448629" y="3785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27"/>
          <p:cNvSpPr txBox="1"/>
          <p:nvPr/>
        </p:nvSpPr>
        <p:spPr>
          <a:xfrm>
            <a:off x="4458272" y="39394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n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9" name="Google Shape;279;p27"/>
          <p:cNvSpPr txBox="1"/>
          <p:nvPr/>
        </p:nvSpPr>
        <p:spPr>
          <a:xfrm>
            <a:off x="173100" y="116650"/>
            <a:ext cx="1436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 cat is sitting on the mat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0" name="Google Shape;280;p27"/>
          <p:cNvSpPr txBox="1"/>
          <p:nvPr/>
        </p:nvSpPr>
        <p:spPr>
          <a:xfrm>
            <a:off x="3672691" y="457512"/>
            <a:ext cx="32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…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81" name="Google Shape;281;p27"/>
          <p:cNvCxnSpPr/>
          <p:nvPr/>
        </p:nvCxnSpPr>
        <p:spPr>
          <a:xfrm flipH="1">
            <a:off x="8781375" y="269800"/>
            <a:ext cx="8700" cy="4612500"/>
          </a:xfrm>
          <a:prstGeom prst="straightConnector1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2" name="Google Shape;282;p27"/>
          <p:cNvSpPr txBox="1"/>
          <p:nvPr/>
        </p:nvSpPr>
        <p:spPr>
          <a:xfrm rot="-5400000">
            <a:off x="8082175" y="2530150"/>
            <a:ext cx="726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время</a:t>
            </a:r>
            <a:endParaRPr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83" name="Google Shape;283;p27"/>
          <p:cNvCxnSpPr/>
          <p:nvPr/>
        </p:nvCxnSpPr>
        <p:spPr>
          <a:xfrm flipH="1">
            <a:off x="1982007" y="1022700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4" name="Google Shape;284;p27"/>
          <p:cNvCxnSpPr/>
          <p:nvPr/>
        </p:nvCxnSpPr>
        <p:spPr>
          <a:xfrm>
            <a:off x="1361450" y="157216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5" name="Google Shape;285;p27"/>
          <p:cNvSpPr/>
          <p:nvPr/>
        </p:nvSpPr>
        <p:spPr>
          <a:xfrm>
            <a:off x="1744850" y="13459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27"/>
          <p:cNvSpPr txBox="1"/>
          <p:nvPr/>
        </p:nvSpPr>
        <p:spPr>
          <a:xfrm>
            <a:off x="1789226" y="13668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87" name="Google Shape;287;p27"/>
          <p:cNvCxnSpPr/>
          <p:nvPr/>
        </p:nvCxnSpPr>
        <p:spPr>
          <a:xfrm>
            <a:off x="2276400" y="156751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8" name="Google Shape;288;p27"/>
          <p:cNvSpPr txBox="1"/>
          <p:nvPr/>
        </p:nvSpPr>
        <p:spPr>
          <a:xfrm>
            <a:off x="2222438" y="1172275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8"/>
          <p:cNvSpPr txBox="1"/>
          <p:nvPr/>
        </p:nvSpPr>
        <p:spPr>
          <a:xfrm>
            <a:off x="983325" y="13489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700" baseline="30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" name="Google Shape;294;p28"/>
          <p:cNvSpPr txBox="1"/>
          <p:nvPr/>
        </p:nvSpPr>
        <p:spPr>
          <a:xfrm>
            <a:off x="68675" y="1372075"/>
            <a:ext cx="40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5" name="Google Shape;295;p28"/>
          <p:cNvSpPr/>
          <p:nvPr/>
        </p:nvSpPr>
        <p:spPr>
          <a:xfrm>
            <a:off x="422650" y="11722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28"/>
          <p:cNvSpPr txBox="1"/>
          <p:nvPr/>
        </p:nvSpPr>
        <p:spPr>
          <a:xfrm>
            <a:off x="422650" y="11335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-1.34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2.34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7" name="Google Shape;297;p28"/>
          <p:cNvSpPr/>
          <p:nvPr/>
        </p:nvSpPr>
        <p:spPr>
          <a:xfrm>
            <a:off x="1744850" y="3785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8"/>
          <p:cNvSpPr txBox="1"/>
          <p:nvPr/>
        </p:nvSpPr>
        <p:spPr>
          <a:xfrm>
            <a:off x="1789226" y="39946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9" name="Google Shape;299;p28"/>
          <p:cNvSpPr/>
          <p:nvPr/>
        </p:nvSpPr>
        <p:spPr>
          <a:xfrm>
            <a:off x="2658324" y="3785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28"/>
          <p:cNvSpPr txBox="1"/>
          <p:nvPr/>
        </p:nvSpPr>
        <p:spPr>
          <a:xfrm>
            <a:off x="2682217" y="39394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1" name="Google Shape;301;p28"/>
          <p:cNvSpPr/>
          <p:nvPr/>
        </p:nvSpPr>
        <p:spPr>
          <a:xfrm>
            <a:off x="4448629" y="3785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28"/>
          <p:cNvSpPr txBox="1"/>
          <p:nvPr/>
        </p:nvSpPr>
        <p:spPr>
          <a:xfrm>
            <a:off x="4458272" y="39394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n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3" name="Google Shape;303;p28"/>
          <p:cNvSpPr txBox="1"/>
          <p:nvPr/>
        </p:nvSpPr>
        <p:spPr>
          <a:xfrm>
            <a:off x="173100" y="116650"/>
            <a:ext cx="1436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 cat is sitting on the mat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4" name="Google Shape;304;p28"/>
          <p:cNvSpPr txBox="1"/>
          <p:nvPr/>
        </p:nvSpPr>
        <p:spPr>
          <a:xfrm>
            <a:off x="3672691" y="457512"/>
            <a:ext cx="32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…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05" name="Google Shape;305;p28"/>
          <p:cNvCxnSpPr/>
          <p:nvPr/>
        </p:nvCxnSpPr>
        <p:spPr>
          <a:xfrm flipH="1">
            <a:off x="8781375" y="269800"/>
            <a:ext cx="8700" cy="4612500"/>
          </a:xfrm>
          <a:prstGeom prst="straightConnector1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6" name="Google Shape;306;p28"/>
          <p:cNvSpPr txBox="1"/>
          <p:nvPr/>
        </p:nvSpPr>
        <p:spPr>
          <a:xfrm rot="-5400000">
            <a:off x="8082175" y="2530150"/>
            <a:ext cx="726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время</a:t>
            </a:r>
            <a:endParaRPr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07" name="Google Shape;307;p28"/>
          <p:cNvCxnSpPr/>
          <p:nvPr/>
        </p:nvCxnSpPr>
        <p:spPr>
          <a:xfrm flipH="1">
            <a:off x="1982007" y="1022700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8" name="Google Shape;308;p28"/>
          <p:cNvCxnSpPr/>
          <p:nvPr/>
        </p:nvCxnSpPr>
        <p:spPr>
          <a:xfrm>
            <a:off x="1361450" y="157216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9" name="Google Shape;309;p28"/>
          <p:cNvSpPr/>
          <p:nvPr/>
        </p:nvSpPr>
        <p:spPr>
          <a:xfrm>
            <a:off x="1744850" y="13459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28"/>
          <p:cNvSpPr txBox="1"/>
          <p:nvPr/>
        </p:nvSpPr>
        <p:spPr>
          <a:xfrm>
            <a:off x="1789226" y="13668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11" name="Google Shape;311;p28"/>
          <p:cNvCxnSpPr/>
          <p:nvPr/>
        </p:nvCxnSpPr>
        <p:spPr>
          <a:xfrm>
            <a:off x="2276400" y="156751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2" name="Google Shape;312;p28"/>
          <p:cNvSpPr txBox="1"/>
          <p:nvPr/>
        </p:nvSpPr>
        <p:spPr>
          <a:xfrm>
            <a:off x="2222438" y="1172275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13" name="Google Shape;313;p28"/>
          <p:cNvCxnSpPr/>
          <p:nvPr/>
        </p:nvCxnSpPr>
        <p:spPr>
          <a:xfrm flipH="1">
            <a:off x="2919382" y="995213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4" name="Google Shape;314;p28"/>
          <p:cNvSpPr/>
          <p:nvPr/>
        </p:nvSpPr>
        <p:spPr>
          <a:xfrm>
            <a:off x="2682225" y="1318438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28"/>
          <p:cNvSpPr txBox="1"/>
          <p:nvPr/>
        </p:nvSpPr>
        <p:spPr>
          <a:xfrm>
            <a:off x="2726601" y="1339405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9"/>
          <p:cNvSpPr txBox="1"/>
          <p:nvPr/>
        </p:nvSpPr>
        <p:spPr>
          <a:xfrm>
            <a:off x="983325" y="13489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700" baseline="30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1" name="Google Shape;321;p29"/>
          <p:cNvSpPr txBox="1"/>
          <p:nvPr/>
        </p:nvSpPr>
        <p:spPr>
          <a:xfrm>
            <a:off x="68675" y="1372075"/>
            <a:ext cx="40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2" name="Google Shape;322;p29"/>
          <p:cNvSpPr/>
          <p:nvPr/>
        </p:nvSpPr>
        <p:spPr>
          <a:xfrm>
            <a:off x="422650" y="11722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29"/>
          <p:cNvSpPr txBox="1"/>
          <p:nvPr/>
        </p:nvSpPr>
        <p:spPr>
          <a:xfrm>
            <a:off x="422650" y="11335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-1.34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2.34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4" name="Google Shape;324;p29"/>
          <p:cNvSpPr/>
          <p:nvPr/>
        </p:nvSpPr>
        <p:spPr>
          <a:xfrm>
            <a:off x="1744850" y="3785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29"/>
          <p:cNvSpPr txBox="1"/>
          <p:nvPr/>
        </p:nvSpPr>
        <p:spPr>
          <a:xfrm>
            <a:off x="1789226" y="39946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6" name="Google Shape;326;p29"/>
          <p:cNvSpPr/>
          <p:nvPr/>
        </p:nvSpPr>
        <p:spPr>
          <a:xfrm>
            <a:off x="2658324" y="3785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29"/>
          <p:cNvSpPr txBox="1"/>
          <p:nvPr/>
        </p:nvSpPr>
        <p:spPr>
          <a:xfrm>
            <a:off x="2682217" y="39394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8" name="Google Shape;328;p29"/>
          <p:cNvSpPr/>
          <p:nvPr/>
        </p:nvSpPr>
        <p:spPr>
          <a:xfrm>
            <a:off x="4448629" y="3785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29"/>
          <p:cNvSpPr txBox="1"/>
          <p:nvPr/>
        </p:nvSpPr>
        <p:spPr>
          <a:xfrm>
            <a:off x="4458272" y="39394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n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173100" y="116650"/>
            <a:ext cx="1436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 cat is sitting on the mat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1" name="Google Shape;331;p29"/>
          <p:cNvSpPr txBox="1"/>
          <p:nvPr/>
        </p:nvSpPr>
        <p:spPr>
          <a:xfrm>
            <a:off x="3672691" y="457512"/>
            <a:ext cx="32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…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32" name="Google Shape;332;p29"/>
          <p:cNvCxnSpPr/>
          <p:nvPr/>
        </p:nvCxnSpPr>
        <p:spPr>
          <a:xfrm flipH="1">
            <a:off x="8781375" y="269800"/>
            <a:ext cx="8700" cy="4612500"/>
          </a:xfrm>
          <a:prstGeom prst="straightConnector1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3" name="Google Shape;333;p29"/>
          <p:cNvSpPr txBox="1"/>
          <p:nvPr/>
        </p:nvSpPr>
        <p:spPr>
          <a:xfrm rot="-5400000">
            <a:off x="8082175" y="2530150"/>
            <a:ext cx="726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время</a:t>
            </a:r>
            <a:endParaRPr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34" name="Google Shape;334;p29"/>
          <p:cNvCxnSpPr/>
          <p:nvPr/>
        </p:nvCxnSpPr>
        <p:spPr>
          <a:xfrm flipH="1">
            <a:off x="1982007" y="1022700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5" name="Google Shape;335;p29"/>
          <p:cNvCxnSpPr/>
          <p:nvPr/>
        </p:nvCxnSpPr>
        <p:spPr>
          <a:xfrm>
            <a:off x="1361450" y="157216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6" name="Google Shape;336;p29"/>
          <p:cNvSpPr/>
          <p:nvPr/>
        </p:nvSpPr>
        <p:spPr>
          <a:xfrm>
            <a:off x="1744850" y="13459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29"/>
          <p:cNvSpPr txBox="1"/>
          <p:nvPr/>
        </p:nvSpPr>
        <p:spPr>
          <a:xfrm>
            <a:off x="1789226" y="13668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38" name="Google Shape;338;p29"/>
          <p:cNvCxnSpPr/>
          <p:nvPr/>
        </p:nvCxnSpPr>
        <p:spPr>
          <a:xfrm>
            <a:off x="2276400" y="156751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9" name="Google Shape;339;p29"/>
          <p:cNvSpPr txBox="1"/>
          <p:nvPr/>
        </p:nvSpPr>
        <p:spPr>
          <a:xfrm>
            <a:off x="2222438" y="1172275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40" name="Google Shape;340;p29"/>
          <p:cNvCxnSpPr/>
          <p:nvPr/>
        </p:nvCxnSpPr>
        <p:spPr>
          <a:xfrm flipH="1">
            <a:off x="2919382" y="995213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1" name="Google Shape;341;p29"/>
          <p:cNvSpPr/>
          <p:nvPr/>
        </p:nvSpPr>
        <p:spPr>
          <a:xfrm>
            <a:off x="2682225" y="1318438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29"/>
          <p:cNvSpPr txBox="1"/>
          <p:nvPr/>
        </p:nvSpPr>
        <p:spPr>
          <a:xfrm>
            <a:off x="2726601" y="1339405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43" name="Google Shape;343;p29"/>
          <p:cNvCxnSpPr/>
          <p:nvPr/>
        </p:nvCxnSpPr>
        <p:spPr>
          <a:xfrm>
            <a:off x="3213775" y="1540030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4" name="Google Shape;344;p29"/>
          <p:cNvSpPr txBox="1"/>
          <p:nvPr/>
        </p:nvSpPr>
        <p:spPr>
          <a:xfrm>
            <a:off x="3159813" y="1144788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0"/>
          <p:cNvSpPr txBox="1"/>
          <p:nvPr/>
        </p:nvSpPr>
        <p:spPr>
          <a:xfrm>
            <a:off x="983325" y="13489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700" baseline="30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0" name="Google Shape;350;p30"/>
          <p:cNvSpPr txBox="1"/>
          <p:nvPr/>
        </p:nvSpPr>
        <p:spPr>
          <a:xfrm>
            <a:off x="68675" y="1372075"/>
            <a:ext cx="40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1" name="Google Shape;351;p30"/>
          <p:cNvSpPr/>
          <p:nvPr/>
        </p:nvSpPr>
        <p:spPr>
          <a:xfrm>
            <a:off x="422650" y="11722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30"/>
          <p:cNvSpPr txBox="1"/>
          <p:nvPr/>
        </p:nvSpPr>
        <p:spPr>
          <a:xfrm>
            <a:off x="422650" y="11335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-1.34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2.34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3" name="Google Shape;353;p30"/>
          <p:cNvSpPr/>
          <p:nvPr/>
        </p:nvSpPr>
        <p:spPr>
          <a:xfrm>
            <a:off x="1744850" y="3785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30"/>
          <p:cNvSpPr txBox="1"/>
          <p:nvPr/>
        </p:nvSpPr>
        <p:spPr>
          <a:xfrm>
            <a:off x="1789226" y="39946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5" name="Google Shape;355;p30"/>
          <p:cNvSpPr/>
          <p:nvPr/>
        </p:nvSpPr>
        <p:spPr>
          <a:xfrm>
            <a:off x="2658324" y="3785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30"/>
          <p:cNvSpPr txBox="1"/>
          <p:nvPr/>
        </p:nvSpPr>
        <p:spPr>
          <a:xfrm>
            <a:off x="2682217" y="39394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7" name="Google Shape;357;p30"/>
          <p:cNvSpPr/>
          <p:nvPr/>
        </p:nvSpPr>
        <p:spPr>
          <a:xfrm>
            <a:off x="4448629" y="3785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30"/>
          <p:cNvSpPr txBox="1"/>
          <p:nvPr/>
        </p:nvSpPr>
        <p:spPr>
          <a:xfrm>
            <a:off x="4458272" y="39394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n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9" name="Google Shape;359;p30"/>
          <p:cNvSpPr txBox="1"/>
          <p:nvPr/>
        </p:nvSpPr>
        <p:spPr>
          <a:xfrm>
            <a:off x="173100" y="116650"/>
            <a:ext cx="1436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 cat is sitting on the mat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0" name="Google Shape;360;p30"/>
          <p:cNvSpPr txBox="1"/>
          <p:nvPr/>
        </p:nvSpPr>
        <p:spPr>
          <a:xfrm>
            <a:off x="3672691" y="457512"/>
            <a:ext cx="32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…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61" name="Google Shape;361;p30"/>
          <p:cNvCxnSpPr/>
          <p:nvPr/>
        </p:nvCxnSpPr>
        <p:spPr>
          <a:xfrm flipH="1">
            <a:off x="8781375" y="269800"/>
            <a:ext cx="8700" cy="4612500"/>
          </a:xfrm>
          <a:prstGeom prst="straightConnector1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2" name="Google Shape;362;p30"/>
          <p:cNvSpPr txBox="1"/>
          <p:nvPr/>
        </p:nvSpPr>
        <p:spPr>
          <a:xfrm rot="-5400000">
            <a:off x="8082175" y="2530150"/>
            <a:ext cx="726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время</a:t>
            </a:r>
            <a:endParaRPr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63" name="Google Shape;363;p30"/>
          <p:cNvCxnSpPr/>
          <p:nvPr/>
        </p:nvCxnSpPr>
        <p:spPr>
          <a:xfrm flipH="1">
            <a:off x="1982007" y="1022700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4" name="Google Shape;364;p30"/>
          <p:cNvCxnSpPr/>
          <p:nvPr/>
        </p:nvCxnSpPr>
        <p:spPr>
          <a:xfrm>
            <a:off x="1361450" y="157216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5" name="Google Shape;365;p30"/>
          <p:cNvSpPr/>
          <p:nvPr/>
        </p:nvSpPr>
        <p:spPr>
          <a:xfrm>
            <a:off x="1744850" y="13459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30"/>
          <p:cNvSpPr txBox="1"/>
          <p:nvPr/>
        </p:nvSpPr>
        <p:spPr>
          <a:xfrm>
            <a:off x="1789226" y="13668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67" name="Google Shape;367;p30"/>
          <p:cNvCxnSpPr/>
          <p:nvPr/>
        </p:nvCxnSpPr>
        <p:spPr>
          <a:xfrm>
            <a:off x="2276400" y="156751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8" name="Google Shape;368;p30"/>
          <p:cNvSpPr txBox="1"/>
          <p:nvPr/>
        </p:nvSpPr>
        <p:spPr>
          <a:xfrm>
            <a:off x="2222438" y="1172275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69" name="Google Shape;369;p30"/>
          <p:cNvCxnSpPr/>
          <p:nvPr/>
        </p:nvCxnSpPr>
        <p:spPr>
          <a:xfrm flipH="1">
            <a:off x="2919382" y="995213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70" name="Google Shape;370;p30"/>
          <p:cNvSpPr/>
          <p:nvPr/>
        </p:nvSpPr>
        <p:spPr>
          <a:xfrm>
            <a:off x="2682225" y="1318438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30"/>
          <p:cNvSpPr txBox="1"/>
          <p:nvPr/>
        </p:nvSpPr>
        <p:spPr>
          <a:xfrm>
            <a:off x="2726601" y="1339405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72" name="Google Shape;372;p30"/>
          <p:cNvCxnSpPr/>
          <p:nvPr/>
        </p:nvCxnSpPr>
        <p:spPr>
          <a:xfrm>
            <a:off x="3213775" y="1540030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73" name="Google Shape;373;p30"/>
          <p:cNvSpPr txBox="1"/>
          <p:nvPr/>
        </p:nvSpPr>
        <p:spPr>
          <a:xfrm>
            <a:off x="3159813" y="1144788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4" name="Google Shape;374;p30"/>
          <p:cNvSpPr txBox="1"/>
          <p:nvPr/>
        </p:nvSpPr>
        <p:spPr>
          <a:xfrm>
            <a:off x="3619591" y="1347062"/>
            <a:ext cx="32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…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75" name="Google Shape;375;p30"/>
          <p:cNvCxnSpPr/>
          <p:nvPr/>
        </p:nvCxnSpPr>
        <p:spPr>
          <a:xfrm flipH="1">
            <a:off x="4678670" y="967738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76" name="Google Shape;376;p30"/>
          <p:cNvSpPr/>
          <p:nvPr/>
        </p:nvSpPr>
        <p:spPr>
          <a:xfrm>
            <a:off x="4441513" y="1290963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30"/>
          <p:cNvSpPr txBox="1"/>
          <p:nvPr/>
        </p:nvSpPr>
        <p:spPr>
          <a:xfrm>
            <a:off x="4485888" y="1311930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n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78" name="Google Shape;378;p30"/>
          <p:cNvCxnSpPr/>
          <p:nvPr/>
        </p:nvCxnSpPr>
        <p:spPr>
          <a:xfrm>
            <a:off x="4973063" y="1512555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79" name="Google Shape;379;p30"/>
          <p:cNvSpPr txBox="1"/>
          <p:nvPr/>
        </p:nvSpPr>
        <p:spPr>
          <a:xfrm>
            <a:off x="4919100" y="1117313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n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0" name="Google Shape;380;p30"/>
          <p:cNvSpPr txBox="1"/>
          <p:nvPr/>
        </p:nvSpPr>
        <p:spPr>
          <a:xfrm>
            <a:off x="0" y="2387100"/>
            <a:ext cx="8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cat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1" name="Google Shape;381;p30"/>
          <p:cNvSpPr/>
          <p:nvPr/>
        </p:nvSpPr>
        <p:spPr>
          <a:xfrm>
            <a:off x="422650" y="2176150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30"/>
          <p:cNvSpPr txBox="1"/>
          <p:nvPr/>
        </p:nvSpPr>
        <p:spPr>
          <a:xfrm>
            <a:off x="422650" y="2137450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-0.21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0.56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-1.67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...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-0.05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3" name="Google Shape;383;p30"/>
          <p:cNvSpPr txBox="1"/>
          <p:nvPr/>
        </p:nvSpPr>
        <p:spPr>
          <a:xfrm>
            <a:off x="983325" y="2348550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84" name="Google Shape;384;p30"/>
          <p:cNvCxnSpPr/>
          <p:nvPr/>
        </p:nvCxnSpPr>
        <p:spPr>
          <a:xfrm>
            <a:off x="1361450" y="257454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1"/>
          <p:cNvSpPr txBox="1"/>
          <p:nvPr/>
        </p:nvSpPr>
        <p:spPr>
          <a:xfrm>
            <a:off x="983325" y="13489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700" baseline="30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0" name="Google Shape;390;p31"/>
          <p:cNvSpPr txBox="1"/>
          <p:nvPr/>
        </p:nvSpPr>
        <p:spPr>
          <a:xfrm>
            <a:off x="68675" y="1372075"/>
            <a:ext cx="40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1" name="Google Shape;391;p31"/>
          <p:cNvSpPr/>
          <p:nvPr/>
        </p:nvSpPr>
        <p:spPr>
          <a:xfrm>
            <a:off x="422650" y="11722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31"/>
          <p:cNvSpPr txBox="1"/>
          <p:nvPr/>
        </p:nvSpPr>
        <p:spPr>
          <a:xfrm>
            <a:off x="422650" y="11335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-1.34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2.34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3" name="Google Shape;393;p31"/>
          <p:cNvSpPr/>
          <p:nvPr/>
        </p:nvSpPr>
        <p:spPr>
          <a:xfrm>
            <a:off x="1744850" y="3785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31"/>
          <p:cNvSpPr txBox="1"/>
          <p:nvPr/>
        </p:nvSpPr>
        <p:spPr>
          <a:xfrm>
            <a:off x="1789226" y="39946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5" name="Google Shape;395;p31"/>
          <p:cNvSpPr/>
          <p:nvPr/>
        </p:nvSpPr>
        <p:spPr>
          <a:xfrm>
            <a:off x="2658324" y="3785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31"/>
          <p:cNvSpPr txBox="1"/>
          <p:nvPr/>
        </p:nvSpPr>
        <p:spPr>
          <a:xfrm>
            <a:off x="2682217" y="39394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7" name="Google Shape;397;p31"/>
          <p:cNvSpPr/>
          <p:nvPr/>
        </p:nvSpPr>
        <p:spPr>
          <a:xfrm>
            <a:off x="4448629" y="3785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31"/>
          <p:cNvSpPr txBox="1"/>
          <p:nvPr/>
        </p:nvSpPr>
        <p:spPr>
          <a:xfrm>
            <a:off x="4458272" y="39394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n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9" name="Google Shape;399;p31"/>
          <p:cNvSpPr txBox="1"/>
          <p:nvPr/>
        </p:nvSpPr>
        <p:spPr>
          <a:xfrm>
            <a:off x="173100" y="116650"/>
            <a:ext cx="1436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 cat is sitting on the mat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0" name="Google Shape;400;p31"/>
          <p:cNvSpPr txBox="1"/>
          <p:nvPr/>
        </p:nvSpPr>
        <p:spPr>
          <a:xfrm>
            <a:off x="3672691" y="457512"/>
            <a:ext cx="32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…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01" name="Google Shape;401;p31"/>
          <p:cNvCxnSpPr/>
          <p:nvPr/>
        </p:nvCxnSpPr>
        <p:spPr>
          <a:xfrm flipH="1">
            <a:off x="8781375" y="269800"/>
            <a:ext cx="8700" cy="4612500"/>
          </a:xfrm>
          <a:prstGeom prst="straightConnector1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02" name="Google Shape;402;p31"/>
          <p:cNvSpPr txBox="1"/>
          <p:nvPr/>
        </p:nvSpPr>
        <p:spPr>
          <a:xfrm rot="-5400000">
            <a:off x="8082175" y="2530150"/>
            <a:ext cx="726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время</a:t>
            </a:r>
            <a:endParaRPr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03" name="Google Shape;403;p31"/>
          <p:cNvCxnSpPr/>
          <p:nvPr/>
        </p:nvCxnSpPr>
        <p:spPr>
          <a:xfrm flipH="1">
            <a:off x="1982007" y="1022700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4" name="Google Shape;404;p31"/>
          <p:cNvCxnSpPr/>
          <p:nvPr/>
        </p:nvCxnSpPr>
        <p:spPr>
          <a:xfrm>
            <a:off x="1361450" y="157216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05" name="Google Shape;405;p31"/>
          <p:cNvSpPr/>
          <p:nvPr/>
        </p:nvSpPr>
        <p:spPr>
          <a:xfrm>
            <a:off x="1744850" y="13459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31"/>
          <p:cNvSpPr txBox="1"/>
          <p:nvPr/>
        </p:nvSpPr>
        <p:spPr>
          <a:xfrm>
            <a:off x="1789226" y="13668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07" name="Google Shape;407;p31"/>
          <p:cNvCxnSpPr/>
          <p:nvPr/>
        </p:nvCxnSpPr>
        <p:spPr>
          <a:xfrm>
            <a:off x="2276400" y="156751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08" name="Google Shape;408;p31"/>
          <p:cNvSpPr txBox="1"/>
          <p:nvPr/>
        </p:nvSpPr>
        <p:spPr>
          <a:xfrm>
            <a:off x="2222438" y="1172275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09" name="Google Shape;409;p31"/>
          <p:cNvCxnSpPr/>
          <p:nvPr/>
        </p:nvCxnSpPr>
        <p:spPr>
          <a:xfrm flipH="1">
            <a:off x="2919382" y="995213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0" name="Google Shape;410;p31"/>
          <p:cNvSpPr/>
          <p:nvPr/>
        </p:nvSpPr>
        <p:spPr>
          <a:xfrm>
            <a:off x="2682225" y="1318438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31"/>
          <p:cNvSpPr txBox="1"/>
          <p:nvPr/>
        </p:nvSpPr>
        <p:spPr>
          <a:xfrm>
            <a:off x="2726601" y="1339405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12" name="Google Shape;412;p31"/>
          <p:cNvCxnSpPr/>
          <p:nvPr/>
        </p:nvCxnSpPr>
        <p:spPr>
          <a:xfrm>
            <a:off x="3213775" y="1540030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3" name="Google Shape;413;p31"/>
          <p:cNvSpPr txBox="1"/>
          <p:nvPr/>
        </p:nvSpPr>
        <p:spPr>
          <a:xfrm>
            <a:off x="3159813" y="1144788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4" name="Google Shape;414;p31"/>
          <p:cNvSpPr txBox="1"/>
          <p:nvPr/>
        </p:nvSpPr>
        <p:spPr>
          <a:xfrm>
            <a:off x="3619591" y="1347062"/>
            <a:ext cx="32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…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15" name="Google Shape;415;p31"/>
          <p:cNvCxnSpPr/>
          <p:nvPr/>
        </p:nvCxnSpPr>
        <p:spPr>
          <a:xfrm flipH="1">
            <a:off x="4678670" y="967738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6" name="Google Shape;416;p31"/>
          <p:cNvSpPr/>
          <p:nvPr/>
        </p:nvSpPr>
        <p:spPr>
          <a:xfrm>
            <a:off x="4441513" y="1290963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31"/>
          <p:cNvSpPr txBox="1"/>
          <p:nvPr/>
        </p:nvSpPr>
        <p:spPr>
          <a:xfrm>
            <a:off x="4485888" y="1311930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n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18" name="Google Shape;418;p31"/>
          <p:cNvCxnSpPr/>
          <p:nvPr/>
        </p:nvCxnSpPr>
        <p:spPr>
          <a:xfrm>
            <a:off x="4973063" y="1512555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9" name="Google Shape;419;p31"/>
          <p:cNvSpPr txBox="1"/>
          <p:nvPr/>
        </p:nvSpPr>
        <p:spPr>
          <a:xfrm>
            <a:off x="4919100" y="1117313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n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0" name="Google Shape;420;p31"/>
          <p:cNvSpPr txBox="1"/>
          <p:nvPr/>
        </p:nvSpPr>
        <p:spPr>
          <a:xfrm>
            <a:off x="0" y="2387100"/>
            <a:ext cx="8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cat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1" name="Google Shape;421;p31"/>
          <p:cNvSpPr/>
          <p:nvPr/>
        </p:nvSpPr>
        <p:spPr>
          <a:xfrm>
            <a:off x="422650" y="2176150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31"/>
          <p:cNvSpPr txBox="1"/>
          <p:nvPr/>
        </p:nvSpPr>
        <p:spPr>
          <a:xfrm>
            <a:off x="422650" y="2137450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-0.21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0.56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-1.67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...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-0.05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3" name="Google Shape;423;p31"/>
          <p:cNvSpPr txBox="1"/>
          <p:nvPr/>
        </p:nvSpPr>
        <p:spPr>
          <a:xfrm>
            <a:off x="983325" y="2348550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24" name="Google Shape;424;p31"/>
          <p:cNvCxnSpPr/>
          <p:nvPr/>
        </p:nvCxnSpPr>
        <p:spPr>
          <a:xfrm>
            <a:off x="1361450" y="257454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5" name="Google Shape;425;p31"/>
          <p:cNvCxnSpPr/>
          <p:nvPr/>
        </p:nvCxnSpPr>
        <p:spPr>
          <a:xfrm flipH="1">
            <a:off x="1982007" y="201077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26" name="Google Shape;426;p31"/>
          <p:cNvSpPr/>
          <p:nvPr/>
        </p:nvSpPr>
        <p:spPr>
          <a:xfrm>
            <a:off x="1744850" y="23340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31"/>
          <p:cNvSpPr txBox="1"/>
          <p:nvPr/>
        </p:nvSpPr>
        <p:spPr>
          <a:xfrm>
            <a:off x="1789226" y="235496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28" name="Google Shape;428;p31"/>
          <p:cNvCxnSpPr/>
          <p:nvPr/>
        </p:nvCxnSpPr>
        <p:spPr>
          <a:xfrm>
            <a:off x="2276400" y="25555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29" name="Google Shape;429;p31"/>
          <p:cNvSpPr txBox="1"/>
          <p:nvPr/>
        </p:nvSpPr>
        <p:spPr>
          <a:xfrm>
            <a:off x="2222438" y="2160350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2"/>
          <p:cNvSpPr txBox="1"/>
          <p:nvPr/>
        </p:nvSpPr>
        <p:spPr>
          <a:xfrm>
            <a:off x="983325" y="13489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700" baseline="30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5" name="Google Shape;435;p32"/>
          <p:cNvSpPr txBox="1"/>
          <p:nvPr/>
        </p:nvSpPr>
        <p:spPr>
          <a:xfrm>
            <a:off x="68675" y="1372075"/>
            <a:ext cx="40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6" name="Google Shape;436;p32"/>
          <p:cNvSpPr/>
          <p:nvPr/>
        </p:nvSpPr>
        <p:spPr>
          <a:xfrm>
            <a:off x="422650" y="11722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32"/>
          <p:cNvSpPr txBox="1"/>
          <p:nvPr/>
        </p:nvSpPr>
        <p:spPr>
          <a:xfrm>
            <a:off x="422650" y="11335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-1.34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2.34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8" name="Google Shape;438;p32"/>
          <p:cNvSpPr/>
          <p:nvPr/>
        </p:nvSpPr>
        <p:spPr>
          <a:xfrm>
            <a:off x="1744850" y="3785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32"/>
          <p:cNvSpPr txBox="1"/>
          <p:nvPr/>
        </p:nvSpPr>
        <p:spPr>
          <a:xfrm>
            <a:off x="1789226" y="39946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0" name="Google Shape;440;p32"/>
          <p:cNvSpPr/>
          <p:nvPr/>
        </p:nvSpPr>
        <p:spPr>
          <a:xfrm>
            <a:off x="2658324" y="3785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32"/>
          <p:cNvSpPr txBox="1"/>
          <p:nvPr/>
        </p:nvSpPr>
        <p:spPr>
          <a:xfrm>
            <a:off x="2682217" y="39394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2" name="Google Shape;442;p32"/>
          <p:cNvSpPr/>
          <p:nvPr/>
        </p:nvSpPr>
        <p:spPr>
          <a:xfrm>
            <a:off x="4448629" y="3785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32"/>
          <p:cNvSpPr txBox="1"/>
          <p:nvPr/>
        </p:nvSpPr>
        <p:spPr>
          <a:xfrm>
            <a:off x="4458272" y="39394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n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4" name="Google Shape;444;p32"/>
          <p:cNvSpPr txBox="1"/>
          <p:nvPr/>
        </p:nvSpPr>
        <p:spPr>
          <a:xfrm>
            <a:off x="173100" y="116650"/>
            <a:ext cx="1436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 cat is sitting on the mat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5" name="Google Shape;445;p32"/>
          <p:cNvSpPr txBox="1"/>
          <p:nvPr/>
        </p:nvSpPr>
        <p:spPr>
          <a:xfrm>
            <a:off x="3672691" y="457512"/>
            <a:ext cx="32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…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46" name="Google Shape;446;p32"/>
          <p:cNvCxnSpPr/>
          <p:nvPr/>
        </p:nvCxnSpPr>
        <p:spPr>
          <a:xfrm flipH="1">
            <a:off x="8781375" y="269800"/>
            <a:ext cx="8700" cy="4612500"/>
          </a:xfrm>
          <a:prstGeom prst="straightConnector1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7" name="Google Shape;447;p32"/>
          <p:cNvSpPr txBox="1"/>
          <p:nvPr/>
        </p:nvSpPr>
        <p:spPr>
          <a:xfrm rot="-5400000">
            <a:off x="8082175" y="2530150"/>
            <a:ext cx="726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время</a:t>
            </a:r>
            <a:endParaRPr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48" name="Google Shape;448;p32"/>
          <p:cNvCxnSpPr/>
          <p:nvPr/>
        </p:nvCxnSpPr>
        <p:spPr>
          <a:xfrm flipH="1">
            <a:off x="1982007" y="1022700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9" name="Google Shape;449;p32"/>
          <p:cNvCxnSpPr/>
          <p:nvPr/>
        </p:nvCxnSpPr>
        <p:spPr>
          <a:xfrm>
            <a:off x="1361450" y="157216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50" name="Google Shape;450;p32"/>
          <p:cNvSpPr/>
          <p:nvPr/>
        </p:nvSpPr>
        <p:spPr>
          <a:xfrm>
            <a:off x="1744850" y="13459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32"/>
          <p:cNvSpPr txBox="1"/>
          <p:nvPr/>
        </p:nvSpPr>
        <p:spPr>
          <a:xfrm>
            <a:off x="1789226" y="13668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52" name="Google Shape;452;p32"/>
          <p:cNvCxnSpPr/>
          <p:nvPr/>
        </p:nvCxnSpPr>
        <p:spPr>
          <a:xfrm>
            <a:off x="2276400" y="156751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53" name="Google Shape;453;p32"/>
          <p:cNvSpPr txBox="1"/>
          <p:nvPr/>
        </p:nvSpPr>
        <p:spPr>
          <a:xfrm>
            <a:off x="2222438" y="1172275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54" name="Google Shape;454;p32"/>
          <p:cNvCxnSpPr/>
          <p:nvPr/>
        </p:nvCxnSpPr>
        <p:spPr>
          <a:xfrm flipH="1">
            <a:off x="2919382" y="995213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55" name="Google Shape;455;p32"/>
          <p:cNvSpPr/>
          <p:nvPr/>
        </p:nvSpPr>
        <p:spPr>
          <a:xfrm>
            <a:off x="2682225" y="1318438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32"/>
          <p:cNvSpPr txBox="1"/>
          <p:nvPr/>
        </p:nvSpPr>
        <p:spPr>
          <a:xfrm>
            <a:off x="2726601" y="1339405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57" name="Google Shape;457;p32"/>
          <p:cNvCxnSpPr/>
          <p:nvPr/>
        </p:nvCxnSpPr>
        <p:spPr>
          <a:xfrm>
            <a:off x="3213775" y="1540030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58" name="Google Shape;458;p32"/>
          <p:cNvSpPr txBox="1"/>
          <p:nvPr/>
        </p:nvSpPr>
        <p:spPr>
          <a:xfrm>
            <a:off x="3159813" y="1144788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9" name="Google Shape;459;p32"/>
          <p:cNvSpPr txBox="1"/>
          <p:nvPr/>
        </p:nvSpPr>
        <p:spPr>
          <a:xfrm>
            <a:off x="3619591" y="1347062"/>
            <a:ext cx="32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…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60" name="Google Shape;460;p32"/>
          <p:cNvCxnSpPr/>
          <p:nvPr/>
        </p:nvCxnSpPr>
        <p:spPr>
          <a:xfrm flipH="1">
            <a:off x="4678670" y="967738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61" name="Google Shape;461;p32"/>
          <p:cNvSpPr/>
          <p:nvPr/>
        </p:nvSpPr>
        <p:spPr>
          <a:xfrm>
            <a:off x="4441513" y="1290963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32"/>
          <p:cNvSpPr txBox="1"/>
          <p:nvPr/>
        </p:nvSpPr>
        <p:spPr>
          <a:xfrm>
            <a:off x="4485888" y="1311930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n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63" name="Google Shape;463;p32"/>
          <p:cNvCxnSpPr/>
          <p:nvPr/>
        </p:nvCxnSpPr>
        <p:spPr>
          <a:xfrm>
            <a:off x="4973063" y="1512555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64" name="Google Shape;464;p32"/>
          <p:cNvSpPr txBox="1"/>
          <p:nvPr/>
        </p:nvSpPr>
        <p:spPr>
          <a:xfrm>
            <a:off x="4919100" y="1117313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n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5" name="Google Shape;465;p32"/>
          <p:cNvSpPr txBox="1"/>
          <p:nvPr/>
        </p:nvSpPr>
        <p:spPr>
          <a:xfrm>
            <a:off x="0" y="2387100"/>
            <a:ext cx="8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cat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6" name="Google Shape;466;p32"/>
          <p:cNvSpPr/>
          <p:nvPr/>
        </p:nvSpPr>
        <p:spPr>
          <a:xfrm>
            <a:off x="422650" y="2176150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32"/>
          <p:cNvSpPr txBox="1"/>
          <p:nvPr/>
        </p:nvSpPr>
        <p:spPr>
          <a:xfrm>
            <a:off x="422650" y="2137450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-0.21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0.56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-1.67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...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-0.05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8" name="Google Shape;468;p32"/>
          <p:cNvSpPr txBox="1"/>
          <p:nvPr/>
        </p:nvSpPr>
        <p:spPr>
          <a:xfrm>
            <a:off x="983325" y="2348550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69" name="Google Shape;469;p32"/>
          <p:cNvCxnSpPr/>
          <p:nvPr/>
        </p:nvCxnSpPr>
        <p:spPr>
          <a:xfrm>
            <a:off x="1361450" y="257454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70" name="Google Shape;470;p32"/>
          <p:cNvCxnSpPr/>
          <p:nvPr/>
        </p:nvCxnSpPr>
        <p:spPr>
          <a:xfrm flipH="1">
            <a:off x="1982007" y="201077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71" name="Google Shape;471;p32"/>
          <p:cNvSpPr/>
          <p:nvPr/>
        </p:nvSpPr>
        <p:spPr>
          <a:xfrm>
            <a:off x="1744850" y="23340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32"/>
          <p:cNvSpPr txBox="1"/>
          <p:nvPr/>
        </p:nvSpPr>
        <p:spPr>
          <a:xfrm>
            <a:off x="1789226" y="235496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73" name="Google Shape;473;p32"/>
          <p:cNvCxnSpPr/>
          <p:nvPr/>
        </p:nvCxnSpPr>
        <p:spPr>
          <a:xfrm>
            <a:off x="2276400" y="25555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74" name="Google Shape;474;p32"/>
          <p:cNvSpPr txBox="1"/>
          <p:nvPr/>
        </p:nvSpPr>
        <p:spPr>
          <a:xfrm>
            <a:off x="2222438" y="2160350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75" name="Google Shape;475;p32"/>
          <p:cNvCxnSpPr/>
          <p:nvPr/>
        </p:nvCxnSpPr>
        <p:spPr>
          <a:xfrm flipH="1">
            <a:off x="2919382" y="201077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76" name="Google Shape;476;p32"/>
          <p:cNvSpPr/>
          <p:nvPr/>
        </p:nvSpPr>
        <p:spPr>
          <a:xfrm>
            <a:off x="2682225" y="23340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32"/>
          <p:cNvSpPr txBox="1"/>
          <p:nvPr/>
        </p:nvSpPr>
        <p:spPr>
          <a:xfrm>
            <a:off x="2726601" y="235496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78" name="Google Shape;478;p32"/>
          <p:cNvCxnSpPr/>
          <p:nvPr/>
        </p:nvCxnSpPr>
        <p:spPr>
          <a:xfrm>
            <a:off x="3213775" y="25555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79" name="Google Shape;479;p32"/>
          <p:cNvSpPr txBox="1"/>
          <p:nvPr/>
        </p:nvSpPr>
        <p:spPr>
          <a:xfrm>
            <a:off x="3159813" y="2160350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0" name="Google Shape;480;p32"/>
          <p:cNvSpPr txBox="1"/>
          <p:nvPr/>
        </p:nvSpPr>
        <p:spPr>
          <a:xfrm>
            <a:off x="3617203" y="2357662"/>
            <a:ext cx="32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…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81" name="Google Shape;481;p32"/>
          <p:cNvCxnSpPr/>
          <p:nvPr/>
        </p:nvCxnSpPr>
        <p:spPr>
          <a:xfrm flipH="1">
            <a:off x="4676282" y="1978338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82" name="Google Shape;482;p32"/>
          <p:cNvSpPr/>
          <p:nvPr/>
        </p:nvSpPr>
        <p:spPr>
          <a:xfrm>
            <a:off x="4439125" y="2301563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32"/>
          <p:cNvSpPr txBox="1"/>
          <p:nvPr/>
        </p:nvSpPr>
        <p:spPr>
          <a:xfrm>
            <a:off x="4483501" y="2322530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n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84" name="Google Shape;484;p32"/>
          <p:cNvCxnSpPr/>
          <p:nvPr/>
        </p:nvCxnSpPr>
        <p:spPr>
          <a:xfrm>
            <a:off x="4970675" y="2523155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85" name="Google Shape;485;p32"/>
          <p:cNvSpPr txBox="1"/>
          <p:nvPr/>
        </p:nvSpPr>
        <p:spPr>
          <a:xfrm>
            <a:off x="4916713" y="2127913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n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3"/>
          <p:cNvSpPr txBox="1"/>
          <p:nvPr/>
        </p:nvSpPr>
        <p:spPr>
          <a:xfrm>
            <a:off x="983325" y="13489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700" baseline="30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1" name="Google Shape;491;p33"/>
          <p:cNvSpPr txBox="1"/>
          <p:nvPr/>
        </p:nvSpPr>
        <p:spPr>
          <a:xfrm>
            <a:off x="68675" y="1372075"/>
            <a:ext cx="40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2" name="Google Shape;492;p33"/>
          <p:cNvSpPr/>
          <p:nvPr/>
        </p:nvSpPr>
        <p:spPr>
          <a:xfrm>
            <a:off x="422650" y="11722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33"/>
          <p:cNvSpPr txBox="1"/>
          <p:nvPr/>
        </p:nvSpPr>
        <p:spPr>
          <a:xfrm>
            <a:off x="422650" y="11335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-1.34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2.34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4" name="Google Shape;494;p33"/>
          <p:cNvSpPr/>
          <p:nvPr/>
        </p:nvSpPr>
        <p:spPr>
          <a:xfrm>
            <a:off x="1744850" y="3785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33"/>
          <p:cNvSpPr txBox="1"/>
          <p:nvPr/>
        </p:nvSpPr>
        <p:spPr>
          <a:xfrm>
            <a:off x="1789226" y="39946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6" name="Google Shape;496;p33"/>
          <p:cNvSpPr/>
          <p:nvPr/>
        </p:nvSpPr>
        <p:spPr>
          <a:xfrm>
            <a:off x="2658324" y="3785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33"/>
          <p:cNvSpPr txBox="1"/>
          <p:nvPr/>
        </p:nvSpPr>
        <p:spPr>
          <a:xfrm>
            <a:off x="2682217" y="39394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8" name="Google Shape;498;p33"/>
          <p:cNvSpPr/>
          <p:nvPr/>
        </p:nvSpPr>
        <p:spPr>
          <a:xfrm>
            <a:off x="4448629" y="3785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33"/>
          <p:cNvSpPr txBox="1"/>
          <p:nvPr/>
        </p:nvSpPr>
        <p:spPr>
          <a:xfrm>
            <a:off x="4458272" y="39394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n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0" name="Google Shape;500;p33"/>
          <p:cNvSpPr txBox="1"/>
          <p:nvPr/>
        </p:nvSpPr>
        <p:spPr>
          <a:xfrm>
            <a:off x="173100" y="116650"/>
            <a:ext cx="1436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 cat is sitting on the mat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Google Shape;501;p33"/>
          <p:cNvSpPr txBox="1"/>
          <p:nvPr/>
        </p:nvSpPr>
        <p:spPr>
          <a:xfrm>
            <a:off x="3672691" y="457512"/>
            <a:ext cx="32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…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02" name="Google Shape;502;p33"/>
          <p:cNvCxnSpPr/>
          <p:nvPr/>
        </p:nvCxnSpPr>
        <p:spPr>
          <a:xfrm flipH="1">
            <a:off x="8781375" y="269800"/>
            <a:ext cx="8700" cy="4612500"/>
          </a:xfrm>
          <a:prstGeom prst="straightConnector1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3" name="Google Shape;503;p33"/>
          <p:cNvSpPr txBox="1"/>
          <p:nvPr/>
        </p:nvSpPr>
        <p:spPr>
          <a:xfrm rot="-5400000">
            <a:off x="8082175" y="2530150"/>
            <a:ext cx="726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время</a:t>
            </a:r>
            <a:endParaRPr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04" name="Google Shape;504;p33"/>
          <p:cNvCxnSpPr/>
          <p:nvPr/>
        </p:nvCxnSpPr>
        <p:spPr>
          <a:xfrm flipH="1">
            <a:off x="1982007" y="1022700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5" name="Google Shape;505;p33"/>
          <p:cNvCxnSpPr/>
          <p:nvPr/>
        </p:nvCxnSpPr>
        <p:spPr>
          <a:xfrm>
            <a:off x="1361450" y="157216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6" name="Google Shape;506;p33"/>
          <p:cNvSpPr/>
          <p:nvPr/>
        </p:nvSpPr>
        <p:spPr>
          <a:xfrm>
            <a:off x="1744850" y="13459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33"/>
          <p:cNvSpPr txBox="1"/>
          <p:nvPr/>
        </p:nvSpPr>
        <p:spPr>
          <a:xfrm>
            <a:off x="1789226" y="13668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08" name="Google Shape;508;p33"/>
          <p:cNvCxnSpPr/>
          <p:nvPr/>
        </p:nvCxnSpPr>
        <p:spPr>
          <a:xfrm>
            <a:off x="2276400" y="156751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9" name="Google Shape;509;p33"/>
          <p:cNvSpPr txBox="1"/>
          <p:nvPr/>
        </p:nvSpPr>
        <p:spPr>
          <a:xfrm>
            <a:off x="2222438" y="1172275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10" name="Google Shape;510;p33"/>
          <p:cNvCxnSpPr/>
          <p:nvPr/>
        </p:nvCxnSpPr>
        <p:spPr>
          <a:xfrm flipH="1">
            <a:off x="2919382" y="995213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1" name="Google Shape;511;p33"/>
          <p:cNvSpPr/>
          <p:nvPr/>
        </p:nvSpPr>
        <p:spPr>
          <a:xfrm>
            <a:off x="2682225" y="1318438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33"/>
          <p:cNvSpPr txBox="1"/>
          <p:nvPr/>
        </p:nvSpPr>
        <p:spPr>
          <a:xfrm>
            <a:off x="2726601" y="1339405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13" name="Google Shape;513;p33"/>
          <p:cNvCxnSpPr/>
          <p:nvPr/>
        </p:nvCxnSpPr>
        <p:spPr>
          <a:xfrm>
            <a:off x="3213775" y="1540030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4" name="Google Shape;514;p33"/>
          <p:cNvSpPr txBox="1"/>
          <p:nvPr/>
        </p:nvSpPr>
        <p:spPr>
          <a:xfrm>
            <a:off x="3159813" y="1144788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5" name="Google Shape;515;p33"/>
          <p:cNvSpPr txBox="1"/>
          <p:nvPr/>
        </p:nvSpPr>
        <p:spPr>
          <a:xfrm>
            <a:off x="3619591" y="1347062"/>
            <a:ext cx="32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…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16" name="Google Shape;516;p33"/>
          <p:cNvCxnSpPr/>
          <p:nvPr/>
        </p:nvCxnSpPr>
        <p:spPr>
          <a:xfrm flipH="1">
            <a:off x="4678670" y="967738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7" name="Google Shape;517;p33"/>
          <p:cNvSpPr/>
          <p:nvPr/>
        </p:nvSpPr>
        <p:spPr>
          <a:xfrm>
            <a:off x="4441513" y="1290963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33"/>
          <p:cNvSpPr txBox="1"/>
          <p:nvPr/>
        </p:nvSpPr>
        <p:spPr>
          <a:xfrm>
            <a:off x="4485888" y="1311930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n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19" name="Google Shape;519;p33"/>
          <p:cNvCxnSpPr/>
          <p:nvPr/>
        </p:nvCxnSpPr>
        <p:spPr>
          <a:xfrm>
            <a:off x="4973063" y="1512555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0" name="Google Shape;520;p33"/>
          <p:cNvSpPr txBox="1"/>
          <p:nvPr/>
        </p:nvSpPr>
        <p:spPr>
          <a:xfrm>
            <a:off x="4919100" y="1117313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n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1" name="Google Shape;521;p33"/>
          <p:cNvSpPr txBox="1"/>
          <p:nvPr/>
        </p:nvSpPr>
        <p:spPr>
          <a:xfrm>
            <a:off x="0" y="2387100"/>
            <a:ext cx="8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cat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2" name="Google Shape;522;p33"/>
          <p:cNvSpPr/>
          <p:nvPr/>
        </p:nvSpPr>
        <p:spPr>
          <a:xfrm>
            <a:off x="422650" y="2176150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33"/>
          <p:cNvSpPr txBox="1"/>
          <p:nvPr/>
        </p:nvSpPr>
        <p:spPr>
          <a:xfrm>
            <a:off x="422650" y="2137450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-0.21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0.56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-1.67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...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-0.05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4" name="Google Shape;524;p33"/>
          <p:cNvSpPr txBox="1"/>
          <p:nvPr/>
        </p:nvSpPr>
        <p:spPr>
          <a:xfrm>
            <a:off x="983325" y="2348550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25" name="Google Shape;525;p33"/>
          <p:cNvCxnSpPr/>
          <p:nvPr/>
        </p:nvCxnSpPr>
        <p:spPr>
          <a:xfrm>
            <a:off x="1361450" y="257454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6" name="Google Shape;526;p33"/>
          <p:cNvCxnSpPr/>
          <p:nvPr/>
        </p:nvCxnSpPr>
        <p:spPr>
          <a:xfrm flipH="1">
            <a:off x="1982007" y="201077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7" name="Google Shape;527;p33"/>
          <p:cNvSpPr/>
          <p:nvPr/>
        </p:nvSpPr>
        <p:spPr>
          <a:xfrm>
            <a:off x="1744850" y="23340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33"/>
          <p:cNvSpPr txBox="1"/>
          <p:nvPr/>
        </p:nvSpPr>
        <p:spPr>
          <a:xfrm>
            <a:off x="1789226" y="235496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29" name="Google Shape;529;p33"/>
          <p:cNvCxnSpPr/>
          <p:nvPr/>
        </p:nvCxnSpPr>
        <p:spPr>
          <a:xfrm>
            <a:off x="2276400" y="25555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30" name="Google Shape;530;p33"/>
          <p:cNvSpPr txBox="1"/>
          <p:nvPr/>
        </p:nvSpPr>
        <p:spPr>
          <a:xfrm>
            <a:off x="2222438" y="2160350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31" name="Google Shape;531;p33"/>
          <p:cNvCxnSpPr/>
          <p:nvPr/>
        </p:nvCxnSpPr>
        <p:spPr>
          <a:xfrm flipH="1">
            <a:off x="2919382" y="201077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32" name="Google Shape;532;p33"/>
          <p:cNvSpPr/>
          <p:nvPr/>
        </p:nvSpPr>
        <p:spPr>
          <a:xfrm>
            <a:off x="2682225" y="23340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33"/>
          <p:cNvSpPr txBox="1"/>
          <p:nvPr/>
        </p:nvSpPr>
        <p:spPr>
          <a:xfrm>
            <a:off x="2726601" y="235496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34" name="Google Shape;534;p33"/>
          <p:cNvCxnSpPr/>
          <p:nvPr/>
        </p:nvCxnSpPr>
        <p:spPr>
          <a:xfrm>
            <a:off x="3213775" y="25555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35" name="Google Shape;535;p33"/>
          <p:cNvSpPr txBox="1"/>
          <p:nvPr/>
        </p:nvSpPr>
        <p:spPr>
          <a:xfrm>
            <a:off x="3159813" y="2160350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6" name="Google Shape;536;p33"/>
          <p:cNvSpPr txBox="1"/>
          <p:nvPr/>
        </p:nvSpPr>
        <p:spPr>
          <a:xfrm>
            <a:off x="3617203" y="2357662"/>
            <a:ext cx="32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…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37" name="Google Shape;537;p33"/>
          <p:cNvCxnSpPr/>
          <p:nvPr/>
        </p:nvCxnSpPr>
        <p:spPr>
          <a:xfrm flipH="1">
            <a:off x="4676282" y="1978338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38" name="Google Shape;538;p33"/>
          <p:cNvSpPr/>
          <p:nvPr/>
        </p:nvSpPr>
        <p:spPr>
          <a:xfrm>
            <a:off x="4439125" y="2301563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33"/>
          <p:cNvSpPr txBox="1"/>
          <p:nvPr/>
        </p:nvSpPr>
        <p:spPr>
          <a:xfrm>
            <a:off x="4483501" y="2322530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n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40" name="Google Shape;540;p33"/>
          <p:cNvCxnSpPr/>
          <p:nvPr/>
        </p:nvCxnSpPr>
        <p:spPr>
          <a:xfrm>
            <a:off x="4970675" y="2523155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41" name="Google Shape;541;p33"/>
          <p:cNvSpPr txBox="1"/>
          <p:nvPr/>
        </p:nvSpPr>
        <p:spPr>
          <a:xfrm>
            <a:off x="4916713" y="2127913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n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2" name="Google Shape;542;p33"/>
          <p:cNvSpPr txBox="1"/>
          <p:nvPr/>
        </p:nvSpPr>
        <p:spPr>
          <a:xfrm>
            <a:off x="-70825" y="3751200"/>
            <a:ext cx="548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mat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3" name="Google Shape;543;p33"/>
          <p:cNvSpPr/>
          <p:nvPr/>
        </p:nvSpPr>
        <p:spPr>
          <a:xfrm>
            <a:off x="422650" y="3535950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33"/>
          <p:cNvSpPr txBox="1"/>
          <p:nvPr/>
        </p:nvSpPr>
        <p:spPr>
          <a:xfrm>
            <a:off x="422650" y="3497250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0.987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-3.42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-0.06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5" name="Google Shape;545;p33"/>
          <p:cNvSpPr txBox="1"/>
          <p:nvPr/>
        </p:nvSpPr>
        <p:spPr>
          <a:xfrm>
            <a:off x="983325" y="3712650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T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46" name="Google Shape;546;p33"/>
          <p:cNvCxnSpPr/>
          <p:nvPr/>
        </p:nvCxnSpPr>
        <p:spPr>
          <a:xfrm>
            <a:off x="1361438" y="394431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7" name="Google Shape;547;p33"/>
          <p:cNvCxnSpPr/>
          <p:nvPr/>
        </p:nvCxnSpPr>
        <p:spPr>
          <a:xfrm flipH="1">
            <a:off x="1981995" y="3380550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48" name="Google Shape;548;p33"/>
          <p:cNvSpPr/>
          <p:nvPr/>
        </p:nvSpPr>
        <p:spPr>
          <a:xfrm>
            <a:off x="1744838" y="370377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33"/>
          <p:cNvSpPr txBox="1"/>
          <p:nvPr/>
        </p:nvSpPr>
        <p:spPr>
          <a:xfrm>
            <a:off x="1789213" y="372474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50" name="Google Shape;550;p33"/>
          <p:cNvCxnSpPr/>
          <p:nvPr/>
        </p:nvCxnSpPr>
        <p:spPr>
          <a:xfrm>
            <a:off x="2276388" y="392536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51" name="Google Shape;551;p33"/>
          <p:cNvSpPr txBox="1"/>
          <p:nvPr/>
        </p:nvSpPr>
        <p:spPr>
          <a:xfrm>
            <a:off x="2222425" y="3530125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52" name="Google Shape;552;p33"/>
          <p:cNvCxnSpPr/>
          <p:nvPr/>
        </p:nvCxnSpPr>
        <p:spPr>
          <a:xfrm flipH="1">
            <a:off x="2919370" y="3380550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53" name="Google Shape;553;p33"/>
          <p:cNvSpPr/>
          <p:nvPr/>
        </p:nvSpPr>
        <p:spPr>
          <a:xfrm>
            <a:off x="2682213" y="370377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33"/>
          <p:cNvSpPr txBox="1"/>
          <p:nvPr/>
        </p:nvSpPr>
        <p:spPr>
          <a:xfrm>
            <a:off x="2726588" y="372474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55" name="Google Shape;555;p33"/>
          <p:cNvCxnSpPr/>
          <p:nvPr/>
        </p:nvCxnSpPr>
        <p:spPr>
          <a:xfrm>
            <a:off x="3213763" y="392536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56" name="Google Shape;556;p33"/>
          <p:cNvSpPr txBox="1"/>
          <p:nvPr/>
        </p:nvSpPr>
        <p:spPr>
          <a:xfrm>
            <a:off x="3159800" y="3530125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7" name="Google Shape;557;p33"/>
          <p:cNvSpPr txBox="1"/>
          <p:nvPr/>
        </p:nvSpPr>
        <p:spPr>
          <a:xfrm>
            <a:off x="3617191" y="3727437"/>
            <a:ext cx="32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…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58" name="Google Shape;558;p33"/>
          <p:cNvCxnSpPr/>
          <p:nvPr/>
        </p:nvCxnSpPr>
        <p:spPr>
          <a:xfrm flipH="1">
            <a:off x="4676270" y="3348113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59" name="Google Shape;559;p33"/>
          <p:cNvSpPr/>
          <p:nvPr/>
        </p:nvSpPr>
        <p:spPr>
          <a:xfrm>
            <a:off x="4439113" y="3671338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33"/>
          <p:cNvSpPr txBox="1"/>
          <p:nvPr/>
        </p:nvSpPr>
        <p:spPr>
          <a:xfrm>
            <a:off x="4483488" y="3692305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n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61" name="Google Shape;561;p33"/>
          <p:cNvCxnSpPr/>
          <p:nvPr/>
        </p:nvCxnSpPr>
        <p:spPr>
          <a:xfrm>
            <a:off x="4970663" y="3892930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62" name="Google Shape;562;p33"/>
          <p:cNvSpPr txBox="1"/>
          <p:nvPr/>
        </p:nvSpPr>
        <p:spPr>
          <a:xfrm>
            <a:off x="4916700" y="3497688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n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3" name="Google Shape;563;p33"/>
          <p:cNvSpPr txBox="1"/>
          <p:nvPr/>
        </p:nvSpPr>
        <p:spPr>
          <a:xfrm>
            <a:off x="1820741" y="2998862"/>
            <a:ext cx="32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…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4" name="Google Shape;564;p33"/>
          <p:cNvSpPr txBox="1"/>
          <p:nvPr/>
        </p:nvSpPr>
        <p:spPr>
          <a:xfrm>
            <a:off x="2769516" y="2971349"/>
            <a:ext cx="32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…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5" name="Google Shape;565;p33"/>
          <p:cNvSpPr txBox="1"/>
          <p:nvPr/>
        </p:nvSpPr>
        <p:spPr>
          <a:xfrm>
            <a:off x="4554066" y="2971362"/>
            <a:ext cx="32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…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66" name="Google Shape;566;p33"/>
          <p:cNvCxnSpPr/>
          <p:nvPr/>
        </p:nvCxnSpPr>
        <p:spPr>
          <a:xfrm flipH="1">
            <a:off x="1977382" y="288892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7" name="Google Shape;567;p33"/>
          <p:cNvCxnSpPr/>
          <p:nvPr/>
        </p:nvCxnSpPr>
        <p:spPr>
          <a:xfrm flipH="1">
            <a:off x="2930770" y="288892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8" name="Google Shape;568;p33"/>
          <p:cNvCxnSpPr/>
          <p:nvPr/>
        </p:nvCxnSpPr>
        <p:spPr>
          <a:xfrm flipH="1">
            <a:off x="4676307" y="283532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4"/>
          <p:cNvSpPr txBox="1"/>
          <p:nvPr/>
        </p:nvSpPr>
        <p:spPr>
          <a:xfrm>
            <a:off x="983325" y="13489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700" baseline="30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4" name="Google Shape;574;p34"/>
          <p:cNvSpPr txBox="1"/>
          <p:nvPr/>
        </p:nvSpPr>
        <p:spPr>
          <a:xfrm>
            <a:off x="68675" y="1372075"/>
            <a:ext cx="40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5" name="Google Shape;575;p34"/>
          <p:cNvSpPr/>
          <p:nvPr/>
        </p:nvSpPr>
        <p:spPr>
          <a:xfrm>
            <a:off x="422650" y="11722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34"/>
          <p:cNvSpPr txBox="1"/>
          <p:nvPr/>
        </p:nvSpPr>
        <p:spPr>
          <a:xfrm>
            <a:off x="422650" y="11335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-1.34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2.34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7" name="Google Shape;577;p34"/>
          <p:cNvSpPr/>
          <p:nvPr/>
        </p:nvSpPr>
        <p:spPr>
          <a:xfrm>
            <a:off x="1744850" y="3785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34"/>
          <p:cNvSpPr txBox="1"/>
          <p:nvPr/>
        </p:nvSpPr>
        <p:spPr>
          <a:xfrm>
            <a:off x="1789226" y="39946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9" name="Google Shape;579;p34"/>
          <p:cNvSpPr/>
          <p:nvPr/>
        </p:nvSpPr>
        <p:spPr>
          <a:xfrm>
            <a:off x="2658324" y="3785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34"/>
          <p:cNvSpPr txBox="1"/>
          <p:nvPr/>
        </p:nvSpPr>
        <p:spPr>
          <a:xfrm>
            <a:off x="2682217" y="39394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1" name="Google Shape;581;p34"/>
          <p:cNvSpPr/>
          <p:nvPr/>
        </p:nvSpPr>
        <p:spPr>
          <a:xfrm>
            <a:off x="4448629" y="3785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34"/>
          <p:cNvSpPr txBox="1"/>
          <p:nvPr/>
        </p:nvSpPr>
        <p:spPr>
          <a:xfrm>
            <a:off x="4458272" y="39394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n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3" name="Google Shape;583;p34"/>
          <p:cNvSpPr txBox="1"/>
          <p:nvPr/>
        </p:nvSpPr>
        <p:spPr>
          <a:xfrm>
            <a:off x="173100" y="116650"/>
            <a:ext cx="1436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 cat is sitting on the mat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4" name="Google Shape;584;p34"/>
          <p:cNvSpPr txBox="1"/>
          <p:nvPr/>
        </p:nvSpPr>
        <p:spPr>
          <a:xfrm>
            <a:off x="3672691" y="457512"/>
            <a:ext cx="32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…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85" name="Google Shape;585;p34"/>
          <p:cNvCxnSpPr/>
          <p:nvPr/>
        </p:nvCxnSpPr>
        <p:spPr>
          <a:xfrm flipH="1">
            <a:off x="1982007" y="1022700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6" name="Google Shape;586;p34"/>
          <p:cNvCxnSpPr/>
          <p:nvPr/>
        </p:nvCxnSpPr>
        <p:spPr>
          <a:xfrm>
            <a:off x="1361450" y="157216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87" name="Google Shape;587;p34"/>
          <p:cNvSpPr/>
          <p:nvPr/>
        </p:nvSpPr>
        <p:spPr>
          <a:xfrm>
            <a:off x="1744850" y="13459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34"/>
          <p:cNvSpPr txBox="1"/>
          <p:nvPr/>
        </p:nvSpPr>
        <p:spPr>
          <a:xfrm>
            <a:off x="1789226" y="13668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89" name="Google Shape;589;p34"/>
          <p:cNvCxnSpPr/>
          <p:nvPr/>
        </p:nvCxnSpPr>
        <p:spPr>
          <a:xfrm>
            <a:off x="2276400" y="156751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90" name="Google Shape;590;p34"/>
          <p:cNvSpPr txBox="1"/>
          <p:nvPr/>
        </p:nvSpPr>
        <p:spPr>
          <a:xfrm>
            <a:off x="2222438" y="1172275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91" name="Google Shape;591;p34"/>
          <p:cNvCxnSpPr/>
          <p:nvPr/>
        </p:nvCxnSpPr>
        <p:spPr>
          <a:xfrm flipH="1">
            <a:off x="2919382" y="995213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92" name="Google Shape;592;p34"/>
          <p:cNvSpPr/>
          <p:nvPr/>
        </p:nvSpPr>
        <p:spPr>
          <a:xfrm>
            <a:off x="2682225" y="1318438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34"/>
          <p:cNvSpPr txBox="1"/>
          <p:nvPr/>
        </p:nvSpPr>
        <p:spPr>
          <a:xfrm>
            <a:off x="2726601" y="1339405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94" name="Google Shape;594;p34"/>
          <p:cNvCxnSpPr/>
          <p:nvPr/>
        </p:nvCxnSpPr>
        <p:spPr>
          <a:xfrm>
            <a:off x="3213775" y="1540030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95" name="Google Shape;595;p34"/>
          <p:cNvSpPr txBox="1"/>
          <p:nvPr/>
        </p:nvSpPr>
        <p:spPr>
          <a:xfrm>
            <a:off x="3159813" y="1144788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6" name="Google Shape;596;p34"/>
          <p:cNvSpPr txBox="1"/>
          <p:nvPr/>
        </p:nvSpPr>
        <p:spPr>
          <a:xfrm>
            <a:off x="3619591" y="1347062"/>
            <a:ext cx="32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…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97" name="Google Shape;597;p34"/>
          <p:cNvCxnSpPr/>
          <p:nvPr/>
        </p:nvCxnSpPr>
        <p:spPr>
          <a:xfrm flipH="1">
            <a:off x="4678670" y="967738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98" name="Google Shape;598;p34"/>
          <p:cNvSpPr/>
          <p:nvPr/>
        </p:nvSpPr>
        <p:spPr>
          <a:xfrm>
            <a:off x="4441513" y="1290963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34"/>
          <p:cNvSpPr txBox="1"/>
          <p:nvPr/>
        </p:nvSpPr>
        <p:spPr>
          <a:xfrm>
            <a:off x="4485888" y="1311930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n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00" name="Google Shape;600;p34"/>
          <p:cNvCxnSpPr/>
          <p:nvPr/>
        </p:nvCxnSpPr>
        <p:spPr>
          <a:xfrm>
            <a:off x="4973063" y="1512555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01" name="Google Shape;601;p34"/>
          <p:cNvSpPr txBox="1"/>
          <p:nvPr/>
        </p:nvSpPr>
        <p:spPr>
          <a:xfrm>
            <a:off x="4919100" y="1117313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n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2" name="Google Shape;602;p34"/>
          <p:cNvSpPr txBox="1"/>
          <p:nvPr/>
        </p:nvSpPr>
        <p:spPr>
          <a:xfrm>
            <a:off x="0" y="2387100"/>
            <a:ext cx="8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cat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3" name="Google Shape;603;p34"/>
          <p:cNvSpPr/>
          <p:nvPr/>
        </p:nvSpPr>
        <p:spPr>
          <a:xfrm>
            <a:off x="422650" y="2176150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34"/>
          <p:cNvSpPr txBox="1"/>
          <p:nvPr/>
        </p:nvSpPr>
        <p:spPr>
          <a:xfrm>
            <a:off x="422650" y="2137450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-0.21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0.56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-1.67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...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-0.05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5" name="Google Shape;605;p34"/>
          <p:cNvSpPr txBox="1"/>
          <p:nvPr/>
        </p:nvSpPr>
        <p:spPr>
          <a:xfrm>
            <a:off x="983325" y="2348550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06" name="Google Shape;606;p34"/>
          <p:cNvCxnSpPr/>
          <p:nvPr/>
        </p:nvCxnSpPr>
        <p:spPr>
          <a:xfrm>
            <a:off x="1361450" y="257454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7" name="Google Shape;607;p34"/>
          <p:cNvCxnSpPr/>
          <p:nvPr/>
        </p:nvCxnSpPr>
        <p:spPr>
          <a:xfrm flipH="1">
            <a:off x="1982007" y="201077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08" name="Google Shape;608;p34"/>
          <p:cNvSpPr/>
          <p:nvPr/>
        </p:nvSpPr>
        <p:spPr>
          <a:xfrm>
            <a:off x="1744850" y="23340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34"/>
          <p:cNvSpPr txBox="1"/>
          <p:nvPr/>
        </p:nvSpPr>
        <p:spPr>
          <a:xfrm>
            <a:off x="1789226" y="235496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10" name="Google Shape;610;p34"/>
          <p:cNvCxnSpPr/>
          <p:nvPr/>
        </p:nvCxnSpPr>
        <p:spPr>
          <a:xfrm>
            <a:off x="2276400" y="25555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11" name="Google Shape;611;p34"/>
          <p:cNvSpPr txBox="1"/>
          <p:nvPr/>
        </p:nvSpPr>
        <p:spPr>
          <a:xfrm>
            <a:off x="2222438" y="2160350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12" name="Google Shape;612;p34"/>
          <p:cNvCxnSpPr/>
          <p:nvPr/>
        </p:nvCxnSpPr>
        <p:spPr>
          <a:xfrm flipH="1">
            <a:off x="2919382" y="201077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13" name="Google Shape;613;p34"/>
          <p:cNvSpPr/>
          <p:nvPr/>
        </p:nvSpPr>
        <p:spPr>
          <a:xfrm>
            <a:off x="2682225" y="23340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34"/>
          <p:cNvSpPr txBox="1"/>
          <p:nvPr/>
        </p:nvSpPr>
        <p:spPr>
          <a:xfrm>
            <a:off x="2726601" y="235496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15" name="Google Shape;615;p34"/>
          <p:cNvCxnSpPr/>
          <p:nvPr/>
        </p:nvCxnSpPr>
        <p:spPr>
          <a:xfrm>
            <a:off x="3213775" y="25555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16" name="Google Shape;616;p34"/>
          <p:cNvSpPr txBox="1"/>
          <p:nvPr/>
        </p:nvSpPr>
        <p:spPr>
          <a:xfrm>
            <a:off x="3159813" y="2160350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7" name="Google Shape;617;p34"/>
          <p:cNvSpPr txBox="1"/>
          <p:nvPr/>
        </p:nvSpPr>
        <p:spPr>
          <a:xfrm>
            <a:off x="3617203" y="2357662"/>
            <a:ext cx="32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…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18" name="Google Shape;618;p34"/>
          <p:cNvCxnSpPr/>
          <p:nvPr/>
        </p:nvCxnSpPr>
        <p:spPr>
          <a:xfrm flipH="1">
            <a:off x="4676282" y="1978338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19" name="Google Shape;619;p34"/>
          <p:cNvSpPr/>
          <p:nvPr/>
        </p:nvSpPr>
        <p:spPr>
          <a:xfrm>
            <a:off x="4439125" y="2301563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34"/>
          <p:cNvSpPr txBox="1"/>
          <p:nvPr/>
        </p:nvSpPr>
        <p:spPr>
          <a:xfrm>
            <a:off x="4483501" y="2322530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n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21" name="Google Shape;621;p34"/>
          <p:cNvCxnSpPr/>
          <p:nvPr/>
        </p:nvCxnSpPr>
        <p:spPr>
          <a:xfrm>
            <a:off x="4970675" y="2523155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22" name="Google Shape;622;p34"/>
          <p:cNvSpPr txBox="1"/>
          <p:nvPr/>
        </p:nvSpPr>
        <p:spPr>
          <a:xfrm>
            <a:off x="4916713" y="2127913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n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3" name="Google Shape;623;p34"/>
          <p:cNvSpPr txBox="1"/>
          <p:nvPr/>
        </p:nvSpPr>
        <p:spPr>
          <a:xfrm>
            <a:off x="-70825" y="3751200"/>
            <a:ext cx="548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mat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4" name="Google Shape;624;p34"/>
          <p:cNvSpPr/>
          <p:nvPr/>
        </p:nvSpPr>
        <p:spPr>
          <a:xfrm>
            <a:off x="422650" y="3535950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34"/>
          <p:cNvSpPr txBox="1"/>
          <p:nvPr/>
        </p:nvSpPr>
        <p:spPr>
          <a:xfrm>
            <a:off x="422650" y="3497250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0.987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-3.42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-0.06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6" name="Google Shape;626;p34"/>
          <p:cNvSpPr txBox="1"/>
          <p:nvPr/>
        </p:nvSpPr>
        <p:spPr>
          <a:xfrm>
            <a:off x="983325" y="3712650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T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27" name="Google Shape;627;p34"/>
          <p:cNvCxnSpPr/>
          <p:nvPr/>
        </p:nvCxnSpPr>
        <p:spPr>
          <a:xfrm>
            <a:off x="1361438" y="394431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8" name="Google Shape;628;p34"/>
          <p:cNvCxnSpPr/>
          <p:nvPr/>
        </p:nvCxnSpPr>
        <p:spPr>
          <a:xfrm flipH="1">
            <a:off x="1981995" y="3380550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29" name="Google Shape;629;p34"/>
          <p:cNvSpPr/>
          <p:nvPr/>
        </p:nvSpPr>
        <p:spPr>
          <a:xfrm>
            <a:off x="1744838" y="370377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34"/>
          <p:cNvSpPr txBox="1"/>
          <p:nvPr/>
        </p:nvSpPr>
        <p:spPr>
          <a:xfrm>
            <a:off x="1789213" y="372474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31" name="Google Shape;631;p34"/>
          <p:cNvCxnSpPr/>
          <p:nvPr/>
        </p:nvCxnSpPr>
        <p:spPr>
          <a:xfrm>
            <a:off x="2276388" y="392536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32" name="Google Shape;632;p34"/>
          <p:cNvSpPr txBox="1"/>
          <p:nvPr/>
        </p:nvSpPr>
        <p:spPr>
          <a:xfrm>
            <a:off x="2222425" y="3530125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33" name="Google Shape;633;p34"/>
          <p:cNvCxnSpPr/>
          <p:nvPr/>
        </p:nvCxnSpPr>
        <p:spPr>
          <a:xfrm flipH="1">
            <a:off x="2919370" y="3380550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34" name="Google Shape;634;p34"/>
          <p:cNvSpPr/>
          <p:nvPr/>
        </p:nvSpPr>
        <p:spPr>
          <a:xfrm>
            <a:off x="2682213" y="370377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34"/>
          <p:cNvSpPr txBox="1"/>
          <p:nvPr/>
        </p:nvSpPr>
        <p:spPr>
          <a:xfrm>
            <a:off x="2726588" y="372474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36" name="Google Shape;636;p34"/>
          <p:cNvCxnSpPr/>
          <p:nvPr/>
        </p:nvCxnSpPr>
        <p:spPr>
          <a:xfrm>
            <a:off x="3213763" y="392536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37" name="Google Shape;637;p34"/>
          <p:cNvSpPr txBox="1"/>
          <p:nvPr/>
        </p:nvSpPr>
        <p:spPr>
          <a:xfrm>
            <a:off x="3159800" y="3530125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8" name="Google Shape;638;p34"/>
          <p:cNvSpPr txBox="1"/>
          <p:nvPr/>
        </p:nvSpPr>
        <p:spPr>
          <a:xfrm>
            <a:off x="3617191" y="3727437"/>
            <a:ext cx="32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…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39" name="Google Shape;639;p34"/>
          <p:cNvCxnSpPr/>
          <p:nvPr/>
        </p:nvCxnSpPr>
        <p:spPr>
          <a:xfrm flipH="1">
            <a:off x="4676270" y="3348113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40" name="Google Shape;640;p34"/>
          <p:cNvSpPr/>
          <p:nvPr/>
        </p:nvSpPr>
        <p:spPr>
          <a:xfrm>
            <a:off x="4439113" y="3671338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34"/>
          <p:cNvSpPr txBox="1"/>
          <p:nvPr/>
        </p:nvSpPr>
        <p:spPr>
          <a:xfrm>
            <a:off x="4483488" y="3692305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n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42" name="Google Shape;642;p34"/>
          <p:cNvCxnSpPr/>
          <p:nvPr/>
        </p:nvCxnSpPr>
        <p:spPr>
          <a:xfrm>
            <a:off x="4970663" y="3892930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43" name="Google Shape;643;p34"/>
          <p:cNvSpPr txBox="1"/>
          <p:nvPr/>
        </p:nvSpPr>
        <p:spPr>
          <a:xfrm>
            <a:off x="4916700" y="3497688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n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4" name="Google Shape;644;p34"/>
          <p:cNvSpPr txBox="1"/>
          <p:nvPr/>
        </p:nvSpPr>
        <p:spPr>
          <a:xfrm>
            <a:off x="1820741" y="2998862"/>
            <a:ext cx="32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…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5" name="Google Shape;645;p34"/>
          <p:cNvSpPr txBox="1"/>
          <p:nvPr/>
        </p:nvSpPr>
        <p:spPr>
          <a:xfrm>
            <a:off x="2769516" y="2971349"/>
            <a:ext cx="32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…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6" name="Google Shape;646;p34"/>
          <p:cNvSpPr txBox="1"/>
          <p:nvPr/>
        </p:nvSpPr>
        <p:spPr>
          <a:xfrm>
            <a:off x="4554066" y="2971362"/>
            <a:ext cx="32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…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47" name="Google Shape;647;p34"/>
          <p:cNvCxnSpPr/>
          <p:nvPr/>
        </p:nvCxnSpPr>
        <p:spPr>
          <a:xfrm flipH="1">
            <a:off x="1977382" y="288892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8" name="Google Shape;648;p34"/>
          <p:cNvCxnSpPr/>
          <p:nvPr/>
        </p:nvCxnSpPr>
        <p:spPr>
          <a:xfrm flipH="1">
            <a:off x="2930770" y="288892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9" name="Google Shape;649;p34"/>
          <p:cNvCxnSpPr/>
          <p:nvPr/>
        </p:nvCxnSpPr>
        <p:spPr>
          <a:xfrm flipH="1">
            <a:off x="4676307" y="283532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0" name="Google Shape;650;p34"/>
          <p:cNvCxnSpPr/>
          <p:nvPr/>
        </p:nvCxnSpPr>
        <p:spPr>
          <a:xfrm flipH="1">
            <a:off x="5655225" y="2950325"/>
            <a:ext cx="132300" cy="63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51" name="Google Shape;651;p34"/>
          <p:cNvSpPr txBox="1"/>
          <p:nvPr/>
        </p:nvSpPr>
        <p:spPr>
          <a:xfrm>
            <a:off x="5444438" y="2209475"/>
            <a:ext cx="20361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Обычный полносвязный слой</a:t>
            </a:r>
            <a:endParaRPr sz="11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(опционально)</a:t>
            </a:r>
            <a:endParaRPr sz="11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52" name="Google Shape;652;p34"/>
          <p:cNvCxnSpPr/>
          <p:nvPr/>
        </p:nvCxnSpPr>
        <p:spPr>
          <a:xfrm>
            <a:off x="5955500" y="3900050"/>
            <a:ext cx="345600" cy="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53" name="Google Shape;653;p34"/>
          <p:cNvSpPr txBox="1"/>
          <p:nvPr/>
        </p:nvSpPr>
        <p:spPr>
          <a:xfrm>
            <a:off x="6372300" y="3694450"/>
            <a:ext cx="609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ŷ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4" name="Google Shape;654;p34"/>
          <p:cNvSpPr txBox="1"/>
          <p:nvPr/>
        </p:nvSpPr>
        <p:spPr>
          <a:xfrm>
            <a:off x="6029525" y="4652950"/>
            <a:ext cx="1566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ответ сети</a:t>
            </a:r>
            <a:endParaRPr sz="1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55" name="Google Shape;655;p34"/>
          <p:cNvCxnSpPr/>
          <p:nvPr/>
        </p:nvCxnSpPr>
        <p:spPr>
          <a:xfrm rot="10800000" flipH="1">
            <a:off x="6466375" y="4099050"/>
            <a:ext cx="43500" cy="60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56" name="Google Shape;656;p34"/>
          <p:cNvSpPr txBox="1"/>
          <p:nvPr/>
        </p:nvSpPr>
        <p:spPr>
          <a:xfrm>
            <a:off x="5306550" y="4083850"/>
            <a:ext cx="1328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lang="en" sz="1700" i="1" baseline="-25000">
                <a:latin typeface="Montserrat"/>
                <a:ea typeface="Montserrat"/>
                <a:cs typeface="Montserrat"/>
                <a:sym typeface="Montserrat"/>
              </a:rPr>
              <a:t>fc</a:t>
            </a: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, b</a:t>
            </a:r>
            <a:r>
              <a:rPr lang="en" sz="1700" i="1" baseline="-25000">
                <a:latin typeface="Montserrat"/>
                <a:ea typeface="Montserrat"/>
                <a:cs typeface="Montserrat"/>
                <a:sym typeface="Montserrat"/>
              </a:rPr>
              <a:t>fc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7" name="Google Shape;657;p34"/>
          <p:cNvSpPr/>
          <p:nvPr/>
        </p:nvSpPr>
        <p:spPr>
          <a:xfrm>
            <a:off x="5406688" y="3671213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8" name="Google Shape;658;p34"/>
          <p:cNvCxnSpPr/>
          <p:nvPr/>
        </p:nvCxnSpPr>
        <p:spPr>
          <a:xfrm flipH="1">
            <a:off x="8781375" y="269800"/>
            <a:ext cx="8700" cy="4612500"/>
          </a:xfrm>
          <a:prstGeom prst="straightConnector1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59" name="Google Shape;659;p34"/>
          <p:cNvSpPr txBox="1"/>
          <p:nvPr/>
        </p:nvSpPr>
        <p:spPr>
          <a:xfrm rot="-5400000">
            <a:off x="8082175" y="2530150"/>
            <a:ext cx="726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время</a:t>
            </a:r>
            <a:endParaRPr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897495D4-B914-451B-BDED-EAF2BF2BE11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object 3">
            <a:extLst>
              <a:ext uri="{FF2B5EF4-FFF2-40B4-BE49-F238E27FC236}">
                <a16:creationId xmlns:a16="http://schemas.microsoft.com/office/drawing/2014/main" id="{760CDE86-C491-4BF1-97B0-EA4AA81863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82333" y="2485388"/>
            <a:ext cx="6428192" cy="87511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07312" marR="5080" indent="-95248" algn="ctr">
              <a:lnSpc>
                <a:spcPct val="114999"/>
              </a:lnSpc>
              <a:spcBef>
                <a:spcPts val="100"/>
              </a:spcBef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2. Обучение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RNN (backward pass)</a:t>
            </a:r>
            <a:b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ru-RU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1783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8"/>
          <p:cNvSpPr txBox="1"/>
          <p:nvPr/>
        </p:nvSpPr>
        <p:spPr>
          <a:xfrm>
            <a:off x="1115050" y="1530300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700" baseline="30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2" name="Google Shape;682;p38"/>
          <p:cNvSpPr txBox="1"/>
          <p:nvPr/>
        </p:nvSpPr>
        <p:spPr>
          <a:xfrm>
            <a:off x="200400" y="1553400"/>
            <a:ext cx="40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3" name="Google Shape;683;p38"/>
          <p:cNvSpPr/>
          <p:nvPr/>
        </p:nvSpPr>
        <p:spPr>
          <a:xfrm>
            <a:off x="554375" y="1353600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38"/>
          <p:cNvSpPr txBox="1"/>
          <p:nvPr/>
        </p:nvSpPr>
        <p:spPr>
          <a:xfrm>
            <a:off x="554375" y="1314900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-1.34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2.34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5" name="Google Shape;685;p38"/>
          <p:cNvSpPr/>
          <p:nvPr/>
        </p:nvSpPr>
        <p:spPr>
          <a:xfrm>
            <a:off x="1876575" y="5598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8"/>
          <p:cNvSpPr txBox="1"/>
          <p:nvPr/>
        </p:nvSpPr>
        <p:spPr>
          <a:xfrm>
            <a:off x="1920951" y="5807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87" name="Google Shape;687;p38"/>
          <p:cNvCxnSpPr/>
          <p:nvPr/>
        </p:nvCxnSpPr>
        <p:spPr>
          <a:xfrm flipH="1">
            <a:off x="2113732" y="120402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8" name="Google Shape;688;p38"/>
          <p:cNvCxnSpPr/>
          <p:nvPr/>
        </p:nvCxnSpPr>
        <p:spPr>
          <a:xfrm>
            <a:off x="1493175" y="17534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89" name="Google Shape;689;p38"/>
          <p:cNvSpPr/>
          <p:nvPr/>
        </p:nvSpPr>
        <p:spPr>
          <a:xfrm>
            <a:off x="1876575" y="152725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38"/>
          <p:cNvSpPr txBox="1"/>
          <p:nvPr/>
        </p:nvSpPr>
        <p:spPr>
          <a:xfrm>
            <a:off x="1920951" y="154821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91" name="Google Shape;691;p38"/>
          <p:cNvCxnSpPr/>
          <p:nvPr/>
        </p:nvCxnSpPr>
        <p:spPr>
          <a:xfrm>
            <a:off x="2408125" y="174884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92" name="Google Shape;692;p38"/>
          <p:cNvSpPr txBox="1"/>
          <p:nvPr/>
        </p:nvSpPr>
        <p:spPr>
          <a:xfrm>
            <a:off x="2354163" y="1353600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3" name="Google Shape;693;p38"/>
          <p:cNvSpPr txBox="1"/>
          <p:nvPr/>
        </p:nvSpPr>
        <p:spPr>
          <a:xfrm>
            <a:off x="3462400" y="1036300"/>
            <a:ext cx="21756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Нам нужно посчитать производные </a:t>
            </a:r>
            <a:r>
              <a:rPr lang="en" sz="1300" i="1"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 по всем весам сети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4" name="Google Shape;694;p38"/>
          <p:cNvSpPr txBox="1"/>
          <p:nvPr/>
        </p:nvSpPr>
        <p:spPr>
          <a:xfrm>
            <a:off x="131725" y="2568425"/>
            <a:ext cx="8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cat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5" name="Google Shape;695;p38"/>
          <p:cNvSpPr/>
          <p:nvPr/>
        </p:nvSpPr>
        <p:spPr>
          <a:xfrm>
            <a:off x="554375" y="23574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38"/>
          <p:cNvSpPr txBox="1"/>
          <p:nvPr/>
        </p:nvSpPr>
        <p:spPr>
          <a:xfrm>
            <a:off x="554375" y="23187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-0.21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0.56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-1.67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...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-0.05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7" name="Google Shape;697;p38"/>
          <p:cNvSpPr txBox="1"/>
          <p:nvPr/>
        </p:nvSpPr>
        <p:spPr>
          <a:xfrm>
            <a:off x="1115050" y="25298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98" name="Google Shape;698;p38"/>
          <p:cNvCxnSpPr/>
          <p:nvPr/>
        </p:nvCxnSpPr>
        <p:spPr>
          <a:xfrm>
            <a:off x="1493175" y="275586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9" name="Google Shape;699;p38"/>
          <p:cNvCxnSpPr/>
          <p:nvPr/>
        </p:nvCxnSpPr>
        <p:spPr>
          <a:xfrm flipH="1">
            <a:off x="2113732" y="2192100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00" name="Google Shape;700;p38"/>
          <p:cNvSpPr/>
          <p:nvPr/>
        </p:nvSpPr>
        <p:spPr>
          <a:xfrm>
            <a:off x="1876575" y="25153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38"/>
          <p:cNvSpPr txBox="1"/>
          <p:nvPr/>
        </p:nvSpPr>
        <p:spPr>
          <a:xfrm>
            <a:off x="1920951" y="25362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02" name="Google Shape;702;p38"/>
          <p:cNvCxnSpPr/>
          <p:nvPr/>
        </p:nvCxnSpPr>
        <p:spPr>
          <a:xfrm>
            <a:off x="2408125" y="273691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03" name="Google Shape;703;p38"/>
          <p:cNvSpPr txBox="1"/>
          <p:nvPr/>
        </p:nvSpPr>
        <p:spPr>
          <a:xfrm>
            <a:off x="2354163" y="2341675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4" name="Google Shape;704;p38"/>
          <p:cNvSpPr txBox="1"/>
          <p:nvPr/>
        </p:nvSpPr>
        <p:spPr>
          <a:xfrm>
            <a:off x="0" y="3569825"/>
            <a:ext cx="609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exists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5" name="Google Shape;705;p38"/>
          <p:cNvSpPr/>
          <p:nvPr/>
        </p:nvSpPr>
        <p:spPr>
          <a:xfrm>
            <a:off x="554375" y="33545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38"/>
          <p:cNvSpPr txBox="1"/>
          <p:nvPr/>
        </p:nvSpPr>
        <p:spPr>
          <a:xfrm>
            <a:off x="554375" y="33158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0.987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-3.42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-0.06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7" name="Google Shape;707;p38"/>
          <p:cNvSpPr txBox="1"/>
          <p:nvPr/>
        </p:nvSpPr>
        <p:spPr>
          <a:xfrm>
            <a:off x="1115050" y="35312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08" name="Google Shape;708;p38"/>
          <p:cNvCxnSpPr/>
          <p:nvPr/>
        </p:nvCxnSpPr>
        <p:spPr>
          <a:xfrm>
            <a:off x="1493163" y="376294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9" name="Google Shape;709;p38"/>
          <p:cNvCxnSpPr/>
          <p:nvPr/>
        </p:nvCxnSpPr>
        <p:spPr>
          <a:xfrm flipH="1">
            <a:off x="2113720" y="319917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10" name="Google Shape;710;p38"/>
          <p:cNvSpPr/>
          <p:nvPr/>
        </p:nvSpPr>
        <p:spPr>
          <a:xfrm>
            <a:off x="1876563" y="35224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38"/>
          <p:cNvSpPr txBox="1"/>
          <p:nvPr/>
        </p:nvSpPr>
        <p:spPr>
          <a:xfrm>
            <a:off x="1920938" y="354336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3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12" name="Google Shape;712;p38"/>
          <p:cNvCxnSpPr/>
          <p:nvPr/>
        </p:nvCxnSpPr>
        <p:spPr>
          <a:xfrm>
            <a:off x="2408113" y="37439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13" name="Google Shape;713;p38"/>
          <p:cNvSpPr txBox="1"/>
          <p:nvPr/>
        </p:nvSpPr>
        <p:spPr>
          <a:xfrm>
            <a:off x="2354150" y="3348750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3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14" name="Google Shape;714;p38"/>
          <p:cNvCxnSpPr/>
          <p:nvPr/>
        </p:nvCxnSpPr>
        <p:spPr>
          <a:xfrm>
            <a:off x="3358088" y="3751225"/>
            <a:ext cx="345600" cy="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15" name="Google Shape;715;p38"/>
          <p:cNvSpPr txBox="1"/>
          <p:nvPr/>
        </p:nvSpPr>
        <p:spPr>
          <a:xfrm>
            <a:off x="3774888" y="3545625"/>
            <a:ext cx="609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ŷ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6" name="Google Shape;716;p38"/>
          <p:cNvSpPr txBox="1"/>
          <p:nvPr/>
        </p:nvSpPr>
        <p:spPr>
          <a:xfrm>
            <a:off x="4037250" y="4058475"/>
            <a:ext cx="1566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ответ сети</a:t>
            </a:r>
            <a:endParaRPr sz="1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17" name="Google Shape;717;p38"/>
          <p:cNvCxnSpPr>
            <a:stCxn id="718" idx="3"/>
          </p:cNvCxnSpPr>
          <p:nvPr/>
        </p:nvCxnSpPr>
        <p:spPr>
          <a:xfrm rot="10800000">
            <a:off x="3912438" y="3950325"/>
            <a:ext cx="124800" cy="20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18" name="Google Shape;718;p38"/>
          <p:cNvSpPr txBox="1"/>
          <p:nvPr/>
        </p:nvSpPr>
        <p:spPr>
          <a:xfrm>
            <a:off x="2709138" y="3935025"/>
            <a:ext cx="1328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lang="en" sz="1700" i="1" baseline="-25000">
                <a:latin typeface="Montserrat"/>
                <a:ea typeface="Montserrat"/>
                <a:cs typeface="Montserrat"/>
                <a:sym typeface="Montserrat"/>
              </a:rPr>
              <a:t>fc</a:t>
            </a: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, b</a:t>
            </a:r>
            <a:r>
              <a:rPr lang="en" sz="1700" i="1" baseline="-25000">
                <a:latin typeface="Montserrat"/>
                <a:ea typeface="Montserrat"/>
                <a:cs typeface="Montserrat"/>
                <a:sym typeface="Montserrat"/>
              </a:rPr>
              <a:t>fc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9" name="Google Shape;719;p38"/>
          <p:cNvSpPr/>
          <p:nvPr/>
        </p:nvSpPr>
        <p:spPr>
          <a:xfrm>
            <a:off x="2809275" y="3522388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20" name="Google Shape;72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6784" y="2900225"/>
            <a:ext cx="716129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38"/>
          <p:cNvSpPr txBox="1"/>
          <p:nvPr/>
        </p:nvSpPr>
        <p:spPr>
          <a:xfrm>
            <a:off x="3703700" y="2010575"/>
            <a:ext cx="1566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лосс-функция</a:t>
            </a:r>
            <a:endParaRPr sz="1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22" name="Google Shape;722;p38"/>
          <p:cNvCxnSpPr>
            <a:endCxn id="720" idx="0"/>
          </p:cNvCxnSpPr>
          <p:nvPr/>
        </p:nvCxnSpPr>
        <p:spPr>
          <a:xfrm flipH="1">
            <a:off x="3974848" y="2403125"/>
            <a:ext cx="375600" cy="49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9"/>
          <p:cNvSpPr txBox="1"/>
          <p:nvPr/>
        </p:nvSpPr>
        <p:spPr>
          <a:xfrm>
            <a:off x="1115050" y="1530300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700" baseline="30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8" name="Google Shape;728;p39"/>
          <p:cNvSpPr txBox="1"/>
          <p:nvPr/>
        </p:nvSpPr>
        <p:spPr>
          <a:xfrm>
            <a:off x="200400" y="1553400"/>
            <a:ext cx="40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9" name="Google Shape;729;p39"/>
          <p:cNvSpPr/>
          <p:nvPr/>
        </p:nvSpPr>
        <p:spPr>
          <a:xfrm>
            <a:off x="554375" y="1353600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39"/>
          <p:cNvSpPr txBox="1"/>
          <p:nvPr/>
        </p:nvSpPr>
        <p:spPr>
          <a:xfrm>
            <a:off x="554375" y="1314900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-1.34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2.34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1" name="Google Shape;731;p39"/>
          <p:cNvSpPr/>
          <p:nvPr/>
        </p:nvSpPr>
        <p:spPr>
          <a:xfrm>
            <a:off x="1876575" y="5598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p39"/>
          <p:cNvSpPr txBox="1"/>
          <p:nvPr/>
        </p:nvSpPr>
        <p:spPr>
          <a:xfrm>
            <a:off x="1920951" y="5807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33" name="Google Shape;733;p39"/>
          <p:cNvCxnSpPr/>
          <p:nvPr/>
        </p:nvCxnSpPr>
        <p:spPr>
          <a:xfrm flipH="1">
            <a:off x="2113732" y="120402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4" name="Google Shape;734;p39"/>
          <p:cNvCxnSpPr/>
          <p:nvPr/>
        </p:nvCxnSpPr>
        <p:spPr>
          <a:xfrm>
            <a:off x="1493175" y="17534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35" name="Google Shape;735;p39"/>
          <p:cNvSpPr/>
          <p:nvPr/>
        </p:nvSpPr>
        <p:spPr>
          <a:xfrm>
            <a:off x="1876575" y="152725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39"/>
          <p:cNvSpPr txBox="1"/>
          <p:nvPr/>
        </p:nvSpPr>
        <p:spPr>
          <a:xfrm>
            <a:off x="1920951" y="154821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37" name="Google Shape;737;p39"/>
          <p:cNvCxnSpPr/>
          <p:nvPr/>
        </p:nvCxnSpPr>
        <p:spPr>
          <a:xfrm>
            <a:off x="2408125" y="174884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38" name="Google Shape;738;p39"/>
          <p:cNvSpPr txBox="1"/>
          <p:nvPr/>
        </p:nvSpPr>
        <p:spPr>
          <a:xfrm>
            <a:off x="2354163" y="1353600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9" name="Google Shape;739;p39"/>
          <p:cNvSpPr txBox="1"/>
          <p:nvPr/>
        </p:nvSpPr>
        <p:spPr>
          <a:xfrm>
            <a:off x="131725" y="2568425"/>
            <a:ext cx="8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cat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0" name="Google Shape;740;p39"/>
          <p:cNvSpPr/>
          <p:nvPr/>
        </p:nvSpPr>
        <p:spPr>
          <a:xfrm>
            <a:off x="554375" y="23574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p39"/>
          <p:cNvSpPr txBox="1"/>
          <p:nvPr/>
        </p:nvSpPr>
        <p:spPr>
          <a:xfrm>
            <a:off x="554375" y="23187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-0.21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0.56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-1.67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...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-0.05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2" name="Google Shape;742;p39"/>
          <p:cNvSpPr txBox="1"/>
          <p:nvPr/>
        </p:nvSpPr>
        <p:spPr>
          <a:xfrm>
            <a:off x="1115050" y="25298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43" name="Google Shape;743;p39"/>
          <p:cNvCxnSpPr/>
          <p:nvPr/>
        </p:nvCxnSpPr>
        <p:spPr>
          <a:xfrm>
            <a:off x="1493175" y="275586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4" name="Google Shape;744;p39"/>
          <p:cNvCxnSpPr/>
          <p:nvPr/>
        </p:nvCxnSpPr>
        <p:spPr>
          <a:xfrm flipH="1">
            <a:off x="2113732" y="2192100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45" name="Google Shape;745;p39"/>
          <p:cNvSpPr/>
          <p:nvPr/>
        </p:nvSpPr>
        <p:spPr>
          <a:xfrm>
            <a:off x="1876575" y="25153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39"/>
          <p:cNvSpPr txBox="1"/>
          <p:nvPr/>
        </p:nvSpPr>
        <p:spPr>
          <a:xfrm>
            <a:off x="1920951" y="25362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47" name="Google Shape;747;p39"/>
          <p:cNvCxnSpPr/>
          <p:nvPr/>
        </p:nvCxnSpPr>
        <p:spPr>
          <a:xfrm>
            <a:off x="2408125" y="273691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48" name="Google Shape;748;p39"/>
          <p:cNvSpPr txBox="1"/>
          <p:nvPr/>
        </p:nvSpPr>
        <p:spPr>
          <a:xfrm>
            <a:off x="2354163" y="2341675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9" name="Google Shape;749;p39"/>
          <p:cNvSpPr txBox="1"/>
          <p:nvPr/>
        </p:nvSpPr>
        <p:spPr>
          <a:xfrm>
            <a:off x="0" y="3569825"/>
            <a:ext cx="609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exists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0" name="Google Shape;750;p39"/>
          <p:cNvSpPr/>
          <p:nvPr/>
        </p:nvSpPr>
        <p:spPr>
          <a:xfrm>
            <a:off x="554375" y="33545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39"/>
          <p:cNvSpPr txBox="1"/>
          <p:nvPr/>
        </p:nvSpPr>
        <p:spPr>
          <a:xfrm>
            <a:off x="554375" y="33158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0.987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-3.42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-0.06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2" name="Google Shape;752;p39"/>
          <p:cNvSpPr txBox="1"/>
          <p:nvPr/>
        </p:nvSpPr>
        <p:spPr>
          <a:xfrm>
            <a:off x="1115050" y="35312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53" name="Google Shape;753;p39"/>
          <p:cNvCxnSpPr/>
          <p:nvPr/>
        </p:nvCxnSpPr>
        <p:spPr>
          <a:xfrm>
            <a:off x="1493163" y="376294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4" name="Google Shape;754;p39"/>
          <p:cNvCxnSpPr/>
          <p:nvPr/>
        </p:nvCxnSpPr>
        <p:spPr>
          <a:xfrm flipH="1">
            <a:off x="2113720" y="319917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55" name="Google Shape;755;p39"/>
          <p:cNvSpPr/>
          <p:nvPr/>
        </p:nvSpPr>
        <p:spPr>
          <a:xfrm>
            <a:off x="1876563" y="35224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39"/>
          <p:cNvSpPr txBox="1"/>
          <p:nvPr/>
        </p:nvSpPr>
        <p:spPr>
          <a:xfrm>
            <a:off x="1920938" y="354336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3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57" name="Google Shape;757;p39"/>
          <p:cNvCxnSpPr/>
          <p:nvPr/>
        </p:nvCxnSpPr>
        <p:spPr>
          <a:xfrm>
            <a:off x="2408113" y="37439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58" name="Google Shape;758;p39"/>
          <p:cNvSpPr txBox="1"/>
          <p:nvPr/>
        </p:nvSpPr>
        <p:spPr>
          <a:xfrm>
            <a:off x="2354150" y="3348750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3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59" name="Google Shape;759;p39"/>
          <p:cNvCxnSpPr/>
          <p:nvPr/>
        </p:nvCxnSpPr>
        <p:spPr>
          <a:xfrm>
            <a:off x="3358088" y="3751225"/>
            <a:ext cx="345600" cy="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60" name="Google Shape;760;p39"/>
          <p:cNvSpPr txBox="1"/>
          <p:nvPr/>
        </p:nvSpPr>
        <p:spPr>
          <a:xfrm>
            <a:off x="3774888" y="3545625"/>
            <a:ext cx="609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ŷ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1" name="Google Shape;761;p39"/>
          <p:cNvSpPr txBox="1"/>
          <p:nvPr/>
        </p:nvSpPr>
        <p:spPr>
          <a:xfrm>
            <a:off x="4037250" y="4058475"/>
            <a:ext cx="1566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ответ сети</a:t>
            </a:r>
            <a:endParaRPr sz="1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62" name="Google Shape;762;p39"/>
          <p:cNvCxnSpPr>
            <a:stCxn id="763" idx="3"/>
          </p:cNvCxnSpPr>
          <p:nvPr/>
        </p:nvCxnSpPr>
        <p:spPr>
          <a:xfrm rot="10800000">
            <a:off x="3912438" y="3950325"/>
            <a:ext cx="124800" cy="20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63" name="Google Shape;763;p39"/>
          <p:cNvSpPr txBox="1"/>
          <p:nvPr/>
        </p:nvSpPr>
        <p:spPr>
          <a:xfrm>
            <a:off x="2709138" y="3935025"/>
            <a:ext cx="1328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lang="en" sz="1700" i="1" baseline="-25000">
                <a:latin typeface="Montserrat"/>
                <a:ea typeface="Montserrat"/>
                <a:cs typeface="Montserrat"/>
                <a:sym typeface="Montserrat"/>
              </a:rPr>
              <a:t>fc</a:t>
            </a: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, b</a:t>
            </a:r>
            <a:r>
              <a:rPr lang="en" sz="1700" i="1" baseline="-25000">
                <a:latin typeface="Montserrat"/>
                <a:ea typeface="Montserrat"/>
                <a:cs typeface="Montserrat"/>
                <a:sym typeface="Montserrat"/>
              </a:rPr>
              <a:t>fc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4" name="Google Shape;764;p39"/>
          <p:cNvSpPr/>
          <p:nvPr/>
        </p:nvSpPr>
        <p:spPr>
          <a:xfrm>
            <a:off x="2809275" y="3522388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65" name="Google Shape;765;p39"/>
          <p:cNvPicPr preferRelativeResize="0"/>
          <p:nvPr/>
        </p:nvPicPr>
        <p:blipFill>
          <a:blip r:embed="rId3">
            <a:clrChange>
              <a:clrFrom>
                <a:srgbClr val="FEFFFF"/>
              </a:clrFrom>
              <a:clrTo>
                <a:srgbClr val="FEFFFF">
                  <a:alpha val="0"/>
                </a:srgbClr>
              </a:clrTo>
            </a:clrChange>
            <a:alphaModFix/>
          </a:blip>
          <a:stretch>
            <a:fillRect/>
          </a:stretch>
        </p:blipFill>
        <p:spPr>
          <a:xfrm>
            <a:off x="3616784" y="2900225"/>
            <a:ext cx="716129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39"/>
          <p:cNvSpPr txBox="1"/>
          <p:nvPr/>
        </p:nvSpPr>
        <p:spPr>
          <a:xfrm>
            <a:off x="3703700" y="2010575"/>
            <a:ext cx="1566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лосс-функция</a:t>
            </a:r>
            <a:endParaRPr sz="1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67" name="Google Shape;767;p39"/>
          <p:cNvCxnSpPr>
            <a:endCxn id="765" idx="0"/>
          </p:cNvCxnSpPr>
          <p:nvPr/>
        </p:nvCxnSpPr>
        <p:spPr>
          <a:xfrm flipH="1">
            <a:off x="3974848" y="2403125"/>
            <a:ext cx="375600" cy="49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68" name="Google Shape;768;p39"/>
          <p:cNvSpPr txBox="1"/>
          <p:nvPr/>
        </p:nvSpPr>
        <p:spPr>
          <a:xfrm>
            <a:off x="3568850" y="1468313"/>
            <a:ext cx="1836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мы считать умеем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69" name="Google Shape;769;p39"/>
          <p:cNvPicPr preferRelativeResize="0"/>
          <p:nvPr/>
        </p:nvPicPr>
        <p:blipFill>
          <a:blip r:embed="rId4">
            <a:clrChange>
              <a:clrFrom>
                <a:srgbClr val="FEFFFF"/>
              </a:clrFrom>
              <a:clrTo>
                <a:srgbClr val="FEFFFF">
                  <a:alpha val="0"/>
                </a:srgbClr>
              </a:clrTo>
            </a:clrChange>
            <a:alphaModFix/>
          </a:blip>
          <a:stretch>
            <a:fillRect/>
          </a:stretch>
        </p:blipFill>
        <p:spPr>
          <a:xfrm>
            <a:off x="3545875" y="915663"/>
            <a:ext cx="1141600" cy="55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0" name="Google Shape;770;p39"/>
          <p:cNvPicPr preferRelativeResize="0"/>
          <p:nvPr/>
        </p:nvPicPr>
        <p:blipFill>
          <a:blip r:embed="rId5">
            <a:clrChange>
              <a:clrFrom>
                <a:srgbClr val="FEFFFF"/>
              </a:clrFrom>
              <a:clrTo>
                <a:srgbClr val="FEFFFF">
                  <a:alpha val="0"/>
                </a:srgbClr>
              </a:clrTo>
            </a:clrChange>
            <a:alphaModFix/>
          </a:blip>
          <a:stretch>
            <a:fillRect/>
          </a:stretch>
        </p:blipFill>
        <p:spPr>
          <a:xfrm>
            <a:off x="4687475" y="950162"/>
            <a:ext cx="475200" cy="483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40"/>
          <p:cNvSpPr txBox="1"/>
          <p:nvPr/>
        </p:nvSpPr>
        <p:spPr>
          <a:xfrm>
            <a:off x="1115050" y="1530300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700" baseline="30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6" name="Google Shape;776;p40"/>
          <p:cNvSpPr txBox="1"/>
          <p:nvPr/>
        </p:nvSpPr>
        <p:spPr>
          <a:xfrm>
            <a:off x="200400" y="1553400"/>
            <a:ext cx="40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7" name="Google Shape;777;p40"/>
          <p:cNvSpPr/>
          <p:nvPr/>
        </p:nvSpPr>
        <p:spPr>
          <a:xfrm>
            <a:off x="554375" y="1353600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40"/>
          <p:cNvSpPr txBox="1"/>
          <p:nvPr/>
        </p:nvSpPr>
        <p:spPr>
          <a:xfrm>
            <a:off x="554375" y="1314900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-1.34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2.34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9" name="Google Shape;779;p40"/>
          <p:cNvSpPr/>
          <p:nvPr/>
        </p:nvSpPr>
        <p:spPr>
          <a:xfrm>
            <a:off x="1876575" y="5598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40"/>
          <p:cNvSpPr txBox="1"/>
          <p:nvPr/>
        </p:nvSpPr>
        <p:spPr>
          <a:xfrm>
            <a:off x="1920951" y="5807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81" name="Google Shape;781;p40"/>
          <p:cNvCxnSpPr/>
          <p:nvPr/>
        </p:nvCxnSpPr>
        <p:spPr>
          <a:xfrm flipH="1">
            <a:off x="2113732" y="120402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82" name="Google Shape;782;p40"/>
          <p:cNvCxnSpPr/>
          <p:nvPr/>
        </p:nvCxnSpPr>
        <p:spPr>
          <a:xfrm>
            <a:off x="1493175" y="17534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83" name="Google Shape;783;p40"/>
          <p:cNvSpPr/>
          <p:nvPr/>
        </p:nvSpPr>
        <p:spPr>
          <a:xfrm>
            <a:off x="1876575" y="152725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4" name="Google Shape;784;p40"/>
          <p:cNvSpPr txBox="1"/>
          <p:nvPr/>
        </p:nvSpPr>
        <p:spPr>
          <a:xfrm>
            <a:off x="1920951" y="154821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85" name="Google Shape;785;p40"/>
          <p:cNvCxnSpPr/>
          <p:nvPr/>
        </p:nvCxnSpPr>
        <p:spPr>
          <a:xfrm>
            <a:off x="2408125" y="174884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86" name="Google Shape;786;p40"/>
          <p:cNvSpPr txBox="1"/>
          <p:nvPr/>
        </p:nvSpPr>
        <p:spPr>
          <a:xfrm>
            <a:off x="2354163" y="1353600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87" name="Google Shape;787;p40"/>
          <p:cNvSpPr txBox="1"/>
          <p:nvPr/>
        </p:nvSpPr>
        <p:spPr>
          <a:xfrm>
            <a:off x="131725" y="2568425"/>
            <a:ext cx="8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cat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8" name="Google Shape;788;p40"/>
          <p:cNvSpPr/>
          <p:nvPr/>
        </p:nvSpPr>
        <p:spPr>
          <a:xfrm>
            <a:off x="554375" y="23574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9" name="Google Shape;789;p40"/>
          <p:cNvSpPr txBox="1"/>
          <p:nvPr/>
        </p:nvSpPr>
        <p:spPr>
          <a:xfrm>
            <a:off x="554375" y="23187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-0.21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0.56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-1.67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...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-0.05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90" name="Google Shape;790;p40"/>
          <p:cNvSpPr txBox="1"/>
          <p:nvPr/>
        </p:nvSpPr>
        <p:spPr>
          <a:xfrm>
            <a:off x="1115050" y="25298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91" name="Google Shape;791;p40"/>
          <p:cNvCxnSpPr/>
          <p:nvPr/>
        </p:nvCxnSpPr>
        <p:spPr>
          <a:xfrm>
            <a:off x="1493175" y="275586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92" name="Google Shape;792;p40"/>
          <p:cNvCxnSpPr/>
          <p:nvPr/>
        </p:nvCxnSpPr>
        <p:spPr>
          <a:xfrm flipH="1">
            <a:off x="2113732" y="2192100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93" name="Google Shape;793;p40"/>
          <p:cNvSpPr/>
          <p:nvPr/>
        </p:nvSpPr>
        <p:spPr>
          <a:xfrm>
            <a:off x="1876575" y="25153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4" name="Google Shape;794;p40"/>
          <p:cNvSpPr txBox="1"/>
          <p:nvPr/>
        </p:nvSpPr>
        <p:spPr>
          <a:xfrm>
            <a:off x="1920951" y="25362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95" name="Google Shape;795;p40"/>
          <p:cNvCxnSpPr/>
          <p:nvPr/>
        </p:nvCxnSpPr>
        <p:spPr>
          <a:xfrm>
            <a:off x="2408125" y="273691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96" name="Google Shape;796;p40"/>
          <p:cNvSpPr txBox="1"/>
          <p:nvPr/>
        </p:nvSpPr>
        <p:spPr>
          <a:xfrm>
            <a:off x="2354163" y="2341675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97" name="Google Shape;797;p40"/>
          <p:cNvSpPr txBox="1"/>
          <p:nvPr/>
        </p:nvSpPr>
        <p:spPr>
          <a:xfrm>
            <a:off x="0" y="3569825"/>
            <a:ext cx="609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exists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8" name="Google Shape;798;p40"/>
          <p:cNvSpPr/>
          <p:nvPr/>
        </p:nvSpPr>
        <p:spPr>
          <a:xfrm>
            <a:off x="554375" y="33545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40"/>
          <p:cNvSpPr txBox="1"/>
          <p:nvPr/>
        </p:nvSpPr>
        <p:spPr>
          <a:xfrm>
            <a:off x="554375" y="33158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0.987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-3.42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-0.06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0" name="Google Shape;800;p40"/>
          <p:cNvSpPr txBox="1"/>
          <p:nvPr/>
        </p:nvSpPr>
        <p:spPr>
          <a:xfrm>
            <a:off x="1115050" y="35312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01" name="Google Shape;801;p40"/>
          <p:cNvCxnSpPr/>
          <p:nvPr/>
        </p:nvCxnSpPr>
        <p:spPr>
          <a:xfrm>
            <a:off x="1493163" y="376294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02" name="Google Shape;802;p40"/>
          <p:cNvCxnSpPr/>
          <p:nvPr/>
        </p:nvCxnSpPr>
        <p:spPr>
          <a:xfrm flipH="1">
            <a:off x="2113720" y="319917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03" name="Google Shape;803;p40"/>
          <p:cNvSpPr/>
          <p:nvPr/>
        </p:nvSpPr>
        <p:spPr>
          <a:xfrm>
            <a:off x="1876563" y="35224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4" name="Google Shape;804;p40"/>
          <p:cNvSpPr txBox="1"/>
          <p:nvPr/>
        </p:nvSpPr>
        <p:spPr>
          <a:xfrm>
            <a:off x="1920938" y="354336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3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05" name="Google Shape;805;p40"/>
          <p:cNvCxnSpPr/>
          <p:nvPr/>
        </p:nvCxnSpPr>
        <p:spPr>
          <a:xfrm>
            <a:off x="2408113" y="37439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06" name="Google Shape;806;p40"/>
          <p:cNvSpPr txBox="1"/>
          <p:nvPr/>
        </p:nvSpPr>
        <p:spPr>
          <a:xfrm>
            <a:off x="2354150" y="3348750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3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07" name="Google Shape;807;p40"/>
          <p:cNvSpPr/>
          <p:nvPr/>
        </p:nvSpPr>
        <p:spPr>
          <a:xfrm>
            <a:off x="2809275" y="3522388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08" name="Google Shape;808;p40"/>
          <p:cNvCxnSpPr/>
          <p:nvPr/>
        </p:nvCxnSpPr>
        <p:spPr>
          <a:xfrm rot="10800000">
            <a:off x="2451625" y="4148050"/>
            <a:ext cx="1047000" cy="120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809" name="Google Shape;80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5253" y="4280888"/>
            <a:ext cx="322335" cy="53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/>
        </p:nvSpPr>
        <p:spPr>
          <a:xfrm>
            <a:off x="1115050" y="1530300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700" baseline="30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5" name="Google Shape;815;p41"/>
          <p:cNvSpPr txBox="1"/>
          <p:nvPr/>
        </p:nvSpPr>
        <p:spPr>
          <a:xfrm>
            <a:off x="200400" y="1553400"/>
            <a:ext cx="40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6" name="Google Shape;816;p41"/>
          <p:cNvSpPr/>
          <p:nvPr/>
        </p:nvSpPr>
        <p:spPr>
          <a:xfrm>
            <a:off x="554375" y="1353600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7" name="Google Shape;817;p41"/>
          <p:cNvSpPr txBox="1"/>
          <p:nvPr/>
        </p:nvSpPr>
        <p:spPr>
          <a:xfrm>
            <a:off x="554375" y="1314900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-1.34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2.34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8" name="Google Shape;818;p41"/>
          <p:cNvSpPr/>
          <p:nvPr/>
        </p:nvSpPr>
        <p:spPr>
          <a:xfrm>
            <a:off x="1876575" y="5598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9" name="Google Shape;819;p41"/>
          <p:cNvSpPr txBox="1"/>
          <p:nvPr/>
        </p:nvSpPr>
        <p:spPr>
          <a:xfrm>
            <a:off x="1920951" y="5807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20" name="Google Shape;820;p41"/>
          <p:cNvCxnSpPr/>
          <p:nvPr/>
        </p:nvCxnSpPr>
        <p:spPr>
          <a:xfrm flipH="1">
            <a:off x="2113732" y="120402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21" name="Google Shape;821;p41"/>
          <p:cNvCxnSpPr/>
          <p:nvPr/>
        </p:nvCxnSpPr>
        <p:spPr>
          <a:xfrm>
            <a:off x="1493175" y="17534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22" name="Google Shape;822;p41"/>
          <p:cNvSpPr/>
          <p:nvPr/>
        </p:nvSpPr>
        <p:spPr>
          <a:xfrm>
            <a:off x="1876575" y="152725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41"/>
          <p:cNvSpPr txBox="1"/>
          <p:nvPr/>
        </p:nvSpPr>
        <p:spPr>
          <a:xfrm>
            <a:off x="1920951" y="154821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24" name="Google Shape;824;p41"/>
          <p:cNvCxnSpPr/>
          <p:nvPr/>
        </p:nvCxnSpPr>
        <p:spPr>
          <a:xfrm>
            <a:off x="2408125" y="174884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25" name="Google Shape;825;p41"/>
          <p:cNvSpPr txBox="1"/>
          <p:nvPr/>
        </p:nvSpPr>
        <p:spPr>
          <a:xfrm>
            <a:off x="2354163" y="1353600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6" name="Google Shape;826;p41"/>
          <p:cNvSpPr txBox="1"/>
          <p:nvPr/>
        </p:nvSpPr>
        <p:spPr>
          <a:xfrm>
            <a:off x="131725" y="2568425"/>
            <a:ext cx="8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cat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7" name="Google Shape;827;p41"/>
          <p:cNvSpPr/>
          <p:nvPr/>
        </p:nvSpPr>
        <p:spPr>
          <a:xfrm>
            <a:off x="554375" y="23574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41"/>
          <p:cNvSpPr txBox="1"/>
          <p:nvPr/>
        </p:nvSpPr>
        <p:spPr>
          <a:xfrm>
            <a:off x="554375" y="23187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-0.21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0.56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-1.67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...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-0.05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9" name="Google Shape;829;p41"/>
          <p:cNvSpPr txBox="1"/>
          <p:nvPr/>
        </p:nvSpPr>
        <p:spPr>
          <a:xfrm>
            <a:off x="1115050" y="25298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30" name="Google Shape;830;p41"/>
          <p:cNvCxnSpPr/>
          <p:nvPr/>
        </p:nvCxnSpPr>
        <p:spPr>
          <a:xfrm>
            <a:off x="1493175" y="275586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31" name="Google Shape;831;p41"/>
          <p:cNvCxnSpPr/>
          <p:nvPr/>
        </p:nvCxnSpPr>
        <p:spPr>
          <a:xfrm flipH="1">
            <a:off x="2113732" y="2192100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32" name="Google Shape;832;p41"/>
          <p:cNvSpPr/>
          <p:nvPr/>
        </p:nvSpPr>
        <p:spPr>
          <a:xfrm>
            <a:off x="1876575" y="25153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41"/>
          <p:cNvSpPr txBox="1"/>
          <p:nvPr/>
        </p:nvSpPr>
        <p:spPr>
          <a:xfrm>
            <a:off x="1920951" y="25362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34" name="Google Shape;834;p41"/>
          <p:cNvCxnSpPr/>
          <p:nvPr/>
        </p:nvCxnSpPr>
        <p:spPr>
          <a:xfrm>
            <a:off x="2408125" y="273691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35" name="Google Shape;835;p41"/>
          <p:cNvSpPr txBox="1"/>
          <p:nvPr/>
        </p:nvSpPr>
        <p:spPr>
          <a:xfrm>
            <a:off x="2354163" y="2341675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36" name="Google Shape;836;p41"/>
          <p:cNvSpPr txBox="1"/>
          <p:nvPr/>
        </p:nvSpPr>
        <p:spPr>
          <a:xfrm>
            <a:off x="0" y="3569825"/>
            <a:ext cx="609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exists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7" name="Google Shape;837;p41"/>
          <p:cNvSpPr/>
          <p:nvPr/>
        </p:nvSpPr>
        <p:spPr>
          <a:xfrm>
            <a:off x="554375" y="33545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41"/>
          <p:cNvSpPr txBox="1"/>
          <p:nvPr/>
        </p:nvSpPr>
        <p:spPr>
          <a:xfrm>
            <a:off x="554375" y="33158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0.987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-3.42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-0.06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9" name="Google Shape;839;p41"/>
          <p:cNvSpPr txBox="1"/>
          <p:nvPr/>
        </p:nvSpPr>
        <p:spPr>
          <a:xfrm>
            <a:off x="1115050" y="35312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40" name="Google Shape;840;p41"/>
          <p:cNvCxnSpPr/>
          <p:nvPr/>
        </p:nvCxnSpPr>
        <p:spPr>
          <a:xfrm>
            <a:off x="1493163" y="376294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41" name="Google Shape;841;p41"/>
          <p:cNvCxnSpPr/>
          <p:nvPr/>
        </p:nvCxnSpPr>
        <p:spPr>
          <a:xfrm flipH="1">
            <a:off x="2113720" y="319917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42" name="Google Shape;842;p41"/>
          <p:cNvSpPr/>
          <p:nvPr/>
        </p:nvSpPr>
        <p:spPr>
          <a:xfrm>
            <a:off x="1876563" y="35224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3" name="Google Shape;843;p41"/>
          <p:cNvSpPr txBox="1"/>
          <p:nvPr/>
        </p:nvSpPr>
        <p:spPr>
          <a:xfrm>
            <a:off x="1920938" y="354336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3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44" name="Google Shape;844;p41"/>
          <p:cNvCxnSpPr/>
          <p:nvPr/>
        </p:nvCxnSpPr>
        <p:spPr>
          <a:xfrm>
            <a:off x="2408113" y="37439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45" name="Google Shape;845;p41"/>
          <p:cNvSpPr txBox="1"/>
          <p:nvPr/>
        </p:nvSpPr>
        <p:spPr>
          <a:xfrm>
            <a:off x="2354150" y="3348750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3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46" name="Google Shape;846;p41"/>
          <p:cNvSpPr/>
          <p:nvPr/>
        </p:nvSpPr>
        <p:spPr>
          <a:xfrm>
            <a:off x="2809275" y="3522388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7" name="Google Shape;847;p41"/>
          <p:cNvSpPr txBox="1"/>
          <p:nvPr/>
        </p:nvSpPr>
        <p:spPr>
          <a:xfrm>
            <a:off x="3916575" y="757613"/>
            <a:ext cx="1809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latin typeface="Lato"/>
                <a:ea typeface="Lato"/>
                <a:cs typeface="Lato"/>
                <a:sym typeface="Lato"/>
              </a:rPr>
              <a:t>W, U, V, b</a:t>
            </a:r>
            <a:r>
              <a:rPr lang="en" sz="1700" b="1" i="1" baseline="-25000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b="1" i="1">
                <a:latin typeface="Lato"/>
                <a:ea typeface="Lato"/>
                <a:cs typeface="Lato"/>
                <a:sym typeface="Lato"/>
              </a:rPr>
              <a:t>, b</a:t>
            </a:r>
            <a:r>
              <a:rPr lang="en" sz="1700" b="1" i="1" baseline="-25000">
                <a:latin typeface="Lato"/>
                <a:ea typeface="Lato"/>
                <a:cs typeface="Lato"/>
                <a:sym typeface="Lato"/>
              </a:rPr>
              <a:t>y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48" name="Google Shape;848;p41"/>
          <p:cNvSpPr txBox="1"/>
          <p:nvPr/>
        </p:nvSpPr>
        <p:spPr>
          <a:xfrm>
            <a:off x="3620475" y="415300"/>
            <a:ext cx="2761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Обучаемые параметры слоя: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49" name="Google Shape;84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6573" y="1298863"/>
            <a:ext cx="2697900" cy="463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0" name="Google Shape;85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6575" y="1769100"/>
            <a:ext cx="1654892" cy="400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51" name="Google Shape;851;p41"/>
          <p:cNvCxnSpPr/>
          <p:nvPr/>
        </p:nvCxnSpPr>
        <p:spPr>
          <a:xfrm rot="10800000">
            <a:off x="2451625" y="4148050"/>
            <a:ext cx="1047000" cy="120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852" name="Google Shape;852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05253" y="4280888"/>
            <a:ext cx="322335" cy="53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42"/>
          <p:cNvSpPr txBox="1"/>
          <p:nvPr/>
        </p:nvSpPr>
        <p:spPr>
          <a:xfrm>
            <a:off x="1115050" y="1530300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700" baseline="30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8" name="Google Shape;858;p42"/>
          <p:cNvSpPr txBox="1"/>
          <p:nvPr/>
        </p:nvSpPr>
        <p:spPr>
          <a:xfrm>
            <a:off x="200400" y="1553400"/>
            <a:ext cx="40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9" name="Google Shape;859;p42"/>
          <p:cNvSpPr/>
          <p:nvPr/>
        </p:nvSpPr>
        <p:spPr>
          <a:xfrm>
            <a:off x="554375" y="1353600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0" name="Google Shape;860;p42"/>
          <p:cNvSpPr txBox="1"/>
          <p:nvPr/>
        </p:nvSpPr>
        <p:spPr>
          <a:xfrm>
            <a:off x="554375" y="1314900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-1.34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2.34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1" name="Google Shape;861;p42"/>
          <p:cNvSpPr/>
          <p:nvPr/>
        </p:nvSpPr>
        <p:spPr>
          <a:xfrm>
            <a:off x="1876575" y="5598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42"/>
          <p:cNvSpPr txBox="1"/>
          <p:nvPr/>
        </p:nvSpPr>
        <p:spPr>
          <a:xfrm>
            <a:off x="1920951" y="5807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63" name="Google Shape;863;p42"/>
          <p:cNvCxnSpPr/>
          <p:nvPr/>
        </p:nvCxnSpPr>
        <p:spPr>
          <a:xfrm flipH="1">
            <a:off x="2113732" y="120402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64" name="Google Shape;864;p42"/>
          <p:cNvCxnSpPr/>
          <p:nvPr/>
        </p:nvCxnSpPr>
        <p:spPr>
          <a:xfrm>
            <a:off x="1493175" y="17534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65" name="Google Shape;865;p42"/>
          <p:cNvSpPr/>
          <p:nvPr/>
        </p:nvSpPr>
        <p:spPr>
          <a:xfrm>
            <a:off x="1876575" y="152725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42"/>
          <p:cNvSpPr txBox="1"/>
          <p:nvPr/>
        </p:nvSpPr>
        <p:spPr>
          <a:xfrm>
            <a:off x="1920951" y="154821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67" name="Google Shape;867;p42"/>
          <p:cNvSpPr txBox="1"/>
          <p:nvPr/>
        </p:nvSpPr>
        <p:spPr>
          <a:xfrm>
            <a:off x="131725" y="2568425"/>
            <a:ext cx="8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cat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8" name="Google Shape;868;p42"/>
          <p:cNvSpPr/>
          <p:nvPr/>
        </p:nvSpPr>
        <p:spPr>
          <a:xfrm>
            <a:off x="554375" y="23574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9" name="Google Shape;869;p42"/>
          <p:cNvSpPr txBox="1"/>
          <p:nvPr/>
        </p:nvSpPr>
        <p:spPr>
          <a:xfrm>
            <a:off x="554375" y="23187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-0.21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0.56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-1.67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...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-0.05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0" name="Google Shape;870;p42"/>
          <p:cNvSpPr txBox="1"/>
          <p:nvPr/>
        </p:nvSpPr>
        <p:spPr>
          <a:xfrm>
            <a:off x="1115050" y="25298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71" name="Google Shape;871;p42"/>
          <p:cNvCxnSpPr/>
          <p:nvPr/>
        </p:nvCxnSpPr>
        <p:spPr>
          <a:xfrm>
            <a:off x="1493175" y="275586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72" name="Google Shape;872;p42"/>
          <p:cNvCxnSpPr/>
          <p:nvPr/>
        </p:nvCxnSpPr>
        <p:spPr>
          <a:xfrm flipH="1">
            <a:off x="2113732" y="2192100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73" name="Google Shape;873;p42"/>
          <p:cNvSpPr/>
          <p:nvPr/>
        </p:nvSpPr>
        <p:spPr>
          <a:xfrm>
            <a:off x="1876575" y="25153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4" name="Google Shape;874;p42"/>
          <p:cNvSpPr txBox="1"/>
          <p:nvPr/>
        </p:nvSpPr>
        <p:spPr>
          <a:xfrm>
            <a:off x="1920951" y="25362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5" name="Google Shape;875;p42"/>
          <p:cNvSpPr txBox="1"/>
          <p:nvPr/>
        </p:nvSpPr>
        <p:spPr>
          <a:xfrm>
            <a:off x="0" y="3569825"/>
            <a:ext cx="609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exists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6" name="Google Shape;876;p42"/>
          <p:cNvSpPr/>
          <p:nvPr/>
        </p:nvSpPr>
        <p:spPr>
          <a:xfrm>
            <a:off x="554375" y="33545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7" name="Google Shape;877;p42"/>
          <p:cNvSpPr txBox="1"/>
          <p:nvPr/>
        </p:nvSpPr>
        <p:spPr>
          <a:xfrm>
            <a:off x="554375" y="33158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0.987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-3.42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-0.06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8" name="Google Shape;878;p42"/>
          <p:cNvSpPr txBox="1"/>
          <p:nvPr/>
        </p:nvSpPr>
        <p:spPr>
          <a:xfrm>
            <a:off x="1115050" y="35312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79" name="Google Shape;879;p42"/>
          <p:cNvCxnSpPr/>
          <p:nvPr/>
        </p:nvCxnSpPr>
        <p:spPr>
          <a:xfrm>
            <a:off x="1493163" y="376294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80" name="Google Shape;880;p42"/>
          <p:cNvCxnSpPr/>
          <p:nvPr/>
        </p:nvCxnSpPr>
        <p:spPr>
          <a:xfrm flipH="1">
            <a:off x="2113720" y="319917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81" name="Google Shape;881;p42"/>
          <p:cNvSpPr/>
          <p:nvPr/>
        </p:nvSpPr>
        <p:spPr>
          <a:xfrm>
            <a:off x="1876563" y="35224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2" name="Google Shape;882;p42"/>
          <p:cNvSpPr txBox="1"/>
          <p:nvPr/>
        </p:nvSpPr>
        <p:spPr>
          <a:xfrm>
            <a:off x="1920938" y="354336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3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83" name="Google Shape;883;p42"/>
          <p:cNvCxnSpPr/>
          <p:nvPr/>
        </p:nvCxnSpPr>
        <p:spPr>
          <a:xfrm>
            <a:off x="2408113" y="37439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84" name="Google Shape;884;p42"/>
          <p:cNvSpPr txBox="1"/>
          <p:nvPr/>
        </p:nvSpPr>
        <p:spPr>
          <a:xfrm>
            <a:off x="2354150" y="3348750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3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5" name="Google Shape;885;p42"/>
          <p:cNvSpPr/>
          <p:nvPr/>
        </p:nvSpPr>
        <p:spPr>
          <a:xfrm>
            <a:off x="2809275" y="3522388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6" name="Google Shape;886;p42"/>
          <p:cNvSpPr txBox="1"/>
          <p:nvPr/>
        </p:nvSpPr>
        <p:spPr>
          <a:xfrm>
            <a:off x="3916575" y="757613"/>
            <a:ext cx="1809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latin typeface="Lato"/>
                <a:ea typeface="Lato"/>
                <a:cs typeface="Lato"/>
                <a:sym typeface="Lato"/>
              </a:rPr>
              <a:t>W, U, V, b</a:t>
            </a:r>
            <a:r>
              <a:rPr lang="en" sz="1700" b="1" i="1" baseline="-25000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b="1" i="1">
                <a:latin typeface="Lato"/>
                <a:ea typeface="Lato"/>
                <a:cs typeface="Lato"/>
                <a:sym typeface="Lato"/>
              </a:rPr>
              <a:t>, b</a:t>
            </a:r>
            <a:r>
              <a:rPr lang="en" sz="1700" b="1" i="1" baseline="-25000">
                <a:latin typeface="Lato"/>
                <a:ea typeface="Lato"/>
                <a:cs typeface="Lato"/>
                <a:sym typeface="Lato"/>
              </a:rPr>
              <a:t>y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7" name="Google Shape;887;p42"/>
          <p:cNvSpPr txBox="1"/>
          <p:nvPr/>
        </p:nvSpPr>
        <p:spPr>
          <a:xfrm>
            <a:off x="3620475" y="415300"/>
            <a:ext cx="2761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Обучаемые параметры слоя: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88" name="Google Shape;88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6573" y="1298863"/>
            <a:ext cx="2697900" cy="463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6575" y="1769100"/>
            <a:ext cx="1654892" cy="400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0" name="Google Shape;890;p42"/>
          <p:cNvCxnSpPr/>
          <p:nvPr/>
        </p:nvCxnSpPr>
        <p:spPr>
          <a:xfrm rot="10800000">
            <a:off x="2451625" y="4148050"/>
            <a:ext cx="1047000" cy="120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891" name="Google Shape;891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05253" y="4280888"/>
            <a:ext cx="322335" cy="53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43"/>
          <p:cNvSpPr txBox="1"/>
          <p:nvPr/>
        </p:nvSpPr>
        <p:spPr>
          <a:xfrm>
            <a:off x="1115050" y="1530300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700" baseline="30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7" name="Google Shape;897;p43"/>
          <p:cNvSpPr txBox="1"/>
          <p:nvPr/>
        </p:nvSpPr>
        <p:spPr>
          <a:xfrm>
            <a:off x="200400" y="1553400"/>
            <a:ext cx="40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8" name="Google Shape;898;p43"/>
          <p:cNvSpPr/>
          <p:nvPr/>
        </p:nvSpPr>
        <p:spPr>
          <a:xfrm>
            <a:off x="554375" y="1353600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9" name="Google Shape;899;p43"/>
          <p:cNvSpPr txBox="1"/>
          <p:nvPr/>
        </p:nvSpPr>
        <p:spPr>
          <a:xfrm>
            <a:off x="554375" y="1314900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-1.34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2.34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0" name="Google Shape;900;p43"/>
          <p:cNvSpPr/>
          <p:nvPr/>
        </p:nvSpPr>
        <p:spPr>
          <a:xfrm>
            <a:off x="1876575" y="5598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" name="Google Shape;901;p43"/>
          <p:cNvSpPr txBox="1"/>
          <p:nvPr/>
        </p:nvSpPr>
        <p:spPr>
          <a:xfrm>
            <a:off x="1920951" y="5807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02" name="Google Shape;902;p43"/>
          <p:cNvCxnSpPr/>
          <p:nvPr/>
        </p:nvCxnSpPr>
        <p:spPr>
          <a:xfrm flipH="1">
            <a:off x="2113732" y="120402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03" name="Google Shape;903;p43"/>
          <p:cNvCxnSpPr/>
          <p:nvPr/>
        </p:nvCxnSpPr>
        <p:spPr>
          <a:xfrm>
            <a:off x="1493175" y="17534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4" name="Google Shape;904;p43"/>
          <p:cNvSpPr/>
          <p:nvPr/>
        </p:nvSpPr>
        <p:spPr>
          <a:xfrm>
            <a:off x="1876575" y="152725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43"/>
          <p:cNvSpPr txBox="1"/>
          <p:nvPr/>
        </p:nvSpPr>
        <p:spPr>
          <a:xfrm>
            <a:off x="1920951" y="154821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06" name="Google Shape;906;p43"/>
          <p:cNvSpPr txBox="1"/>
          <p:nvPr/>
        </p:nvSpPr>
        <p:spPr>
          <a:xfrm>
            <a:off x="131725" y="2568425"/>
            <a:ext cx="8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cat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7" name="Google Shape;907;p43"/>
          <p:cNvSpPr/>
          <p:nvPr/>
        </p:nvSpPr>
        <p:spPr>
          <a:xfrm>
            <a:off x="554375" y="23574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" name="Google Shape;908;p43"/>
          <p:cNvSpPr txBox="1"/>
          <p:nvPr/>
        </p:nvSpPr>
        <p:spPr>
          <a:xfrm>
            <a:off x="554375" y="23187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-0.21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0.56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-1.67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...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-0.05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09" name="Google Shape;909;p43"/>
          <p:cNvSpPr txBox="1"/>
          <p:nvPr/>
        </p:nvSpPr>
        <p:spPr>
          <a:xfrm>
            <a:off x="1115050" y="25298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10" name="Google Shape;910;p43"/>
          <p:cNvCxnSpPr/>
          <p:nvPr/>
        </p:nvCxnSpPr>
        <p:spPr>
          <a:xfrm>
            <a:off x="1493175" y="275586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11" name="Google Shape;911;p43"/>
          <p:cNvCxnSpPr/>
          <p:nvPr/>
        </p:nvCxnSpPr>
        <p:spPr>
          <a:xfrm flipH="1">
            <a:off x="2113732" y="2192100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12" name="Google Shape;912;p43"/>
          <p:cNvSpPr/>
          <p:nvPr/>
        </p:nvSpPr>
        <p:spPr>
          <a:xfrm>
            <a:off x="1876575" y="25153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3" name="Google Shape;913;p43"/>
          <p:cNvSpPr txBox="1"/>
          <p:nvPr/>
        </p:nvSpPr>
        <p:spPr>
          <a:xfrm>
            <a:off x="1920951" y="25362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14" name="Google Shape;914;p43"/>
          <p:cNvSpPr txBox="1"/>
          <p:nvPr/>
        </p:nvSpPr>
        <p:spPr>
          <a:xfrm>
            <a:off x="0" y="3569825"/>
            <a:ext cx="609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exists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5" name="Google Shape;915;p43"/>
          <p:cNvSpPr/>
          <p:nvPr/>
        </p:nvSpPr>
        <p:spPr>
          <a:xfrm>
            <a:off x="554375" y="33545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6" name="Google Shape;916;p43"/>
          <p:cNvSpPr txBox="1"/>
          <p:nvPr/>
        </p:nvSpPr>
        <p:spPr>
          <a:xfrm>
            <a:off x="554375" y="33158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0.987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-3.42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-0.06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7" name="Google Shape;917;p43"/>
          <p:cNvSpPr txBox="1"/>
          <p:nvPr/>
        </p:nvSpPr>
        <p:spPr>
          <a:xfrm>
            <a:off x="1115050" y="35312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18" name="Google Shape;918;p43"/>
          <p:cNvCxnSpPr/>
          <p:nvPr/>
        </p:nvCxnSpPr>
        <p:spPr>
          <a:xfrm>
            <a:off x="1493163" y="376294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19" name="Google Shape;919;p43"/>
          <p:cNvCxnSpPr/>
          <p:nvPr/>
        </p:nvCxnSpPr>
        <p:spPr>
          <a:xfrm flipH="1">
            <a:off x="2113720" y="319917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20" name="Google Shape;920;p43"/>
          <p:cNvSpPr/>
          <p:nvPr/>
        </p:nvSpPr>
        <p:spPr>
          <a:xfrm>
            <a:off x="1876563" y="35224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1" name="Google Shape;921;p43"/>
          <p:cNvSpPr txBox="1"/>
          <p:nvPr/>
        </p:nvSpPr>
        <p:spPr>
          <a:xfrm>
            <a:off x="1920938" y="354336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3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22" name="Google Shape;922;p43"/>
          <p:cNvCxnSpPr/>
          <p:nvPr/>
        </p:nvCxnSpPr>
        <p:spPr>
          <a:xfrm>
            <a:off x="2408113" y="37439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23" name="Google Shape;923;p43"/>
          <p:cNvSpPr txBox="1"/>
          <p:nvPr/>
        </p:nvSpPr>
        <p:spPr>
          <a:xfrm>
            <a:off x="2354150" y="3348750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3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24" name="Google Shape;924;p43"/>
          <p:cNvSpPr/>
          <p:nvPr/>
        </p:nvSpPr>
        <p:spPr>
          <a:xfrm>
            <a:off x="2809275" y="3522388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5" name="Google Shape;925;p43"/>
          <p:cNvSpPr txBox="1"/>
          <p:nvPr/>
        </p:nvSpPr>
        <p:spPr>
          <a:xfrm>
            <a:off x="3810925" y="757613"/>
            <a:ext cx="1809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latin typeface="Lato"/>
                <a:ea typeface="Lato"/>
                <a:cs typeface="Lato"/>
                <a:sym typeface="Lato"/>
              </a:rPr>
              <a:t>W, U, V, b</a:t>
            </a:r>
            <a:r>
              <a:rPr lang="en" sz="1700" b="1" i="1" baseline="-25000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b="1" i="1">
                <a:latin typeface="Lato"/>
                <a:ea typeface="Lato"/>
                <a:cs typeface="Lato"/>
                <a:sym typeface="Lato"/>
              </a:rPr>
              <a:t>, b</a:t>
            </a:r>
            <a:r>
              <a:rPr lang="en" sz="1700" b="1" i="1" baseline="-25000">
                <a:latin typeface="Lato"/>
                <a:ea typeface="Lato"/>
                <a:cs typeface="Lato"/>
                <a:sym typeface="Lato"/>
              </a:rPr>
              <a:t>y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26" name="Google Shape;926;p43"/>
          <p:cNvSpPr txBox="1"/>
          <p:nvPr/>
        </p:nvSpPr>
        <p:spPr>
          <a:xfrm>
            <a:off x="3514825" y="415300"/>
            <a:ext cx="2761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Обучаемые параметры слоя: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27" name="Google Shape;92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5300" y="1691199"/>
            <a:ext cx="2331209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928" name="Google Shape;928;p43"/>
          <p:cNvSpPr txBox="1"/>
          <p:nvPr/>
        </p:nvSpPr>
        <p:spPr>
          <a:xfrm>
            <a:off x="3600950" y="1306300"/>
            <a:ext cx="1314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Для </a:t>
            </a:r>
            <a:r>
              <a:rPr lang="en" sz="1300" i="1">
                <a:latin typeface="Montserrat"/>
                <a:ea typeface="Montserrat"/>
                <a:cs typeface="Montserrat"/>
                <a:sym typeface="Montserrat"/>
              </a:rPr>
              <a:t>t = 1, 2</a:t>
            </a: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9" name="Google Shape;929;p43"/>
          <p:cNvSpPr txBox="1"/>
          <p:nvPr/>
        </p:nvSpPr>
        <p:spPr>
          <a:xfrm>
            <a:off x="3600950" y="2131800"/>
            <a:ext cx="1314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Для </a:t>
            </a:r>
            <a:r>
              <a:rPr lang="en" sz="1300" i="1">
                <a:latin typeface="Montserrat"/>
                <a:ea typeface="Montserrat"/>
                <a:cs typeface="Montserrat"/>
                <a:sym typeface="Montserrat"/>
              </a:rPr>
              <a:t>t = 3</a:t>
            </a: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30" name="Google Shape;930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0250" y="2624561"/>
            <a:ext cx="2321298" cy="44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28800" y="3123574"/>
            <a:ext cx="1546131" cy="415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2" name="Google Shape;932;p43"/>
          <p:cNvCxnSpPr/>
          <p:nvPr/>
        </p:nvCxnSpPr>
        <p:spPr>
          <a:xfrm rot="10800000">
            <a:off x="2451625" y="4148050"/>
            <a:ext cx="1047000" cy="120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933" name="Google Shape;933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05253" y="4280888"/>
            <a:ext cx="322335" cy="53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44"/>
          <p:cNvSpPr txBox="1"/>
          <p:nvPr/>
        </p:nvSpPr>
        <p:spPr>
          <a:xfrm>
            <a:off x="1115050" y="1530300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700" baseline="30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9" name="Google Shape;939;p44"/>
          <p:cNvSpPr txBox="1"/>
          <p:nvPr/>
        </p:nvSpPr>
        <p:spPr>
          <a:xfrm>
            <a:off x="200400" y="1553400"/>
            <a:ext cx="40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0" name="Google Shape;940;p44"/>
          <p:cNvSpPr/>
          <p:nvPr/>
        </p:nvSpPr>
        <p:spPr>
          <a:xfrm>
            <a:off x="554375" y="1353600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1" name="Google Shape;941;p44"/>
          <p:cNvSpPr txBox="1"/>
          <p:nvPr/>
        </p:nvSpPr>
        <p:spPr>
          <a:xfrm>
            <a:off x="554375" y="1314900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-1.34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2.34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2" name="Google Shape;942;p44"/>
          <p:cNvSpPr/>
          <p:nvPr/>
        </p:nvSpPr>
        <p:spPr>
          <a:xfrm>
            <a:off x="1876575" y="5598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943;p44"/>
          <p:cNvSpPr txBox="1"/>
          <p:nvPr/>
        </p:nvSpPr>
        <p:spPr>
          <a:xfrm>
            <a:off x="1920951" y="5807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44" name="Google Shape;944;p44"/>
          <p:cNvCxnSpPr/>
          <p:nvPr/>
        </p:nvCxnSpPr>
        <p:spPr>
          <a:xfrm flipH="1">
            <a:off x="2113732" y="120402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45" name="Google Shape;945;p44"/>
          <p:cNvCxnSpPr/>
          <p:nvPr/>
        </p:nvCxnSpPr>
        <p:spPr>
          <a:xfrm>
            <a:off x="1493175" y="17534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46" name="Google Shape;946;p44"/>
          <p:cNvSpPr/>
          <p:nvPr/>
        </p:nvSpPr>
        <p:spPr>
          <a:xfrm>
            <a:off x="1876575" y="152725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7" name="Google Shape;947;p44"/>
          <p:cNvSpPr txBox="1"/>
          <p:nvPr/>
        </p:nvSpPr>
        <p:spPr>
          <a:xfrm>
            <a:off x="1920951" y="154821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8" name="Google Shape;948;p44"/>
          <p:cNvSpPr txBox="1"/>
          <p:nvPr/>
        </p:nvSpPr>
        <p:spPr>
          <a:xfrm>
            <a:off x="131725" y="2568425"/>
            <a:ext cx="8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cat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9" name="Google Shape;949;p44"/>
          <p:cNvSpPr/>
          <p:nvPr/>
        </p:nvSpPr>
        <p:spPr>
          <a:xfrm>
            <a:off x="554375" y="23574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0" name="Google Shape;950;p44"/>
          <p:cNvSpPr txBox="1"/>
          <p:nvPr/>
        </p:nvSpPr>
        <p:spPr>
          <a:xfrm>
            <a:off x="554375" y="23187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-0.21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0.56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-1.67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...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-0.05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1" name="Google Shape;951;p44"/>
          <p:cNvSpPr txBox="1"/>
          <p:nvPr/>
        </p:nvSpPr>
        <p:spPr>
          <a:xfrm>
            <a:off x="1115050" y="25298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52" name="Google Shape;952;p44"/>
          <p:cNvCxnSpPr/>
          <p:nvPr/>
        </p:nvCxnSpPr>
        <p:spPr>
          <a:xfrm>
            <a:off x="1493175" y="275586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53" name="Google Shape;953;p44"/>
          <p:cNvCxnSpPr/>
          <p:nvPr/>
        </p:nvCxnSpPr>
        <p:spPr>
          <a:xfrm flipH="1">
            <a:off x="2113732" y="2192100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54" name="Google Shape;954;p44"/>
          <p:cNvSpPr/>
          <p:nvPr/>
        </p:nvSpPr>
        <p:spPr>
          <a:xfrm>
            <a:off x="1876575" y="25153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5" name="Google Shape;955;p44"/>
          <p:cNvSpPr txBox="1"/>
          <p:nvPr/>
        </p:nvSpPr>
        <p:spPr>
          <a:xfrm>
            <a:off x="1920951" y="25362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6" name="Google Shape;956;p44"/>
          <p:cNvSpPr txBox="1"/>
          <p:nvPr/>
        </p:nvSpPr>
        <p:spPr>
          <a:xfrm>
            <a:off x="0" y="3569825"/>
            <a:ext cx="609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exists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7" name="Google Shape;957;p44"/>
          <p:cNvSpPr/>
          <p:nvPr/>
        </p:nvSpPr>
        <p:spPr>
          <a:xfrm>
            <a:off x="554375" y="33545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8" name="Google Shape;958;p44"/>
          <p:cNvSpPr txBox="1"/>
          <p:nvPr/>
        </p:nvSpPr>
        <p:spPr>
          <a:xfrm>
            <a:off x="554375" y="33158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0.987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-3.42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-0.06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9" name="Google Shape;959;p44"/>
          <p:cNvSpPr txBox="1"/>
          <p:nvPr/>
        </p:nvSpPr>
        <p:spPr>
          <a:xfrm>
            <a:off x="1115050" y="35312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60" name="Google Shape;960;p44"/>
          <p:cNvCxnSpPr/>
          <p:nvPr/>
        </p:nvCxnSpPr>
        <p:spPr>
          <a:xfrm>
            <a:off x="1493163" y="376294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61" name="Google Shape;961;p44"/>
          <p:cNvCxnSpPr/>
          <p:nvPr/>
        </p:nvCxnSpPr>
        <p:spPr>
          <a:xfrm flipH="1">
            <a:off x="2113720" y="319917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62" name="Google Shape;962;p44"/>
          <p:cNvSpPr/>
          <p:nvPr/>
        </p:nvSpPr>
        <p:spPr>
          <a:xfrm>
            <a:off x="1876563" y="35224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3" name="Google Shape;963;p44"/>
          <p:cNvSpPr txBox="1"/>
          <p:nvPr/>
        </p:nvSpPr>
        <p:spPr>
          <a:xfrm>
            <a:off x="1920938" y="354336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3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64" name="Google Shape;964;p44"/>
          <p:cNvCxnSpPr/>
          <p:nvPr/>
        </p:nvCxnSpPr>
        <p:spPr>
          <a:xfrm>
            <a:off x="2408113" y="37439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65" name="Google Shape;965;p44"/>
          <p:cNvSpPr txBox="1"/>
          <p:nvPr/>
        </p:nvSpPr>
        <p:spPr>
          <a:xfrm>
            <a:off x="2354150" y="3348750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3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6" name="Google Shape;966;p44"/>
          <p:cNvSpPr/>
          <p:nvPr/>
        </p:nvSpPr>
        <p:spPr>
          <a:xfrm>
            <a:off x="2809275" y="3522388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67" name="Google Shape;967;p44"/>
          <p:cNvCxnSpPr/>
          <p:nvPr/>
        </p:nvCxnSpPr>
        <p:spPr>
          <a:xfrm rot="10800000">
            <a:off x="2451625" y="4148050"/>
            <a:ext cx="1047000" cy="120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968" name="Google Shape;96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5253" y="4280888"/>
            <a:ext cx="322335" cy="537225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44"/>
          <p:cNvSpPr txBox="1"/>
          <p:nvPr/>
        </p:nvSpPr>
        <p:spPr>
          <a:xfrm>
            <a:off x="3810925" y="757613"/>
            <a:ext cx="1809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latin typeface="Lato"/>
                <a:ea typeface="Lato"/>
                <a:cs typeface="Lato"/>
                <a:sym typeface="Lato"/>
              </a:rPr>
              <a:t>W, U, V, b</a:t>
            </a:r>
            <a:r>
              <a:rPr lang="en" sz="1700" b="1" i="1" baseline="-25000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b="1" i="1">
                <a:latin typeface="Lato"/>
                <a:ea typeface="Lato"/>
                <a:cs typeface="Lato"/>
                <a:sym typeface="Lato"/>
              </a:rPr>
              <a:t>, b</a:t>
            </a:r>
            <a:r>
              <a:rPr lang="en" sz="1700" b="1" i="1" baseline="-25000">
                <a:latin typeface="Lato"/>
                <a:ea typeface="Lato"/>
                <a:cs typeface="Lato"/>
                <a:sym typeface="Lato"/>
              </a:rPr>
              <a:t>y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0" name="Google Shape;970;p44"/>
          <p:cNvSpPr txBox="1"/>
          <p:nvPr/>
        </p:nvSpPr>
        <p:spPr>
          <a:xfrm>
            <a:off x="3514825" y="415300"/>
            <a:ext cx="2761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Обучаемые параметры слоя: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71" name="Google Shape;971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5300" y="1691199"/>
            <a:ext cx="2331209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972" name="Google Shape;972;p44"/>
          <p:cNvSpPr txBox="1"/>
          <p:nvPr/>
        </p:nvSpPr>
        <p:spPr>
          <a:xfrm>
            <a:off x="3600950" y="1306300"/>
            <a:ext cx="1314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Для </a:t>
            </a:r>
            <a:r>
              <a:rPr lang="en" sz="1300" i="1">
                <a:latin typeface="Montserrat"/>
                <a:ea typeface="Montserrat"/>
                <a:cs typeface="Montserrat"/>
                <a:sym typeface="Montserrat"/>
              </a:rPr>
              <a:t>t = 1, 2</a:t>
            </a: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3" name="Google Shape;973;p44"/>
          <p:cNvSpPr txBox="1"/>
          <p:nvPr/>
        </p:nvSpPr>
        <p:spPr>
          <a:xfrm>
            <a:off x="3600950" y="2131800"/>
            <a:ext cx="1314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Для </a:t>
            </a:r>
            <a:r>
              <a:rPr lang="en" sz="1300" i="1">
                <a:latin typeface="Montserrat"/>
                <a:ea typeface="Montserrat"/>
                <a:cs typeface="Montserrat"/>
                <a:sym typeface="Montserrat"/>
              </a:rPr>
              <a:t>t = 3</a:t>
            </a: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74" name="Google Shape;974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90250" y="2624561"/>
            <a:ext cx="2321298" cy="44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5" name="Google Shape;975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28800" y="3123574"/>
            <a:ext cx="1546131" cy="415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44"/>
          <p:cNvSpPr/>
          <p:nvPr/>
        </p:nvSpPr>
        <p:spPr>
          <a:xfrm>
            <a:off x="3691525" y="3799600"/>
            <a:ext cx="3131700" cy="708900"/>
          </a:xfrm>
          <a:prstGeom prst="rect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77" name="Google Shape;977;p4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60733" y="3842077"/>
            <a:ext cx="2811768" cy="623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45"/>
          <p:cNvSpPr txBox="1"/>
          <p:nvPr/>
        </p:nvSpPr>
        <p:spPr>
          <a:xfrm>
            <a:off x="1115050" y="1530300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700" baseline="30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3" name="Google Shape;983;p45"/>
          <p:cNvSpPr txBox="1"/>
          <p:nvPr/>
        </p:nvSpPr>
        <p:spPr>
          <a:xfrm>
            <a:off x="200400" y="1553400"/>
            <a:ext cx="40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4" name="Google Shape;984;p45"/>
          <p:cNvSpPr/>
          <p:nvPr/>
        </p:nvSpPr>
        <p:spPr>
          <a:xfrm>
            <a:off x="554375" y="1353600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5" name="Google Shape;985;p45"/>
          <p:cNvSpPr txBox="1"/>
          <p:nvPr/>
        </p:nvSpPr>
        <p:spPr>
          <a:xfrm>
            <a:off x="554375" y="1314900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-1.34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2.34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6" name="Google Shape;986;p45"/>
          <p:cNvSpPr/>
          <p:nvPr/>
        </p:nvSpPr>
        <p:spPr>
          <a:xfrm>
            <a:off x="1876575" y="5598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7" name="Google Shape;987;p45"/>
          <p:cNvSpPr txBox="1"/>
          <p:nvPr/>
        </p:nvSpPr>
        <p:spPr>
          <a:xfrm>
            <a:off x="1920951" y="5807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88" name="Google Shape;988;p45"/>
          <p:cNvCxnSpPr/>
          <p:nvPr/>
        </p:nvCxnSpPr>
        <p:spPr>
          <a:xfrm flipH="1">
            <a:off x="2113732" y="120402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89" name="Google Shape;989;p45"/>
          <p:cNvCxnSpPr/>
          <p:nvPr/>
        </p:nvCxnSpPr>
        <p:spPr>
          <a:xfrm>
            <a:off x="1493175" y="17534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90" name="Google Shape;990;p45"/>
          <p:cNvSpPr/>
          <p:nvPr/>
        </p:nvSpPr>
        <p:spPr>
          <a:xfrm>
            <a:off x="1876575" y="152725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1" name="Google Shape;991;p45"/>
          <p:cNvSpPr txBox="1"/>
          <p:nvPr/>
        </p:nvSpPr>
        <p:spPr>
          <a:xfrm>
            <a:off x="1920951" y="154821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2" name="Google Shape;992;p45"/>
          <p:cNvSpPr txBox="1"/>
          <p:nvPr/>
        </p:nvSpPr>
        <p:spPr>
          <a:xfrm>
            <a:off x="131725" y="2568425"/>
            <a:ext cx="8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cat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3" name="Google Shape;993;p45"/>
          <p:cNvSpPr/>
          <p:nvPr/>
        </p:nvSpPr>
        <p:spPr>
          <a:xfrm>
            <a:off x="554375" y="23574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4" name="Google Shape;994;p45"/>
          <p:cNvSpPr txBox="1"/>
          <p:nvPr/>
        </p:nvSpPr>
        <p:spPr>
          <a:xfrm>
            <a:off x="554375" y="23187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-0.21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0.56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-1.67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...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-0.05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5" name="Google Shape;995;p45"/>
          <p:cNvSpPr txBox="1"/>
          <p:nvPr/>
        </p:nvSpPr>
        <p:spPr>
          <a:xfrm>
            <a:off x="1115050" y="25298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96" name="Google Shape;996;p45"/>
          <p:cNvCxnSpPr/>
          <p:nvPr/>
        </p:nvCxnSpPr>
        <p:spPr>
          <a:xfrm>
            <a:off x="1493175" y="275586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97" name="Google Shape;997;p45"/>
          <p:cNvCxnSpPr/>
          <p:nvPr/>
        </p:nvCxnSpPr>
        <p:spPr>
          <a:xfrm flipH="1">
            <a:off x="2113732" y="2192100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98" name="Google Shape;998;p45"/>
          <p:cNvSpPr/>
          <p:nvPr/>
        </p:nvSpPr>
        <p:spPr>
          <a:xfrm>
            <a:off x="1876575" y="25153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9" name="Google Shape;999;p45"/>
          <p:cNvSpPr txBox="1"/>
          <p:nvPr/>
        </p:nvSpPr>
        <p:spPr>
          <a:xfrm>
            <a:off x="1920951" y="25362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00" name="Google Shape;1000;p45"/>
          <p:cNvSpPr txBox="1"/>
          <p:nvPr/>
        </p:nvSpPr>
        <p:spPr>
          <a:xfrm>
            <a:off x="0" y="3569825"/>
            <a:ext cx="609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exists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1" name="Google Shape;1001;p45"/>
          <p:cNvSpPr/>
          <p:nvPr/>
        </p:nvSpPr>
        <p:spPr>
          <a:xfrm>
            <a:off x="554375" y="33545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2" name="Google Shape;1002;p45"/>
          <p:cNvSpPr txBox="1"/>
          <p:nvPr/>
        </p:nvSpPr>
        <p:spPr>
          <a:xfrm>
            <a:off x="554375" y="33158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0.987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-3.42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-0.06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3" name="Google Shape;1003;p45"/>
          <p:cNvSpPr txBox="1"/>
          <p:nvPr/>
        </p:nvSpPr>
        <p:spPr>
          <a:xfrm>
            <a:off x="1115050" y="35312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04" name="Google Shape;1004;p45"/>
          <p:cNvCxnSpPr/>
          <p:nvPr/>
        </p:nvCxnSpPr>
        <p:spPr>
          <a:xfrm>
            <a:off x="1493163" y="376294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05" name="Google Shape;1005;p45"/>
          <p:cNvCxnSpPr/>
          <p:nvPr/>
        </p:nvCxnSpPr>
        <p:spPr>
          <a:xfrm flipH="1">
            <a:off x="2113720" y="319917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06" name="Google Shape;1006;p45"/>
          <p:cNvSpPr/>
          <p:nvPr/>
        </p:nvSpPr>
        <p:spPr>
          <a:xfrm>
            <a:off x="1876563" y="35224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7" name="Google Shape;1007;p45"/>
          <p:cNvSpPr txBox="1"/>
          <p:nvPr/>
        </p:nvSpPr>
        <p:spPr>
          <a:xfrm>
            <a:off x="1920938" y="354336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3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08" name="Google Shape;1008;p45"/>
          <p:cNvCxnSpPr/>
          <p:nvPr/>
        </p:nvCxnSpPr>
        <p:spPr>
          <a:xfrm>
            <a:off x="2408113" y="37439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09" name="Google Shape;1009;p45"/>
          <p:cNvSpPr txBox="1"/>
          <p:nvPr/>
        </p:nvSpPr>
        <p:spPr>
          <a:xfrm>
            <a:off x="2354150" y="3348750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3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10" name="Google Shape;1010;p45"/>
          <p:cNvSpPr/>
          <p:nvPr/>
        </p:nvSpPr>
        <p:spPr>
          <a:xfrm>
            <a:off x="2809275" y="3522388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11" name="Google Shape;1011;p45"/>
          <p:cNvCxnSpPr/>
          <p:nvPr/>
        </p:nvCxnSpPr>
        <p:spPr>
          <a:xfrm rot="10800000">
            <a:off x="1775425" y="4142650"/>
            <a:ext cx="1723200" cy="174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12" name="Google Shape;1012;p45"/>
          <p:cNvSpPr txBox="1"/>
          <p:nvPr/>
        </p:nvSpPr>
        <p:spPr>
          <a:xfrm>
            <a:off x="3810925" y="757613"/>
            <a:ext cx="1809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latin typeface="Lato"/>
                <a:ea typeface="Lato"/>
                <a:cs typeface="Lato"/>
                <a:sym typeface="Lato"/>
              </a:rPr>
              <a:t>W, U, V, b</a:t>
            </a:r>
            <a:r>
              <a:rPr lang="en" sz="1700" b="1" i="1" baseline="-25000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b="1" i="1">
                <a:latin typeface="Lato"/>
                <a:ea typeface="Lato"/>
                <a:cs typeface="Lato"/>
                <a:sym typeface="Lato"/>
              </a:rPr>
              <a:t>, b</a:t>
            </a:r>
            <a:r>
              <a:rPr lang="en" sz="1700" b="1" i="1" baseline="-25000">
                <a:latin typeface="Lato"/>
                <a:ea typeface="Lato"/>
                <a:cs typeface="Lato"/>
                <a:sym typeface="Lato"/>
              </a:rPr>
              <a:t>y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13" name="Google Shape;1013;p45"/>
          <p:cNvSpPr txBox="1"/>
          <p:nvPr/>
        </p:nvSpPr>
        <p:spPr>
          <a:xfrm>
            <a:off x="3514825" y="415300"/>
            <a:ext cx="2761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Обучаемые параметры слоя: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14" name="Google Shape;101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5300" y="1691199"/>
            <a:ext cx="2331209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45"/>
          <p:cNvSpPr txBox="1"/>
          <p:nvPr/>
        </p:nvSpPr>
        <p:spPr>
          <a:xfrm>
            <a:off x="3600950" y="1306300"/>
            <a:ext cx="1314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Для </a:t>
            </a:r>
            <a:r>
              <a:rPr lang="en" sz="1300" i="1">
                <a:latin typeface="Montserrat"/>
                <a:ea typeface="Montserrat"/>
                <a:cs typeface="Montserrat"/>
                <a:sym typeface="Montserrat"/>
              </a:rPr>
              <a:t>t = 1, 2</a:t>
            </a: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6" name="Google Shape;1016;p45"/>
          <p:cNvSpPr txBox="1"/>
          <p:nvPr/>
        </p:nvSpPr>
        <p:spPr>
          <a:xfrm>
            <a:off x="3600950" y="2131800"/>
            <a:ext cx="1314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Для </a:t>
            </a:r>
            <a:r>
              <a:rPr lang="en" sz="1300" i="1">
                <a:latin typeface="Montserrat"/>
                <a:ea typeface="Montserrat"/>
                <a:cs typeface="Montserrat"/>
                <a:sym typeface="Montserrat"/>
              </a:rPr>
              <a:t>t = 3</a:t>
            </a: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17" name="Google Shape;1017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0250" y="2624561"/>
            <a:ext cx="2321298" cy="44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8" name="Google Shape;1018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28800" y="3123574"/>
            <a:ext cx="1546131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9" name="Google Shape;1019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03688" y="4289577"/>
            <a:ext cx="318467" cy="4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0" name="Google Shape;1020;p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41975" y="3840345"/>
            <a:ext cx="3369731" cy="601073"/>
          </a:xfrm>
          <a:prstGeom prst="rect">
            <a:avLst/>
          </a:prstGeom>
          <a:noFill/>
          <a:ln>
            <a:noFill/>
          </a:ln>
        </p:spPr>
      </p:pic>
      <p:sp>
        <p:nvSpPr>
          <p:cNvPr id="1021" name="Google Shape;1021;p45"/>
          <p:cNvSpPr/>
          <p:nvPr/>
        </p:nvSpPr>
        <p:spPr>
          <a:xfrm>
            <a:off x="3741976" y="3744000"/>
            <a:ext cx="3415500" cy="793500"/>
          </a:xfrm>
          <a:prstGeom prst="rect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46"/>
          <p:cNvSpPr txBox="1"/>
          <p:nvPr/>
        </p:nvSpPr>
        <p:spPr>
          <a:xfrm>
            <a:off x="1115050" y="1530300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700" baseline="30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7" name="Google Shape;1027;p46"/>
          <p:cNvSpPr txBox="1"/>
          <p:nvPr/>
        </p:nvSpPr>
        <p:spPr>
          <a:xfrm>
            <a:off x="200400" y="1553400"/>
            <a:ext cx="40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8" name="Google Shape;1028;p46"/>
          <p:cNvSpPr/>
          <p:nvPr/>
        </p:nvSpPr>
        <p:spPr>
          <a:xfrm>
            <a:off x="554375" y="1353600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9" name="Google Shape;1029;p46"/>
          <p:cNvSpPr txBox="1"/>
          <p:nvPr/>
        </p:nvSpPr>
        <p:spPr>
          <a:xfrm>
            <a:off x="554375" y="1314900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-1.34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2.34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0" name="Google Shape;1030;p46"/>
          <p:cNvSpPr/>
          <p:nvPr/>
        </p:nvSpPr>
        <p:spPr>
          <a:xfrm>
            <a:off x="1876575" y="5598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1" name="Google Shape;1031;p46"/>
          <p:cNvSpPr txBox="1"/>
          <p:nvPr/>
        </p:nvSpPr>
        <p:spPr>
          <a:xfrm>
            <a:off x="1920951" y="5807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32" name="Google Shape;1032;p46"/>
          <p:cNvCxnSpPr/>
          <p:nvPr/>
        </p:nvCxnSpPr>
        <p:spPr>
          <a:xfrm flipH="1">
            <a:off x="2113732" y="120402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33" name="Google Shape;1033;p46"/>
          <p:cNvCxnSpPr/>
          <p:nvPr/>
        </p:nvCxnSpPr>
        <p:spPr>
          <a:xfrm>
            <a:off x="1493175" y="17534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34" name="Google Shape;1034;p46"/>
          <p:cNvSpPr/>
          <p:nvPr/>
        </p:nvSpPr>
        <p:spPr>
          <a:xfrm>
            <a:off x="1876575" y="152725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5" name="Google Shape;1035;p46"/>
          <p:cNvSpPr txBox="1"/>
          <p:nvPr/>
        </p:nvSpPr>
        <p:spPr>
          <a:xfrm>
            <a:off x="1920951" y="154821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36" name="Google Shape;1036;p46"/>
          <p:cNvSpPr txBox="1"/>
          <p:nvPr/>
        </p:nvSpPr>
        <p:spPr>
          <a:xfrm>
            <a:off x="131725" y="2568425"/>
            <a:ext cx="8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cat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7" name="Google Shape;1037;p46"/>
          <p:cNvSpPr/>
          <p:nvPr/>
        </p:nvSpPr>
        <p:spPr>
          <a:xfrm>
            <a:off x="554375" y="23574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8" name="Google Shape;1038;p46"/>
          <p:cNvSpPr txBox="1"/>
          <p:nvPr/>
        </p:nvSpPr>
        <p:spPr>
          <a:xfrm>
            <a:off x="554375" y="23187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-0.21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0.56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-1.67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...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-0.05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39" name="Google Shape;1039;p46"/>
          <p:cNvSpPr txBox="1"/>
          <p:nvPr/>
        </p:nvSpPr>
        <p:spPr>
          <a:xfrm>
            <a:off x="1115050" y="25298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40" name="Google Shape;1040;p46"/>
          <p:cNvCxnSpPr/>
          <p:nvPr/>
        </p:nvCxnSpPr>
        <p:spPr>
          <a:xfrm>
            <a:off x="1493175" y="275586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41" name="Google Shape;1041;p46"/>
          <p:cNvCxnSpPr/>
          <p:nvPr/>
        </p:nvCxnSpPr>
        <p:spPr>
          <a:xfrm flipH="1">
            <a:off x="2113732" y="2192100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42" name="Google Shape;1042;p46"/>
          <p:cNvSpPr/>
          <p:nvPr/>
        </p:nvSpPr>
        <p:spPr>
          <a:xfrm>
            <a:off x="1876575" y="25153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3" name="Google Shape;1043;p46"/>
          <p:cNvSpPr txBox="1"/>
          <p:nvPr/>
        </p:nvSpPr>
        <p:spPr>
          <a:xfrm>
            <a:off x="1920951" y="25362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4" name="Google Shape;1044;p46"/>
          <p:cNvSpPr txBox="1"/>
          <p:nvPr/>
        </p:nvSpPr>
        <p:spPr>
          <a:xfrm>
            <a:off x="0" y="3569825"/>
            <a:ext cx="609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exists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5" name="Google Shape;1045;p46"/>
          <p:cNvSpPr/>
          <p:nvPr/>
        </p:nvSpPr>
        <p:spPr>
          <a:xfrm>
            <a:off x="554375" y="33545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6" name="Google Shape;1046;p46"/>
          <p:cNvSpPr txBox="1"/>
          <p:nvPr/>
        </p:nvSpPr>
        <p:spPr>
          <a:xfrm>
            <a:off x="554375" y="33158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0.987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-3.42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-0.06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7" name="Google Shape;1047;p46"/>
          <p:cNvSpPr txBox="1"/>
          <p:nvPr/>
        </p:nvSpPr>
        <p:spPr>
          <a:xfrm>
            <a:off x="1115050" y="35312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48" name="Google Shape;1048;p46"/>
          <p:cNvCxnSpPr/>
          <p:nvPr/>
        </p:nvCxnSpPr>
        <p:spPr>
          <a:xfrm>
            <a:off x="1493163" y="376294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49" name="Google Shape;1049;p46"/>
          <p:cNvCxnSpPr/>
          <p:nvPr/>
        </p:nvCxnSpPr>
        <p:spPr>
          <a:xfrm flipH="1">
            <a:off x="2113720" y="319917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50" name="Google Shape;1050;p46"/>
          <p:cNvSpPr/>
          <p:nvPr/>
        </p:nvSpPr>
        <p:spPr>
          <a:xfrm>
            <a:off x="1876563" y="35224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1" name="Google Shape;1051;p46"/>
          <p:cNvSpPr txBox="1"/>
          <p:nvPr/>
        </p:nvSpPr>
        <p:spPr>
          <a:xfrm>
            <a:off x="1920938" y="354336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3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52" name="Google Shape;1052;p46"/>
          <p:cNvCxnSpPr/>
          <p:nvPr/>
        </p:nvCxnSpPr>
        <p:spPr>
          <a:xfrm>
            <a:off x="2408113" y="37439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53" name="Google Shape;1053;p46"/>
          <p:cNvSpPr txBox="1"/>
          <p:nvPr/>
        </p:nvSpPr>
        <p:spPr>
          <a:xfrm>
            <a:off x="2354150" y="3348750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3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4" name="Google Shape;1054;p46"/>
          <p:cNvSpPr/>
          <p:nvPr/>
        </p:nvSpPr>
        <p:spPr>
          <a:xfrm>
            <a:off x="2809275" y="3522388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55" name="Google Shape;1055;p46"/>
          <p:cNvCxnSpPr/>
          <p:nvPr/>
        </p:nvCxnSpPr>
        <p:spPr>
          <a:xfrm rot="10800000">
            <a:off x="1775425" y="4142650"/>
            <a:ext cx="1723200" cy="174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056" name="Google Shape;105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3688" y="4289577"/>
            <a:ext cx="318467" cy="4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7" name="Google Shape;1057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6300" y="366775"/>
            <a:ext cx="2331209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8" name="Google Shape;1058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6299" y="960504"/>
            <a:ext cx="1383786" cy="507661"/>
          </a:xfrm>
          <a:prstGeom prst="rect">
            <a:avLst/>
          </a:prstGeom>
          <a:noFill/>
          <a:ln>
            <a:noFill/>
          </a:ln>
        </p:spPr>
      </p:pic>
      <p:sp>
        <p:nvSpPr>
          <p:cNvPr id="1059" name="Google Shape;1059;p46"/>
          <p:cNvSpPr/>
          <p:nvPr/>
        </p:nvSpPr>
        <p:spPr>
          <a:xfrm>
            <a:off x="4572840" y="924425"/>
            <a:ext cx="455700" cy="543900"/>
          </a:xfrm>
          <a:prstGeom prst="rect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0" name="Google Shape;1060;p46"/>
          <p:cNvSpPr/>
          <p:nvPr/>
        </p:nvSpPr>
        <p:spPr>
          <a:xfrm>
            <a:off x="5302827" y="1955903"/>
            <a:ext cx="250800" cy="332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61" name="Google Shape;1061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4685956" y="1537464"/>
            <a:ext cx="191271" cy="212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2" name="Google Shape;1062;p4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89712" y="1819404"/>
            <a:ext cx="1383775" cy="552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47"/>
          <p:cNvSpPr txBox="1"/>
          <p:nvPr/>
        </p:nvSpPr>
        <p:spPr>
          <a:xfrm>
            <a:off x="1115050" y="1530300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700" baseline="30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8" name="Google Shape;1068;p47"/>
          <p:cNvSpPr txBox="1"/>
          <p:nvPr/>
        </p:nvSpPr>
        <p:spPr>
          <a:xfrm>
            <a:off x="200400" y="1553400"/>
            <a:ext cx="40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9" name="Google Shape;1069;p47"/>
          <p:cNvSpPr/>
          <p:nvPr/>
        </p:nvSpPr>
        <p:spPr>
          <a:xfrm>
            <a:off x="554375" y="1353600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0" name="Google Shape;1070;p47"/>
          <p:cNvSpPr txBox="1"/>
          <p:nvPr/>
        </p:nvSpPr>
        <p:spPr>
          <a:xfrm>
            <a:off x="554375" y="1314900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-1.34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2.34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1" name="Google Shape;1071;p47"/>
          <p:cNvSpPr/>
          <p:nvPr/>
        </p:nvSpPr>
        <p:spPr>
          <a:xfrm>
            <a:off x="1876575" y="5598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2" name="Google Shape;1072;p47"/>
          <p:cNvSpPr txBox="1"/>
          <p:nvPr/>
        </p:nvSpPr>
        <p:spPr>
          <a:xfrm>
            <a:off x="1920951" y="5807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73" name="Google Shape;1073;p47"/>
          <p:cNvCxnSpPr/>
          <p:nvPr/>
        </p:nvCxnSpPr>
        <p:spPr>
          <a:xfrm flipH="1">
            <a:off x="2113732" y="120402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74" name="Google Shape;1074;p47"/>
          <p:cNvCxnSpPr/>
          <p:nvPr/>
        </p:nvCxnSpPr>
        <p:spPr>
          <a:xfrm>
            <a:off x="1493175" y="17534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75" name="Google Shape;1075;p47"/>
          <p:cNvSpPr/>
          <p:nvPr/>
        </p:nvSpPr>
        <p:spPr>
          <a:xfrm>
            <a:off x="1876575" y="152725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6" name="Google Shape;1076;p47"/>
          <p:cNvSpPr txBox="1"/>
          <p:nvPr/>
        </p:nvSpPr>
        <p:spPr>
          <a:xfrm>
            <a:off x="1920951" y="154821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77" name="Google Shape;1077;p47"/>
          <p:cNvSpPr txBox="1"/>
          <p:nvPr/>
        </p:nvSpPr>
        <p:spPr>
          <a:xfrm>
            <a:off x="131725" y="2568425"/>
            <a:ext cx="8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cat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8" name="Google Shape;1078;p47"/>
          <p:cNvSpPr/>
          <p:nvPr/>
        </p:nvSpPr>
        <p:spPr>
          <a:xfrm>
            <a:off x="554375" y="23574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9" name="Google Shape;1079;p47"/>
          <p:cNvSpPr txBox="1"/>
          <p:nvPr/>
        </p:nvSpPr>
        <p:spPr>
          <a:xfrm>
            <a:off x="554375" y="23187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-0.21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0.56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-1.67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...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-0.05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80" name="Google Shape;1080;p47"/>
          <p:cNvSpPr txBox="1"/>
          <p:nvPr/>
        </p:nvSpPr>
        <p:spPr>
          <a:xfrm>
            <a:off x="1115050" y="25298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81" name="Google Shape;1081;p47"/>
          <p:cNvCxnSpPr/>
          <p:nvPr/>
        </p:nvCxnSpPr>
        <p:spPr>
          <a:xfrm>
            <a:off x="1493175" y="275586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82" name="Google Shape;1082;p47"/>
          <p:cNvCxnSpPr/>
          <p:nvPr/>
        </p:nvCxnSpPr>
        <p:spPr>
          <a:xfrm flipH="1">
            <a:off x="2113732" y="2192100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83" name="Google Shape;1083;p47"/>
          <p:cNvSpPr/>
          <p:nvPr/>
        </p:nvSpPr>
        <p:spPr>
          <a:xfrm>
            <a:off x="1876575" y="25153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4" name="Google Shape;1084;p47"/>
          <p:cNvSpPr txBox="1"/>
          <p:nvPr/>
        </p:nvSpPr>
        <p:spPr>
          <a:xfrm>
            <a:off x="1920951" y="25362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85" name="Google Shape;1085;p47"/>
          <p:cNvSpPr txBox="1"/>
          <p:nvPr/>
        </p:nvSpPr>
        <p:spPr>
          <a:xfrm>
            <a:off x="0" y="3569825"/>
            <a:ext cx="609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exists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6" name="Google Shape;1086;p47"/>
          <p:cNvSpPr/>
          <p:nvPr/>
        </p:nvSpPr>
        <p:spPr>
          <a:xfrm>
            <a:off x="554375" y="33545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7" name="Google Shape;1087;p47"/>
          <p:cNvSpPr txBox="1"/>
          <p:nvPr/>
        </p:nvSpPr>
        <p:spPr>
          <a:xfrm>
            <a:off x="554375" y="33158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0.987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-3.42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-0.06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8" name="Google Shape;1088;p47"/>
          <p:cNvSpPr txBox="1"/>
          <p:nvPr/>
        </p:nvSpPr>
        <p:spPr>
          <a:xfrm>
            <a:off x="1115050" y="35312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89" name="Google Shape;1089;p47"/>
          <p:cNvCxnSpPr/>
          <p:nvPr/>
        </p:nvCxnSpPr>
        <p:spPr>
          <a:xfrm>
            <a:off x="1493163" y="376294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90" name="Google Shape;1090;p47"/>
          <p:cNvCxnSpPr/>
          <p:nvPr/>
        </p:nvCxnSpPr>
        <p:spPr>
          <a:xfrm flipH="1">
            <a:off x="2113720" y="319917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91" name="Google Shape;1091;p47"/>
          <p:cNvSpPr/>
          <p:nvPr/>
        </p:nvSpPr>
        <p:spPr>
          <a:xfrm>
            <a:off x="1876563" y="35224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2" name="Google Shape;1092;p47"/>
          <p:cNvSpPr txBox="1"/>
          <p:nvPr/>
        </p:nvSpPr>
        <p:spPr>
          <a:xfrm>
            <a:off x="1920938" y="354336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3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93" name="Google Shape;1093;p47"/>
          <p:cNvCxnSpPr/>
          <p:nvPr/>
        </p:nvCxnSpPr>
        <p:spPr>
          <a:xfrm>
            <a:off x="2408113" y="37439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94" name="Google Shape;1094;p47"/>
          <p:cNvSpPr txBox="1"/>
          <p:nvPr/>
        </p:nvSpPr>
        <p:spPr>
          <a:xfrm>
            <a:off x="2354150" y="3348750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3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5" name="Google Shape;1095;p47"/>
          <p:cNvSpPr/>
          <p:nvPr/>
        </p:nvSpPr>
        <p:spPr>
          <a:xfrm>
            <a:off x="2809275" y="3522388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96" name="Google Shape;1096;p47"/>
          <p:cNvCxnSpPr/>
          <p:nvPr/>
        </p:nvCxnSpPr>
        <p:spPr>
          <a:xfrm rot="10800000">
            <a:off x="1775425" y="4142650"/>
            <a:ext cx="1723200" cy="174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097" name="Google Shape;109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3688" y="4289577"/>
            <a:ext cx="318467" cy="4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8" name="Google Shape;1098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6300" y="366775"/>
            <a:ext cx="2331209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9" name="Google Shape;1099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6299" y="960504"/>
            <a:ext cx="1383786" cy="507661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47"/>
          <p:cNvSpPr/>
          <p:nvPr/>
        </p:nvSpPr>
        <p:spPr>
          <a:xfrm>
            <a:off x="5302827" y="1955903"/>
            <a:ext cx="250800" cy="332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01" name="Google Shape;1101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46425" y="1553400"/>
            <a:ext cx="2308552" cy="59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2" name="Google Shape;1102;p4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09075" y="1109847"/>
            <a:ext cx="250800" cy="20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48"/>
          <p:cNvSpPr txBox="1"/>
          <p:nvPr/>
        </p:nvSpPr>
        <p:spPr>
          <a:xfrm>
            <a:off x="1115050" y="1530300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700" baseline="30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8" name="Google Shape;1108;p48"/>
          <p:cNvSpPr txBox="1"/>
          <p:nvPr/>
        </p:nvSpPr>
        <p:spPr>
          <a:xfrm>
            <a:off x="200400" y="1553400"/>
            <a:ext cx="40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9" name="Google Shape;1109;p48"/>
          <p:cNvSpPr/>
          <p:nvPr/>
        </p:nvSpPr>
        <p:spPr>
          <a:xfrm>
            <a:off x="554375" y="1353600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0" name="Google Shape;1110;p48"/>
          <p:cNvSpPr txBox="1"/>
          <p:nvPr/>
        </p:nvSpPr>
        <p:spPr>
          <a:xfrm>
            <a:off x="554375" y="1314900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-1.34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2.34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1" name="Google Shape;1111;p48"/>
          <p:cNvSpPr/>
          <p:nvPr/>
        </p:nvSpPr>
        <p:spPr>
          <a:xfrm>
            <a:off x="1876575" y="5598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2" name="Google Shape;1112;p48"/>
          <p:cNvSpPr txBox="1"/>
          <p:nvPr/>
        </p:nvSpPr>
        <p:spPr>
          <a:xfrm>
            <a:off x="1920951" y="5807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13" name="Google Shape;1113;p48"/>
          <p:cNvCxnSpPr/>
          <p:nvPr/>
        </p:nvCxnSpPr>
        <p:spPr>
          <a:xfrm flipH="1">
            <a:off x="2113732" y="120402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14" name="Google Shape;1114;p48"/>
          <p:cNvCxnSpPr/>
          <p:nvPr/>
        </p:nvCxnSpPr>
        <p:spPr>
          <a:xfrm>
            <a:off x="1493175" y="17534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15" name="Google Shape;1115;p48"/>
          <p:cNvSpPr/>
          <p:nvPr/>
        </p:nvSpPr>
        <p:spPr>
          <a:xfrm>
            <a:off x="1876575" y="152725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6" name="Google Shape;1116;p48"/>
          <p:cNvSpPr txBox="1"/>
          <p:nvPr/>
        </p:nvSpPr>
        <p:spPr>
          <a:xfrm>
            <a:off x="1920951" y="154821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7" name="Google Shape;1117;p48"/>
          <p:cNvSpPr txBox="1"/>
          <p:nvPr/>
        </p:nvSpPr>
        <p:spPr>
          <a:xfrm>
            <a:off x="131725" y="2568425"/>
            <a:ext cx="8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cat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8" name="Google Shape;1118;p48"/>
          <p:cNvSpPr/>
          <p:nvPr/>
        </p:nvSpPr>
        <p:spPr>
          <a:xfrm>
            <a:off x="554375" y="23574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9" name="Google Shape;1119;p48"/>
          <p:cNvSpPr txBox="1"/>
          <p:nvPr/>
        </p:nvSpPr>
        <p:spPr>
          <a:xfrm>
            <a:off x="554375" y="23187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-0.21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0.56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-1.67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...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-0.05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0" name="Google Shape;1120;p48"/>
          <p:cNvSpPr txBox="1"/>
          <p:nvPr/>
        </p:nvSpPr>
        <p:spPr>
          <a:xfrm>
            <a:off x="1115050" y="25298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21" name="Google Shape;1121;p48"/>
          <p:cNvCxnSpPr/>
          <p:nvPr/>
        </p:nvCxnSpPr>
        <p:spPr>
          <a:xfrm>
            <a:off x="1493175" y="275586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22" name="Google Shape;1122;p48"/>
          <p:cNvCxnSpPr/>
          <p:nvPr/>
        </p:nvCxnSpPr>
        <p:spPr>
          <a:xfrm flipH="1">
            <a:off x="2113732" y="2192100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23" name="Google Shape;1123;p48"/>
          <p:cNvSpPr/>
          <p:nvPr/>
        </p:nvSpPr>
        <p:spPr>
          <a:xfrm>
            <a:off x="1876575" y="25153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4" name="Google Shape;1124;p48"/>
          <p:cNvSpPr txBox="1"/>
          <p:nvPr/>
        </p:nvSpPr>
        <p:spPr>
          <a:xfrm>
            <a:off x="1920951" y="25362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5" name="Google Shape;1125;p48"/>
          <p:cNvSpPr txBox="1"/>
          <p:nvPr/>
        </p:nvSpPr>
        <p:spPr>
          <a:xfrm>
            <a:off x="0" y="3569825"/>
            <a:ext cx="609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exists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6" name="Google Shape;1126;p48"/>
          <p:cNvSpPr/>
          <p:nvPr/>
        </p:nvSpPr>
        <p:spPr>
          <a:xfrm>
            <a:off x="554375" y="33545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7" name="Google Shape;1127;p48"/>
          <p:cNvSpPr txBox="1"/>
          <p:nvPr/>
        </p:nvSpPr>
        <p:spPr>
          <a:xfrm>
            <a:off x="554375" y="33158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0.987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-3.42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-0.06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8" name="Google Shape;1128;p48"/>
          <p:cNvSpPr txBox="1"/>
          <p:nvPr/>
        </p:nvSpPr>
        <p:spPr>
          <a:xfrm>
            <a:off x="1115050" y="35312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29" name="Google Shape;1129;p48"/>
          <p:cNvCxnSpPr/>
          <p:nvPr/>
        </p:nvCxnSpPr>
        <p:spPr>
          <a:xfrm>
            <a:off x="1493163" y="376294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30" name="Google Shape;1130;p48"/>
          <p:cNvCxnSpPr/>
          <p:nvPr/>
        </p:nvCxnSpPr>
        <p:spPr>
          <a:xfrm flipH="1">
            <a:off x="2113720" y="319917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31" name="Google Shape;1131;p48"/>
          <p:cNvSpPr/>
          <p:nvPr/>
        </p:nvSpPr>
        <p:spPr>
          <a:xfrm>
            <a:off x="1876563" y="35224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2" name="Google Shape;1132;p48"/>
          <p:cNvSpPr txBox="1"/>
          <p:nvPr/>
        </p:nvSpPr>
        <p:spPr>
          <a:xfrm>
            <a:off x="1920938" y="354336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3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33" name="Google Shape;1133;p48"/>
          <p:cNvCxnSpPr/>
          <p:nvPr/>
        </p:nvCxnSpPr>
        <p:spPr>
          <a:xfrm>
            <a:off x="2408113" y="37439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34" name="Google Shape;1134;p48"/>
          <p:cNvSpPr txBox="1"/>
          <p:nvPr/>
        </p:nvSpPr>
        <p:spPr>
          <a:xfrm>
            <a:off x="2354150" y="3348750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3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5" name="Google Shape;1135;p48"/>
          <p:cNvSpPr/>
          <p:nvPr/>
        </p:nvSpPr>
        <p:spPr>
          <a:xfrm>
            <a:off x="2809275" y="3522388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36" name="Google Shape;1136;p48"/>
          <p:cNvCxnSpPr/>
          <p:nvPr/>
        </p:nvCxnSpPr>
        <p:spPr>
          <a:xfrm rot="10800000">
            <a:off x="1775425" y="4142650"/>
            <a:ext cx="1723200" cy="174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137" name="Google Shape;113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3688" y="4289577"/>
            <a:ext cx="318467" cy="4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8" name="Google Shape;1138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6300" y="366775"/>
            <a:ext cx="2331209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9" name="Google Shape;1139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6299" y="960504"/>
            <a:ext cx="1383786" cy="507661"/>
          </a:xfrm>
          <a:prstGeom prst="rect">
            <a:avLst/>
          </a:prstGeom>
          <a:noFill/>
          <a:ln>
            <a:noFill/>
          </a:ln>
        </p:spPr>
      </p:pic>
      <p:sp>
        <p:nvSpPr>
          <p:cNvPr id="1140" name="Google Shape;1140;p48"/>
          <p:cNvSpPr/>
          <p:nvPr/>
        </p:nvSpPr>
        <p:spPr>
          <a:xfrm>
            <a:off x="5302827" y="1955903"/>
            <a:ext cx="250800" cy="332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41" name="Google Shape;1141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46425" y="1553400"/>
            <a:ext cx="2308552" cy="59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2" name="Google Shape;1142;p4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09075" y="1109847"/>
            <a:ext cx="250800" cy="208981"/>
          </a:xfrm>
          <a:prstGeom prst="rect">
            <a:avLst/>
          </a:prstGeom>
          <a:noFill/>
          <a:ln>
            <a:noFill/>
          </a:ln>
        </p:spPr>
      </p:pic>
      <p:sp>
        <p:nvSpPr>
          <p:cNvPr id="1143" name="Google Shape;1143;p48"/>
          <p:cNvSpPr/>
          <p:nvPr/>
        </p:nvSpPr>
        <p:spPr>
          <a:xfrm>
            <a:off x="5144725" y="1625000"/>
            <a:ext cx="355500" cy="543900"/>
          </a:xfrm>
          <a:prstGeom prst="rect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44" name="Google Shape;1144;p48"/>
          <p:cNvCxnSpPr/>
          <p:nvPr/>
        </p:nvCxnSpPr>
        <p:spPr>
          <a:xfrm rot="10800000">
            <a:off x="1792825" y="2872150"/>
            <a:ext cx="0" cy="12705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145" name="Google Shape;1145;p4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95363" y="3076125"/>
            <a:ext cx="322350" cy="51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49"/>
          <p:cNvSpPr txBox="1"/>
          <p:nvPr/>
        </p:nvSpPr>
        <p:spPr>
          <a:xfrm>
            <a:off x="1115050" y="1530300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700" baseline="30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1" name="Google Shape;1151;p49"/>
          <p:cNvSpPr txBox="1"/>
          <p:nvPr/>
        </p:nvSpPr>
        <p:spPr>
          <a:xfrm>
            <a:off x="200400" y="1553400"/>
            <a:ext cx="40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2" name="Google Shape;1152;p49"/>
          <p:cNvSpPr/>
          <p:nvPr/>
        </p:nvSpPr>
        <p:spPr>
          <a:xfrm>
            <a:off x="554375" y="1353600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3" name="Google Shape;1153;p49"/>
          <p:cNvSpPr txBox="1"/>
          <p:nvPr/>
        </p:nvSpPr>
        <p:spPr>
          <a:xfrm>
            <a:off x="554375" y="1314900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-1.34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2.34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4" name="Google Shape;1154;p49"/>
          <p:cNvSpPr/>
          <p:nvPr/>
        </p:nvSpPr>
        <p:spPr>
          <a:xfrm>
            <a:off x="1876575" y="5598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5" name="Google Shape;1155;p49"/>
          <p:cNvSpPr txBox="1"/>
          <p:nvPr/>
        </p:nvSpPr>
        <p:spPr>
          <a:xfrm>
            <a:off x="1920951" y="5807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56" name="Google Shape;1156;p49"/>
          <p:cNvCxnSpPr/>
          <p:nvPr/>
        </p:nvCxnSpPr>
        <p:spPr>
          <a:xfrm flipH="1">
            <a:off x="2113732" y="120402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57" name="Google Shape;1157;p49"/>
          <p:cNvCxnSpPr/>
          <p:nvPr/>
        </p:nvCxnSpPr>
        <p:spPr>
          <a:xfrm>
            <a:off x="1493175" y="17534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58" name="Google Shape;1158;p49"/>
          <p:cNvSpPr/>
          <p:nvPr/>
        </p:nvSpPr>
        <p:spPr>
          <a:xfrm>
            <a:off x="1876575" y="152725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9" name="Google Shape;1159;p49"/>
          <p:cNvSpPr txBox="1"/>
          <p:nvPr/>
        </p:nvSpPr>
        <p:spPr>
          <a:xfrm>
            <a:off x="1920951" y="154821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0" name="Google Shape;1160;p49"/>
          <p:cNvSpPr txBox="1"/>
          <p:nvPr/>
        </p:nvSpPr>
        <p:spPr>
          <a:xfrm>
            <a:off x="131725" y="2568425"/>
            <a:ext cx="8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cat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1" name="Google Shape;1161;p49"/>
          <p:cNvSpPr/>
          <p:nvPr/>
        </p:nvSpPr>
        <p:spPr>
          <a:xfrm>
            <a:off x="554375" y="23574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2" name="Google Shape;1162;p49"/>
          <p:cNvSpPr txBox="1"/>
          <p:nvPr/>
        </p:nvSpPr>
        <p:spPr>
          <a:xfrm>
            <a:off x="554375" y="23187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-0.21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0.56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-1.67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...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-0.05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3" name="Google Shape;1163;p49"/>
          <p:cNvSpPr txBox="1"/>
          <p:nvPr/>
        </p:nvSpPr>
        <p:spPr>
          <a:xfrm>
            <a:off x="1115050" y="25298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64" name="Google Shape;1164;p49"/>
          <p:cNvCxnSpPr/>
          <p:nvPr/>
        </p:nvCxnSpPr>
        <p:spPr>
          <a:xfrm>
            <a:off x="1493175" y="275586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65" name="Google Shape;1165;p49"/>
          <p:cNvCxnSpPr/>
          <p:nvPr/>
        </p:nvCxnSpPr>
        <p:spPr>
          <a:xfrm flipH="1">
            <a:off x="2113732" y="2192100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66" name="Google Shape;1166;p49"/>
          <p:cNvSpPr/>
          <p:nvPr/>
        </p:nvSpPr>
        <p:spPr>
          <a:xfrm>
            <a:off x="1876575" y="25153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7" name="Google Shape;1167;p49"/>
          <p:cNvSpPr txBox="1"/>
          <p:nvPr/>
        </p:nvSpPr>
        <p:spPr>
          <a:xfrm>
            <a:off x="1920951" y="25362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8" name="Google Shape;1168;p49"/>
          <p:cNvSpPr txBox="1"/>
          <p:nvPr/>
        </p:nvSpPr>
        <p:spPr>
          <a:xfrm>
            <a:off x="0" y="3569825"/>
            <a:ext cx="609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exists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9" name="Google Shape;1169;p49"/>
          <p:cNvSpPr/>
          <p:nvPr/>
        </p:nvSpPr>
        <p:spPr>
          <a:xfrm>
            <a:off x="554375" y="33545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0" name="Google Shape;1170;p49"/>
          <p:cNvSpPr txBox="1"/>
          <p:nvPr/>
        </p:nvSpPr>
        <p:spPr>
          <a:xfrm>
            <a:off x="554375" y="33158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0.987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-3.42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-0.06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1" name="Google Shape;1171;p49"/>
          <p:cNvSpPr txBox="1"/>
          <p:nvPr/>
        </p:nvSpPr>
        <p:spPr>
          <a:xfrm>
            <a:off x="1115050" y="35312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72" name="Google Shape;1172;p49"/>
          <p:cNvCxnSpPr/>
          <p:nvPr/>
        </p:nvCxnSpPr>
        <p:spPr>
          <a:xfrm>
            <a:off x="1493163" y="376294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73" name="Google Shape;1173;p49"/>
          <p:cNvCxnSpPr/>
          <p:nvPr/>
        </p:nvCxnSpPr>
        <p:spPr>
          <a:xfrm flipH="1">
            <a:off x="2113720" y="319917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74" name="Google Shape;1174;p49"/>
          <p:cNvSpPr/>
          <p:nvPr/>
        </p:nvSpPr>
        <p:spPr>
          <a:xfrm>
            <a:off x="1876563" y="35224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5" name="Google Shape;1175;p49"/>
          <p:cNvSpPr txBox="1"/>
          <p:nvPr/>
        </p:nvSpPr>
        <p:spPr>
          <a:xfrm>
            <a:off x="1920938" y="354336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3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76" name="Google Shape;1176;p49"/>
          <p:cNvCxnSpPr/>
          <p:nvPr/>
        </p:nvCxnSpPr>
        <p:spPr>
          <a:xfrm>
            <a:off x="2408113" y="37439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77" name="Google Shape;1177;p49"/>
          <p:cNvSpPr txBox="1"/>
          <p:nvPr/>
        </p:nvSpPr>
        <p:spPr>
          <a:xfrm>
            <a:off x="2354150" y="3348750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3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8" name="Google Shape;1178;p49"/>
          <p:cNvSpPr/>
          <p:nvPr/>
        </p:nvSpPr>
        <p:spPr>
          <a:xfrm>
            <a:off x="2809275" y="3522388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79" name="Google Shape;1179;p49"/>
          <p:cNvCxnSpPr/>
          <p:nvPr/>
        </p:nvCxnSpPr>
        <p:spPr>
          <a:xfrm rot="10800000">
            <a:off x="1775425" y="4142650"/>
            <a:ext cx="1723200" cy="174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180" name="Google Shape;118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3688" y="4289577"/>
            <a:ext cx="318467" cy="4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1" name="Google Shape;1181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6300" y="366775"/>
            <a:ext cx="2331209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2" name="Google Shape;1182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6299" y="960504"/>
            <a:ext cx="1383786" cy="507661"/>
          </a:xfrm>
          <a:prstGeom prst="rect">
            <a:avLst/>
          </a:prstGeom>
          <a:noFill/>
          <a:ln>
            <a:noFill/>
          </a:ln>
        </p:spPr>
      </p:pic>
      <p:sp>
        <p:nvSpPr>
          <p:cNvPr id="1183" name="Google Shape;1183;p49"/>
          <p:cNvSpPr/>
          <p:nvPr/>
        </p:nvSpPr>
        <p:spPr>
          <a:xfrm>
            <a:off x="5302827" y="1955903"/>
            <a:ext cx="250800" cy="332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84" name="Google Shape;1184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46425" y="1553400"/>
            <a:ext cx="2308552" cy="59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5" name="Google Shape;1185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09075" y="1109847"/>
            <a:ext cx="250800" cy="208981"/>
          </a:xfrm>
          <a:prstGeom prst="rect">
            <a:avLst/>
          </a:prstGeom>
          <a:noFill/>
          <a:ln>
            <a:noFill/>
          </a:ln>
        </p:spPr>
      </p:pic>
      <p:sp>
        <p:nvSpPr>
          <p:cNvPr id="1186" name="Google Shape;1186;p49"/>
          <p:cNvSpPr/>
          <p:nvPr/>
        </p:nvSpPr>
        <p:spPr>
          <a:xfrm>
            <a:off x="5501550" y="1608375"/>
            <a:ext cx="355500" cy="543900"/>
          </a:xfrm>
          <a:prstGeom prst="rect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87" name="Google Shape;1187;p49"/>
          <p:cNvCxnSpPr/>
          <p:nvPr/>
        </p:nvCxnSpPr>
        <p:spPr>
          <a:xfrm rot="10800000">
            <a:off x="1792825" y="2872150"/>
            <a:ext cx="0" cy="12705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188" name="Google Shape;1188;p4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95363" y="3076125"/>
            <a:ext cx="322350" cy="510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9" name="Google Shape;1189;p4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-5400000">
            <a:off x="5572132" y="2226371"/>
            <a:ext cx="205694" cy="227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0" name="Google Shape;1190;p4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218637" y="2528436"/>
            <a:ext cx="2031675" cy="561239"/>
          </a:xfrm>
          <a:prstGeom prst="rect">
            <a:avLst/>
          </a:prstGeom>
          <a:noFill/>
          <a:ln>
            <a:noFill/>
          </a:ln>
        </p:spPr>
      </p:pic>
      <p:sp>
        <p:nvSpPr>
          <p:cNvPr id="1191" name="Google Shape;1191;p49"/>
          <p:cNvSpPr/>
          <p:nvPr/>
        </p:nvSpPr>
        <p:spPr>
          <a:xfrm>
            <a:off x="4194875" y="2480375"/>
            <a:ext cx="661500" cy="609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50"/>
          <p:cNvSpPr txBox="1"/>
          <p:nvPr/>
        </p:nvSpPr>
        <p:spPr>
          <a:xfrm>
            <a:off x="1115050" y="1530300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700" baseline="30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7" name="Google Shape;1197;p50"/>
          <p:cNvSpPr txBox="1"/>
          <p:nvPr/>
        </p:nvSpPr>
        <p:spPr>
          <a:xfrm>
            <a:off x="200400" y="1553400"/>
            <a:ext cx="40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8" name="Google Shape;1198;p50"/>
          <p:cNvSpPr/>
          <p:nvPr/>
        </p:nvSpPr>
        <p:spPr>
          <a:xfrm>
            <a:off x="554375" y="1353600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9" name="Google Shape;1199;p50"/>
          <p:cNvSpPr txBox="1"/>
          <p:nvPr/>
        </p:nvSpPr>
        <p:spPr>
          <a:xfrm>
            <a:off x="554375" y="1314900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-1.34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2.34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0" name="Google Shape;1200;p50"/>
          <p:cNvSpPr/>
          <p:nvPr/>
        </p:nvSpPr>
        <p:spPr>
          <a:xfrm>
            <a:off x="1876575" y="5598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1" name="Google Shape;1201;p50"/>
          <p:cNvSpPr txBox="1"/>
          <p:nvPr/>
        </p:nvSpPr>
        <p:spPr>
          <a:xfrm>
            <a:off x="1920951" y="5807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02" name="Google Shape;1202;p50"/>
          <p:cNvCxnSpPr/>
          <p:nvPr/>
        </p:nvCxnSpPr>
        <p:spPr>
          <a:xfrm flipH="1">
            <a:off x="2113732" y="120402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03" name="Google Shape;1203;p50"/>
          <p:cNvCxnSpPr/>
          <p:nvPr/>
        </p:nvCxnSpPr>
        <p:spPr>
          <a:xfrm>
            <a:off x="1493175" y="17534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04" name="Google Shape;1204;p50"/>
          <p:cNvSpPr/>
          <p:nvPr/>
        </p:nvSpPr>
        <p:spPr>
          <a:xfrm>
            <a:off x="1876575" y="152725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5" name="Google Shape;1205;p50"/>
          <p:cNvSpPr txBox="1"/>
          <p:nvPr/>
        </p:nvSpPr>
        <p:spPr>
          <a:xfrm>
            <a:off x="1920951" y="154821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06" name="Google Shape;1206;p50"/>
          <p:cNvSpPr txBox="1"/>
          <p:nvPr/>
        </p:nvSpPr>
        <p:spPr>
          <a:xfrm>
            <a:off x="131725" y="2568425"/>
            <a:ext cx="8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cat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7" name="Google Shape;1207;p50"/>
          <p:cNvSpPr/>
          <p:nvPr/>
        </p:nvSpPr>
        <p:spPr>
          <a:xfrm>
            <a:off x="554375" y="23574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8" name="Google Shape;1208;p50"/>
          <p:cNvSpPr txBox="1"/>
          <p:nvPr/>
        </p:nvSpPr>
        <p:spPr>
          <a:xfrm>
            <a:off x="554375" y="23187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-0.21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0.56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-1.67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...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-0.05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09" name="Google Shape;1209;p50"/>
          <p:cNvSpPr txBox="1"/>
          <p:nvPr/>
        </p:nvSpPr>
        <p:spPr>
          <a:xfrm>
            <a:off x="1115050" y="25298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10" name="Google Shape;1210;p50"/>
          <p:cNvCxnSpPr/>
          <p:nvPr/>
        </p:nvCxnSpPr>
        <p:spPr>
          <a:xfrm>
            <a:off x="1493175" y="275586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11" name="Google Shape;1211;p50"/>
          <p:cNvCxnSpPr/>
          <p:nvPr/>
        </p:nvCxnSpPr>
        <p:spPr>
          <a:xfrm flipH="1">
            <a:off x="2113732" y="2192100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12" name="Google Shape;1212;p50"/>
          <p:cNvSpPr/>
          <p:nvPr/>
        </p:nvSpPr>
        <p:spPr>
          <a:xfrm>
            <a:off x="1876575" y="25153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3" name="Google Shape;1213;p50"/>
          <p:cNvSpPr txBox="1"/>
          <p:nvPr/>
        </p:nvSpPr>
        <p:spPr>
          <a:xfrm>
            <a:off x="1920951" y="25362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4" name="Google Shape;1214;p50"/>
          <p:cNvSpPr txBox="1"/>
          <p:nvPr/>
        </p:nvSpPr>
        <p:spPr>
          <a:xfrm>
            <a:off x="0" y="3569825"/>
            <a:ext cx="609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exists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5" name="Google Shape;1215;p50"/>
          <p:cNvSpPr/>
          <p:nvPr/>
        </p:nvSpPr>
        <p:spPr>
          <a:xfrm>
            <a:off x="554375" y="33545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6" name="Google Shape;1216;p50"/>
          <p:cNvSpPr txBox="1"/>
          <p:nvPr/>
        </p:nvSpPr>
        <p:spPr>
          <a:xfrm>
            <a:off x="554375" y="33158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0.987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-3.42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-0.06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7" name="Google Shape;1217;p50"/>
          <p:cNvSpPr txBox="1"/>
          <p:nvPr/>
        </p:nvSpPr>
        <p:spPr>
          <a:xfrm>
            <a:off x="1115050" y="35312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18" name="Google Shape;1218;p50"/>
          <p:cNvCxnSpPr/>
          <p:nvPr/>
        </p:nvCxnSpPr>
        <p:spPr>
          <a:xfrm>
            <a:off x="1493163" y="376294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19" name="Google Shape;1219;p50"/>
          <p:cNvCxnSpPr/>
          <p:nvPr/>
        </p:nvCxnSpPr>
        <p:spPr>
          <a:xfrm flipH="1">
            <a:off x="2113720" y="319917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20" name="Google Shape;1220;p50"/>
          <p:cNvSpPr/>
          <p:nvPr/>
        </p:nvSpPr>
        <p:spPr>
          <a:xfrm>
            <a:off x="1876563" y="35224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1" name="Google Shape;1221;p50"/>
          <p:cNvSpPr txBox="1"/>
          <p:nvPr/>
        </p:nvSpPr>
        <p:spPr>
          <a:xfrm>
            <a:off x="1920938" y="354336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3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22" name="Google Shape;1222;p50"/>
          <p:cNvCxnSpPr/>
          <p:nvPr/>
        </p:nvCxnSpPr>
        <p:spPr>
          <a:xfrm>
            <a:off x="2408113" y="37439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23" name="Google Shape;1223;p50"/>
          <p:cNvSpPr txBox="1"/>
          <p:nvPr/>
        </p:nvSpPr>
        <p:spPr>
          <a:xfrm>
            <a:off x="2354150" y="3348750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3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4" name="Google Shape;1224;p50"/>
          <p:cNvSpPr/>
          <p:nvPr/>
        </p:nvSpPr>
        <p:spPr>
          <a:xfrm>
            <a:off x="2809275" y="3522388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25" name="Google Shape;1225;p50"/>
          <p:cNvCxnSpPr/>
          <p:nvPr/>
        </p:nvCxnSpPr>
        <p:spPr>
          <a:xfrm rot="10800000">
            <a:off x="1775425" y="4142650"/>
            <a:ext cx="1723200" cy="174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226" name="Google Shape;122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3688" y="4289577"/>
            <a:ext cx="318467" cy="4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7" name="Google Shape;1227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6300" y="366775"/>
            <a:ext cx="2331209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6299" y="960504"/>
            <a:ext cx="1383786" cy="507661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Google Shape;1229;p50"/>
          <p:cNvSpPr/>
          <p:nvPr/>
        </p:nvSpPr>
        <p:spPr>
          <a:xfrm>
            <a:off x="5302827" y="1955903"/>
            <a:ext cx="250800" cy="332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30" name="Google Shape;1230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46425" y="1553400"/>
            <a:ext cx="2308552" cy="59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1" name="Google Shape;1231;p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09075" y="1109847"/>
            <a:ext cx="250800" cy="2089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2" name="Google Shape;1232;p50"/>
          <p:cNvCxnSpPr/>
          <p:nvPr/>
        </p:nvCxnSpPr>
        <p:spPr>
          <a:xfrm rot="10800000">
            <a:off x="1792825" y="2872150"/>
            <a:ext cx="0" cy="12705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233" name="Google Shape;1233;p5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95363" y="3076125"/>
            <a:ext cx="322350" cy="5103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4" name="Google Shape;1234;p50"/>
          <p:cNvSpPr/>
          <p:nvPr/>
        </p:nvSpPr>
        <p:spPr>
          <a:xfrm>
            <a:off x="3797425" y="2342750"/>
            <a:ext cx="661500" cy="609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5" name="Google Shape;1235;p50"/>
          <p:cNvSpPr/>
          <p:nvPr/>
        </p:nvSpPr>
        <p:spPr>
          <a:xfrm>
            <a:off x="4828981" y="2521841"/>
            <a:ext cx="660900" cy="576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36" name="Google Shape;1236;p5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599875" y="2318775"/>
            <a:ext cx="2495150" cy="663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7" name="Google Shape;1237;p5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728804" y="3047237"/>
            <a:ext cx="1596333" cy="542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8" name="Google Shape;1238;p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54975" y="1775835"/>
            <a:ext cx="250800" cy="20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51"/>
          <p:cNvSpPr txBox="1"/>
          <p:nvPr/>
        </p:nvSpPr>
        <p:spPr>
          <a:xfrm>
            <a:off x="1115050" y="1530300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700" baseline="30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4" name="Google Shape;1244;p51"/>
          <p:cNvSpPr txBox="1"/>
          <p:nvPr/>
        </p:nvSpPr>
        <p:spPr>
          <a:xfrm>
            <a:off x="200400" y="1553400"/>
            <a:ext cx="40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5" name="Google Shape;1245;p51"/>
          <p:cNvSpPr/>
          <p:nvPr/>
        </p:nvSpPr>
        <p:spPr>
          <a:xfrm>
            <a:off x="554375" y="1353600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6" name="Google Shape;1246;p51"/>
          <p:cNvSpPr txBox="1"/>
          <p:nvPr/>
        </p:nvSpPr>
        <p:spPr>
          <a:xfrm>
            <a:off x="554375" y="1314900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-1.34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2.34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7" name="Google Shape;1247;p51"/>
          <p:cNvSpPr/>
          <p:nvPr/>
        </p:nvSpPr>
        <p:spPr>
          <a:xfrm>
            <a:off x="1876575" y="5598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8" name="Google Shape;1248;p51"/>
          <p:cNvSpPr txBox="1"/>
          <p:nvPr/>
        </p:nvSpPr>
        <p:spPr>
          <a:xfrm>
            <a:off x="1920951" y="5807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49" name="Google Shape;1249;p51"/>
          <p:cNvCxnSpPr/>
          <p:nvPr/>
        </p:nvCxnSpPr>
        <p:spPr>
          <a:xfrm flipH="1">
            <a:off x="2113732" y="120402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50" name="Google Shape;1250;p51"/>
          <p:cNvCxnSpPr/>
          <p:nvPr/>
        </p:nvCxnSpPr>
        <p:spPr>
          <a:xfrm>
            <a:off x="1493175" y="17534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51" name="Google Shape;1251;p51"/>
          <p:cNvSpPr/>
          <p:nvPr/>
        </p:nvSpPr>
        <p:spPr>
          <a:xfrm>
            <a:off x="1876575" y="152725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2" name="Google Shape;1252;p51"/>
          <p:cNvSpPr txBox="1"/>
          <p:nvPr/>
        </p:nvSpPr>
        <p:spPr>
          <a:xfrm>
            <a:off x="1920951" y="154821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53" name="Google Shape;1253;p51"/>
          <p:cNvSpPr txBox="1"/>
          <p:nvPr/>
        </p:nvSpPr>
        <p:spPr>
          <a:xfrm>
            <a:off x="131725" y="2568425"/>
            <a:ext cx="8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cat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4" name="Google Shape;1254;p51"/>
          <p:cNvSpPr/>
          <p:nvPr/>
        </p:nvSpPr>
        <p:spPr>
          <a:xfrm>
            <a:off x="554375" y="23574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51"/>
          <p:cNvSpPr txBox="1"/>
          <p:nvPr/>
        </p:nvSpPr>
        <p:spPr>
          <a:xfrm>
            <a:off x="554375" y="23187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-0.21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0.56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-1.67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...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-0.05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56" name="Google Shape;1256;p51"/>
          <p:cNvSpPr txBox="1"/>
          <p:nvPr/>
        </p:nvSpPr>
        <p:spPr>
          <a:xfrm>
            <a:off x="1115050" y="25298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57" name="Google Shape;1257;p51"/>
          <p:cNvCxnSpPr/>
          <p:nvPr/>
        </p:nvCxnSpPr>
        <p:spPr>
          <a:xfrm>
            <a:off x="1493175" y="275586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58" name="Google Shape;1258;p51"/>
          <p:cNvCxnSpPr/>
          <p:nvPr/>
        </p:nvCxnSpPr>
        <p:spPr>
          <a:xfrm flipH="1">
            <a:off x="2113732" y="2192100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59" name="Google Shape;1259;p51"/>
          <p:cNvSpPr/>
          <p:nvPr/>
        </p:nvSpPr>
        <p:spPr>
          <a:xfrm>
            <a:off x="1876575" y="25153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0" name="Google Shape;1260;p51"/>
          <p:cNvSpPr txBox="1"/>
          <p:nvPr/>
        </p:nvSpPr>
        <p:spPr>
          <a:xfrm>
            <a:off x="1920951" y="25362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1" name="Google Shape;1261;p51"/>
          <p:cNvSpPr txBox="1"/>
          <p:nvPr/>
        </p:nvSpPr>
        <p:spPr>
          <a:xfrm>
            <a:off x="0" y="3569825"/>
            <a:ext cx="609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exists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2" name="Google Shape;1262;p51"/>
          <p:cNvSpPr/>
          <p:nvPr/>
        </p:nvSpPr>
        <p:spPr>
          <a:xfrm>
            <a:off x="554375" y="33545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3" name="Google Shape;1263;p51"/>
          <p:cNvSpPr txBox="1"/>
          <p:nvPr/>
        </p:nvSpPr>
        <p:spPr>
          <a:xfrm>
            <a:off x="554375" y="33158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0.987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-3.42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-0.06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4" name="Google Shape;1264;p51"/>
          <p:cNvSpPr txBox="1"/>
          <p:nvPr/>
        </p:nvSpPr>
        <p:spPr>
          <a:xfrm>
            <a:off x="1115050" y="35312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65" name="Google Shape;1265;p51"/>
          <p:cNvCxnSpPr/>
          <p:nvPr/>
        </p:nvCxnSpPr>
        <p:spPr>
          <a:xfrm>
            <a:off x="1493163" y="376294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66" name="Google Shape;1266;p51"/>
          <p:cNvCxnSpPr/>
          <p:nvPr/>
        </p:nvCxnSpPr>
        <p:spPr>
          <a:xfrm flipH="1">
            <a:off x="2113720" y="319917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67" name="Google Shape;1267;p51"/>
          <p:cNvSpPr/>
          <p:nvPr/>
        </p:nvSpPr>
        <p:spPr>
          <a:xfrm>
            <a:off x="1876563" y="35224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8" name="Google Shape;1268;p51"/>
          <p:cNvSpPr txBox="1"/>
          <p:nvPr/>
        </p:nvSpPr>
        <p:spPr>
          <a:xfrm>
            <a:off x="1920938" y="354336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3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69" name="Google Shape;1269;p51"/>
          <p:cNvCxnSpPr/>
          <p:nvPr/>
        </p:nvCxnSpPr>
        <p:spPr>
          <a:xfrm>
            <a:off x="2408113" y="37439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70" name="Google Shape;1270;p51"/>
          <p:cNvSpPr txBox="1"/>
          <p:nvPr/>
        </p:nvSpPr>
        <p:spPr>
          <a:xfrm>
            <a:off x="2354150" y="3348750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3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1" name="Google Shape;1271;p51"/>
          <p:cNvSpPr/>
          <p:nvPr/>
        </p:nvSpPr>
        <p:spPr>
          <a:xfrm>
            <a:off x="2809275" y="3522388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72" name="Google Shape;1272;p51"/>
          <p:cNvCxnSpPr/>
          <p:nvPr/>
        </p:nvCxnSpPr>
        <p:spPr>
          <a:xfrm rot="10800000">
            <a:off x="1775425" y="4142650"/>
            <a:ext cx="1723200" cy="174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273" name="Google Shape;127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3688" y="4289577"/>
            <a:ext cx="318467" cy="4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4" name="Google Shape;1274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6300" y="366775"/>
            <a:ext cx="2331209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5" name="Google Shape;1275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6299" y="960504"/>
            <a:ext cx="1383786" cy="507661"/>
          </a:xfrm>
          <a:prstGeom prst="rect">
            <a:avLst/>
          </a:prstGeom>
          <a:noFill/>
          <a:ln>
            <a:noFill/>
          </a:ln>
        </p:spPr>
      </p:pic>
      <p:sp>
        <p:nvSpPr>
          <p:cNvPr id="1276" name="Google Shape;1276;p51"/>
          <p:cNvSpPr/>
          <p:nvPr/>
        </p:nvSpPr>
        <p:spPr>
          <a:xfrm>
            <a:off x="5302827" y="1955903"/>
            <a:ext cx="250800" cy="332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77" name="Google Shape;1277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46425" y="1553400"/>
            <a:ext cx="2308552" cy="59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8" name="Google Shape;1278;p5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09075" y="1109847"/>
            <a:ext cx="250800" cy="2089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79" name="Google Shape;1279;p51"/>
          <p:cNvCxnSpPr/>
          <p:nvPr/>
        </p:nvCxnSpPr>
        <p:spPr>
          <a:xfrm rot="10800000">
            <a:off x="1792825" y="2872150"/>
            <a:ext cx="0" cy="12705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280" name="Google Shape;1280;p5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95363" y="3076125"/>
            <a:ext cx="322350" cy="510388"/>
          </a:xfrm>
          <a:prstGeom prst="rect">
            <a:avLst/>
          </a:prstGeom>
          <a:noFill/>
          <a:ln>
            <a:noFill/>
          </a:ln>
        </p:spPr>
      </p:pic>
      <p:sp>
        <p:nvSpPr>
          <p:cNvPr id="1281" name="Google Shape;1281;p51"/>
          <p:cNvSpPr/>
          <p:nvPr/>
        </p:nvSpPr>
        <p:spPr>
          <a:xfrm>
            <a:off x="3797425" y="2342750"/>
            <a:ext cx="661500" cy="609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2" name="Google Shape;1282;p51"/>
          <p:cNvSpPr/>
          <p:nvPr/>
        </p:nvSpPr>
        <p:spPr>
          <a:xfrm>
            <a:off x="4828981" y="2521841"/>
            <a:ext cx="660900" cy="576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83" name="Google Shape;1283;p5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599875" y="2318775"/>
            <a:ext cx="2495150" cy="663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4" name="Google Shape;1284;p5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728804" y="3047237"/>
            <a:ext cx="1596333" cy="542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5" name="Google Shape;1285;p5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54975" y="1775835"/>
            <a:ext cx="250800" cy="208981"/>
          </a:xfrm>
          <a:prstGeom prst="rect">
            <a:avLst/>
          </a:prstGeom>
          <a:noFill/>
          <a:ln>
            <a:noFill/>
          </a:ln>
        </p:spPr>
      </p:pic>
      <p:sp>
        <p:nvSpPr>
          <p:cNvPr id="1286" name="Google Shape;1286;p51"/>
          <p:cNvSpPr/>
          <p:nvPr/>
        </p:nvSpPr>
        <p:spPr>
          <a:xfrm>
            <a:off x="4572000" y="3076125"/>
            <a:ext cx="322200" cy="542100"/>
          </a:xfrm>
          <a:prstGeom prst="rect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87" name="Google Shape;1287;p51"/>
          <p:cNvCxnSpPr/>
          <p:nvPr/>
        </p:nvCxnSpPr>
        <p:spPr>
          <a:xfrm rot="10800000">
            <a:off x="1788550" y="1601650"/>
            <a:ext cx="0" cy="12705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288" name="Google Shape;1288;p5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432460" y="2010575"/>
            <a:ext cx="278400" cy="4854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52"/>
          <p:cNvSpPr txBox="1"/>
          <p:nvPr/>
        </p:nvSpPr>
        <p:spPr>
          <a:xfrm>
            <a:off x="1115050" y="1530300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700" baseline="30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4" name="Google Shape;1294;p52"/>
          <p:cNvSpPr txBox="1"/>
          <p:nvPr/>
        </p:nvSpPr>
        <p:spPr>
          <a:xfrm>
            <a:off x="200400" y="1553400"/>
            <a:ext cx="40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5" name="Google Shape;1295;p52"/>
          <p:cNvSpPr/>
          <p:nvPr/>
        </p:nvSpPr>
        <p:spPr>
          <a:xfrm>
            <a:off x="554375" y="1353600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6" name="Google Shape;1296;p52"/>
          <p:cNvSpPr txBox="1"/>
          <p:nvPr/>
        </p:nvSpPr>
        <p:spPr>
          <a:xfrm>
            <a:off x="554375" y="1314900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-1.34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2.34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7" name="Google Shape;1297;p52"/>
          <p:cNvSpPr/>
          <p:nvPr/>
        </p:nvSpPr>
        <p:spPr>
          <a:xfrm>
            <a:off x="1876575" y="5598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8" name="Google Shape;1298;p52"/>
          <p:cNvSpPr txBox="1"/>
          <p:nvPr/>
        </p:nvSpPr>
        <p:spPr>
          <a:xfrm>
            <a:off x="1920951" y="5807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99" name="Google Shape;1299;p52"/>
          <p:cNvCxnSpPr/>
          <p:nvPr/>
        </p:nvCxnSpPr>
        <p:spPr>
          <a:xfrm flipH="1">
            <a:off x="2113732" y="120402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00" name="Google Shape;1300;p52"/>
          <p:cNvCxnSpPr/>
          <p:nvPr/>
        </p:nvCxnSpPr>
        <p:spPr>
          <a:xfrm>
            <a:off x="1493175" y="17534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01" name="Google Shape;1301;p52"/>
          <p:cNvSpPr/>
          <p:nvPr/>
        </p:nvSpPr>
        <p:spPr>
          <a:xfrm>
            <a:off x="1876575" y="152725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2" name="Google Shape;1302;p52"/>
          <p:cNvSpPr txBox="1"/>
          <p:nvPr/>
        </p:nvSpPr>
        <p:spPr>
          <a:xfrm>
            <a:off x="1920951" y="154821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3" name="Google Shape;1303;p52"/>
          <p:cNvSpPr txBox="1"/>
          <p:nvPr/>
        </p:nvSpPr>
        <p:spPr>
          <a:xfrm>
            <a:off x="131725" y="2568425"/>
            <a:ext cx="8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cat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4" name="Google Shape;1304;p52"/>
          <p:cNvSpPr/>
          <p:nvPr/>
        </p:nvSpPr>
        <p:spPr>
          <a:xfrm>
            <a:off x="554375" y="23574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5" name="Google Shape;1305;p52"/>
          <p:cNvSpPr txBox="1"/>
          <p:nvPr/>
        </p:nvSpPr>
        <p:spPr>
          <a:xfrm>
            <a:off x="554375" y="23187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-0.21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0.56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-1.67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...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-0.05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6" name="Google Shape;1306;p52"/>
          <p:cNvSpPr txBox="1"/>
          <p:nvPr/>
        </p:nvSpPr>
        <p:spPr>
          <a:xfrm>
            <a:off x="1115050" y="25298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07" name="Google Shape;1307;p52"/>
          <p:cNvCxnSpPr/>
          <p:nvPr/>
        </p:nvCxnSpPr>
        <p:spPr>
          <a:xfrm>
            <a:off x="1493175" y="275586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08" name="Google Shape;1308;p52"/>
          <p:cNvCxnSpPr/>
          <p:nvPr/>
        </p:nvCxnSpPr>
        <p:spPr>
          <a:xfrm flipH="1">
            <a:off x="2113732" y="2192100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09" name="Google Shape;1309;p52"/>
          <p:cNvSpPr/>
          <p:nvPr/>
        </p:nvSpPr>
        <p:spPr>
          <a:xfrm>
            <a:off x="1876575" y="25153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0" name="Google Shape;1310;p52"/>
          <p:cNvSpPr txBox="1"/>
          <p:nvPr/>
        </p:nvSpPr>
        <p:spPr>
          <a:xfrm>
            <a:off x="1920951" y="25362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1" name="Google Shape;1311;p52"/>
          <p:cNvSpPr txBox="1"/>
          <p:nvPr/>
        </p:nvSpPr>
        <p:spPr>
          <a:xfrm>
            <a:off x="0" y="3569825"/>
            <a:ext cx="609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exists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2" name="Google Shape;1312;p52"/>
          <p:cNvSpPr/>
          <p:nvPr/>
        </p:nvSpPr>
        <p:spPr>
          <a:xfrm>
            <a:off x="554375" y="33545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3" name="Google Shape;1313;p52"/>
          <p:cNvSpPr txBox="1"/>
          <p:nvPr/>
        </p:nvSpPr>
        <p:spPr>
          <a:xfrm>
            <a:off x="554375" y="33158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0.987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-3.42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-0.06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4" name="Google Shape;1314;p52"/>
          <p:cNvSpPr txBox="1"/>
          <p:nvPr/>
        </p:nvSpPr>
        <p:spPr>
          <a:xfrm>
            <a:off x="1115050" y="35312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15" name="Google Shape;1315;p52"/>
          <p:cNvCxnSpPr/>
          <p:nvPr/>
        </p:nvCxnSpPr>
        <p:spPr>
          <a:xfrm>
            <a:off x="1493163" y="376294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16" name="Google Shape;1316;p52"/>
          <p:cNvCxnSpPr/>
          <p:nvPr/>
        </p:nvCxnSpPr>
        <p:spPr>
          <a:xfrm flipH="1">
            <a:off x="2113720" y="319917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17" name="Google Shape;1317;p52"/>
          <p:cNvSpPr/>
          <p:nvPr/>
        </p:nvSpPr>
        <p:spPr>
          <a:xfrm>
            <a:off x="1876563" y="35224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8" name="Google Shape;1318;p52"/>
          <p:cNvSpPr txBox="1"/>
          <p:nvPr/>
        </p:nvSpPr>
        <p:spPr>
          <a:xfrm>
            <a:off x="1920938" y="354336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3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19" name="Google Shape;1319;p52"/>
          <p:cNvCxnSpPr/>
          <p:nvPr/>
        </p:nvCxnSpPr>
        <p:spPr>
          <a:xfrm>
            <a:off x="2408113" y="37439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20" name="Google Shape;1320;p52"/>
          <p:cNvSpPr txBox="1"/>
          <p:nvPr/>
        </p:nvSpPr>
        <p:spPr>
          <a:xfrm>
            <a:off x="2354150" y="3348750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3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1" name="Google Shape;1321;p52"/>
          <p:cNvSpPr/>
          <p:nvPr/>
        </p:nvSpPr>
        <p:spPr>
          <a:xfrm>
            <a:off x="2809275" y="3522388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22" name="Google Shape;1322;p52"/>
          <p:cNvCxnSpPr/>
          <p:nvPr/>
        </p:nvCxnSpPr>
        <p:spPr>
          <a:xfrm rot="10800000">
            <a:off x="1775425" y="4142650"/>
            <a:ext cx="1723200" cy="174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323" name="Google Shape;132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3688" y="4289577"/>
            <a:ext cx="318467" cy="4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4" name="Google Shape;1324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6300" y="366775"/>
            <a:ext cx="2331209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5" name="Google Shape;1325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6299" y="960504"/>
            <a:ext cx="1383786" cy="507661"/>
          </a:xfrm>
          <a:prstGeom prst="rect">
            <a:avLst/>
          </a:prstGeom>
          <a:noFill/>
          <a:ln>
            <a:noFill/>
          </a:ln>
        </p:spPr>
      </p:pic>
      <p:sp>
        <p:nvSpPr>
          <p:cNvPr id="1326" name="Google Shape;1326;p52"/>
          <p:cNvSpPr/>
          <p:nvPr/>
        </p:nvSpPr>
        <p:spPr>
          <a:xfrm>
            <a:off x="5302827" y="1955903"/>
            <a:ext cx="250800" cy="332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27" name="Google Shape;1327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46425" y="1553400"/>
            <a:ext cx="2308552" cy="59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8" name="Google Shape;1328;p5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09075" y="1109847"/>
            <a:ext cx="250800" cy="2089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9" name="Google Shape;1329;p52"/>
          <p:cNvCxnSpPr/>
          <p:nvPr/>
        </p:nvCxnSpPr>
        <p:spPr>
          <a:xfrm rot="10800000">
            <a:off x="1792825" y="2872150"/>
            <a:ext cx="0" cy="12705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330" name="Google Shape;1330;p5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95363" y="3076125"/>
            <a:ext cx="322350" cy="510388"/>
          </a:xfrm>
          <a:prstGeom prst="rect">
            <a:avLst/>
          </a:prstGeom>
          <a:noFill/>
          <a:ln>
            <a:noFill/>
          </a:ln>
        </p:spPr>
      </p:pic>
      <p:sp>
        <p:nvSpPr>
          <p:cNvPr id="1331" name="Google Shape;1331;p52"/>
          <p:cNvSpPr/>
          <p:nvPr/>
        </p:nvSpPr>
        <p:spPr>
          <a:xfrm>
            <a:off x="3797425" y="2342750"/>
            <a:ext cx="661500" cy="609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2" name="Google Shape;1332;p52"/>
          <p:cNvSpPr/>
          <p:nvPr/>
        </p:nvSpPr>
        <p:spPr>
          <a:xfrm>
            <a:off x="4828981" y="2521841"/>
            <a:ext cx="660900" cy="576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33" name="Google Shape;1333;p5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599875" y="2318775"/>
            <a:ext cx="2495150" cy="663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4" name="Google Shape;1334;p5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728804" y="3047237"/>
            <a:ext cx="1596333" cy="542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5" name="Google Shape;1335;p5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54975" y="1775835"/>
            <a:ext cx="250800" cy="208981"/>
          </a:xfrm>
          <a:prstGeom prst="rect">
            <a:avLst/>
          </a:prstGeom>
          <a:noFill/>
          <a:ln>
            <a:noFill/>
          </a:ln>
        </p:spPr>
      </p:pic>
      <p:sp>
        <p:nvSpPr>
          <p:cNvPr id="1336" name="Google Shape;1336;p52"/>
          <p:cNvSpPr/>
          <p:nvPr/>
        </p:nvSpPr>
        <p:spPr>
          <a:xfrm>
            <a:off x="4911425" y="3060275"/>
            <a:ext cx="322200" cy="542100"/>
          </a:xfrm>
          <a:prstGeom prst="rect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37" name="Google Shape;1337;p52"/>
          <p:cNvCxnSpPr/>
          <p:nvPr/>
        </p:nvCxnSpPr>
        <p:spPr>
          <a:xfrm rot="10800000">
            <a:off x="1788550" y="1601650"/>
            <a:ext cx="0" cy="12705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338" name="Google Shape;1338;p5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432460" y="2010575"/>
            <a:ext cx="278400" cy="4854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53"/>
          <p:cNvSpPr txBox="1"/>
          <p:nvPr/>
        </p:nvSpPr>
        <p:spPr>
          <a:xfrm>
            <a:off x="1115050" y="1530300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700" baseline="30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4" name="Google Shape;1344;p53"/>
          <p:cNvSpPr txBox="1"/>
          <p:nvPr/>
        </p:nvSpPr>
        <p:spPr>
          <a:xfrm>
            <a:off x="200400" y="1553400"/>
            <a:ext cx="40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5" name="Google Shape;1345;p53"/>
          <p:cNvSpPr/>
          <p:nvPr/>
        </p:nvSpPr>
        <p:spPr>
          <a:xfrm>
            <a:off x="554375" y="1353600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6" name="Google Shape;1346;p53"/>
          <p:cNvSpPr txBox="1"/>
          <p:nvPr/>
        </p:nvSpPr>
        <p:spPr>
          <a:xfrm>
            <a:off x="554375" y="1314900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-1.34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2.34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7" name="Google Shape;1347;p53"/>
          <p:cNvSpPr/>
          <p:nvPr/>
        </p:nvSpPr>
        <p:spPr>
          <a:xfrm>
            <a:off x="1876575" y="5598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8" name="Google Shape;1348;p53"/>
          <p:cNvSpPr txBox="1"/>
          <p:nvPr/>
        </p:nvSpPr>
        <p:spPr>
          <a:xfrm>
            <a:off x="1920951" y="5807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49" name="Google Shape;1349;p53"/>
          <p:cNvCxnSpPr/>
          <p:nvPr/>
        </p:nvCxnSpPr>
        <p:spPr>
          <a:xfrm flipH="1">
            <a:off x="2113732" y="120402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50" name="Google Shape;1350;p53"/>
          <p:cNvCxnSpPr/>
          <p:nvPr/>
        </p:nvCxnSpPr>
        <p:spPr>
          <a:xfrm>
            <a:off x="1493175" y="17534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51" name="Google Shape;1351;p53"/>
          <p:cNvSpPr/>
          <p:nvPr/>
        </p:nvSpPr>
        <p:spPr>
          <a:xfrm>
            <a:off x="1876575" y="152725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2" name="Google Shape;1352;p53"/>
          <p:cNvSpPr txBox="1"/>
          <p:nvPr/>
        </p:nvSpPr>
        <p:spPr>
          <a:xfrm>
            <a:off x="1920951" y="154821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3" name="Google Shape;1353;p53"/>
          <p:cNvSpPr txBox="1"/>
          <p:nvPr/>
        </p:nvSpPr>
        <p:spPr>
          <a:xfrm>
            <a:off x="131725" y="2568425"/>
            <a:ext cx="8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cat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4" name="Google Shape;1354;p53"/>
          <p:cNvSpPr/>
          <p:nvPr/>
        </p:nvSpPr>
        <p:spPr>
          <a:xfrm>
            <a:off x="554375" y="23574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5" name="Google Shape;1355;p53"/>
          <p:cNvSpPr txBox="1"/>
          <p:nvPr/>
        </p:nvSpPr>
        <p:spPr>
          <a:xfrm>
            <a:off x="554375" y="23187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-0.21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0.56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-1.67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...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-0.05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6" name="Google Shape;1356;p53"/>
          <p:cNvSpPr txBox="1"/>
          <p:nvPr/>
        </p:nvSpPr>
        <p:spPr>
          <a:xfrm>
            <a:off x="1115050" y="25298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57" name="Google Shape;1357;p53"/>
          <p:cNvCxnSpPr/>
          <p:nvPr/>
        </p:nvCxnSpPr>
        <p:spPr>
          <a:xfrm>
            <a:off x="1493175" y="275586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58" name="Google Shape;1358;p53"/>
          <p:cNvCxnSpPr/>
          <p:nvPr/>
        </p:nvCxnSpPr>
        <p:spPr>
          <a:xfrm flipH="1">
            <a:off x="2113732" y="2192100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59" name="Google Shape;1359;p53"/>
          <p:cNvSpPr/>
          <p:nvPr/>
        </p:nvSpPr>
        <p:spPr>
          <a:xfrm>
            <a:off x="1876575" y="25153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0" name="Google Shape;1360;p53"/>
          <p:cNvSpPr txBox="1"/>
          <p:nvPr/>
        </p:nvSpPr>
        <p:spPr>
          <a:xfrm>
            <a:off x="1920951" y="25362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1" name="Google Shape;1361;p53"/>
          <p:cNvSpPr txBox="1"/>
          <p:nvPr/>
        </p:nvSpPr>
        <p:spPr>
          <a:xfrm>
            <a:off x="0" y="3569825"/>
            <a:ext cx="609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exists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2" name="Google Shape;1362;p53"/>
          <p:cNvSpPr/>
          <p:nvPr/>
        </p:nvSpPr>
        <p:spPr>
          <a:xfrm>
            <a:off x="554375" y="33545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3" name="Google Shape;1363;p53"/>
          <p:cNvSpPr txBox="1"/>
          <p:nvPr/>
        </p:nvSpPr>
        <p:spPr>
          <a:xfrm>
            <a:off x="554375" y="33158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0.987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-3.42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-0.06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4" name="Google Shape;1364;p53"/>
          <p:cNvSpPr txBox="1"/>
          <p:nvPr/>
        </p:nvSpPr>
        <p:spPr>
          <a:xfrm>
            <a:off x="1115050" y="35312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65" name="Google Shape;1365;p53"/>
          <p:cNvCxnSpPr/>
          <p:nvPr/>
        </p:nvCxnSpPr>
        <p:spPr>
          <a:xfrm>
            <a:off x="1493163" y="376294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66" name="Google Shape;1366;p53"/>
          <p:cNvCxnSpPr/>
          <p:nvPr/>
        </p:nvCxnSpPr>
        <p:spPr>
          <a:xfrm flipH="1">
            <a:off x="2113720" y="319917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67" name="Google Shape;1367;p53"/>
          <p:cNvSpPr/>
          <p:nvPr/>
        </p:nvSpPr>
        <p:spPr>
          <a:xfrm>
            <a:off x="1876563" y="35224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8" name="Google Shape;1368;p53"/>
          <p:cNvSpPr txBox="1"/>
          <p:nvPr/>
        </p:nvSpPr>
        <p:spPr>
          <a:xfrm>
            <a:off x="1920938" y="354336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3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69" name="Google Shape;1369;p53"/>
          <p:cNvCxnSpPr/>
          <p:nvPr/>
        </p:nvCxnSpPr>
        <p:spPr>
          <a:xfrm>
            <a:off x="2408113" y="37439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70" name="Google Shape;1370;p53"/>
          <p:cNvSpPr txBox="1"/>
          <p:nvPr/>
        </p:nvSpPr>
        <p:spPr>
          <a:xfrm>
            <a:off x="2354150" y="3348750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3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1" name="Google Shape;1371;p53"/>
          <p:cNvSpPr/>
          <p:nvPr/>
        </p:nvSpPr>
        <p:spPr>
          <a:xfrm>
            <a:off x="2809275" y="3522388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72" name="Google Shape;1372;p53"/>
          <p:cNvCxnSpPr/>
          <p:nvPr/>
        </p:nvCxnSpPr>
        <p:spPr>
          <a:xfrm rot="10800000">
            <a:off x="1775425" y="4142650"/>
            <a:ext cx="1723200" cy="174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373" name="Google Shape;137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3688" y="4289577"/>
            <a:ext cx="318467" cy="4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4" name="Google Shape;1374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6300" y="366775"/>
            <a:ext cx="2331209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5" name="Google Shape;1375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6299" y="960504"/>
            <a:ext cx="1383786" cy="507661"/>
          </a:xfrm>
          <a:prstGeom prst="rect">
            <a:avLst/>
          </a:prstGeom>
          <a:noFill/>
          <a:ln>
            <a:noFill/>
          </a:ln>
        </p:spPr>
      </p:pic>
      <p:sp>
        <p:nvSpPr>
          <p:cNvPr id="1376" name="Google Shape;1376;p53"/>
          <p:cNvSpPr/>
          <p:nvPr/>
        </p:nvSpPr>
        <p:spPr>
          <a:xfrm>
            <a:off x="5302827" y="1955903"/>
            <a:ext cx="250800" cy="332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77" name="Google Shape;1377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46425" y="1553400"/>
            <a:ext cx="2308552" cy="59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8" name="Google Shape;1378;p5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09075" y="1109847"/>
            <a:ext cx="250800" cy="2089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79" name="Google Shape;1379;p53"/>
          <p:cNvCxnSpPr/>
          <p:nvPr/>
        </p:nvCxnSpPr>
        <p:spPr>
          <a:xfrm rot="10800000">
            <a:off x="1792825" y="2872150"/>
            <a:ext cx="0" cy="12705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380" name="Google Shape;1380;p5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95363" y="3076125"/>
            <a:ext cx="322350" cy="5103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53"/>
          <p:cNvSpPr/>
          <p:nvPr/>
        </p:nvSpPr>
        <p:spPr>
          <a:xfrm>
            <a:off x="3797425" y="2342750"/>
            <a:ext cx="661500" cy="609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53"/>
          <p:cNvSpPr/>
          <p:nvPr/>
        </p:nvSpPr>
        <p:spPr>
          <a:xfrm>
            <a:off x="4828981" y="2521841"/>
            <a:ext cx="660900" cy="576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83" name="Google Shape;1383;p5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599875" y="2318775"/>
            <a:ext cx="2495150" cy="663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4" name="Google Shape;1384;p5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728804" y="3047237"/>
            <a:ext cx="1596333" cy="542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5" name="Google Shape;1385;p5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54975" y="1775835"/>
            <a:ext cx="250800" cy="208981"/>
          </a:xfrm>
          <a:prstGeom prst="rect">
            <a:avLst/>
          </a:prstGeom>
          <a:noFill/>
          <a:ln>
            <a:noFill/>
          </a:ln>
        </p:spPr>
      </p:pic>
      <p:sp>
        <p:nvSpPr>
          <p:cNvPr id="1386" name="Google Shape;1386;p53"/>
          <p:cNvSpPr/>
          <p:nvPr/>
        </p:nvSpPr>
        <p:spPr>
          <a:xfrm>
            <a:off x="4911425" y="3060275"/>
            <a:ext cx="322200" cy="542100"/>
          </a:xfrm>
          <a:prstGeom prst="rect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87" name="Google Shape;1387;p53"/>
          <p:cNvCxnSpPr/>
          <p:nvPr/>
        </p:nvCxnSpPr>
        <p:spPr>
          <a:xfrm rot="10800000">
            <a:off x="1788550" y="1601650"/>
            <a:ext cx="0" cy="12705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388" name="Google Shape;1388;p5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432460" y="2010575"/>
            <a:ext cx="278400" cy="485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9" name="Google Shape;1389;p5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 rot="-5400000">
            <a:off x="4941571" y="3672400"/>
            <a:ext cx="220025" cy="23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0" name="Google Shape;1390;p5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868074" y="3900575"/>
            <a:ext cx="408900" cy="558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p54"/>
          <p:cNvSpPr txBox="1"/>
          <p:nvPr/>
        </p:nvSpPr>
        <p:spPr>
          <a:xfrm>
            <a:off x="1115050" y="1530300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700" baseline="30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6" name="Google Shape;1396;p54"/>
          <p:cNvSpPr txBox="1"/>
          <p:nvPr/>
        </p:nvSpPr>
        <p:spPr>
          <a:xfrm>
            <a:off x="200400" y="1553400"/>
            <a:ext cx="40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7" name="Google Shape;1397;p54"/>
          <p:cNvSpPr/>
          <p:nvPr/>
        </p:nvSpPr>
        <p:spPr>
          <a:xfrm>
            <a:off x="554375" y="1353600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8" name="Google Shape;1398;p54"/>
          <p:cNvSpPr txBox="1"/>
          <p:nvPr/>
        </p:nvSpPr>
        <p:spPr>
          <a:xfrm>
            <a:off x="554375" y="1314900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-1.34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2.34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9" name="Google Shape;1399;p54"/>
          <p:cNvSpPr/>
          <p:nvPr/>
        </p:nvSpPr>
        <p:spPr>
          <a:xfrm>
            <a:off x="1876575" y="5598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0" name="Google Shape;1400;p54"/>
          <p:cNvSpPr txBox="1"/>
          <p:nvPr/>
        </p:nvSpPr>
        <p:spPr>
          <a:xfrm>
            <a:off x="1920951" y="5807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01" name="Google Shape;1401;p54"/>
          <p:cNvCxnSpPr/>
          <p:nvPr/>
        </p:nvCxnSpPr>
        <p:spPr>
          <a:xfrm flipH="1">
            <a:off x="2113732" y="120402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02" name="Google Shape;1402;p54"/>
          <p:cNvCxnSpPr/>
          <p:nvPr/>
        </p:nvCxnSpPr>
        <p:spPr>
          <a:xfrm>
            <a:off x="1493175" y="17534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03" name="Google Shape;1403;p54"/>
          <p:cNvSpPr/>
          <p:nvPr/>
        </p:nvSpPr>
        <p:spPr>
          <a:xfrm>
            <a:off x="1876575" y="152725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4" name="Google Shape;1404;p54"/>
          <p:cNvSpPr txBox="1"/>
          <p:nvPr/>
        </p:nvSpPr>
        <p:spPr>
          <a:xfrm>
            <a:off x="1920951" y="154821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5" name="Google Shape;1405;p54"/>
          <p:cNvSpPr txBox="1"/>
          <p:nvPr/>
        </p:nvSpPr>
        <p:spPr>
          <a:xfrm>
            <a:off x="131725" y="2568425"/>
            <a:ext cx="8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cat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6" name="Google Shape;1406;p54"/>
          <p:cNvSpPr/>
          <p:nvPr/>
        </p:nvSpPr>
        <p:spPr>
          <a:xfrm>
            <a:off x="554375" y="23574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7" name="Google Shape;1407;p54"/>
          <p:cNvSpPr txBox="1"/>
          <p:nvPr/>
        </p:nvSpPr>
        <p:spPr>
          <a:xfrm>
            <a:off x="554375" y="23187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-0.21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0.56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-1.67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...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-0.05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8" name="Google Shape;1408;p54"/>
          <p:cNvSpPr txBox="1"/>
          <p:nvPr/>
        </p:nvSpPr>
        <p:spPr>
          <a:xfrm>
            <a:off x="1115050" y="25298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09" name="Google Shape;1409;p54"/>
          <p:cNvCxnSpPr/>
          <p:nvPr/>
        </p:nvCxnSpPr>
        <p:spPr>
          <a:xfrm>
            <a:off x="1493175" y="275586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10" name="Google Shape;1410;p54"/>
          <p:cNvCxnSpPr/>
          <p:nvPr/>
        </p:nvCxnSpPr>
        <p:spPr>
          <a:xfrm flipH="1">
            <a:off x="2113732" y="2192100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11" name="Google Shape;1411;p54"/>
          <p:cNvSpPr/>
          <p:nvPr/>
        </p:nvSpPr>
        <p:spPr>
          <a:xfrm>
            <a:off x="1876575" y="25153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2" name="Google Shape;1412;p54"/>
          <p:cNvSpPr txBox="1"/>
          <p:nvPr/>
        </p:nvSpPr>
        <p:spPr>
          <a:xfrm>
            <a:off x="1920951" y="25362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3" name="Google Shape;1413;p54"/>
          <p:cNvSpPr txBox="1"/>
          <p:nvPr/>
        </p:nvSpPr>
        <p:spPr>
          <a:xfrm>
            <a:off x="0" y="3569825"/>
            <a:ext cx="609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exists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4" name="Google Shape;1414;p54"/>
          <p:cNvSpPr/>
          <p:nvPr/>
        </p:nvSpPr>
        <p:spPr>
          <a:xfrm>
            <a:off x="554375" y="33545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5" name="Google Shape;1415;p54"/>
          <p:cNvSpPr txBox="1"/>
          <p:nvPr/>
        </p:nvSpPr>
        <p:spPr>
          <a:xfrm>
            <a:off x="554375" y="33158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0.987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-3.42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-0.06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6" name="Google Shape;1416;p54"/>
          <p:cNvSpPr txBox="1"/>
          <p:nvPr/>
        </p:nvSpPr>
        <p:spPr>
          <a:xfrm>
            <a:off x="1115050" y="35312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17" name="Google Shape;1417;p54"/>
          <p:cNvCxnSpPr/>
          <p:nvPr/>
        </p:nvCxnSpPr>
        <p:spPr>
          <a:xfrm>
            <a:off x="1493163" y="376294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18" name="Google Shape;1418;p54"/>
          <p:cNvCxnSpPr/>
          <p:nvPr/>
        </p:nvCxnSpPr>
        <p:spPr>
          <a:xfrm flipH="1">
            <a:off x="2113720" y="319917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19" name="Google Shape;1419;p54"/>
          <p:cNvSpPr/>
          <p:nvPr/>
        </p:nvSpPr>
        <p:spPr>
          <a:xfrm>
            <a:off x="1876563" y="35224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0" name="Google Shape;1420;p54"/>
          <p:cNvSpPr txBox="1"/>
          <p:nvPr/>
        </p:nvSpPr>
        <p:spPr>
          <a:xfrm>
            <a:off x="1920938" y="354336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3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21" name="Google Shape;1421;p54"/>
          <p:cNvCxnSpPr/>
          <p:nvPr/>
        </p:nvCxnSpPr>
        <p:spPr>
          <a:xfrm>
            <a:off x="2408113" y="37439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22" name="Google Shape;1422;p54"/>
          <p:cNvSpPr txBox="1"/>
          <p:nvPr/>
        </p:nvSpPr>
        <p:spPr>
          <a:xfrm>
            <a:off x="2354150" y="3348750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3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23" name="Google Shape;1423;p54"/>
          <p:cNvSpPr/>
          <p:nvPr/>
        </p:nvSpPr>
        <p:spPr>
          <a:xfrm>
            <a:off x="2809275" y="3522388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24" name="Google Shape;1424;p54"/>
          <p:cNvCxnSpPr/>
          <p:nvPr/>
        </p:nvCxnSpPr>
        <p:spPr>
          <a:xfrm rot="10800000">
            <a:off x="1775425" y="4142650"/>
            <a:ext cx="1723200" cy="174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425" name="Google Shape;142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3688" y="4289577"/>
            <a:ext cx="318467" cy="4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6" name="Google Shape;1426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6300" y="366775"/>
            <a:ext cx="2331209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7" name="Google Shape;1427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6299" y="960504"/>
            <a:ext cx="1383786" cy="507661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54"/>
          <p:cNvSpPr/>
          <p:nvPr/>
        </p:nvSpPr>
        <p:spPr>
          <a:xfrm>
            <a:off x="5302827" y="1955903"/>
            <a:ext cx="250800" cy="332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29" name="Google Shape;1429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46425" y="1553400"/>
            <a:ext cx="2308552" cy="59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0" name="Google Shape;1430;p5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09075" y="1109847"/>
            <a:ext cx="250800" cy="2089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1" name="Google Shape;1431;p54"/>
          <p:cNvCxnSpPr/>
          <p:nvPr/>
        </p:nvCxnSpPr>
        <p:spPr>
          <a:xfrm rot="10800000">
            <a:off x="1792825" y="2872150"/>
            <a:ext cx="0" cy="12705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432" name="Google Shape;1432;p5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95363" y="3076125"/>
            <a:ext cx="322350" cy="510388"/>
          </a:xfrm>
          <a:prstGeom prst="rect">
            <a:avLst/>
          </a:prstGeom>
          <a:noFill/>
          <a:ln>
            <a:noFill/>
          </a:ln>
        </p:spPr>
      </p:pic>
      <p:sp>
        <p:nvSpPr>
          <p:cNvPr id="1433" name="Google Shape;1433;p54"/>
          <p:cNvSpPr/>
          <p:nvPr/>
        </p:nvSpPr>
        <p:spPr>
          <a:xfrm>
            <a:off x="3797425" y="2342750"/>
            <a:ext cx="661500" cy="609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4" name="Google Shape;1434;p54"/>
          <p:cNvSpPr/>
          <p:nvPr/>
        </p:nvSpPr>
        <p:spPr>
          <a:xfrm>
            <a:off x="4828981" y="2521841"/>
            <a:ext cx="660900" cy="576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5" name="Google Shape;1435;p5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599875" y="2318775"/>
            <a:ext cx="2495150" cy="663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6" name="Google Shape;1436;p5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728804" y="3047237"/>
            <a:ext cx="1596333" cy="542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7" name="Google Shape;1437;p5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54975" y="1775835"/>
            <a:ext cx="250800" cy="2089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8" name="Google Shape;1438;p54"/>
          <p:cNvCxnSpPr/>
          <p:nvPr/>
        </p:nvCxnSpPr>
        <p:spPr>
          <a:xfrm rot="10800000">
            <a:off x="1788550" y="1601650"/>
            <a:ext cx="0" cy="12705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439" name="Google Shape;1439;p5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432460" y="2010575"/>
            <a:ext cx="278400" cy="485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0" name="Google Shape;1440;p5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893923" y="3038988"/>
            <a:ext cx="408900" cy="558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p55"/>
          <p:cNvSpPr txBox="1"/>
          <p:nvPr/>
        </p:nvSpPr>
        <p:spPr>
          <a:xfrm>
            <a:off x="1115050" y="1530300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700" baseline="30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6" name="Google Shape;1446;p55"/>
          <p:cNvSpPr txBox="1"/>
          <p:nvPr/>
        </p:nvSpPr>
        <p:spPr>
          <a:xfrm>
            <a:off x="200400" y="1553400"/>
            <a:ext cx="40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7" name="Google Shape;1447;p55"/>
          <p:cNvSpPr/>
          <p:nvPr/>
        </p:nvSpPr>
        <p:spPr>
          <a:xfrm>
            <a:off x="554375" y="1353600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8" name="Google Shape;1448;p55"/>
          <p:cNvSpPr txBox="1"/>
          <p:nvPr/>
        </p:nvSpPr>
        <p:spPr>
          <a:xfrm>
            <a:off x="554375" y="1314900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-1.34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2.34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9" name="Google Shape;1449;p55"/>
          <p:cNvSpPr/>
          <p:nvPr/>
        </p:nvSpPr>
        <p:spPr>
          <a:xfrm>
            <a:off x="1876575" y="5598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0" name="Google Shape;1450;p55"/>
          <p:cNvSpPr txBox="1"/>
          <p:nvPr/>
        </p:nvSpPr>
        <p:spPr>
          <a:xfrm>
            <a:off x="1920951" y="5807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51" name="Google Shape;1451;p55"/>
          <p:cNvCxnSpPr/>
          <p:nvPr/>
        </p:nvCxnSpPr>
        <p:spPr>
          <a:xfrm flipH="1">
            <a:off x="2113732" y="120402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52" name="Google Shape;1452;p55"/>
          <p:cNvCxnSpPr/>
          <p:nvPr/>
        </p:nvCxnSpPr>
        <p:spPr>
          <a:xfrm>
            <a:off x="1493175" y="17534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53" name="Google Shape;1453;p55"/>
          <p:cNvSpPr/>
          <p:nvPr/>
        </p:nvSpPr>
        <p:spPr>
          <a:xfrm>
            <a:off x="1876575" y="152725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4" name="Google Shape;1454;p55"/>
          <p:cNvSpPr txBox="1"/>
          <p:nvPr/>
        </p:nvSpPr>
        <p:spPr>
          <a:xfrm>
            <a:off x="1920951" y="154821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5" name="Google Shape;1455;p55"/>
          <p:cNvSpPr txBox="1"/>
          <p:nvPr/>
        </p:nvSpPr>
        <p:spPr>
          <a:xfrm>
            <a:off x="131725" y="2568425"/>
            <a:ext cx="8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cat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6" name="Google Shape;1456;p55"/>
          <p:cNvSpPr/>
          <p:nvPr/>
        </p:nvSpPr>
        <p:spPr>
          <a:xfrm>
            <a:off x="554375" y="23574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7" name="Google Shape;1457;p55"/>
          <p:cNvSpPr txBox="1"/>
          <p:nvPr/>
        </p:nvSpPr>
        <p:spPr>
          <a:xfrm>
            <a:off x="554375" y="23187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-0.21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0.56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-1.67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...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-0.05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8" name="Google Shape;1458;p55"/>
          <p:cNvSpPr txBox="1"/>
          <p:nvPr/>
        </p:nvSpPr>
        <p:spPr>
          <a:xfrm>
            <a:off x="1115050" y="25298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59" name="Google Shape;1459;p55"/>
          <p:cNvCxnSpPr/>
          <p:nvPr/>
        </p:nvCxnSpPr>
        <p:spPr>
          <a:xfrm>
            <a:off x="1493175" y="275586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60" name="Google Shape;1460;p55"/>
          <p:cNvCxnSpPr/>
          <p:nvPr/>
        </p:nvCxnSpPr>
        <p:spPr>
          <a:xfrm flipH="1">
            <a:off x="2113732" y="2192100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61" name="Google Shape;1461;p55"/>
          <p:cNvSpPr/>
          <p:nvPr/>
        </p:nvSpPr>
        <p:spPr>
          <a:xfrm>
            <a:off x="1876575" y="25153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2" name="Google Shape;1462;p55"/>
          <p:cNvSpPr txBox="1"/>
          <p:nvPr/>
        </p:nvSpPr>
        <p:spPr>
          <a:xfrm>
            <a:off x="1920951" y="25362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3" name="Google Shape;1463;p55"/>
          <p:cNvSpPr txBox="1"/>
          <p:nvPr/>
        </p:nvSpPr>
        <p:spPr>
          <a:xfrm>
            <a:off x="0" y="3569825"/>
            <a:ext cx="609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exists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4" name="Google Shape;1464;p55"/>
          <p:cNvSpPr/>
          <p:nvPr/>
        </p:nvSpPr>
        <p:spPr>
          <a:xfrm>
            <a:off x="554375" y="33545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5" name="Google Shape;1465;p55"/>
          <p:cNvSpPr txBox="1"/>
          <p:nvPr/>
        </p:nvSpPr>
        <p:spPr>
          <a:xfrm>
            <a:off x="554375" y="33158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0.987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-3.42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-0.06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6" name="Google Shape;1466;p55"/>
          <p:cNvSpPr txBox="1"/>
          <p:nvPr/>
        </p:nvSpPr>
        <p:spPr>
          <a:xfrm>
            <a:off x="1115050" y="35312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67" name="Google Shape;1467;p55"/>
          <p:cNvCxnSpPr/>
          <p:nvPr/>
        </p:nvCxnSpPr>
        <p:spPr>
          <a:xfrm>
            <a:off x="1493163" y="376294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68" name="Google Shape;1468;p55"/>
          <p:cNvCxnSpPr/>
          <p:nvPr/>
        </p:nvCxnSpPr>
        <p:spPr>
          <a:xfrm flipH="1">
            <a:off x="2113720" y="319917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69" name="Google Shape;1469;p55"/>
          <p:cNvSpPr/>
          <p:nvPr/>
        </p:nvSpPr>
        <p:spPr>
          <a:xfrm>
            <a:off x="1876563" y="35224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0" name="Google Shape;1470;p55"/>
          <p:cNvSpPr txBox="1"/>
          <p:nvPr/>
        </p:nvSpPr>
        <p:spPr>
          <a:xfrm>
            <a:off x="1920938" y="354336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3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71" name="Google Shape;1471;p55"/>
          <p:cNvCxnSpPr/>
          <p:nvPr/>
        </p:nvCxnSpPr>
        <p:spPr>
          <a:xfrm>
            <a:off x="2408113" y="37439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72" name="Google Shape;1472;p55"/>
          <p:cNvSpPr txBox="1"/>
          <p:nvPr/>
        </p:nvSpPr>
        <p:spPr>
          <a:xfrm>
            <a:off x="2354150" y="3348750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3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3" name="Google Shape;1473;p55"/>
          <p:cNvSpPr/>
          <p:nvPr/>
        </p:nvSpPr>
        <p:spPr>
          <a:xfrm>
            <a:off x="2809275" y="3522388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74" name="Google Shape;1474;p55"/>
          <p:cNvCxnSpPr/>
          <p:nvPr/>
        </p:nvCxnSpPr>
        <p:spPr>
          <a:xfrm rot="10800000">
            <a:off x="1775425" y="4142650"/>
            <a:ext cx="1723200" cy="174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475" name="Google Shape;1475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3688" y="4289577"/>
            <a:ext cx="318467" cy="495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6" name="Google Shape;1476;p55"/>
          <p:cNvCxnSpPr/>
          <p:nvPr/>
        </p:nvCxnSpPr>
        <p:spPr>
          <a:xfrm rot="10800000">
            <a:off x="1792825" y="2872150"/>
            <a:ext cx="0" cy="12705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477" name="Google Shape;1477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5363" y="3076125"/>
            <a:ext cx="322350" cy="5103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8" name="Google Shape;1478;p55"/>
          <p:cNvCxnSpPr/>
          <p:nvPr/>
        </p:nvCxnSpPr>
        <p:spPr>
          <a:xfrm rot="10800000">
            <a:off x="1788550" y="1601650"/>
            <a:ext cx="0" cy="12705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479" name="Google Shape;1479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32460" y="2010575"/>
            <a:ext cx="278400" cy="485419"/>
          </a:xfrm>
          <a:prstGeom prst="rect">
            <a:avLst/>
          </a:prstGeom>
          <a:noFill/>
          <a:ln>
            <a:noFill/>
          </a:ln>
        </p:spPr>
      </p:pic>
      <p:sp>
        <p:nvSpPr>
          <p:cNvPr id="1480" name="Google Shape;1480;p55"/>
          <p:cNvSpPr txBox="1"/>
          <p:nvPr/>
        </p:nvSpPr>
        <p:spPr>
          <a:xfrm>
            <a:off x="3286875" y="1353600"/>
            <a:ext cx="31620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Процесс вычисления производных весов RNN называется </a:t>
            </a:r>
            <a:r>
              <a:rPr lang="en" sz="1300" b="1" i="1">
                <a:latin typeface="Montserrat"/>
                <a:ea typeface="Montserrat"/>
                <a:cs typeface="Montserrat"/>
                <a:sym typeface="Montserrat"/>
              </a:rPr>
              <a:t>обратное распространение ошибки сквозь время</a:t>
            </a: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 (backpropagation through time)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56"/>
          <p:cNvSpPr txBox="1"/>
          <p:nvPr/>
        </p:nvSpPr>
        <p:spPr>
          <a:xfrm>
            <a:off x="1115050" y="1530300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700" baseline="30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6" name="Google Shape;1486;p56"/>
          <p:cNvSpPr txBox="1"/>
          <p:nvPr/>
        </p:nvSpPr>
        <p:spPr>
          <a:xfrm>
            <a:off x="200400" y="1553400"/>
            <a:ext cx="40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7" name="Google Shape;1487;p56"/>
          <p:cNvSpPr/>
          <p:nvPr/>
        </p:nvSpPr>
        <p:spPr>
          <a:xfrm>
            <a:off x="554375" y="1353600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8" name="Google Shape;1488;p56"/>
          <p:cNvSpPr txBox="1"/>
          <p:nvPr/>
        </p:nvSpPr>
        <p:spPr>
          <a:xfrm>
            <a:off x="554375" y="1314900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-1.34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2.34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9" name="Google Shape;1489;p56"/>
          <p:cNvSpPr/>
          <p:nvPr/>
        </p:nvSpPr>
        <p:spPr>
          <a:xfrm>
            <a:off x="1876575" y="5598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0" name="Google Shape;1490;p56"/>
          <p:cNvSpPr txBox="1"/>
          <p:nvPr/>
        </p:nvSpPr>
        <p:spPr>
          <a:xfrm>
            <a:off x="1920951" y="5807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i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" sz="1500" baseline="-25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91" name="Google Shape;1491;p56"/>
          <p:cNvCxnSpPr/>
          <p:nvPr/>
        </p:nvCxnSpPr>
        <p:spPr>
          <a:xfrm flipH="1">
            <a:off x="2113732" y="120402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92" name="Google Shape;1492;p56"/>
          <p:cNvCxnSpPr/>
          <p:nvPr/>
        </p:nvCxnSpPr>
        <p:spPr>
          <a:xfrm>
            <a:off x="1493175" y="17534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93" name="Google Shape;1493;p56"/>
          <p:cNvSpPr/>
          <p:nvPr/>
        </p:nvSpPr>
        <p:spPr>
          <a:xfrm>
            <a:off x="1876575" y="152725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4" name="Google Shape;1494;p56"/>
          <p:cNvSpPr txBox="1"/>
          <p:nvPr/>
        </p:nvSpPr>
        <p:spPr>
          <a:xfrm>
            <a:off x="1920951" y="154821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500" baseline="-25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95" name="Google Shape;1495;p56"/>
          <p:cNvSpPr txBox="1"/>
          <p:nvPr/>
        </p:nvSpPr>
        <p:spPr>
          <a:xfrm>
            <a:off x="131725" y="2568425"/>
            <a:ext cx="8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cat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6" name="Google Shape;1496;p56"/>
          <p:cNvSpPr/>
          <p:nvPr/>
        </p:nvSpPr>
        <p:spPr>
          <a:xfrm>
            <a:off x="554375" y="23574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7" name="Google Shape;1497;p56"/>
          <p:cNvSpPr txBox="1"/>
          <p:nvPr/>
        </p:nvSpPr>
        <p:spPr>
          <a:xfrm>
            <a:off x="554375" y="23187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-0.21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0.56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-1.67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...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-0.05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98" name="Google Shape;1498;p56"/>
          <p:cNvSpPr txBox="1"/>
          <p:nvPr/>
        </p:nvSpPr>
        <p:spPr>
          <a:xfrm>
            <a:off x="1115050" y="25298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99" name="Google Shape;1499;p56"/>
          <p:cNvCxnSpPr/>
          <p:nvPr/>
        </p:nvCxnSpPr>
        <p:spPr>
          <a:xfrm>
            <a:off x="1493175" y="275586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00" name="Google Shape;1500;p56"/>
          <p:cNvCxnSpPr/>
          <p:nvPr/>
        </p:nvCxnSpPr>
        <p:spPr>
          <a:xfrm flipH="1">
            <a:off x="2113732" y="2192100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01" name="Google Shape;1501;p56"/>
          <p:cNvSpPr/>
          <p:nvPr/>
        </p:nvSpPr>
        <p:spPr>
          <a:xfrm>
            <a:off x="1876575" y="25153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2" name="Google Shape;1502;p56"/>
          <p:cNvSpPr txBox="1"/>
          <p:nvPr/>
        </p:nvSpPr>
        <p:spPr>
          <a:xfrm>
            <a:off x="1920951" y="25362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500" baseline="-25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03" name="Google Shape;1503;p56"/>
          <p:cNvSpPr txBox="1"/>
          <p:nvPr/>
        </p:nvSpPr>
        <p:spPr>
          <a:xfrm>
            <a:off x="0" y="3569825"/>
            <a:ext cx="609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exists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4" name="Google Shape;1504;p56"/>
          <p:cNvSpPr/>
          <p:nvPr/>
        </p:nvSpPr>
        <p:spPr>
          <a:xfrm>
            <a:off x="554375" y="33545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5" name="Google Shape;1505;p56"/>
          <p:cNvSpPr txBox="1"/>
          <p:nvPr/>
        </p:nvSpPr>
        <p:spPr>
          <a:xfrm>
            <a:off x="554375" y="33158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0.987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-3.42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-0.06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6" name="Google Shape;1506;p56"/>
          <p:cNvSpPr txBox="1"/>
          <p:nvPr/>
        </p:nvSpPr>
        <p:spPr>
          <a:xfrm>
            <a:off x="1115050" y="35312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07" name="Google Shape;1507;p56"/>
          <p:cNvCxnSpPr/>
          <p:nvPr/>
        </p:nvCxnSpPr>
        <p:spPr>
          <a:xfrm>
            <a:off x="1493163" y="376294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08" name="Google Shape;1508;p56"/>
          <p:cNvCxnSpPr/>
          <p:nvPr/>
        </p:nvCxnSpPr>
        <p:spPr>
          <a:xfrm flipH="1">
            <a:off x="2113720" y="319917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09" name="Google Shape;1509;p56"/>
          <p:cNvSpPr/>
          <p:nvPr/>
        </p:nvSpPr>
        <p:spPr>
          <a:xfrm>
            <a:off x="1876563" y="35224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0" name="Google Shape;1510;p56"/>
          <p:cNvSpPr txBox="1"/>
          <p:nvPr/>
        </p:nvSpPr>
        <p:spPr>
          <a:xfrm>
            <a:off x="1920938" y="354336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en" sz="1500" baseline="-25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11" name="Google Shape;1511;p56"/>
          <p:cNvCxnSpPr/>
          <p:nvPr/>
        </p:nvCxnSpPr>
        <p:spPr>
          <a:xfrm>
            <a:off x="2408113" y="37439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12" name="Google Shape;1512;p56"/>
          <p:cNvSpPr txBox="1"/>
          <p:nvPr/>
        </p:nvSpPr>
        <p:spPr>
          <a:xfrm>
            <a:off x="2354150" y="3348750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en" sz="1500" baseline="-25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13" name="Google Shape;1513;p56"/>
          <p:cNvSpPr/>
          <p:nvPr/>
        </p:nvSpPr>
        <p:spPr>
          <a:xfrm>
            <a:off x="2809275" y="3522388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14" name="Google Shape;1514;p56"/>
          <p:cNvCxnSpPr/>
          <p:nvPr/>
        </p:nvCxnSpPr>
        <p:spPr>
          <a:xfrm rot="10800000">
            <a:off x="1775425" y="4142650"/>
            <a:ext cx="1723200" cy="174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15" name="Google Shape;1515;p56"/>
          <p:cNvCxnSpPr/>
          <p:nvPr/>
        </p:nvCxnSpPr>
        <p:spPr>
          <a:xfrm rot="10800000">
            <a:off x="1792825" y="3080950"/>
            <a:ext cx="0" cy="10617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16" name="Google Shape;1516;p56"/>
          <p:cNvCxnSpPr/>
          <p:nvPr/>
        </p:nvCxnSpPr>
        <p:spPr>
          <a:xfrm rot="10800000" flipH="1">
            <a:off x="1788550" y="2071450"/>
            <a:ext cx="4200" cy="9804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17" name="Google Shape;1517;p56"/>
          <p:cNvSpPr/>
          <p:nvPr/>
        </p:nvSpPr>
        <p:spPr>
          <a:xfrm>
            <a:off x="2760525" y="1519663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8" name="Google Shape;1518;p56"/>
          <p:cNvSpPr txBox="1"/>
          <p:nvPr/>
        </p:nvSpPr>
        <p:spPr>
          <a:xfrm>
            <a:off x="2804901" y="1540630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500" baseline="-25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19" name="Google Shape;1519;p56"/>
          <p:cNvCxnSpPr/>
          <p:nvPr/>
        </p:nvCxnSpPr>
        <p:spPr>
          <a:xfrm flipH="1">
            <a:off x="2997682" y="2184513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20" name="Google Shape;1520;p56"/>
          <p:cNvSpPr/>
          <p:nvPr/>
        </p:nvSpPr>
        <p:spPr>
          <a:xfrm>
            <a:off x="2760525" y="2507738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1" name="Google Shape;1521;p56"/>
          <p:cNvSpPr txBox="1"/>
          <p:nvPr/>
        </p:nvSpPr>
        <p:spPr>
          <a:xfrm>
            <a:off x="2804901" y="2528705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500" baseline="-25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22" name="Google Shape;1522;p56"/>
          <p:cNvCxnSpPr/>
          <p:nvPr/>
        </p:nvCxnSpPr>
        <p:spPr>
          <a:xfrm flipH="1">
            <a:off x="2997670" y="319917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23" name="Google Shape;1523;p56"/>
          <p:cNvCxnSpPr/>
          <p:nvPr/>
        </p:nvCxnSpPr>
        <p:spPr>
          <a:xfrm>
            <a:off x="2402538" y="275204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24" name="Google Shape;1524;p56"/>
          <p:cNvCxnSpPr/>
          <p:nvPr/>
        </p:nvCxnSpPr>
        <p:spPr>
          <a:xfrm>
            <a:off x="2402538" y="17647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25" name="Google Shape;1525;p56"/>
          <p:cNvSpPr/>
          <p:nvPr/>
        </p:nvSpPr>
        <p:spPr>
          <a:xfrm>
            <a:off x="2711775" y="5598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6" name="Google Shape;1526;p56"/>
          <p:cNvSpPr txBox="1"/>
          <p:nvPr/>
        </p:nvSpPr>
        <p:spPr>
          <a:xfrm>
            <a:off x="2756151" y="5807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i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" sz="1500" baseline="-25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27" name="Google Shape;1527;p56"/>
          <p:cNvCxnSpPr/>
          <p:nvPr/>
        </p:nvCxnSpPr>
        <p:spPr>
          <a:xfrm flipH="1">
            <a:off x="2948932" y="120402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28" name="Google Shape;1528;p56"/>
          <p:cNvSpPr txBox="1"/>
          <p:nvPr/>
        </p:nvSpPr>
        <p:spPr>
          <a:xfrm>
            <a:off x="2804901" y="3516780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en" sz="1500" baseline="-25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29" name="Google Shape;1529;p56"/>
          <p:cNvCxnSpPr/>
          <p:nvPr/>
        </p:nvCxnSpPr>
        <p:spPr>
          <a:xfrm rot="10800000">
            <a:off x="2671725" y="2106200"/>
            <a:ext cx="9000" cy="9780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30" name="Google Shape;1530;p56"/>
          <p:cNvCxnSpPr/>
          <p:nvPr/>
        </p:nvCxnSpPr>
        <p:spPr>
          <a:xfrm rot="10800000">
            <a:off x="2671975" y="3080950"/>
            <a:ext cx="13200" cy="10617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31" name="Google Shape;1531;p56"/>
          <p:cNvCxnSpPr/>
          <p:nvPr/>
        </p:nvCxnSpPr>
        <p:spPr>
          <a:xfrm flipH="1">
            <a:off x="1769913" y="3076700"/>
            <a:ext cx="884100" cy="75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32" name="Google Shape;1532;p56"/>
          <p:cNvSpPr txBox="1"/>
          <p:nvPr/>
        </p:nvSpPr>
        <p:spPr>
          <a:xfrm>
            <a:off x="2332375" y="2350525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500" baseline="-25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3" name="Google Shape;1533;p56"/>
          <p:cNvSpPr txBox="1"/>
          <p:nvPr/>
        </p:nvSpPr>
        <p:spPr>
          <a:xfrm>
            <a:off x="2332375" y="1352300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500" baseline="-25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34" name="Google Shape;1534;p56"/>
          <p:cNvCxnSpPr/>
          <p:nvPr/>
        </p:nvCxnSpPr>
        <p:spPr>
          <a:xfrm flipH="1">
            <a:off x="1769913" y="2079125"/>
            <a:ext cx="884100" cy="75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35" name="Google Shape;1535;p56"/>
          <p:cNvSpPr txBox="1"/>
          <p:nvPr/>
        </p:nvSpPr>
        <p:spPr>
          <a:xfrm>
            <a:off x="3644475" y="1204025"/>
            <a:ext cx="27240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При добавлении слоев в RNN подсчет градиентов усложняется</a:t>
            </a:r>
            <a:endParaRPr sz="1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p57"/>
          <p:cNvSpPr txBox="1"/>
          <p:nvPr/>
        </p:nvSpPr>
        <p:spPr>
          <a:xfrm>
            <a:off x="1115050" y="1530300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700" baseline="30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1" name="Google Shape;1541;p57"/>
          <p:cNvSpPr txBox="1"/>
          <p:nvPr/>
        </p:nvSpPr>
        <p:spPr>
          <a:xfrm>
            <a:off x="200400" y="1553400"/>
            <a:ext cx="40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2" name="Google Shape;1542;p57"/>
          <p:cNvSpPr/>
          <p:nvPr/>
        </p:nvSpPr>
        <p:spPr>
          <a:xfrm>
            <a:off x="554375" y="1353600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3" name="Google Shape;1543;p57"/>
          <p:cNvSpPr txBox="1"/>
          <p:nvPr/>
        </p:nvSpPr>
        <p:spPr>
          <a:xfrm>
            <a:off x="554375" y="1314900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-1.34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2.34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4" name="Google Shape;1544;p57"/>
          <p:cNvSpPr/>
          <p:nvPr/>
        </p:nvSpPr>
        <p:spPr>
          <a:xfrm>
            <a:off x="1876575" y="5598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5" name="Google Shape;1545;p57"/>
          <p:cNvSpPr txBox="1"/>
          <p:nvPr/>
        </p:nvSpPr>
        <p:spPr>
          <a:xfrm>
            <a:off x="1920951" y="5807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0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46" name="Google Shape;1546;p57"/>
          <p:cNvCxnSpPr/>
          <p:nvPr/>
        </p:nvCxnSpPr>
        <p:spPr>
          <a:xfrm flipH="1">
            <a:off x="2113732" y="120402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47" name="Google Shape;1547;p57"/>
          <p:cNvCxnSpPr/>
          <p:nvPr/>
        </p:nvCxnSpPr>
        <p:spPr>
          <a:xfrm>
            <a:off x="1493175" y="17534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48" name="Google Shape;1548;p57"/>
          <p:cNvSpPr/>
          <p:nvPr/>
        </p:nvSpPr>
        <p:spPr>
          <a:xfrm>
            <a:off x="1876575" y="152725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9" name="Google Shape;1549;p57"/>
          <p:cNvSpPr txBox="1"/>
          <p:nvPr/>
        </p:nvSpPr>
        <p:spPr>
          <a:xfrm>
            <a:off x="1920951" y="154821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50" name="Google Shape;1550;p57"/>
          <p:cNvCxnSpPr/>
          <p:nvPr/>
        </p:nvCxnSpPr>
        <p:spPr>
          <a:xfrm>
            <a:off x="2408125" y="174884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51" name="Google Shape;1551;p57"/>
          <p:cNvSpPr txBox="1"/>
          <p:nvPr/>
        </p:nvSpPr>
        <p:spPr>
          <a:xfrm>
            <a:off x="2354163" y="1353600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52" name="Google Shape;1552;p57"/>
          <p:cNvSpPr txBox="1"/>
          <p:nvPr/>
        </p:nvSpPr>
        <p:spPr>
          <a:xfrm>
            <a:off x="131725" y="2568425"/>
            <a:ext cx="8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cat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3" name="Google Shape;1553;p57"/>
          <p:cNvSpPr/>
          <p:nvPr/>
        </p:nvSpPr>
        <p:spPr>
          <a:xfrm>
            <a:off x="554375" y="23574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4" name="Google Shape;1554;p57"/>
          <p:cNvSpPr txBox="1"/>
          <p:nvPr/>
        </p:nvSpPr>
        <p:spPr>
          <a:xfrm>
            <a:off x="554375" y="23187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-0.21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0.56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-1.67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...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ato"/>
                <a:ea typeface="Lato"/>
                <a:cs typeface="Lato"/>
                <a:sym typeface="Lato"/>
              </a:rPr>
              <a:t>-0.05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55" name="Google Shape;1555;p57"/>
          <p:cNvSpPr txBox="1"/>
          <p:nvPr/>
        </p:nvSpPr>
        <p:spPr>
          <a:xfrm>
            <a:off x="1115050" y="25298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56" name="Google Shape;1556;p57"/>
          <p:cNvCxnSpPr/>
          <p:nvPr/>
        </p:nvCxnSpPr>
        <p:spPr>
          <a:xfrm>
            <a:off x="1493175" y="275586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57" name="Google Shape;1557;p57"/>
          <p:cNvCxnSpPr/>
          <p:nvPr/>
        </p:nvCxnSpPr>
        <p:spPr>
          <a:xfrm flipH="1">
            <a:off x="2113732" y="2192100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58" name="Google Shape;1558;p57"/>
          <p:cNvSpPr/>
          <p:nvPr/>
        </p:nvSpPr>
        <p:spPr>
          <a:xfrm>
            <a:off x="1876575" y="2515325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9" name="Google Shape;1559;p57"/>
          <p:cNvSpPr txBox="1"/>
          <p:nvPr/>
        </p:nvSpPr>
        <p:spPr>
          <a:xfrm>
            <a:off x="1920951" y="2536292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60" name="Google Shape;1560;p57"/>
          <p:cNvCxnSpPr/>
          <p:nvPr/>
        </p:nvCxnSpPr>
        <p:spPr>
          <a:xfrm>
            <a:off x="2408125" y="273691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61" name="Google Shape;1561;p57"/>
          <p:cNvSpPr txBox="1"/>
          <p:nvPr/>
        </p:nvSpPr>
        <p:spPr>
          <a:xfrm>
            <a:off x="2354163" y="2341675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500" baseline="-25000">
                <a:latin typeface="Lato"/>
                <a:ea typeface="Lato"/>
                <a:cs typeface="Lato"/>
                <a:sym typeface="Lato"/>
              </a:rPr>
              <a:t>1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62" name="Google Shape;1562;p57"/>
          <p:cNvSpPr txBox="1"/>
          <p:nvPr/>
        </p:nvSpPr>
        <p:spPr>
          <a:xfrm>
            <a:off x="0" y="3569825"/>
            <a:ext cx="609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exists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3" name="Google Shape;1563;p57"/>
          <p:cNvSpPr/>
          <p:nvPr/>
        </p:nvSpPr>
        <p:spPr>
          <a:xfrm>
            <a:off x="554375" y="3354575"/>
            <a:ext cx="475200" cy="7935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4" name="Google Shape;1564;p57"/>
          <p:cNvSpPr txBox="1"/>
          <p:nvPr/>
        </p:nvSpPr>
        <p:spPr>
          <a:xfrm>
            <a:off x="554375" y="3315875"/>
            <a:ext cx="765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0.445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0.987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-3.42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-0.06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5" name="Google Shape;1565;p57"/>
          <p:cNvSpPr txBox="1"/>
          <p:nvPr/>
        </p:nvSpPr>
        <p:spPr>
          <a:xfrm>
            <a:off x="1115050" y="3531275"/>
            <a:ext cx="5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700" baseline="30000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700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66" name="Google Shape;1566;p57"/>
          <p:cNvCxnSpPr/>
          <p:nvPr/>
        </p:nvCxnSpPr>
        <p:spPr>
          <a:xfrm>
            <a:off x="1493163" y="376294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67" name="Google Shape;1567;p57"/>
          <p:cNvCxnSpPr/>
          <p:nvPr/>
        </p:nvCxnSpPr>
        <p:spPr>
          <a:xfrm flipH="1">
            <a:off x="2113720" y="3199175"/>
            <a:ext cx="3300" cy="26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68" name="Google Shape;1568;p57"/>
          <p:cNvSpPr/>
          <p:nvPr/>
        </p:nvSpPr>
        <p:spPr>
          <a:xfrm>
            <a:off x="1876563" y="3522400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9" name="Google Shape;1569;p57"/>
          <p:cNvSpPr txBox="1"/>
          <p:nvPr/>
        </p:nvSpPr>
        <p:spPr>
          <a:xfrm>
            <a:off x="1920938" y="3543367"/>
            <a:ext cx="5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3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70" name="Google Shape;1570;p57"/>
          <p:cNvCxnSpPr/>
          <p:nvPr/>
        </p:nvCxnSpPr>
        <p:spPr>
          <a:xfrm>
            <a:off x="2408113" y="374399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71" name="Google Shape;1571;p57"/>
          <p:cNvSpPr txBox="1"/>
          <p:nvPr/>
        </p:nvSpPr>
        <p:spPr>
          <a:xfrm>
            <a:off x="2354150" y="3348750"/>
            <a:ext cx="60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1500" i="1" baseline="30000">
                <a:latin typeface="Lato"/>
                <a:ea typeface="Lato"/>
                <a:cs typeface="Lato"/>
                <a:sym typeface="Lato"/>
              </a:rPr>
              <a:t>3</a:t>
            </a:r>
            <a:endParaRPr sz="1500" baseline="-25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72" name="Google Shape;1572;p57"/>
          <p:cNvSpPr/>
          <p:nvPr/>
        </p:nvSpPr>
        <p:spPr>
          <a:xfrm>
            <a:off x="2809275" y="3522388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3" name="Google Shape;1573;p57"/>
          <p:cNvSpPr/>
          <p:nvPr/>
        </p:nvSpPr>
        <p:spPr>
          <a:xfrm>
            <a:off x="2771675" y="2518538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4" name="Google Shape;1574;p57"/>
          <p:cNvSpPr/>
          <p:nvPr/>
        </p:nvSpPr>
        <p:spPr>
          <a:xfrm>
            <a:off x="2771675" y="1532763"/>
            <a:ext cx="477600" cy="446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5" name="Google Shape;1575;p57"/>
          <p:cNvSpPr txBox="1"/>
          <p:nvPr/>
        </p:nvSpPr>
        <p:spPr>
          <a:xfrm>
            <a:off x="3666775" y="1555875"/>
            <a:ext cx="6093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ŷ</a:t>
            </a:r>
            <a:r>
              <a:rPr lang="en" sz="1700" i="1" baseline="300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2000" baseline="30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76" name="Google Shape;1576;p57"/>
          <p:cNvCxnSpPr/>
          <p:nvPr/>
        </p:nvCxnSpPr>
        <p:spPr>
          <a:xfrm>
            <a:off x="3343025" y="174884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77" name="Google Shape;1577;p57"/>
          <p:cNvCxnSpPr/>
          <p:nvPr/>
        </p:nvCxnSpPr>
        <p:spPr>
          <a:xfrm>
            <a:off x="3343025" y="2736918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78" name="Google Shape;1578;p57"/>
          <p:cNvCxnSpPr/>
          <p:nvPr/>
        </p:nvCxnSpPr>
        <p:spPr>
          <a:xfrm>
            <a:off x="3343025" y="3762943"/>
            <a:ext cx="3096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79" name="Google Shape;1579;p57"/>
          <p:cNvSpPr txBox="1"/>
          <p:nvPr/>
        </p:nvSpPr>
        <p:spPr>
          <a:xfrm>
            <a:off x="3666775" y="2515325"/>
            <a:ext cx="6093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ŷ</a:t>
            </a:r>
            <a:r>
              <a:rPr lang="en" sz="1700" i="1" baseline="300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2000" baseline="30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0" name="Google Shape;1580;p57"/>
          <p:cNvSpPr txBox="1"/>
          <p:nvPr/>
        </p:nvSpPr>
        <p:spPr>
          <a:xfrm>
            <a:off x="3708775" y="3541250"/>
            <a:ext cx="6093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Montserrat"/>
                <a:ea typeface="Montserrat"/>
                <a:cs typeface="Montserrat"/>
                <a:sym typeface="Montserrat"/>
              </a:rPr>
              <a:t>ŷ</a:t>
            </a:r>
            <a:r>
              <a:rPr lang="en" sz="1700" i="1" baseline="30000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2000" baseline="30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1" name="Google Shape;1581;p57"/>
          <p:cNvSpPr txBox="1"/>
          <p:nvPr/>
        </p:nvSpPr>
        <p:spPr>
          <a:xfrm>
            <a:off x="2671725" y="1918025"/>
            <a:ext cx="1328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lang="en" sz="1600" i="1" baseline="-25000">
                <a:latin typeface="Montserrat"/>
                <a:ea typeface="Montserrat"/>
                <a:cs typeface="Montserrat"/>
                <a:sym typeface="Montserrat"/>
              </a:rPr>
              <a:t>fc</a:t>
            </a:r>
            <a:r>
              <a:rPr lang="en" sz="1300" i="1">
                <a:latin typeface="Montserrat"/>
                <a:ea typeface="Montserrat"/>
                <a:cs typeface="Montserrat"/>
                <a:sym typeface="Montserrat"/>
              </a:rPr>
              <a:t>, b</a:t>
            </a:r>
            <a:r>
              <a:rPr lang="en" sz="1600" i="1" baseline="-25000">
                <a:latin typeface="Montserrat"/>
                <a:ea typeface="Montserrat"/>
                <a:cs typeface="Montserrat"/>
                <a:sym typeface="Montserrat"/>
              </a:rPr>
              <a:t>fc</a:t>
            </a:r>
            <a:endParaRPr sz="1300"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2" name="Google Shape;1582;p57"/>
          <p:cNvSpPr txBox="1"/>
          <p:nvPr/>
        </p:nvSpPr>
        <p:spPr>
          <a:xfrm>
            <a:off x="2671725" y="2933650"/>
            <a:ext cx="1328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lang="en" sz="1600" i="1" baseline="-25000">
                <a:latin typeface="Montserrat"/>
                <a:ea typeface="Montserrat"/>
                <a:cs typeface="Montserrat"/>
                <a:sym typeface="Montserrat"/>
              </a:rPr>
              <a:t>fc</a:t>
            </a:r>
            <a:r>
              <a:rPr lang="en" sz="1300" i="1">
                <a:latin typeface="Montserrat"/>
                <a:ea typeface="Montserrat"/>
                <a:cs typeface="Montserrat"/>
                <a:sym typeface="Montserrat"/>
              </a:rPr>
              <a:t>, b</a:t>
            </a:r>
            <a:r>
              <a:rPr lang="en" sz="1600" i="1" baseline="-25000">
                <a:latin typeface="Montserrat"/>
                <a:ea typeface="Montserrat"/>
                <a:cs typeface="Montserrat"/>
                <a:sym typeface="Montserrat"/>
              </a:rPr>
              <a:t>fc</a:t>
            </a:r>
            <a:endParaRPr sz="1300"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3" name="Google Shape;1583;p57"/>
          <p:cNvSpPr txBox="1"/>
          <p:nvPr/>
        </p:nvSpPr>
        <p:spPr>
          <a:xfrm>
            <a:off x="2709150" y="3949275"/>
            <a:ext cx="1328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lang="en" sz="1600" i="1" baseline="-25000">
                <a:latin typeface="Montserrat"/>
                <a:ea typeface="Montserrat"/>
                <a:cs typeface="Montserrat"/>
                <a:sym typeface="Montserrat"/>
              </a:rPr>
              <a:t>fc</a:t>
            </a:r>
            <a:r>
              <a:rPr lang="en" sz="1300" i="1">
                <a:latin typeface="Montserrat"/>
                <a:ea typeface="Montserrat"/>
                <a:cs typeface="Montserrat"/>
                <a:sym typeface="Montserrat"/>
              </a:rPr>
              <a:t>, b</a:t>
            </a:r>
            <a:r>
              <a:rPr lang="en" sz="1600" i="1" baseline="-25000">
                <a:latin typeface="Montserrat"/>
                <a:ea typeface="Montserrat"/>
                <a:cs typeface="Montserrat"/>
                <a:sym typeface="Montserrat"/>
              </a:rPr>
              <a:t>fc</a:t>
            </a:r>
            <a:endParaRPr sz="1300"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4" name="Google Shape;1584;p57"/>
          <p:cNvSpPr txBox="1"/>
          <p:nvPr/>
        </p:nvSpPr>
        <p:spPr>
          <a:xfrm>
            <a:off x="3997375" y="416625"/>
            <a:ext cx="2724000" cy="11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Бывают задачи, в которых RNN генерирует ответ на каждом шаге. Тогда сеть обучается на сумме лоссов в каждый момент времени</a:t>
            </a:r>
            <a:endParaRPr sz="1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85" name="Google Shape;1585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3450" y="2406617"/>
            <a:ext cx="1125975" cy="69290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86" name="Google Shape;1586;p57"/>
          <p:cNvCxnSpPr/>
          <p:nvPr/>
        </p:nvCxnSpPr>
        <p:spPr>
          <a:xfrm>
            <a:off x="4003400" y="1845050"/>
            <a:ext cx="713700" cy="774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87" name="Google Shape;1587;p57"/>
          <p:cNvCxnSpPr/>
          <p:nvPr/>
        </p:nvCxnSpPr>
        <p:spPr>
          <a:xfrm rot="10800000" flipH="1">
            <a:off x="4020800" y="2741450"/>
            <a:ext cx="670200" cy="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88" name="Google Shape;1588;p57"/>
          <p:cNvCxnSpPr>
            <a:stCxn id="1580" idx="0"/>
          </p:cNvCxnSpPr>
          <p:nvPr/>
        </p:nvCxnSpPr>
        <p:spPr>
          <a:xfrm rot="10800000" flipH="1">
            <a:off x="4013425" y="2898050"/>
            <a:ext cx="668700" cy="643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128"/>
          <p:cNvSpPr txBox="1">
            <a:spLocks noGrp="1"/>
          </p:cNvSpPr>
          <p:nvPr>
            <p:ph type="title"/>
          </p:nvPr>
        </p:nvSpPr>
        <p:spPr>
          <a:xfrm>
            <a:off x="209450" y="175725"/>
            <a:ext cx="6180000" cy="1931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/>
          <a:p>
            <a:r>
              <a:rPr lang="ru" b="0" dirty="0">
                <a:solidFill>
                  <a:schemeClr val="tx1"/>
                </a:solidFill>
              </a:rPr>
              <a:t>Спасибо </a:t>
            </a:r>
            <a:endParaRPr b="0" dirty="0">
              <a:solidFill>
                <a:schemeClr val="tx1"/>
              </a:solidFill>
            </a:endParaRPr>
          </a:p>
          <a:p>
            <a:r>
              <a:rPr lang="ru" b="0" dirty="0">
                <a:solidFill>
                  <a:schemeClr val="tx1"/>
                </a:solidFill>
              </a:rPr>
              <a:t>за внимание!</a:t>
            </a:r>
            <a:endParaRPr b="0" dirty="0">
              <a:solidFill>
                <a:schemeClr val="tx1"/>
              </a:solidFill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C550ACE-0CEE-44E2-9107-E3C511DB23D2}"/>
              </a:ext>
            </a:extLst>
          </p:cNvPr>
          <p:cNvSpPr/>
          <p:nvPr/>
        </p:nvSpPr>
        <p:spPr>
          <a:xfrm>
            <a:off x="6129338" y="246460"/>
            <a:ext cx="1210866" cy="503634"/>
          </a:xfrm>
          <a:prstGeom prst="rect">
            <a:avLst/>
          </a:prstGeom>
          <a:solidFill>
            <a:srgbClr val="B4E915"/>
          </a:solidFill>
          <a:ln>
            <a:solidFill>
              <a:srgbClr val="B4E9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4167096"/>
      </p:ext>
    </p:extLst>
  </p:cSld>
  <p:clrMapOvr>
    <a:masterClrMapping/>
  </p:clrMapOvr>
</p:sld>
</file>

<file path=ppt/theme/theme1.xml><?xml version="1.0" encoding="utf-8"?>
<a:theme xmlns:a="http://schemas.openxmlformats.org/drawingml/2006/main" name="DLS lectur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1464</Words>
  <Application>Microsoft Office PowerPoint</Application>
  <PresentationFormat>Экран (16:9)</PresentationFormat>
  <Paragraphs>904</Paragraphs>
  <Slides>41</Slides>
  <Notes>41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41</vt:i4>
      </vt:variant>
    </vt:vector>
  </HeadingPairs>
  <TitlesOfParts>
    <vt:vector size="47" baseType="lpstr">
      <vt:lpstr>Arial</vt:lpstr>
      <vt:lpstr>Lato</vt:lpstr>
      <vt:lpstr>Verdana</vt:lpstr>
      <vt:lpstr>Old Standard TT</vt:lpstr>
      <vt:lpstr>Montserrat</vt:lpstr>
      <vt:lpstr>DLS lecture</vt:lpstr>
      <vt:lpstr>Введение в глубокое обучение</vt:lpstr>
      <vt:lpstr>1. Рекуррентная нейросеть (RNN);  </vt:lpstr>
      <vt:lpstr>План занятия</vt:lpstr>
      <vt:lpstr>Особенность текста и звука</vt:lpstr>
      <vt:lpstr>Рекуррентный слой </vt:lpstr>
      <vt:lpstr>Рекуррентный слой </vt:lpstr>
      <vt:lpstr>Рекуррентный слой</vt:lpstr>
      <vt:lpstr>Рекуррентный слой</vt:lpstr>
      <vt:lpstr>Рекуррентный слой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2. Обучение RNN (backward pass)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План занятия</dc:title>
  <cp:lastModifiedBy>Константин Некрасов</cp:lastModifiedBy>
  <cp:revision>12</cp:revision>
  <dcterms:modified xsi:type="dcterms:W3CDTF">2025-05-23T13:03:25Z</dcterms:modified>
</cp:coreProperties>
</file>