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1F8A56-F415-D732-3B8A-6B64DB21E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FC03CE-8824-A62A-BA74-FA272074B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E10728-3AC5-F3BB-43E7-A118E383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37FF8C-4AC2-F200-C3E4-5C72C0640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EB917D-E650-C860-84F2-37647BFF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13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1CF7A9-744F-BAE2-9AEC-5A1A71534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D9DB58-32E2-3A79-910A-968DEEC8C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949BA6-000D-7895-2D97-5D22E6E91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4E5B6-CF13-6EE9-4FD7-66B37792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6364B2-51D5-ADBC-11C4-131CD6F0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3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1C8CA-A6C8-D725-08F4-FC45062DC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6DBB0D-D94D-4D3D-81B5-ACFBF3921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D1009E-6A2E-DF14-2A7C-D064DACB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35CFDC-34A7-62A6-0556-2A5A968E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6A0C8A-DB84-8891-AC5D-D6A263FD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86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2EBA6-1A3B-EF9C-AF84-452E46A8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931268-D501-6DB3-C96B-75F2A1CB3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32C80C-D3FA-014C-247A-C205CE29D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79EF06-E466-A7E0-F1D3-4F328E5AB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8B46F2-254C-31F6-75CB-CF39E102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CF8888-D6EC-C741-3DD1-EAABE9B9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79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F0F64F-7143-3366-DCA3-7321372B8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832932-FA90-2005-57D0-F08FA3BF3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81DCCA-E22C-DF99-75D4-92B0262FF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3E9BAD5-0867-A8D2-830B-E338203B4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1643BF-AFDE-BA0A-3CFE-E93A39133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19AA84A-5888-975A-1703-8CB9C873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9AF115-FE3D-4FDA-D353-346B6B3B8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F641855-3A5F-5AD4-B756-C184853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214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EE313-2CEB-406A-1846-8FA7B95C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174C78-EF7A-A9AC-AF38-08CE6FFA8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B90DC11-5F56-0D29-25CD-8986C26F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F415F9-D03D-9195-00E3-0721621C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527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FF6F9DC-1C1D-BB97-8E75-6FEA8241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5235B8-989C-B831-987B-0E767634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D3AE38-2DF0-B583-FF06-09AF4CB1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716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993D1-E127-2376-ABAE-CF0A160EB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199BDF-7F50-C084-5996-D4BC141C7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D17450-5C59-8EC4-A656-DE1530BB1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7210D3-04E7-AD75-2509-71C21319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4500E2-5613-96C8-E932-8C5DFF9A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0BD294-E04B-AA44-1626-792CEE9C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28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A9CD0-43A5-7E14-AAFB-E6E054AC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EB311E-8354-E2F7-DAF4-FCA481C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9B346B-48F0-DB25-963C-E38FC3E90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006510-3A1A-8FAE-0E57-82891531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25B2C9-A735-6CB5-EA5C-49F483F2B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948E59-28CD-37AC-7AFC-7690EA352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31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CFE597-B99B-3767-365A-BBAF0D36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0E34D2-A378-B5DB-39C5-D7FDCE743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76F0F-B64A-BAC0-E113-C4CF737A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F424CA-D757-F1BB-3565-CC1C6F0D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CB631F-7742-AF82-D3A5-347E5928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64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10BEAE3-257A-1AC5-9DB1-7B4FC38EE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BA884DE-B579-5EB5-725B-C6B71678F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8CDE44-D83C-867D-5770-4E9229303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434CB6-1846-272D-620D-2FFE44FB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0AE149-2217-6E94-EBDE-890FF03A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18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1A30D-E06A-E126-BA3D-E98F225F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6963B1-3058-CEA1-9895-5CE69984D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008D-656B-FEBB-4067-C9FA7D96AB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3380E-AF10-4643-A50E-4B0EE96738B9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CC73D3-BE09-A6B8-142B-3E7E8C4F7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FBE614-4C0B-4AF1-F590-BE2E0539A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065BF-73B9-4244-BF5C-81E85B0795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29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4B10A-5C76-4982-251F-A351E855D2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Критерий информативности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6316AD-F316-EA01-FFD4-96BC5BE8B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06.03.2026</a:t>
            </a:r>
          </a:p>
        </p:txBody>
      </p:sp>
    </p:spTree>
    <p:extLst>
      <p:ext uri="{BB962C8B-B14F-4D97-AF65-F5344CB8AC3E}">
        <p14:creationId xmlns:p14="http://schemas.microsoft.com/office/powerpoint/2010/main" val="101690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C904F-52A3-55BC-30C1-0661E105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Расчёт критерия на примере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0B6881-8206-8659-CE95-F8934CDF8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221" y="1867961"/>
            <a:ext cx="3238500" cy="11334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6203BC-B339-8156-F4FB-2C4F9A127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05" y="1953687"/>
            <a:ext cx="6686550" cy="962025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920B54AF-57BA-4307-2616-39556690B466}"/>
              </a:ext>
            </a:extLst>
          </p:cNvPr>
          <p:cNvSpPr/>
          <p:nvPr/>
        </p:nvSpPr>
        <p:spPr>
          <a:xfrm>
            <a:off x="4669654" y="3073893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B2619A45-1411-3D45-FC36-4224D40A690D}"/>
              </a:ext>
            </a:extLst>
          </p:cNvPr>
          <p:cNvSpPr/>
          <p:nvPr/>
        </p:nvSpPr>
        <p:spPr>
          <a:xfrm>
            <a:off x="4822054" y="3226293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45F2F1C-9449-4ADA-3113-77858A71B366}"/>
              </a:ext>
            </a:extLst>
          </p:cNvPr>
          <p:cNvSpPr/>
          <p:nvPr/>
        </p:nvSpPr>
        <p:spPr>
          <a:xfrm>
            <a:off x="4918969" y="3073893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0F0B8BA2-D3D4-6375-5B44-CC82C618DE92}"/>
              </a:ext>
            </a:extLst>
          </p:cNvPr>
          <p:cNvSpPr/>
          <p:nvPr/>
        </p:nvSpPr>
        <p:spPr>
          <a:xfrm>
            <a:off x="5043626" y="3251446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C1A760CA-5E9A-3379-437C-D3BD200CD846}"/>
              </a:ext>
            </a:extLst>
          </p:cNvPr>
          <p:cNvSpPr/>
          <p:nvPr/>
        </p:nvSpPr>
        <p:spPr>
          <a:xfrm>
            <a:off x="5154412" y="3127664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B3747B1A-86EA-887B-AC4F-2331D63F68D1}"/>
              </a:ext>
            </a:extLst>
          </p:cNvPr>
          <p:cNvSpPr/>
          <p:nvPr/>
        </p:nvSpPr>
        <p:spPr>
          <a:xfrm>
            <a:off x="5265198" y="3300761"/>
            <a:ext cx="346229" cy="35510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A39955DE-D682-216B-9DCE-F257001D80F9}"/>
              </a:ext>
            </a:extLst>
          </p:cNvPr>
          <p:cNvSpPr/>
          <p:nvPr/>
        </p:nvSpPr>
        <p:spPr>
          <a:xfrm>
            <a:off x="5403727" y="3146628"/>
            <a:ext cx="346229" cy="35510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3E19FCC-AF03-4085-75DE-C5835AA2AEFC}"/>
              </a:ext>
            </a:extLst>
          </p:cNvPr>
          <p:cNvSpPr/>
          <p:nvPr/>
        </p:nvSpPr>
        <p:spPr>
          <a:xfrm>
            <a:off x="5417598" y="3401248"/>
            <a:ext cx="346229" cy="35510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E43CC4-8B99-C65C-83F6-7B1790C427A1}"/>
              </a:ext>
            </a:extLst>
          </p:cNvPr>
          <p:cNvSpPr txBox="1"/>
          <p:nvPr/>
        </p:nvSpPr>
        <p:spPr>
          <a:xfrm>
            <a:off x="6294268" y="2918436"/>
            <a:ext cx="2537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K=2</a:t>
            </a:r>
          </a:p>
          <a:p>
            <a:r>
              <a:rPr lang="en-GB" dirty="0"/>
              <a:t>H(x) = 5/8*3/8 + 3/8*5/8</a:t>
            </a:r>
            <a:endParaRPr lang="ru-RU" dirty="0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9DC1DDE3-6CF5-0E38-2FEA-7A8F9C1CD5D4}"/>
              </a:ext>
            </a:extLst>
          </p:cNvPr>
          <p:cNvSpPr/>
          <p:nvPr/>
        </p:nvSpPr>
        <p:spPr>
          <a:xfrm>
            <a:off x="491971" y="4023786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11FC404A-49E4-6946-C40B-BE9500E4ABF8}"/>
              </a:ext>
            </a:extLst>
          </p:cNvPr>
          <p:cNvSpPr/>
          <p:nvPr/>
        </p:nvSpPr>
        <p:spPr>
          <a:xfrm>
            <a:off x="644371" y="4176186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772C00A3-55B6-2238-5012-4FA9CE5307BB}"/>
              </a:ext>
            </a:extLst>
          </p:cNvPr>
          <p:cNvSpPr/>
          <p:nvPr/>
        </p:nvSpPr>
        <p:spPr>
          <a:xfrm>
            <a:off x="741286" y="4023786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E4B94C81-A339-A7F4-B62F-95C7D36F78B7}"/>
              </a:ext>
            </a:extLst>
          </p:cNvPr>
          <p:cNvSpPr/>
          <p:nvPr/>
        </p:nvSpPr>
        <p:spPr>
          <a:xfrm>
            <a:off x="893686" y="4277540"/>
            <a:ext cx="346229" cy="35510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ADD80719-941C-6EFB-C786-F5C2964DE1BA}"/>
              </a:ext>
            </a:extLst>
          </p:cNvPr>
          <p:cNvSpPr/>
          <p:nvPr/>
        </p:nvSpPr>
        <p:spPr>
          <a:xfrm>
            <a:off x="2013011" y="3998632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35592F7B-7D0A-EA49-A272-108B9B2EADF2}"/>
              </a:ext>
            </a:extLst>
          </p:cNvPr>
          <p:cNvSpPr/>
          <p:nvPr/>
        </p:nvSpPr>
        <p:spPr>
          <a:xfrm>
            <a:off x="2262326" y="3998632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C4181A87-3743-EFA7-752A-FB03F045AA5F}"/>
              </a:ext>
            </a:extLst>
          </p:cNvPr>
          <p:cNvSpPr/>
          <p:nvPr/>
        </p:nvSpPr>
        <p:spPr>
          <a:xfrm>
            <a:off x="2414726" y="4252386"/>
            <a:ext cx="346229" cy="35510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E90A1C6F-7E30-6C1E-0B4F-B6C114D20C7A}"/>
              </a:ext>
            </a:extLst>
          </p:cNvPr>
          <p:cNvSpPr/>
          <p:nvPr/>
        </p:nvSpPr>
        <p:spPr>
          <a:xfrm>
            <a:off x="2109926" y="4277522"/>
            <a:ext cx="346229" cy="35510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0D4F38-D960-2DE6-09D2-95EA8EDEE4B4}"/>
              </a:ext>
            </a:extLst>
          </p:cNvPr>
          <p:cNvSpPr txBox="1"/>
          <p:nvPr/>
        </p:nvSpPr>
        <p:spPr>
          <a:xfrm>
            <a:off x="1656085" y="5431276"/>
            <a:ext cx="2537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K=2</a:t>
            </a:r>
          </a:p>
          <a:p>
            <a:r>
              <a:rPr lang="en-GB" dirty="0"/>
              <a:t>H(x) = 1/2*1/2 + 1/2*1/2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087407-F14C-1561-496A-3CA22AAE8380}"/>
              </a:ext>
            </a:extLst>
          </p:cNvPr>
          <p:cNvSpPr txBox="1"/>
          <p:nvPr/>
        </p:nvSpPr>
        <p:spPr>
          <a:xfrm>
            <a:off x="70681" y="4819702"/>
            <a:ext cx="2537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K=2</a:t>
            </a:r>
          </a:p>
          <a:p>
            <a:r>
              <a:rPr lang="en-GB" dirty="0"/>
              <a:t>H(x) = 3/4*1/4 + 1/4*3/4</a:t>
            </a:r>
            <a:endParaRPr lang="ru-RU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B705A6-666E-3634-4C06-6AFACCFFBE94}"/>
              </a:ext>
            </a:extLst>
          </p:cNvPr>
          <p:cNvSpPr txBox="1"/>
          <p:nvPr/>
        </p:nvSpPr>
        <p:spPr>
          <a:xfrm>
            <a:off x="385213" y="6250617"/>
            <a:ext cx="5126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 = 15/32 – ½*3/8-1/2*1/2= 15/32-6/32-8/32 =1/32</a:t>
            </a:r>
            <a:endParaRPr lang="ru-RU" dirty="0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261EA321-220E-1C0E-35DE-A3444D35B1E9}"/>
              </a:ext>
            </a:extLst>
          </p:cNvPr>
          <p:cNvSpPr/>
          <p:nvPr/>
        </p:nvSpPr>
        <p:spPr>
          <a:xfrm>
            <a:off x="6421870" y="3972739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4D361C5D-75D9-B40E-3C18-AA01BE5B5A1C}"/>
              </a:ext>
            </a:extLst>
          </p:cNvPr>
          <p:cNvSpPr/>
          <p:nvPr/>
        </p:nvSpPr>
        <p:spPr>
          <a:xfrm>
            <a:off x="6574270" y="4125139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AA9099AE-3EC8-5B6A-EA57-524634FD49AC}"/>
              </a:ext>
            </a:extLst>
          </p:cNvPr>
          <p:cNvSpPr/>
          <p:nvPr/>
        </p:nvSpPr>
        <p:spPr>
          <a:xfrm>
            <a:off x="6671185" y="3972739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878A7FDC-AF87-AFE8-A571-0089D0C766C6}"/>
              </a:ext>
            </a:extLst>
          </p:cNvPr>
          <p:cNvSpPr/>
          <p:nvPr/>
        </p:nvSpPr>
        <p:spPr>
          <a:xfrm>
            <a:off x="8542509" y="4201338"/>
            <a:ext cx="346229" cy="35510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C4484CC9-20FA-49A6-14BE-F79297A4E25B}"/>
              </a:ext>
            </a:extLst>
          </p:cNvPr>
          <p:cNvSpPr/>
          <p:nvPr/>
        </p:nvSpPr>
        <p:spPr>
          <a:xfrm>
            <a:off x="7002588" y="4027466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A23D969B-28CC-0BC0-FA51-B7750A56C97F}"/>
              </a:ext>
            </a:extLst>
          </p:cNvPr>
          <p:cNvSpPr/>
          <p:nvPr/>
        </p:nvSpPr>
        <p:spPr>
          <a:xfrm>
            <a:off x="6761796" y="4116943"/>
            <a:ext cx="346229" cy="3551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93E0C514-9C26-B845-AC2A-1AB0CD842AB8}"/>
              </a:ext>
            </a:extLst>
          </p:cNvPr>
          <p:cNvSpPr/>
          <p:nvPr/>
        </p:nvSpPr>
        <p:spPr>
          <a:xfrm>
            <a:off x="8280617" y="4193143"/>
            <a:ext cx="346229" cy="35510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9EBC4FBB-C4C5-8528-A9BB-5A1DDA42D678}"/>
              </a:ext>
            </a:extLst>
          </p:cNvPr>
          <p:cNvSpPr/>
          <p:nvPr/>
        </p:nvSpPr>
        <p:spPr>
          <a:xfrm>
            <a:off x="8039825" y="4226475"/>
            <a:ext cx="346229" cy="35510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511DF1-C4BC-4574-2BE1-8F68E02646BC}"/>
              </a:ext>
            </a:extLst>
          </p:cNvPr>
          <p:cNvSpPr txBox="1"/>
          <p:nvPr/>
        </p:nvSpPr>
        <p:spPr>
          <a:xfrm>
            <a:off x="7585984" y="5380229"/>
            <a:ext cx="90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K=</a:t>
            </a:r>
            <a:r>
              <a:rPr lang="ru-RU" dirty="0"/>
              <a:t>1</a:t>
            </a:r>
            <a:endParaRPr lang="en-US" dirty="0"/>
          </a:p>
          <a:p>
            <a:r>
              <a:rPr lang="en-GB" dirty="0"/>
              <a:t>H(x) = </a:t>
            </a:r>
            <a:r>
              <a:rPr lang="ru-RU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5D194B-81F1-391B-193A-67D175F27861}"/>
              </a:ext>
            </a:extLst>
          </p:cNvPr>
          <p:cNvSpPr txBox="1"/>
          <p:nvPr/>
        </p:nvSpPr>
        <p:spPr>
          <a:xfrm>
            <a:off x="6000580" y="4768655"/>
            <a:ext cx="1701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K=</a:t>
            </a:r>
            <a:r>
              <a:rPr lang="ru-RU" dirty="0"/>
              <a:t>1</a:t>
            </a:r>
            <a:endParaRPr lang="en-US" dirty="0"/>
          </a:p>
          <a:p>
            <a:r>
              <a:rPr lang="en-GB" dirty="0"/>
              <a:t>H(x) = </a:t>
            </a:r>
            <a:r>
              <a:rPr lang="ru-RU" dirty="0"/>
              <a:t>1*(1-1)=0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AD31E8-3879-D331-A08A-164E5C490CF6}"/>
              </a:ext>
            </a:extLst>
          </p:cNvPr>
          <p:cNvSpPr txBox="1"/>
          <p:nvPr/>
        </p:nvSpPr>
        <p:spPr>
          <a:xfrm>
            <a:off x="6315112" y="6199570"/>
            <a:ext cx="3453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 = 15/32 </a:t>
            </a:r>
            <a:r>
              <a:rPr lang="ru-RU" dirty="0"/>
              <a:t>– </a:t>
            </a:r>
            <a:r>
              <a:rPr lang="en-GB" dirty="0"/>
              <a:t>5/8*0 – 3/8*0 = 15/32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08430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</Words>
  <Application>Microsoft Office PowerPoint</Application>
  <PresentationFormat>Широкоэкранный</PresentationFormat>
  <Paragraphs>15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Критерий информативности</vt:lpstr>
      <vt:lpstr>Расчёт критерия на примере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Егоров</dc:creator>
  <cp:lastModifiedBy>Алексей Егоров</cp:lastModifiedBy>
  <cp:revision>2</cp:revision>
  <dcterms:created xsi:type="dcterms:W3CDTF">2026-03-06T15:54:01Z</dcterms:created>
  <dcterms:modified xsi:type="dcterms:W3CDTF">2026-03-06T15:55:46Z</dcterms:modified>
</cp:coreProperties>
</file>