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63" r:id="rId6"/>
    <p:sldId id="264" r:id="rId7"/>
    <p:sldId id="265" r:id="rId8"/>
    <p:sldId id="266" r:id="rId9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A769F70-DE9B-4358-8003-987BA8F05632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20F721-F39E-4FAE-8C67-677F7E5F607A}" type="doc">
      <dgm:prSet loTypeId="urn:microsoft.com/office/officeart/2005/8/layout/hList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08460D2-34DA-4238-99E4-FC2AD94C940E}">
      <dgm:prSet custT="1"/>
      <dgm:spPr/>
      <dgm:t>
        <a:bodyPr/>
        <a:lstStyle/>
        <a:p>
          <a:r>
            <a:rPr lang="ru-RU" sz="1200" b="0" i="0" dirty="0"/>
            <a:t>🔄 </a:t>
          </a:r>
          <a:r>
            <a:rPr lang="ru-RU" sz="1200" b="0" i="0" dirty="0" err="1"/>
            <a:t>Pre-processing</a:t>
          </a:r>
          <a:r>
            <a:rPr lang="ru-RU" sz="1200" b="0" i="0" dirty="0"/>
            <a:t>: </a:t>
          </a:r>
          <a:r>
            <a:rPr lang="ru-RU" sz="1200" b="0" i="0" dirty="0" err="1"/>
            <a:t>перевзвешивание</a:t>
          </a:r>
          <a:r>
            <a:rPr lang="ru-RU" sz="1200" b="0" i="0" dirty="0"/>
            <a:t> исторических данных</a:t>
          </a:r>
        </a:p>
      </dgm:t>
    </dgm:pt>
    <dgm:pt modelId="{5B521764-2362-433C-8987-7D1950D07318}" type="parTrans" cxnId="{0D2CC31D-0545-4084-85CF-2873A8614D99}">
      <dgm:prSet/>
      <dgm:spPr/>
      <dgm:t>
        <a:bodyPr/>
        <a:lstStyle/>
        <a:p>
          <a:endParaRPr lang="ru-RU"/>
        </a:p>
      </dgm:t>
    </dgm:pt>
    <dgm:pt modelId="{57BC7D28-27FA-4D05-88EA-72BD402F76A6}" type="sibTrans" cxnId="{0D2CC31D-0545-4084-85CF-2873A8614D99}">
      <dgm:prSet phldrT="1" phldr="0"/>
      <dgm:spPr/>
    </dgm:pt>
    <dgm:pt modelId="{580F052A-9B3D-44EE-BA33-4FE4D4D4D70D}">
      <dgm:prSet/>
      <dgm:spPr/>
      <dgm:t>
        <a:bodyPr/>
        <a:lstStyle/>
        <a:p>
          <a:r>
            <a:rPr lang="en-US" b="0" i="0" dirty="0"/>
            <a:t>⚙️ In-processing: adversarial debiasing </a:t>
          </a:r>
          <a:r>
            <a:rPr lang="ru-RU" b="0" i="0" dirty="0"/>
            <a:t>для нейтрализации прокси</a:t>
          </a:r>
        </a:p>
      </dgm:t>
    </dgm:pt>
    <dgm:pt modelId="{F138097A-7CB1-4762-BDAB-F2B8EF228BBD}" type="parTrans" cxnId="{EA2FDBBD-8AAF-48AD-9A44-269E63A37214}">
      <dgm:prSet/>
      <dgm:spPr/>
      <dgm:t>
        <a:bodyPr/>
        <a:lstStyle/>
        <a:p>
          <a:endParaRPr lang="ru-RU"/>
        </a:p>
      </dgm:t>
    </dgm:pt>
    <dgm:pt modelId="{C4F90D86-EAE4-4F6A-AE73-ABBFB08EE5DC}" type="sibTrans" cxnId="{EA2FDBBD-8AAF-48AD-9A44-269E63A37214}">
      <dgm:prSet phldrT="2" phldr="0"/>
      <dgm:spPr/>
    </dgm:pt>
    <dgm:pt modelId="{FC9AE61F-A74E-4E88-9265-59DB437C927D}">
      <dgm:prSet/>
      <dgm:spPr/>
      <dgm:t>
        <a:bodyPr/>
        <a:lstStyle/>
        <a:p>
          <a:r>
            <a:rPr lang="ru-RU" b="0" i="0" dirty="0"/>
            <a:t>🎯 Post-</a:t>
          </a:r>
          <a:r>
            <a:rPr lang="ru-RU" b="0" i="0" dirty="0" err="1"/>
            <a:t>processing</a:t>
          </a:r>
          <a:r>
            <a:rPr lang="ru-RU" b="0" i="0" dirty="0"/>
            <a:t>: единый порог принятия решений, оптимизированный по </a:t>
          </a:r>
          <a:r>
            <a:rPr lang="ru-RU" b="0" i="0" dirty="0" err="1"/>
            <a:t>Equal</a:t>
          </a:r>
          <a:r>
            <a:rPr lang="ru-RU" b="0" i="0" dirty="0"/>
            <a:t> </a:t>
          </a:r>
          <a:r>
            <a:rPr lang="ru-RU" b="0" i="0" dirty="0" err="1"/>
            <a:t>Opportunity</a:t>
          </a:r>
          <a:endParaRPr lang="ru-RU" b="0" i="0" dirty="0"/>
        </a:p>
      </dgm:t>
    </dgm:pt>
    <dgm:pt modelId="{3DA5BADC-9D76-4102-9D34-22D7FBC5176F}" type="parTrans" cxnId="{F69B2DFE-133A-4A43-80D2-28A5CB876B05}">
      <dgm:prSet/>
      <dgm:spPr/>
      <dgm:t>
        <a:bodyPr/>
        <a:lstStyle/>
        <a:p>
          <a:endParaRPr lang="ru-RU"/>
        </a:p>
      </dgm:t>
    </dgm:pt>
    <dgm:pt modelId="{4A91B63C-F69B-493E-972F-7984B2FAE02B}" type="sibTrans" cxnId="{F69B2DFE-133A-4A43-80D2-28A5CB876B05}">
      <dgm:prSet phldrT="3" phldr="0"/>
      <dgm:spPr/>
    </dgm:pt>
    <dgm:pt modelId="{ADF64693-0C79-4F21-BAC9-023E83315705}" type="pres">
      <dgm:prSet presAssocID="{9D20F721-F39E-4FAE-8C67-677F7E5F607A}" presName="Name0" presStyleCnt="0">
        <dgm:presLayoutVars>
          <dgm:dir/>
          <dgm:resizeHandles val="exact"/>
        </dgm:presLayoutVars>
      </dgm:prSet>
      <dgm:spPr/>
    </dgm:pt>
    <dgm:pt modelId="{4920D0F1-F647-40FB-B24D-03FF1DF2A071}" type="pres">
      <dgm:prSet presAssocID="{9D20F721-F39E-4FAE-8C67-677F7E5F607A}" presName="fgShape" presStyleLbl="fgShp" presStyleIdx="0" presStyleCnt="1"/>
      <dgm:spPr/>
    </dgm:pt>
    <dgm:pt modelId="{204486CF-B331-433C-8373-41E2C2726816}" type="pres">
      <dgm:prSet presAssocID="{9D20F721-F39E-4FAE-8C67-677F7E5F607A}" presName="linComp" presStyleCnt="0"/>
      <dgm:spPr/>
    </dgm:pt>
    <dgm:pt modelId="{0B3AE239-884E-4CD9-BD01-4F842BCAA52F}" type="pres">
      <dgm:prSet presAssocID="{008460D2-34DA-4238-99E4-FC2AD94C940E}" presName="compNode" presStyleCnt="0"/>
      <dgm:spPr/>
    </dgm:pt>
    <dgm:pt modelId="{6ACFA753-1497-41B5-B80A-D407C9390F4D}" type="pres">
      <dgm:prSet presAssocID="{008460D2-34DA-4238-99E4-FC2AD94C940E}" presName="bkgdShape" presStyleLbl="node1" presStyleIdx="0" presStyleCnt="3"/>
      <dgm:spPr/>
    </dgm:pt>
    <dgm:pt modelId="{1672B513-2FBA-429C-83CC-AF5FEC57576D}" type="pres">
      <dgm:prSet presAssocID="{008460D2-34DA-4238-99E4-FC2AD94C940E}" presName="nodeTx" presStyleLbl="node1" presStyleIdx="0" presStyleCnt="3">
        <dgm:presLayoutVars>
          <dgm:bulletEnabled val="1"/>
        </dgm:presLayoutVars>
      </dgm:prSet>
      <dgm:spPr/>
    </dgm:pt>
    <dgm:pt modelId="{E35913A3-12CD-4934-B5B3-A6C95D94C874}" type="pres">
      <dgm:prSet presAssocID="{008460D2-34DA-4238-99E4-FC2AD94C940E}" presName="invisiNode" presStyleLbl="node1" presStyleIdx="0" presStyleCnt="3"/>
      <dgm:spPr/>
    </dgm:pt>
    <dgm:pt modelId="{F81B9FE3-0374-440A-B700-8E74BC3BBE8D}" type="pres">
      <dgm:prSet presAssocID="{008460D2-34DA-4238-99E4-FC2AD94C940E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 with solid fill"/>
        </a:ext>
      </dgm:extLst>
    </dgm:pt>
    <dgm:pt modelId="{4FA05F25-0D32-4C0F-B5E0-B3390757BCB7}" type="pres">
      <dgm:prSet presAssocID="{57BC7D28-27FA-4D05-88EA-72BD402F76A6}" presName="sibTrans" presStyleLbl="sibTrans2D1" presStyleIdx="0" presStyleCnt="0"/>
      <dgm:spPr/>
    </dgm:pt>
    <dgm:pt modelId="{E3015815-0B66-4CD2-BF4B-FC97B98A7C32}" type="pres">
      <dgm:prSet presAssocID="{580F052A-9B3D-44EE-BA33-4FE4D4D4D70D}" presName="compNode" presStyleCnt="0"/>
      <dgm:spPr/>
    </dgm:pt>
    <dgm:pt modelId="{3DD70F66-58CE-489E-9BC9-FEC2F3306FB2}" type="pres">
      <dgm:prSet presAssocID="{580F052A-9B3D-44EE-BA33-4FE4D4D4D70D}" presName="bkgdShape" presStyleLbl="node1" presStyleIdx="1" presStyleCnt="3"/>
      <dgm:spPr/>
    </dgm:pt>
    <dgm:pt modelId="{B17C38F0-70B8-4352-BA91-1F1D18322544}" type="pres">
      <dgm:prSet presAssocID="{580F052A-9B3D-44EE-BA33-4FE4D4D4D70D}" presName="nodeTx" presStyleLbl="node1" presStyleIdx="1" presStyleCnt="3">
        <dgm:presLayoutVars>
          <dgm:bulletEnabled val="1"/>
        </dgm:presLayoutVars>
      </dgm:prSet>
      <dgm:spPr/>
    </dgm:pt>
    <dgm:pt modelId="{3D83C219-FE67-4722-8184-447AC7727854}" type="pres">
      <dgm:prSet presAssocID="{580F052A-9B3D-44EE-BA33-4FE4D4D4D70D}" presName="invisiNode" presStyleLbl="node1" presStyleIdx="1" presStyleCnt="3"/>
      <dgm:spPr/>
    </dgm:pt>
    <dgm:pt modelId="{C77F159B-622D-424B-BCE4-08A00BF6834C}" type="pres">
      <dgm:prSet presAssocID="{580F052A-9B3D-44EE-BA33-4FE4D4D4D70D}" presName="imagNode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 with solid fill"/>
        </a:ext>
      </dgm:extLst>
    </dgm:pt>
    <dgm:pt modelId="{EAE85917-C963-4BC8-8B2D-480386F2295D}" type="pres">
      <dgm:prSet presAssocID="{C4F90D86-EAE4-4F6A-AE73-ABBFB08EE5DC}" presName="sibTrans" presStyleLbl="sibTrans2D1" presStyleIdx="0" presStyleCnt="0"/>
      <dgm:spPr/>
    </dgm:pt>
    <dgm:pt modelId="{CC2F2865-E0BF-4E7D-A89B-D9F75C3EC23C}" type="pres">
      <dgm:prSet presAssocID="{FC9AE61F-A74E-4E88-9265-59DB437C927D}" presName="compNode" presStyleCnt="0"/>
      <dgm:spPr/>
    </dgm:pt>
    <dgm:pt modelId="{03F26747-F93C-420D-AEB2-1ADD7FC308D0}" type="pres">
      <dgm:prSet presAssocID="{FC9AE61F-A74E-4E88-9265-59DB437C927D}" presName="bkgdShape" presStyleLbl="node1" presStyleIdx="2" presStyleCnt="3"/>
      <dgm:spPr/>
    </dgm:pt>
    <dgm:pt modelId="{D06D57AE-8E92-47CE-9527-F597E62679A6}" type="pres">
      <dgm:prSet presAssocID="{FC9AE61F-A74E-4E88-9265-59DB437C927D}" presName="nodeTx" presStyleLbl="node1" presStyleIdx="2" presStyleCnt="3">
        <dgm:presLayoutVars>
          <dgm:bulletEnabled val="1"/>
        </dgm:presLayoutVars>
      </dgm:prSet>
      <dgm:spPr/>
    </dgm:pt>
    <dgm:pt modelId="{B79BED55-3D9A-4CA3-A6E0-4F7FFC25F02C}" type="pres">
      <dgm:prSet presAssocID="{FC9AE61F-A74E-4E88-9265-59DB437C927D}" presName="invisiNode" presStyleLbl="node1" presStyleIdx="2" presStyleCnt="3"/>
      <dgm:spPr/>
    </dgm:pt>
    <dgm:pt modelId="{2478117C-25DC-426B-A9EE-E7A1262ED3E4}" type="pres">
      <dgm:prSet presAssocID="{FC9AE61F-A74E-4E88-9265-59DB437C9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 with solid fill"/>
        </a:ext>
      </dgm:extLst>
    </dgm:pt>
  </dgm:ptLst>
  <dgm:cxnLst>
    <dgm:cxn modelId="{7A225303-6771-4D71-BA2B-1D7A0817EB85}" type="presOf" srcId="{C4F90D86-EAE4-4F6A-AE73-ABBFB08EE5DC}" destId="{EAE85917-C963-4BC8-8B2D-480386F2295D}" srcOrd="0" destOrd="0" presId="urn:microsoft.com/office/officeart/2005/8/layout/hList7"/>
    <dgm:cxn modelId="{46E3450C-4649-4E57-BF7D-B2E19CC66D3F}" type="presOf" srcId="{580F052A-9B3D-44EE-BA33-4FE4D4D4D70D}" destId="{3DD70F66-58CE-489E-9BC9-FEC2F3306FB2}" srcOrd="0" destOrd="0" presId="urn:microsoft.com/office/officeart/2005/8/layout/hList7"/>
    <dgm:cxn modelId="{9B960218-C221-4119-9BDC-05016FFBFC13}" type="presOf" srcId="{FC9AE61F-A74E-4E88-9265-59DB437C927D}" destId="{03F26747-F93C-420D-AEB2-1ADD7FC308D0}" srcOrd="0" destOrd="0" presId="urn:microsoft.com/office/officeart/2005/8/layout/hList7"/>
    <dgm:cxn modelId="{0D2CC31D-0545-4084-85CF-2873A8614D99}" srcId="{9D20F721-F39E-4FAE-8C67-677F7E5F607A}" destId="{008460D2-34DA-4238-99E4-FC2AD94C940E}" srcOrd="0" destOrd="0" parTransId="{5B521764-2362-433C-8987-7D1950D07318}" sibTransId="{57BC7D28-27FA-4D05-88EA-72BD402F76A6}"/>
    <dgm:cxn modelId="{3F63D820-268D-47A0-8BD1-7471ED2A4ADB}" type="presOf" srcId="{9D20F721-F39E-4FAE-8C67-677F7E5F607A}" destId="{ADF64693-0C79-4F21-BAC9-023E83315705}" srcOrd="0" destOrd="0" presId="urn:microsoft.com/office/officeart/2005/8/layout/hList7"/>
    <dgm:cxn modelId="{98E3EE5E-561A-479F-B95A-7110C0A94C2E}" type="presOf" srcId="{008460D2-34DA-4238-99E4-FC2AD94C940E}" destId="{1672B513-2FBA-429C-83CC-AF5FEC57576D}" srcOrd="1" destOrd="0" presId="urn:microsoft.com/office/officeart/2005/8/layout/hList7"/>
    <dgm:cxn modelId="{9F472064-A07C-4197-A9A5-4BD0920C36EA}" type="presOf" srcId="{580F052A-9B3D-44EE-BA33-4FE4D4D4D70D}" destId="{B17C38F0-70B8-4352-BA91-1F1D18322544}" srcOrd="1" destOrd="0" presId="urn:microsoft.com/office/officeart/2005/8/layout/hList7"/>
    <dgm:cxn modelId="{C3455557-0959-4820-B698-4D6C9DFC4769}" type="presOf" srcId="{FC9AE61F-A74E-4E88-9265-59DB437C927D}" destId="{D06D57AE-8E92-47CE-9527-F597E62679A6}" srcOrd="1" destOrd="0" presId="urn:microsoft.com/office/officeart/2005/8/layout/hList7"/>
    <dgm:cxn modelId="{2C566199-78E0-4E4F-844F-7A71B3B8B7A8}" type="presOf" srcId="{008460D2-34DA-4238-99E4-FC2AD94C940E}" destId="{6ACFA753-1497-41B5-B80A-D407C9390F4D}" srcOrd="0" destOrd="0" presId="urn:microsoft.com/office/officeart/2005/8/layout/hList7"/>
    <dgm:cxn modelId="{3EF14FAD-F06A-4216-97CD-51FA792F9F26}" type="presOf" srcId="{57BC7D28-27FA-4D05-88EA-72BD402F76A6}" destId="{4FA05F25-0D32-4C0F-B5E0-B3390757BCB7}" srcOrd="0" destOrd="0" presId="urn:microsoft.com/office/officeart/2005/8/layout/hList7"/>
    <dgm:cxn modelId="{EA2FDBBD-8AAF-48AD-9A44-269E63A37214}" srcId="{9D20F721-F39E-4FAE-8C67-677F7E5F607A}" destId="{580F052A-9B3D-44EE-BA33-4FE4D4D4D70D}" srcOrd="1" destOrd="0" parTransId="{F138097A-7CB1-4762-BDAB-F2B8EF228BBD}" sibTransId="{C4F90D86-EAE4-4F6A-AE73-ABBFB08EE5DC}"/>
    <dgm:cxn modelId="{F69B2DFE-133A-4A43-80D2-28A5CB876B05}" srcId="{9D20F721-F39E-4FAE-8C67-677F7E5F607A}" destId="{FC9AE61F-A74E-4E88-9265-59DB437C927D}" srcOrd="2" destOrd="0" parTransId="{3DA5BADC-9D76-4102-9D34-22D7FBC5176F}" sibTransId="{4A91B63C-F69B-493E-972F-7984B2FAE02B}"/>
    <dgm:cxn modelId="{F497ABC4-80BB-4998-A9AA-49AE539C6A0B}" type="presParOf" srcId="{ADF64693-0C79-4F21-BAC9-023E83315705}" destId="{4920D0F1-F647-40FB-B24D-03FF1DF2A071}" srcOrd="0" destOrd="0" presId="urn:microsoft.com/office/officeart/2005/8/layout/hList7"/>
    <dgm:cxn modelId="{D7B58C99-4D88-4DB2-BF3A-45944D224771}" type="presParOf" srcId="{ADF64693-0C79-4F21-BAC9-023E83315705}" destId="{204486CF-B331-433C-8373-41E2C2726816}" srcOrd="1" destOrd="0" presId="urn:microsoft.com/office/officeart/2005/8/layout/hList7"/>
    <dgm:cxn modelId="{D557E65E-B7BF-41BB-B42F-A28BD5673963}" type="presParOf" srcId="{204486CF-B331-433C-8373-41E2C2726816}" destId="{0B3AE239-884E-4CD9-BD01-4F842BCAA52F}" srcOrd="0" destOrd="0" presId="urn:microsoft.com/office/officeart/2005/8/layout/hList7"/>
    <dgm:cxn modelId="{0F39AC35-EAB9-484A-96A8-CF609E85BA70}" type="presParOf" srcId="{0B3AE239-884E-4CD9-BD01-4F842BCAA52F}" destId="{6ACFA753-1497-41B5-B80A-D407C9390F4D}" srcOrd="0" destOrd="0" presId="urn:microsoft.com/office/officeart/2005/8/layout/hList7"/>
    <dgm:cxn modelId="{12527B22-C87B-479E-A3DE-86360B053469}" type="presParOf" srcId="{0B3AE239-884E-4CD9-BD01-4F842BCAA52F}" destId="{1672B513-2FBA-429C-83CC-AF5FEC57576D}" srcOrd="1" destOrd="0" presId="urn:microsoft.com/office/officeart/2005/8/layout/hList7"/>
    <dgm:cxn modelId="{24FB9FA0-6C0E-4D85-98FB-3C2C16DD1196}" type="presParOf" srcId="{0B3AE239-884E-4CD9-BD01-4F842BCAA52F}" destId="{E35913A3-12CD-4934-B5B3-A6C95D94C874}" srcOrd="2" destOrd="0" presId="urn:microsoft.com/office/officeart/2005/8/layout/hList7"/>
    <dgm:cxn modelId="{9537346A-A525-4E89-94F6-AF1351C205E9}" type="presParOf" srcId="{0B3AE239-884E-4CD9-BD01-4F842BCAA52F}" destId="{F81B9FE3-0374-440A-B700-8E74BC3BBE8D}" srcOrd="3" destOrd="0" presId="urn:microsoft.com/office/officeart/2005/8/layout/hList7"/>
    <dgm:cxn modelId="{3FF4C9D6-9916-447D-A813-EBBCB59570B5}" type="presParOf" srcId="{204486CF-B331-433C-8373-41E2C2726816}" destId="{4FA05F25-0D32-4C0F-B5E0-B3390757BCB7}" srcOrd="1" destOrd="0" presId="urn:microsoft.com/office/officeart/2005/8/layout/hList7"/>
    <dgm:cxn modelId="{A1FE0525-5A04-4B66-AE34-D1684A755A92}" type="presParOf" srcId="{204486CF-B331-433C-8373-41E2C2726816}" destId="{E3015815-0B66-4CD2-BF4B-FC97B98A7C32}" srcOrd="2" destOrd="0" presId="urn:microsoft.com/office/officeart/2005/8/layout/hList7"/>
    <dgm:cxn modelId="{9D7B96F9-DB98-4DA0-9F52-1DC573C0EE91}" type="presParOf" srcId="{E3015815-0B66-4CD2-BF4B-FC97B98A7C32}" destId="{3DD70F66-58CE-489E-9BC9-FEC2F3306FB2}" srcOrd="0" destOrd="0" presId="urn:microsoft.com/office/officeart/2005/8/layout/hList7"/>
    <dgm:cxn modelId="{F0985869-2693-49F1-BA19-9DD3DB32607B}" type="presParOf" srcId="{E3015815-0B66-4CD2-BF4B-FC97B98A7C32}" destId="{B17C38F0-70B8-4352-BA91-1F1D18322544}" srcOrd="1" destOrd="0" presId="urn:microsoft.com/office/officeart/2005/8/layout/hList7"/>
    <dgm:cxn modelId="{7DDA4515-FE07-4D29-BD9F-03207CC3D680}" type="presParOf" srcId="{E3015815-0B66-4CD2-BF4B-FC97B98A7C32}" destId="{3D83C219-FE67-4722-8184-447AC7727854}" srcOrd="2" destOrd="0" presId="urn:microsoft.com/office/officeart/2005/8/layout/hList7"/>
    <dgm:cxn modelId="{112D8AD3-556B-4D9D-87EB-10C7ED8EE755}" type="presParOf" srcId="{E3015815-0B66-4CD2-BF4B-FC97B98A7C32}" destId="{C77F159B-622D-424B-BCE4-08A00BF6834C}" srcOrd="3" destOrd="0" presId="urn:microsoft.com/office/officeart/2005/8/layout/hList7"/>
    <dgm:cxn modelId="{7127B0A8-6BCD-40E9-A62E-ED3AE42203BA}" type="presParOf" srcId="{204486CF-B331-433C-8373-41E2C2726816}" destId="{EAE85917-C963-4BC8-8B2D-480386F2295D}" srcOrd="3" destOrd="0" presId="urn:microsoft.com/office/officeart/2005/8/layout/hList7"/>
    <dgm:cxn modelId="{9136D195-0DFB-432F-8364-17A7483146FE}" type="presParOf" srcId="{204486CF-B331-433C-8373-41E2C2726816}" destId="{CC2F2865-E0BF-4E7D-A89B-D9F75C3EC23C}" srcOrd="4" destOrd="0" presId="urn:microsoft.com/office/officeart/2005/8/layout/hList7"/>
    <dgm:cxn modelId="{20F721DC-A80B-42C7-8CF2-D428B31556B7}" type="presParOf" srcId="{CC2F2865-E0BF-4E7D-A89B-D9F75C3EC23C}" destId="{03F26747-F93C-420D-AEB2-1ADD7FC308D0}" srcOrd="0" destOrd="0" presId="urn:microsoft.com/office/officeart/2005/8/layout/hList7"/>
    <dgm:cxn modelId="{662598E0-B144-418A-A654-21210175FE97}" type="presParOf" srcId="{CC2F2865-E0BF-4E7D-A89B-D9F75C3EC23C}" destId="{D06D57AE-8E92-47CE-9527-F597E62679A6}" srcOrd="1" destOrd="0" presId="urn:microsoft.com/office/officeart/2005/8/layout/hList7"/>
    <dgm:cxn modelId="{0579E8C6-CECE-4AEA-A04D-67217F25A17B}" type="presParOf" srcId="{CC2F2865-E0BF-4E7D-A89B-D9F75C3EC23C}" destId="{B79BED55-3D9A-4CA3-A6E0-4F7FFC25F02C}" srcOrd="2" destOrd="0" presId="urn:microsoft.com/office/officeart/2005/8/layout/hList7"/>
    <dgm:cxn modelId="{34D5EDE1-2BB3-4C9E-9DE1-943E1D9DAD61}" type="presParOf" srcId="{CC2F2865-E0BF-4E7D-A89B-D9F75C3EC23C}" destId="{2478117C-25DC-426B-A9EE-E7A1262ED3E4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FEBE3-789D-4DB9-ADDF-9BDD534D89E9}" type="doc">
      <dgm:prSet loTypeId="urn:microsoft.com/office/officeart/2005/8/layout/hProcess3" loCatId="process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62B03260-90F9-4115-8B71-76B4139180DB}">
      <dgm:prSet phldrT="[Text]" phldr="0"/>
      <dgm:spPr/>
      <dgm:t>
        <a:bodyPr/>
        <a:lstStyle/>
        <a:p>
          <a:r>
            <a:rPr lang="ru-RU" b="1" dirty="0"/>
            <a:t>Неделя 1:</a:t>
          </a:r>
        </a:p>
      </dgm:t>
    </dgm:pt>
    <dgm:pt modelId="{19685A00-6E7D-49F5-A863-6B2E5387EFCD}" type="parTrans" cxnId="{C9E0AB62-72B6-4860-9062-7A8B793D7466}">
      <dgm:prSet/>
      <dgm:spPr/>
      <dgm:t>
        <a:bodyPr/>
        <a:lstStyle/>
        <a:p>
          <a:endParaRPr lang="ru-RU"/>
        </a:p>
      </dgm:t>
    </dgm:pt>
    <dgm:pt modelId="{E35174B5-9DA9-4ABF-A883-F215AFDF2BD1}" type="sibTrans" cxnId="{C9E0AB62-72B6-4860-9062-7A8B793D7466}">
      <dgm:prSet/>
      <dgm:spPr/>
      <dgm:t>
        <a:bodyPr/>
        <a:lstStyle/>
        <a:p>
          <a:endParaRPr lang="ru-RU"/>
        </a:p>
      </dgm:t>
    </dgm:pt>
    <dgm:pt modelId="{D4C94A65-A24A-458C-8E25-2C5088C3671A}">
      <dgm:prSet phldrT="[Text]"/>
      <dgm:spPr/>
      <dgm:t>
        <a:bodyPr/>
        <a:lstStyle/>
        <a:p>
          <a:pPr marL="0" indent="0">
            <a:lnSpc>
              <a:spcPct val="100000"/>
            </a:lnSpc>
            <a:buFont typeface="Arial" panose="020B0604020202020204" pitchFamily="34" charset="0"/>
            <a:buNone/>
          </a:pPr>
          <a:r>
            <a:rPr lang="ru-RU" dirty="0"/>
            <a:t>Применение </a:t>
          </a:r>
          <a:r>
            <a:rPr lang="en-US" dirty="0"/>
            <a:t>post-processing </a:t>
          </a:r>
          <a:r>
            <a:rPr lang="ru-RU" dirty="0"/>
            <a:t>коррекции порога</a:t>
          </a:r>
        </a:p>
      </dgm:t>
    </dgm:pt>
    <dgm:pt modelId="{A0AFE268-4D38-4157-A3A9-92B38C0CB1FA}" type="parTrans" cxnId="{9A029284-9256-42E9-9C4E-1C808D6B2307}">
      <dgm:prSet/>
      <dgm:spPr/>
      <dgm:t>
        <a:bodyPr/>
        <a:lstStyle/>
        <a:p>
          <a:endParaRPr lang="ru-RU"/>
        </a:p>
      </dgm:t>
    </dgm:pt>
    <dgm:pt modelId="{E5D7EFA4-045C-49C7-A445-6686F18733A0}" type="sibTrans" cxnId="{9A029284-9256-42E9-9C4E-1C808D6B2307}">
      <dgm:prSet/>
      <dgm:spPr/>
      <dgm:t>
        <a:bodyPr/>
        <a:lstStyle/>
        <a:p>
          <a:endParaRPr lang="ru-RU"/>
        </a:p>
      </dgm:t>
    </dgm:pt>
    <dgm:pt modelId="{22559959-3217-45D4-AA93-33340D978869}">
      <dgm:prSet phldrT="[Text]" phldr="0"/>
      <dgm:spPr/>
      <dgm:t>
        <a:bodyPr/>
        <a:lstStyle/>
        <a:p>
          <a:r>
            <a:rPr lang="ru-RU" b="1" dirty="0"/>
            <a:t>Неделя 2:</a:t>
          </a:r>
        </a:p>
      </dgm:t>
    </dgm:pt>
    <dgm:pt modelId="{40B47BF5-FFF9-4E2F-9852-892AB9EE679F}" type="parTrans" cxnId="{F8162073-E923-470C-B6B5-070955F7928D}">
      <dgm:prSet/>
      <dgm:spPr/>
      <dgm:t>
        <a:bodyPr/>
        <a:lstStyle/>
        <a:p>
          <a:endParaRPr lang="ru-RU"/>
        </a:p>
      </dgm:t>
    </dgm:pt>
    <dgm:pt modelId="{4D4EC85F-B0F1-46DA-B845-98B25030B55B}" type="sibTrans" cxnId="{F8162073-E923-470C-B6B5-070955F7928D}">
      <dgm:prSet/>
      <dgm:spPr/>
      <dgm:t>
        <a:bodyPr/>
        <a:lstStyle/>
        <a:p>
          <a:endParaRPr lang="ru-RU"/>
        </a:p>
      </dgm:t>
    </dgm:pt>
    <dgm:pt modelId="{819561F7-1EC3-474A-ADCA-830E23826716}">
      <dgm:prSet phldrT="[Text]" custT="1"/>
      <dgm:spPr/>
      <dgm:t>
        <a:bodyPr/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Пилотное внедрение с мониторингом в реальном времени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gm:t>
    </dgm:pt>
    <dgm:pt modelId="{23D8F813-1953-4EA6-BDA1-7938880E0F2E}" type="parTrans" cxnId="{895768C5-6F28-48CB-955D-2D4AC1FAD2BF}">
      <dgm:prSet/>
      <dgm:spPr/>
      <dgm:t>
        <a:bodyPr/>
        <a:lstStyle/>
        <a:p>
          <a:endParaRPr lang="ru-RU"/>
        </a:p>
      </dgm:t>
    </dgm:pt>
    <dgm:pt modelId="{FECB59B5-7E9B-4CE2-9594-41FDD7EF9A15}" type="sibTrans" cxnId="{895768C5-6F28-48CB-955D-2D4AC1FAD2BF}">
      <dgm:prSet/>
      <dgm:spPr/>
      <dgm:t>
        <a:bodyPr/>
        <a:lstStyle/>
        <a:p>
          <a:endParaRPr lang="ru-RU"/>
        </a:p>
      </dgm:t>
    </dgm:pt>
    <dgm:pt modelId="{F85A2853-DFEF-4B3F-BF23-64C44D259016}">
      <dgm:prSet phldrT="[Text]" phldr="0"/>
      <dgm:spPr/>
      <dgm:t>
        <a:bodyPr/>
        <a:lstStyle/>
        <a:p>
          <a:r>
            <a:rPr lang="ru-RU" b="1" dirty="0"/>
            <a:t>Ежеквартально:</a:t>
          </a:r>
        </a:p>
      </dgm:t>
    </dgm:pt>
    <dgm:pt modelId="{C6EBA234-A5AC-47AC-A355-5697520A2444}" type="parTrans" cxnId="{A423808C-0A3C-45CC-B203-279B1C4AAB78}">
      <dgm:prSet/>
      <dgm:spPr/>
      <dgm:t>
        <a:bodyPr/>
        <a:lstStyle/>
        <a:p>
          <a:endParaRPr lang="ru-RU"/>
        </a:p>
      </dgm:t>
    </dgm:pt>
    <dgm:pt modelId="{376A7FAF-D247-4B1C-A50E-1484057B0E75}" type="sibTrans" cxnId="{A423808C-0A3C-45CC-B203-279B1C4AAB78}">
      <dgm:prSet/>
      <dgm:spPr/>
      <dgm:t>
        <a:bodyPr/>
        <a:lstStyle/>
        <a:p>
          <a:endParaRPr lang="ru-RU"/>
        </a:p>
      </dgm:t>
    </dgm:pt>
    <dgm:pt modelId="{BBD5B85B-8254-423C-AE68-0CAA33612B4C}">
      <dgm:prSet phldrT="[Text]" custT="1"/>
      <dgm:spPr/>
      <dgm:t>
        <a:bodyPr/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Аудит прокси-признаков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gm:t>
    </dgm:pt>
    <dgm:pt modelId="{9847DA9B-60D5-4922-A816-EB384EB0BA39}" type="parTrans" cxnId="{6117FB64-5B5E-4EAF-ACC9-7A56BEECE378}">
      <dgm:prSet/>
      <dgm:spPr/>
      <dgm:t>
        <a:bodyPr/>
        <a:lstStyle/>
        <a:p>
          <a:endParaRPr lang="ru-RU"/>
        </a:p>
      </dgm:t>
    </dgm:pt>
    <dgm:pt modelId="{694818AF-7A79-46AA-BC4F-DFB895A8267E}" type="sibTrans" cxnId="{6117FB64-5B5E-4EAF-ACC9-7A56BEECE378}">
      <dgm:prSet/>
      <dgm:spPr/>
      <dgm:t>
        <a:bodyPr/>
        <a:lstStyle/>
        <a:p>
          <a:endParaRPr lang="ru-RU"/>
        </a:p>
      </dgm:t>
    </dgm:pt>
    <dgm:pt modelId="{D23DBFD0-C915-4C90-BD6E-2F8B583B0709}">
      <dgm:prSet/>
      <dgm:spPr/>
      <dgm:t>
        <a:bodyPr/>
        <a:lstStyle/>
        <a:p>
          <a:pPr marL="0" indent="0">
            <a:lnSpc>
              <a:spcPct val="100000"/>
            </a:lnSpc>
            <a:buFont typeface="Arial" panose="020B0604020202020204" pitchFamily="34" charset="0"/>
            <a:buNone/>
          </a:pPr>
          <a:r>
            <a:rPr lang="ru-RU" dirty="0"/>
            <a:t>Подготовка «Этического паспорта» и Политики использования</a:t>
          </a:r>
        </a:p>
      </dgm:t>
    </dgm:pt>
    <dgm:pt modelId="{345FBAD1-010B-43DC-AE2C-CE0CEB1CF14A}" type="parTrans" cxnId="{C18A42FA-BAD6-49B1-B7C4-0146FD33B956}">
      <dgm:prSet/>
      <dgm:spPr/>
      <dgm:t>
        <a:bodyPr/>
        <a:lstStyle/>
        <a:p>
          <a:endParaRPr lang="ru-RU"/>
        </a:p>
      </dgm:t>
    </dgm:pt>
    <dgm:pt modelId="{0DDCEFCB-D674-4607-B676-D295B6E21D8B}" type="sibTrans" cxnId="{C18A42FA-BAD6-49B1-B7C4-0146FD33B956}">
      <dgm:prSet/>
      <dgm:spPr/>
      <dgm:t>
        <a:bodyPr/>
        <a:lstStyle/>
        <a:p>
          <a:endParaRPr lang="ru-RU"/>
        </a:p>
      </dgm:t>
    </dgm:pt>
    <dgm:pt modelId="{84307E85-331E-4E03-807F-9B914940C1AD}">
      <dgm:prSet custT="1"/>
      <dgm:spPr/>
      <dgm:t>
        <a:bodyPr/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Обучение 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HR-</a:t>
          </a:r>
          <a:r>
            <a:rPr lang="ru-RU" sz="1500" kern="1200">
              <a:latin typeface="Aptos" panose="02110004020202020204"/>
              <a:ea typeface="+mn-ea"/>
              <a:cs typeface="+mn-cs"/>
            </a:rPr>
            <a:t>команды «МаркетПлюс»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gm:t>
    </dgm:pt>
    <dgm:pt modelId="{A5DDB5E1-D22B-413F-B359-BD0CF7684264}" type="parTrans" cxnId="{F568F771-7438-4A05-AAEE-21B81BFAED14}">
      <dgm:prSet/>
      <dgm:spPr/>
      <dgm:t>
        <a:bodyPr/>
        <a:lstStyle/>
        <a:p>
          <a:endParaRPr lang="ru-RU"/>
        </a:p>
      </dgm:t>
    </dgm:pt>
    <dgm:pt modelId="{CCF4306F-A6A3-4898-AF81-EE1F9EDE85EA}" type="sibTrans" cxnId="{F568F771-7438-4A05-AAEE-21B81BFAED14}">
      <dgm:prSet/>
      <dgm:spPr/>
      <dgm:t>
        <a:bodyPr/>
        <a:lstStyle/>
        <a:p>
          <a:endParaRPr lang="ru-RU"/>
        </a:p>
      </dgm:t>
    </dgm:pt>
    <dgm:pt modelId="{8758732B-CC2C-4549-97AD-52C4652C20BF}">
      <dgm:prSet custT="1"/>
      <dgm:spPr/>
      <dgm:t>
        <a:bodyPr/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Подписание контракта с приложениями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gm:t>
    </dgm:pt>
    <dgm:pt modelId="{C6CF1D69-1111-4C39-A74D-8D65AB111A88}" type="parTrans" cxnId="{775DCCB6-CD2C-4694-99CD-7B962862B30B}">
      <dgm:prSet/>
      <dgm:spPr/>
      <dgm:t>
        <a:bodyPr/>
        <a:lstStyle/>
        <a:p>
          <a:endParaRPr lang="ru-RU"/>
        </a:p>
      </dgm:t>
    </dgm:pt>
    <dgm:pt modelId="{AB58EF7B-D5F1-4897-8D1E-D813A103D3E4}" type="sibTrans" cxnId="{775DCCB6-CD2C-4694-99CD-7B962862B30B}">
      <dgm:prSet/>
      <dgm:spPr/>
      <dgm:t>
        <a:bodyPr/>
        <a:lstStyle/>
        <a:p>
          <a:endParaRPr lang="ru-RU"/>
        </a:p>
      </dgm:t>
    </dgm:pt>
    <dgm:pt modelId="{4D66DE2D-D9C8-438B-8150-E349681F531D}">
      <dgm:prSet phldrT="[Text]" custT="1"/>
      <dgm:spPr/>
      <dgm:t>
        <a:bodyPr/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Пересмотр весов модели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gm:t>
    </dgm:pt>
    <dgm:pt modelId="{39EB7964-F154-4F65-BB97-DB62DDFA6B55}" type="parTrans" cxnId="{F43F1E0F-B9FB-4C61-A7CB-3429B839E133}">
      <dgm:prSet/>
      <dgm:spPr/>
      <dgm:t>
        <a:bodyPr/>
        <a:lstStyle/>
        <a:p>
          <a:endParaRPr lang="ru-RU"/>
        </a:p>
      </dgm:t>
    </dgm:pt>
    <dgm:pt modelId="{D69B7268-4AF7-4F6C-9D72-832A12FC17C4}" type="sibTrans" cxnId="{F43F1E0F-B9FB-4C61-A7CB-3429B839E133}">
      <dgm:prSet/>
      <dgm:spPr/>
      <dgm:t>
        <a:bodyPr/>
        <a:lstStyle/>
        <a:p>
          <a:endParaRPr lang="ru-RU"/>
        </a:p>
      </dgm:t>
    </dgm:pt>
    <dgm:pt modelId="{32C4ECDC-DE9F-4E61-BDF7-93FEB86CFF13}">
      <dgm:prSet phldrT="[Text]" custT="1"/>
      <dgm:spPr/>
      <dgm:t>
        <a:bodyPr/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Публичная отчётность по показателям справедливости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gm:t>
    </dgm:pt>
    <dgm:pt modelId="{0460B591-2CB9-4A1B-AB4B-F11A040B2DB3}" type="parTrans" cxnId="{0E23E0A8-957B-43D3-B39D-57C8F0967C55}">
      <dgm:prSet/>
      <dgm:spPr/>
      <dgm:t>
        <a:bodyPr/>
        <a:lstStyle/>
        <a:p>
          <a:endParaRPr lang="ru-RU"/>
        </a:p>
      </dgm:t>
    </dgm:pt>
    <dgm:pt modelId="{D824C32E-741C-4689-B536-DFABF4E619D9}" type="sibTrans" cxnId="{0E23E0A8-957B-43D3-B39D-57C8F0967C55}">
      <dgm:prSet/>
      <dgm:spPr/>
      <dgm:t>
        <a:bodyPr/>
        <a:lstStyle/>
        <a:p>
          <a:endParaRPr lang="ru-RU"/>
        </a:p>
      </dgm:t>
    </dgm:pt>
    <dgm:pt modelId="{D97735F0-5642-4E05-938C-C654BEBCCA9F}">
      <dgm:prSet phldrT="[Text]"/>
      <dgm:spPr/>
      <dgm:t>
        <a:bodyPr/>
        <a:lstStyle/>
        <a:p>
          <a:pPr marL="0" indent="0">
            <a:lnSpc>
              <a:spcPct val="100000"/>
            </a:lnSpc>
            <a:buFont typeface="Arial" panose="020B0604020202020204" pitchFamily="34" charset="0"/>
            <a:buNone/>
          </a:pPr>
          <a:r>
            <a:rPr lang="ru-RU" dirty="0"/>
            <a:t>Валидация метрик справедливости на тестовой выборке</a:t>
          </a:r>
        </a:p>
      </dgm:t>
    </dgm:pt>
    <dgm:pt modelId="{7828585F-9D57-4FC1-946F-12D437B9D4F8}" type="parTrans" cxnId="{8F3BE0B8-6F23-4D1A-ADF4-9BFDCE0C152D}">
      <dgm:prSet/>
      <dgm:spPr/>
      <dgm:t>
        <a:bodyPr/>
        <a:lstStyle/>
        <a:p>
          <a:endParaRPr lang="ru-RU"/>
        </a:p>
      </dgm:t>
    </dgm:pt>
    <dgm:pt modelId="{95A7B4D9-1204-4C28-B9B6-58360271EF1B}" type="sibTrans" cxnId="{8F3BE0B8-6F23-4D1A-ADF4-9BFDCE0C152D}">
      <dgm:prSet/>
      <dgm:spPr/>
      <dgm:t>
        <a:bodyPr/>
        <a:lstStyle/>
        <a:p>
          <a:endParaRPr lang="ru-RU"/>
        </a:p>
      </dgm:t>
    </dgm:pt>
    <dgm:pt modelId="{F2A26B0B-E610-4236-9088-AC3407FB8289}" type="pres">
      <dgm:prSet presAssocID="{2FFFEBE3-789D-4DB9-ADDF-9BDD534D89E9}" presName="Name0" presStyleCnt="0">
        <dgm:presLayoutVars>
          <dgm:dir/>
          <dgm:animLvl val="lvl"/>
          <dgm:resizeHandles val="exact"/>
        </dgm:presLayoutVars>
      </dgm:prSet>
      <dgm:spPr/>
    </dgm:pt>
    <dgm:pt modelId="{AFAAE345-266A-4A56-B1FE-F2A751EEDC49}" type="pres">
      <dgm:prSet presAssocID="{2FFFEBE3-789D-4DB9-ADDF-9BDD534D89E9}" presName="dummy" presStyleCnt="0"/>
      <dgm:spPr/>
    </dgm:pt>
    <dgm:pt modelId="{E7DA5DD8-A95A-44DC-8033-375F429D35E7}" type="pres">
      <dgm:prSet presAssocID="{2FFFEBE3-789D-4DB9-ADDF-9BDD534D89E9}" presName="linH" presStyleCnt="0"/>
      <dgm:spPr/>
    </dgm:pt>
    <dgm:pt modelId="{F24C1D88-D41A-4055-88E8-6FB5A31EB80C}" type="pres">
      <dgm:prSet presAssocID="{2FFFEBE3-789D-4DB9-ADDF-9BDD534D89E9}" presName="padding1" presStyleCnt="0"/>
      <dgm:spPr/>
    </dgm:pt>
    <dgm:pt modelId="{2572CE15-1403-48A4-99A7-F6A7C214DCAA}" type="pres">
      <dgm:prSet presAssocID="{62B03260-90F9-4115-8B71-76B4139180DB}" presName="linV" presStyleCnt="0"/>
      <dgm:spPr/>
    </dgm:pt>
    <dgm:pt modelId="{6C1C912C-33FF-438A-99FC-0D05CA76AD29}" type="pres">
      <dgm:prSet presAssocID="{62B03260-90F9-4115-8B71-76B4139180DB}" presName="spVertical1" presStyleCnt="0"/>
      <dgm:spPr/>
    </dgm:pt>
    <dgm:pt modelId="{D583088E-3FAF-4C70-9FF3-D34F8BCE8D2C}" type="pres">
      <dgm:prSet presAssocID="{62B03260-90F9-4115-8B71-76B4139180DB}" presName="parTx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AF077FB1-07CC-483F-8F57-EE9C106AB98E}" type="pres">
      <dgm:prSet presAssocID="{62B03260-90F9-4115-8B71-76B4139180DB}" presName="spVertical2" presStyleCnt="0"/>
      <dgm:spPr/>
    </dgm:pt>
    <dgm:pt modelId="{D8040D9F-C4CC-4620-BDB7-536F508F684A}" type="pres">
      <dgm:prSet presAssocID="{62B03260-90F9-4115-8B71-76B4139180DB}" presName="spVertical3" presStyleCnt="0"/>
      <dgm:spPr/>
    </dgm:pt>
    <dgm:pt modelId="{78856985-38AA-4BB5-AA4A-EAF706AC81AE}" type="pres">
      <dgm:prSet presAssocID="{62B03260-90F9-4115-8B71-76B4139180DB}" presName="desTx" presStyleLbl="revTx" presStyleIdx="1" presStyleCnt="6">
        <dgm:presLayoutVars>
          <dgm:bulletEnabled val="1"/>
        </dgm:presLayoutVars>
      </dgm:prSet>
      <dgm:spPr/>
    </dgm:pt>
    <dgm:pt modelId="{33BEEDCE-28CA-44DB-B1FF-7458E86E5C5E}" type="pres">
      <dgm:prSet presAssocID="{E35174B5-9DA9-4ABF-A883-F215AFDF2BD1}" presName="space" presStyleCnt="0"/>
      <dgm:spPr/>
    </dgm:pt>
    <dgm:pt modelId="{082F1CB6-CF34-468B-A11D-E03D6A96744E}" type="pres">
      <dgm:prSet presAssocID="{22559959-3217-45D4-AA93-33340D978869}" presName="linV" presStyleCnt="0"/>
      <dgm:spPr/>
    </dgm:pt>
    <dgm:pt modelId="{9FA29E35-969E-4717-828B-734420AAAC38}" type="pres">
      <dgm:prSet presAssocID="{22559959-3217-45D4-AA93-33340D978869}" presName="spVertical1" presStyleCnt="0"/>
      <dgm:spPr/>
    </dgm:pt>
    <dgm:pt modelId="{E7B61689-DEDD-402E-8E88-9189FC84D2F7}" type="pres">
      <dgm:prSet presAssocID="{22559959-3217-45D4-AA93-33340D978869}" presName="parTx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0A47DEEA-47F5-4900-BEF4-AC3F06C0E9D7}" type="pres">
      <dgm:prSet presAssocID="{22559959-3217-45D4-AA93-33340D978869}" presName="spVertical2" presStyleCnt="0"/>
      <dgm:spPr/>
    </dgm:pt>
    <dgm:pt modelId="{DE4A8FC0-770C-46D4-A2B9-9FDCCA2CC192}" type="pres">
      <dgm:prSet presAssocID="{22559959-3217-45D4-AA93-33340D978869}" presName="spVertical3" presStyleCnt="0"/>
      <dgm:spPr/>
    </dgm:pt>
    <dgm:pt modelId="{F7836905-D234-444D-9398-2C85EF50826F}" type="pres">
      <dgm:prSet presAssocID="{22559959-3217-45D4-AA93-33340D978869}" presName="desTx" presStyleLbl="revTx" presStyleIdx="3" presStyleCnt="6">
        <dgm:presLayoutVars>
          <dgm:bulletEnabled val="1"/>
        </dgm:presLayoutVars>
      </dgm:prSet>
      <dgm:spPr/>
    </dgm:pt>
    <dgm:pt modelId="{C0B1FD48-8C1C-4F51-BA6E-30673DFCA2C0}" type="pres">
      <dgm:prSet presAssocID="{4D4EC85F-B0F1-46DA-B845-98B25030B55B}" presName="space" presStyleCnt="0"/>
      <dgm:spPr/>
    </dgm:pt>
    <dgm:pt modelId="{45A11339-B703-4415-B031-D890E93EB0AC}" type="pres">
      <dgm:prSet presAssocID="{F85A2853-DFEF-4B3F-BF23-64C44D259016}" presName="linV" presStyleCnt="0"/>
      <dgm:spPr/>
    </dgm:pt>
    <dgm:pt modelId="{12247B13-C665-4CD0-BFC2-AE48ED0F8E33}" type="pres">
      <dgm:prSet presAssocID="{F85A2853-DFEF-4B3F-BF23-64C44D259016}" presName="spVertical1" presStyleCnt="0"/>
      <dgm:spPr/>
    </dgm:pt>
    <dgm:pt modelId="{1DCDE01A-43A2-46A5-96EB-574669B2300C}" type="pres">
      <dgm:prSet presAssocID="{F85A2853-DFEF-4B3F-BF23-64C44D259016}" presName="parTx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D2AABDA7-F8D5-43A6-A6A8-943D0BB7C0AF}" type="pres">
      <dgm:prSet presAssocID="{F85A2853-DFEF-4B3F-BF23-64C44D259016}" presName="spVertical2" presStyleCnt="0"/>
      <dgm:spPr/>
    </dgm:pt>
    <dgm:pt modelId="{7CD03BA1-C32A-4028-8398-3E0BC0252C56}" type="pres">
      <dgm:prSet presAssocID="{F85A2853-DFEF-4B3F-BF23-64C44D259016}" presName="spVertical3" presStyleCnt="0"/>
      <dgm:spPr/>
    </dgm:pt>
    <dgm:pt modelId="{F2D62069-D548-43CC-9D69-E512E6BB042F}" type="pres">
      <dgm:prSet presAssocID="{F85A2853-DFEF-4B3F-BF23-64C44D259016}" presName="desTx" presStyleLbl="revTx" presStyleIdx="5" presStyleCnt="6">
        <dgm:presLayoutVars>
          <dgm:bulletEnabled val="1"/>
        </dgm:presLayoutVars>
      </dgm:prSet>
      <dgm:spPr/>
    </dgm:pt>
    <dgm:pt modelId="{510E5F1D-5200-4C0E-BAAA-DE55FED963F3}" type="pres">
      <dgm:prSet presAssocID="{2FFFEBE3-789D-4DB9-ADDF-9BDD534D89E9}" presName="padding2" presStyleCnt="0"/>
      <dgm:spPr/>
    </dgm:pt>
    <dgm:pt modelId="{FA445DB8-4396-487F-A56F-BED88B171C01}" type="pres">
      <dgm:prSet presAssocID="{2FFFEBE3-789D-4DB9-ADDF-9BDD534D89E9}" presName="negArrow" presStyleCnt="0"/>
      <dgm:spPr/>
    </dgm:pt>
    <dgm:pt modelId="{114EA1FA-1DD4-4026-8C55-05D1F4C10996}" type="pres">
      <dgm:prSet presAssocID="{2FFFEBE3-789D-4DB9-ADDF-9BDD534D89E9}" presName="backgroundArrow" presStyleLbl="node1" presStyleIdx="0" presStyleCnt="1" custScaleY="73268" custLinFactNeighborY="11353"/>
      <dgm:spPr/>
    </dgm:pt>
  </dgm:ptLst>
  <dgm:cxnLst>
    <dgm:cxn modelId="{F43F1E0F-B9FB-4C61-A7CB-3429B839E133}" srcId="{F85A2853-DFEF-4B3F-BF23-64C44D259016}" destId="{4D66DE2D-D9C8-438B-8150-E349681F531D}" srcOrd="1" destOrd="0" parTransId="{39EB7964-F154-4F65-BB97-DB62DDFA6B55}" sibTransId="{D69B7268-4AF7-4F6C-9D72-832A12FC17C4}"/>
    <dgm:cxn modelId="{995ACD16-17A4-4C0D-822C-89906242B204}" type="presOf" srcId="{D4C94A65-A24A-458C-8E25-2C5088C3671A}" destId="{78856985-38AA-4BB5-AA4A-EAF706AC81AE}" srcOrd="0" destOrd="0" presId="urn:microsoft.com/office/officeart/2005/8/layout/hProcess3"/>
    <dgm:cxn modelId="{4BFD832A-D310-48A7-BF0E-4DB4AB74D795}" type="presOf" srcId="{4D66DE2D-D9C8-438B-8150-E349681F531D}" destId="{F2D62069-D548-43CC-9D69-E512E6BB042F}" srcOrd="0" destOrd="1" presId="urn:microsoft.com/office/officeart/2005/8/layout/hProcess3"/>
    <dgm:cxn modelId="{61018F2A-64DD-482B-9905-2A149FBF6083}" type="presOf" srcId="{D23DBFD0-C915-4C90-BD6E-2F8B583B0709}" destId="{78856985-38AA-4BB5-AA4A-EAF706AC81AE}" srcOrd="0" destOrd="2" presId="urn:microsoft.com/office/officeart/2005/8/layout/hProcess3"/>
    <dgm:cxn modelId="{0D5CBA2D-E399-460C-A2C3-14FAD49462C1}" type="presOf" srcId="{32C4ECDC-DE9F-4E61-BDF7-93FEB86CFF13}" destId="{F2D62069-D548-43CC-9D69-E512E6BB042F}" srcOrd="0" destOrd="2" presId="urn:microsoft.com/office/officeart/2005/8/layout/hProcess3"/>
    <dgm:cxn modelId="{987EA035-5F8E-4126-8B08-F6AEC846D0E2}" type="presOf" srcId="{62B03260-90F9-4115-8B71-76B4139180DB}" destId="{D583088E-3FAF-4C70-9FF3-D34F8BCE8D2C}" srcOrd="0" destOrd="0" presId="urn:microsoft.com/office/officeart/2005/8/layout/hProcess3"/>
    <dgm:cxn modelId="{C9E0AB62-72B6-4860-9062-7A8B793D7466}" srcId="{2FFFEBE3-789D-4DB9-ADDF-9BDD534D89E9}" destId="{62B03260-90F9-4115-8B71-76B4139180DB}" srcOrd="0" destOrd="0" parTransId="{19685A00-6E7D-49F5-A863-6B2E5387EFCD}" sibTransId="{E35174B5-9DA9-4ABF-A883-F215AFDF2BD1}"/>
    <dgm:cxn modelId="{6117FB64-5B5E-4EAF-ACC9-7A56BEECE378}" srcId="{F85A2853-DFEF-4B3F-BF23-64C44D259016}" destId="{BBD5B85B-8254-423C-AE68-0CAA33612B4C}" srcOrd="0" destOrd="0" parTransId="{9847DA9B-60D5-4922-A816-EB384EB0BA39}" sibTransId="{694818AF-7A79-46AA-BC4F-DFB895A8267E}"/>
    <dgm:cxn modelId="{F568F771-7438-4A05-AAEE-21B81BFAED14}" srcId="{22559959-3217-45D4-AA93-33340D978869}" destId="{84307E85-331E-4E03-807F-9B914940C1AD}" srcOrd="1" destOrd="0" parTransId="{A5DDB5E1-D22B-413F-B359-BD0CF7684264}" sibTransId="{CCF4306F-A6A3-4898-AF81-EE1F9EDE85EA}"/>
    <dgm:cxn modelId="{F8162073-E923-470C-B6B5-070955F7928D}" srcId="{2FFFEBE3-789D-4DB9-ADDF-9BDD534D89E9}" destId="{22559959-3217-45D4-AA93-33340D978869}" srcOrd="1" destOrd="0" parTransId="{40B47BF5-FFF9-4E2F-9852-892AB9EE679F}" sibTransId="{4D4EC85F-B0F1-46DA-B845-98B25030B55B}"/>
    <dgm:cxn modelId="{24221654-01FA-4759-9C5A-3C1DCD6C93E8}" type="presOf" srcId="{8758732B-CC2C-4549-97AD-52C4652C20BF}" destId="{F7836905-D234-444D-9398-2C85EF50826F}" srcOrd="0" destOrd="2" presId="urn:microsoft.com/office/officeart/2005/8/layout/hProcess3"/>
    <dgm:cxn modelId="{9A029284-9256-42E9-9C4E-1C808D6B2307}" srcId="{62B03260-90F9-4115-8B71-76B4139180DB}" destId="{D4C94A65-A24A-458C-8E25-2C5088C3671A}" srcOrd="0" destOrd="0" parTransId="{A0AFE268-4D38-4157-A3A9-92B38C0CB1FA}" sibTransId="{E5D7EFA4-045C-49C7-A445-6686F18733A0}"/>
    <dgm:cxn modelId="{83E98888-A774-4616-BD3B-B7521321C52D}" type="presOf" srcId="{819561F7-1EC3-474A-ADCA-830E23826716}" destId="{F7836905-D234-444D-9398-2C85EF50826F}" srcOrd="0" destOrd="0" presId="urn:microsoft.com/office/officeart/2005/8/layout/hProcess3"/>
    <dgm:cxn modelId="{A423808C-0A3C-45CC-B203-279B1C4AAB78}" srcId="{2FFFEBE3-789D-4DB9-ADDF-9BDD534D89E9}" destId="{F85A2853-DFEF-4B3F-BF23-64C44D259016}" srcOrd="2" destOrd="0" parTransId="{C6EBA234-A5AC-47AC-A355-5697520A2444}" sibTransId="{376A7FAF-D247-4B1C-A50E-1484057B0E75}"/>
    <dgm:cxn modelId="{5956EA98-FCFB-4BD4-9598-818D6ECC7475}" type="presOf" srcId="{22559959-3217-45D4-AA93-33340D978869}" destId="{E7B61689-DEDD-402E-8E88-9189FC84D2F7}" srcOrd="0" destOrd="0" presId="urn:microsoft.com/office/officeart/2005/8/layout/hProcess3"/>
    <dgm:cxn modelId="{0E23E0A8-957B-43D3-B39D-57C8F0967C55}" srcId="{F85A2853-DFEF-4B3F-BF23-64C44D259016}" destId="{32C4ECDC-DE9F-4E61-BDF7-93FEB86CFF13}" srcOrd="2" destOrd="0" parTransId="{0460B591-2CB9-4A1B-AB4B-F11A040B2DB3}" sibTransId="{D824C32E-741C-4689-B536-DFABF4E619D9}"/>
    <dgm:cxn modelId="{586B3CB6-739F-47F4-A98B-44676FEC3AE2}" type="presOf" srcId="{D97735F0-5642-4E05-938C-C654BEBCCA9F}" destId="{78856985-38AA-4BB5-AA4A-EAF706AC81AE}" srcOrd="0" destOrd="1" presId="urn:microsoft.com/office/officeart/2005/8/layout/hProcess3"/>
    <dgm:cxn modelId="{775DCCB6-CD2C-4694-99CD-7B962862B30B}" srcId="{22559959-3217-45D4-AA93-33340D978869}" destId="{8758732B-CC2C-4549-97AD-52C4652C20BF}" srcOrd="2" destOrd="0" parTransId="{C6CF1D69-1111-4C39-A74D-8D65AB111A88}" sibTransId="{AB58EF7B-D5F1-4897-8D1E-D813A103D3E4}"/>
    <dgm:cxn modelId="{8F3BE0B8-6F23-4D1A-ADF4-9BFDCE0C152D}" srcId="{62B03260-90F9-4115-8B71-76B4139180DB}" destId="{D97735F0-5642-4E05-938C-C654BEBCCA9F}" srcOrd="1" destOrd="0" parTransId="{7828585F-9D57-4FC1-946F-12D437B9D4F8}" sibTransId="{95A7B4D9-1204-4C28-B9B6-58360271EF1B}"/>
    <dgm:cxn modelId="{895768C5-6F28-48CB-955D-2D4AC1FAD2BF}" srcId="{22559959-3217-45D4-AA93-33340D978869}" destId="{819561F7-1EC3-474A-ADCA-830E23826716}" srcOrd="0" destOrd="0" parTransId="{23D8F813-1953-4EA6-BDA1-7938880E0F2E}" sibTransId="{FECB59B5-7E9B-4CE2-9594-41FDD7EF9A15}"/>
    <dgm:cxn modelId="{644CB0CB-71A4-4C09-B0BD-AD1CD647DB80}" type="presOf" srcId="{F85A2853-DFEF-4B3F-BF23-64C44D259016}" destId="{1DCDE01A-43A2-46A5-96EB-574669B2300C}" srcOrd="0" destOrd="0" presId="urn:microsoft.com/office/officeart/2005/8/layout/hProcess3"/>
    <dgm:cxn modelId="{D7E182EC-2796-41B4-8466-7BEB33A91AD4}" type="presOf" srcId="{BBD5B85B-8254-423C-AE68-0CAA33612B4C}" destId="{F2D62069-D548-43CC-9D69-E512E6BB042F}" srcOrd="0" destOrd="0" presId="urn:microsoft.com/office/officeart/2005/8/layout/hProcess3"/>
    <dgm:cxn modelId="{C18A42FA-BAD6-49B1-B7C4-0146FD33B956}" srcId="{62B03260-90F9-4115-8B71-76B4139180DB}" destId="{D23DBFD0-C915-4C90-BD6E-2F8B583B0709}" srcOrd="2" destOrd="0" parTransId="{345FBAD1-010B-43DC-AE2C-CE0CEB1CF14A}" sibTransId="{0DDCEFCB-D674-4607-B676-D295B6E21D8B}"/>
    <dgm:cxn modelId="{A300A3FA-BC6A-4493-AB1B-B7A56B9266DE}" type="presOf" srcId="{84307E85-331E-4E03-807F-9B914940C1AD}" destId="{F7836905-D234-444D-9398-2C85EF50826F}" srcOrd="0" destOrd="1" presId="urn:microsoft.com/office/officeart/2005/8/layout/hProcess3"/>
    <dgm:cxn modelId="{8A9847FB-D145-4AE5-8762-193E704F93A7}" type="presOf" srcId="{2FFFEBE3-789D-4DB9-ADDF-9BDD534D89E9}" destId="{F2A26B0B-E610-4236-9088-AC3407FB8289}" srcOrd="0" destOrd="0" presId="urn:microsoft.com/office/officeart/2005/8/layout/hProcess3"/>
    <dgm:cxn modelId="{2D6DF0BB-5674-4C8B-B702-AE9FD160031E}" type="presParOf" srcId="{F2A26B0B-E610-4236-9088-AC3407FB8289}" destId="{AFAAE345-266A-4A56-B1FE-F2A751EEDC49}" srcOrd="0" destOrd="0" presId="urn:microsoft.com/office/officeart/2005/8/layout/hProcess3"/>
    <dgm:cxn modelId="{B0C97E93-EB77-4D6A-AE52-645D241D5D8A}" type="presParOf" srcId="{F2A26B0B-E610-4236-9088-AC3407FB8289}" destId="{E7DA5DD8-A95A-44DC-8033-375F429D35E7}" srcOrd="1" destOrd="0" presId="urn:microsoft.com/office/officeart/2005/8/layout/hProcess3"/>
    <dgm:cxn modelId="{42CD72A0-4949-4B57-BB97-74F6BCDDB3CA}" type="presParOf" srcId="{E7DA5DD8-A95A-44DC-8033-375F429D35E7}" destId="{F24C1D88-D41A-4055-88E8-6FB5A31EB80C}" srcOrd="0" destOrd="0" presId="urn:microsoft.com/office/officeart/2005/8/layout/hProcess3"/>
    <dgm:cxn modelId="{3D23EB8E-AB69-44F3-AB67-D3AE984E27B9}" type="presParOf" srcId="{E7DA5DD8-A95A-44DC-8033-375F429D35E7}" destId="{2572CE15-1403-48A4-99A7-F6A7C214DCAA}" srcOrd="1" destOrd="0" presId="urn:microsoft.com/office/officeart/2005/8/layout/hProcess3"/>
    <dgm:cxn modelId="{B871E1B1-65F0-4773-A899-2920026E9F79}" type="presParOf" srcId="{2572CE15-1403-48A4-99A7-F6A7C214DCAA}" destId="{6C1C912C-33FF-438A-99FC-0D05CA76AD29}" srcOrd="0" destOrd="0" presId="urn:microsoft.com/office/officeart/2005/8/layout/hProcess3"/>
    <dgm:cxn modelId="{DD70776D-79A2-4D81-B172-2A4245B9EEFE}" type="presParOf" srcId="{2572CE15-1403-48A4-99A7-F6A7C214DCAA}" destId="{D583088E-3FAF-4C70-9FF3-D34F8BCE8D2C}" srcOrd="1" destOrd="0" presId="urn:microsoft.com/office/officeart/2005/8/layout/hProcess3"/>
    <dgm:cxn modelId="{4150D4FD-3EB7-4423-9804-94DE3B52442F}" type="presParOf" srcId="{2572CE15-1403-48A4-99A7-F6A7C214DCAA}" destId="{AF077FB1-07CC-483F-8F57-EE9C106AB98E}" srcOrd="2" destOrd="0" presId="urn:microsoft.com/office/officeart/2005/8/layout/hProcess3"/>
    <dgm:cxn modelId="{FAEB756D-670C-4277-A6AB-D71D7BD2B82F}" type="presParOf" srcId="{2572CE15-1403-48A4-99A7-F6A7C214DCAA}" destId="{D8040D9F-C4CC-4620-BDB7-536F508F684A}" srcOrd="3" destOrd="0" presId="urn:microsoft.com/office/officeart/2005/8/layout/hProcess3"/>
    <dgm:cxn modelId="{4860AB56-A135-47D4-BF6F-E3E62DE34678}" type="presParOf" srcId="{2572CE15-1403-48A4-99A7-F6A7C214DCAA}" destId="{78856985-38AA-4BB5-AA4A-EAF706AC81AE}" srcOrd="4" destOrd="0" presId="urn:microsoft.com/office/officeart/2005/8/layout/hProcess3"/>
    <dgm:cxn modelId="{C87DBEBE-162D-48D5-9BDB-38476F1343C5}" type="presParOf" srcId="{E7DA5DD8-A95A-44DC-8033-375F429D35E7}" destId="{33BEEDCE-28CA-44DB-B1FF-7458E86E5C5E}" srcOrd="2" destOrd="0" presId="urn:microsoft.com/office/officeart/2005/8/layout/hProcess3"/>
    <dgm:cxn modelId="{623F2980-F7CB-44AB-8674-477B0D6901E6}" type="presParOf" srcId="{E7DA5DD8-A95A-44DC-8033-375F429D35E7}" destId="{082F1CB6-CF34-468B-A11D-E03D6A96744E}" srcOrd="3" destOrd="0" presId="urn:microsoft.com/office/officeart/2005/8/layout/hProcess3"/>
    <dgm:cxn modelId="{C8B32C3D-6857-4023-A1A6-DF85A21F6155}" type="presParOf" srcId="{082F1CB6-CF34-468B-A11D-E03D6A96744E}" destId="{9FA29E35-969E-4717-828B-734420AAAC38}" srcOrd="0" destOrd="0" presId="urn:microsoft.com/office/officeart/2005/8/layout/hProcess3"/>
    <dgm:cxn modelId="{7FE7ED60-DA6A-4786-BA49-C7BF07623C97}" type="presParOf" srcId="{082F1CB6-CF34-468B-A11D-E03D6A96744E}" destId="{E7B61689-DEDD-402E-8E88-9189FC84D2F7}" srcOrd="1" destOrd="0" presId="urn:microsoft.com/office/officeart/2005/8/layout/hProcess3"/>
    <dgm:cxn modelId="{4A411D03-CBBC-4A1D-9DF5-F8CD0BE5D015}" type="presParOf" srcId="{082F1CB6-CF34-468B-A11D-E03D6A96744E}" destId="{0A47DEEA-47F5-4900-BEF4-AC3F06C0E9D7}" srcOrd="2" destOrd="0" presId="urn:microsoft.com/office/officeart/2005/8/layout/hProcess3"/>
    <dgm:cxn modelId="{3B55F6EA-63CA-45F5-9349-DED4D19F505B}" type="presParOf" srcId="{082F1CB6-CF34-468B-A11D-E03D6A96744E}" destId="{DE4A8FC0-770C-46D4-A2B9-9FDCCA2CC192}" srcOrd="3" destOrd="0" presId="urn:microsoft.com/office/officeart/2005/8/layout/hProcess3"/>
    <dgm:cxn modelId="{140A31B8-B029-47B2-A812-894ACDCB1328}" type="presParOf" srcId="{082F1CB6-CF34-468B-A11D-E03D6A96744E}" destId="{F7836905-D234-444D-9398-2C85EF50826F}" srcOrd="4" destOrd="0" presId="urn:microsoft.com/office/officeart/2005/8/layout/hProcess3"/>
    <dgm:cxn modelId="{53564F3C-002C-42C8-8F21-1B3056807BFF}" type="presParOf" srcId="{E7DA5DD8-A95A-44DC-8033-375F429D35E7}" destId="{C0B1FD48-8C1C-4F51-BA6E-30673DFCA2C0}" srcOrd="4" destOrd="0" presId="urn:microsoft.com/office/officeart/2005/8/layout/hProcess3"/>
    <dgm:cxn modelId="{76AEA6F7-BA95-4306-AD67-F85B238E650E}" type="presParOf" srcId="{E7DA5DD8-A95A-44DC-8033-375F429D35E7}" destId="{45A11339-B703-4415-B031-D890E93EB0AC}" srcOrd="5" destOrd="0" presId="urn:microsoft.com/office/officeart/2005/8/layout/hProcess3"/>
    <dgm:cxn modelId="{315A189A-7FCE-4587-8EEE-BE08735EEC5A}" type="presParOf" srcId="{45A11339-B703-4415-B031-D890E93EB0AC}" destId="{12247B13-C665-4CD0-BFC2-AE48ED0F8E33}" srcOrd="0" destOrd="0" presId="urn:microsoft.com/office/officeart/2005/8/layout/hProcess3"/>
    <dgm:cxn modelId="{B3209449-D45D-42EC-9704-ED72C2AFA3BB}" type="presParOf" srcId="{45A11339-B703-4415-B031-D890E93EB0AC}" destId="{1DCDE01A-43A2-46A5-96EB-574669B2300C}" srcOrd="1" destOrd="0" presId="urn:microsoft.com/office/officeart/2005/8/layout/hProcess3"/>
    <dgm:cxn modelId="{5A18A21E-A9DF-4BC0-829C-9E1ABE9C6798}" type="presParOf" srcId="{45A11339-B703-4415-B031-D890E93EB0AC}" destId="{D2AABDA7-F8D5-43A6-A6A8-943D0BB7C0AF}" srcOrd="2" destOrd="0" presId="urn:microsoft.com/office/officeart/2005/8/layout/hProcess3"/>
    <dgm:cxn modelId="{B16D70A0-5F38-4290-87C5-99E6C0753A30}" type="presParOf" srcId="{45A11339-B703-4415-B031-D890E93EB0AC}" destId="{7CD03BA1-C32A-4028-8398-3E0BC0252C56}" srcOrd="3" destOrd="0" presId="urn:microsoft.com/office/officeart/2005/8/layout/hProcess3"/>
    <dgm:cxn modelId="{43FBD3BB-0EF0-424A-B61B-CFD3A31418E1}" type="presParOf" srcId="{45A11339-B703-4415-B031-D890E93EB0AC}" destId="{F2D62069-D548-43CC-9D69-E512E6BB042F}" srcOrd="4" destOrd="0" presId="urn:microsoft.com/office/officeart/2005/8/layout/hProcess3"/>
    <dgm:cxn modelId="{A54641F7-8D93-4D06-BCE4-300EE5DE538E}" type="presParOf" srcId="{E7DA5DD8-A95A-44DC-8033-375F429D35E7}" destId="{510E5F1D-5200-4C0E-BAAA-DE55FED963F3}" srcOrd="6" destOrd="0" presId="urn:microsoft.com/office/officeart/2005/8/layout/hProcess3"/>
    <dgm:cxn modelId="{0EEFA6EE-0EF5-4104-A81D-7DD58B9D9796}" type="presParOf" srcId="{E7DA5DD8-A95A-44DC-8033-375F429D35E7}" destId="{FA445DB8-4396-487F-A56F-BED88B171C01}" srcOrd="7" destOrd="0" presId="urn:microsoft.com/office/officeart/2005/8/layout/hProcess3"/>
    <dgm:cxn modelId="{FB517E9D-8B41-4D4F-BF29-88D311AF5F53}" type="presParOf" srcId="{E7DA5DD8-A95A-44DC-8033-375F429D35E7}" destId="{114EA1FA-1DD4-4026-8C55-05D1F4C10996}" srcOrd="8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FA753-1497-41B5-B80A-D407C9390F4D}">
      <dsp:nvSpPr>
        <dsp:cNvPr id="0" name=""/>
        <dsp:cNvSpPr/>
      </dsp:nvSpPr>
      <dsp:spPr>
        <a:xfrm>
          <a:off x="1005" y="0"/>
          <a:ext cx="1564534" cy="3207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dirty="0"/>
            <a:t>🔄 </a:t>
          </a:r>
          <a:r>
            <a:rPr lang="ru-RU" sz="1200" b="0" i="0" kern="1200" dirty="0" err="1"/>
            <a:t>Pre-processing</a:t>
          </a:r>
          <a:r>
            <a:rPr lang="ru-RU" sz="1200" b="0" i="0" kern="1200" dirty="0"/>
            <a:t>: </a:t>
          </a:r>
          <a:r>
            <a:rPr lang="ru-RU" sz="1200" b="0" i="0" kern="1200" dirty="0" err="1"/>
            <a:t>перевзвешивание</a:t>
          </a:r>
          <a:r>
            <a:rPr lang="ru-RU" sz="1200" b="0" i="0" kern="1200" dirty="0"/>
            <a:t> исторических данных</a:t>
          </a:r>
        </a:p>
      </dsp:txBody>
      <dsp:txXfrm>
        <a:off x="1005" y="1282826"/>
        <a:ext cx="1564534" cy="1282826"/>
      </dsp:txXfrm>
    </dsp:sp>
    <dsp:sp modelId="{F81B9FE3-0374-440A-B700-8E74BC3BBE8D}">
      <dsp:nvSpPr>
        <dsp:cNvPr id="0" name=""/>
        <dsp:cNvSpPr/>
      </dsp:nvSpPr>
      <dsp:spPr>
        <a:xfrm>
          <a:off x="249296" y="192424"/>
          <a:ext cx="1067953" cy="10679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D70F66-58CE-489E-9BC9-FEC2F3306FB2}">
      <dsp:nvSpPr>
        <dsp:cNvPr id="0" name=""/>
        <dsp:cNvSpPr/>
      </dsp:nvSpPr>
      <dsp:spPr>
        <a:xfrm>
          <a:off x="1612476" y="0"/>
          <a:ext cx="1564534" cy="3207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⚙️ In-processing: adversarial debiasing </a:t>
          </a:r>
          <a:r>
            <a:rPr lang="ru-RU" sz="1200" b="0" i="0" kern="1200" dirty="0"/>
            <a:t>для нейтрализации прокси</a:t>
          </a:r>
        </a:p>
      </dsp:txBody>
      <dsp:txXfrm>
        <a:off x="1612476" y="1282826"/>
        <a:ext cx="1564534" cy="1282826"/>
      </dsp:txXfrm>
    </dsp:sp>
    <dsp:sp modelId="{C77F159B-622D-424B-BCE4-08A00BF6834C}">
      <dsp:nvSpPr>
        <dsp:cNvPr id="0" name=""/>
        <dsp:cNvSpPr/>
      </dsp:nvSpPr>
      <dsp:spPr>
        <a:xfrm>
          <a:off x="1860767" y="192424"/>
          <a:ext cx="1067953" cy="10679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26747-F93C-420D-AEB2-1ADD7FC308D0}">
      <dsp:nvSpPr>
        <dsp:cNvPr id="0" name=""/>
        <dsp:cNvSpPr/>
      </dsp:nvSpPr>
      <dsp:spPr>
        <a:xfrm>
          <a:off x="3223947" y="0"/>
          <a:ext cx="1564534" cy="3207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dirty="0"/>
            <a:t>🎯 Post-</a:t>
          </a:r>
          <a:r>
            <a:rPr lang="ru-RU" sz="1200" b="0" i="0" kern="1200" dirty="0" err="1"/>
            <a:t>processing</a:t>
          </a:r>
          <a:r>
            <a:rPr lang="ru-RU" sz="1200" b="0" i="0" kern="1200" dirty="0"/>
            <a:t>: единый порог принятия решений, оптимизированный по </a:t>
          </a:r>
          <a:r>
            <a:rPr lang="ru-RU" sz="1200" b="0" i="0" kern="1200" dirty="0" err="1"/>
            <a:t>Equal</a:t>
          </a:r>
          <a:r>
            <a:rPr lang="ru-RU" sz="1200" b="0" i="0" kern="1200" dirty="0"/>
            <a:t> </a:t>
          </a:r>
          <a:r>
            <a:rPr lang="ru-RU" sz="1200" b="0" i="0" kern="1200" dirty="0" err="1"/>
            <a:t>Opportunity</a:t>
          </a:r>
          <a:endParaRPr lang="ru-RU" sz="1200" b="0" i="0" kern="1200" dirty="0"/>
        </a:p>
      </dsp:txBody>
      <dsp:txXfrm>
        <a:off x="3223947" y="1282826"/>
        <a:ext cx="1564534" cy="1282826"/>
      </dsp:txXfrm>
    </dsp:sp>
    <dsp:sp modelId="{2478117C-25DC-426B-A9EE-E7A1262ED3E4}">
      <dsp:nvSpPr>
        <dsp:cNvPr id="0" name=""/>
        <dsp:cNvSpPr/>
      </dsp:nvSpPr>
      <dsp:spPr>
        <a:xfrm>
          <a:off x="3472238" y="192424"/>
          <a:ext cx="1067953" cy="10679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20D0F1-F647-40FB-B24D-03FF1DF2A071}">
      <dsp:nvSpPr>
        <dsp:cNvPr id="0" name=""/>
        <dsp:cNvSpPr/>
      </dsp:nvSpPr>
      <dsp:spPr>
        <a:xfrm>
          <a:off x="191579" y="2565653"/>
          <a:ext cx="4406328" cy="48106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EA1FA-1DD4-4026-8C55-05D1F4C10996}">
      <dsp:nvSpPr>
        <dsp:cNvPr id="0" name=""/>
        <dsp:cNvSpPr/>
      </dsp:nvSpPr>
      <dsp:spPr>
        <a:xfrm>
          <a:off x="0" y="165014"/>
          <a:ext cx="9172620" cy="1002306"/>
        </a:xfrm>
        <a:prstGeom prst="rightArrow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D62069-D548-43CC-9D69-E512E6BB042F}">
      <dsp:nvSpPr>
        <dsp:cNvPr id="0" name=""/>
        <dsp:cNvSpPr/>
      </dsp:nvSpPr>
      <dsp:spPr>
        <a:xfrm>
          <a:off x="6107410" y="1104105"/>
          <a:ext cx="2237169" cy="219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Аудит прокси-признаков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Пересмотр весов модели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Публичная отчётность по показателям справедливости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sp:txBody>
      <dsp:txXfrm>
        <a:off x="6107410" y="1104105"/>
        <a:ext cx="2237169" cy="2198350"/>
      </dsp:txXfrm>
    </dsp:sp>
    <dsp:sp modelId="{1DCDE01A-43A2-46A5-96EB-574669B2300C}">
      <dsp:nvSpPr>
        <dsp:cNvPr id="0" name=""/>
        <dsp:cNvSpPr/>
      </dsp:nvSpPr>
      <dsp:spPr>
        <a:xfrm>
          <a:off x="6107410" y="351705"/>
          <a:ext cx="2237169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/>
            <a:t>Ежеквартально:</a:t>
          </a:r>
        </a:p>
      </dsp:txBody>
      <dsp:txXfrm>
        <a:off x="6107410" y="351705"/>
        <a:ext cx="2237169" cy="684000"/>
      </dsp:txXfrm>
    </dsp:sp>
    <dsp:sp modelId="{F7836905-D234-444D-9398-2C85EF50826F}">
      <dsp:nvSpPr>
        <dsp:cNvPr id="0" name=""/>
        <dsp:cNvSpPr/>
      </dsp:nvSpPr>
      <dsp:spPr>
        <a:xfrm>
          <a:off x="3422806" y="1104105"/>
          <a:ext cx="2237169" cy="219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Пилотное внедрение с мониторингом в реальном времени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Обучение 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HR-</a:t>
          </a:r>
          <a:r>
            <a:rPr lang="ru-RU" sz="1500" kern="1200">
              <a:latin typeface="Aptos" panose="02110004020202020204"/>
              <a:ea typeface="+mn-ea"/>
              <a:cs typeface="+mn-cs"/>
            </a:rPr>
            <a:t>команды «МаркетПлюс»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>
              <a:latin typeface="Aptos" panose="02110004020202020204"/>
              <a:ea typeface="+mn-ea"/>
              <a:cs typeface="+mn-cs"/>
            </a:rPr>
            <a:t>Подписание контракта с приложениями</a:t>
          </a:r>
          <a:endParaRPr lang="ru-RU" sz="1500" kern="1200" dirty="0">
            <a:latin typeface="Aptos" panose="02110004020202020204"/>
            <a:ea typeface="+mn-ea"/>
            <a:cs typeface="+mn-cs"/>
          </a:endParaRPr>
        </a:p>
      </dsp:txBody>
      <dsp:txXfrm>
        <a:off x="3422806" y="1104105"/>
        <a:ext cx="2237169" cy="2198350"/>
      </dsp:txXfrm>
    </dsp:sp>
    <dsp:sp modelId="{E7B61689-DEDD-402E-8E88-9189FC84D2F7}">
      <dsp:nvSpPr>
        <dsp:cNvPr id="0" name=""/>
        <dsp:cNvSpPr/>
      </dsp:nvSpPr>
      <dsp:spPr>
        <a:xfrm>
          <a:off x="3422806" y="351705"/>
          <a:ext cx="2237169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/>
            <a:t>Неделя 2:</a:t>
          </a:r>
        </a:p>
      </dsp:txBody>
      <dsp:txXfrm>
        <a:off x="3422806" y="351705"/>
        <a:ext cx="2237169" cy="684000"/>
      </dsp:txXfrm>
    </dsp:sp>
    <dsp:sp modelId="{78856985-38AA-4BB5-AA4A-EAF706AC81AE}">
      <dsp:nvSpPr>
        <dsp:cNvPr id="0" name=""/>
        <dsp:cNvSpPr/>
      </dsp:nvSpPr>
      <dsp:spPr>
        <a:xfrm>
          <a:off x="738202" y="1104105"/>
          <a:ext cx="2237169" cy="219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 dirty="0"/>
            <a:t>Применение </a:t>
          </a:r>
          <a:r>
            <a:rPr lang="en-US" sz="1500" kern="1200" dirty="0"/>
            <a:t>post-processing </a:t>
          </a:r>
          <a:r>
            <a:rPr lang="ru-RU" sz="1500" kern="1200" dirty="0"/>
            <a:t>коррекции порога</a:t>
          </a:r>
        </a:p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 dirty="0"/>
            <a:t>Валидация метрик справедливости на тестовой выборке</a:t>
          </a:r>
        </a:p>
        <a:p>
          <a:pPr marL="0" lvl="1" indent="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500" kern="1200" dirty="0"/>
            <a:t>Подготовка «Этического паспорта» и Политики использования</a:t>
          </a:r>
        </a:p>
      </dsp:txBody>
      <dsp:txXfrm>
        <a:off x="738202" y="1104105"/>
        <a:ext cx="2237169" cy="2198350"/>
      </dsp:txXfrm>
    </dsp:sp>
    <dsp:sp modelId="{D583088E-3FAF-4C70-9FF3-D34F8BCE8D2C}">
      <dsp:nvSpPr>
        <dsp:cNvPr id="0" name=""/>
        <dsp:cNvSpPr/>
      </dsp:nvSpPr>
      <dsp:spPr>
        <a:xfrm>
          <a:off x="738202" y="351705"/>
          <a:ext cx="2237169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/>
            <a:t>Неделя 1:</a:t>
          </a:r>
        </a:p>
      </dsp:txBody>
      <dsp:txXfrm>
        <a:off x="738202" y="351705"/>
        <a:ext cx="2237169" cy="68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03841-0A9E-8DF6-C8A9-5399FA551C2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DD891-45CC-3A9B-2CEF-40AAC238FDBD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85DDA-29FA-26FC-240E-F390F5EABC35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81573-FC69-7E2F-9005-2EEE72DCB33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6D860E34-9454-4B37-AFF0-F6E000C08DA3}" type="slidenum">
              <a:t>‹#›</a:t>
            </a:fld>
            <a:endParaRPr lang="en-US" sz="1400" b="0" i="0" u="none" strike="noStrike" kern="120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344648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4413A-B337-D7E4-37C1-88B8620D2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A587F-89B9-861A-087A-13AFBEABF27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3177338-807E-E095-1CFD-48A47285DAB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18A303"/>
                </a:solidFill>
                <a:latin typeface="Liberation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F374D-0C97-3371-55A0-2A2800BB5FF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18A303"/>
                </a:solidFill>
                <a:latin typeface="Liberation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31F56-F748-206A-8E90-09C587E536A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18A303"/>
                </a:solidFill>
                <a:latin typeface="Liberation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7804D-6AFA-7C57-DB78-5C8A708F06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18A303"/>
                </a:solidFill>
                <a:latin typeface="Liberation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80DFC27F-A121-4D4D-B9DF-89A29D3A2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>
        <a:ln>
          <a:noFill/>
        </a:ln>
        <a:latin typeface="Liberation Sans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4E0D8-86B7-DA9B-9F5C-B44BA94DCA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>
            <a:noAutofit/>
          </a:bodyPr>
          <a:lstStyle/>
          <a:p>
            <a:pPr lvl="0"/>
            <a:fld id="{3F6868D6-B0A9-4A4E-BD2E-8764B0BE2EEF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7AEA8-D418-9DB1-DB0A-F1F99F52C3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52D66-E60C-6937-C1A7-DA2A6948384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C9D2E-20D7-ED63-3BE6-5EFDDF8C922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>
            <a:noAutofit/>
          </a:bodyPr>
          <a:lstStyle/>
          <a:p>
            <a:pPr lvl="0"/>
            <a:fld id="{CE126916-2CB8-4B41-831B-2E4948B0CE9B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2A1B4-5EF8-44BE-EF96-CC8F186A158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44280-7802-F023-047F-565FBDAAFFE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2EB4F-7582-C5DB-17CE-3FCCA6F62D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>
            <a:noAutofit/>
          </a:bodyPr>
          <a:lstStyle/>
          <a:p>
            <a:pPr lvl="0"/>
            <a:fld id="{3F931B7F-4FE8-41B9-ADC1-65440097F4AE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358D7-3EE8-B573-1982-901CCA2AC4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8D668-4EEF-DE23-8B36-117EF2B947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80DFC27F-A121-4D4D-B9DF-89A29D3A2A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9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3B8D-94F8-BC1E-D0E8-55E78FFE9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50A88-FE40-B0C4-B46C-D6B9F0F25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9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63D-C292-0F0E-DD7F-AA621F18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C307-0986-840C-184F-DF51D43FB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87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074C-FDA0-6273-F40E-609B1E4AE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50483-15B0-EEAA-9C8A-5CAE46CA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66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25AB-62C8-7069-F56E-954CC24F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EAF6B-7746-B030-1F5C-3EF1666C5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363" y="1166813"/>
            <a:ext cx="4603750" cy="328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459B2-ABBF-20CA-0014-9082E914E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1166813"/>
            <a:ext cx="4603750" cy="328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91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C14C8-0658-D9E5-F361-BE67FA057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3CDE4-FD7F-6979-8915-CB735E251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ADC62-F9F1-7AEA-E15A-5BA2A15CC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0FB3B-AC21-5F3F-0F7A-23F75FCDD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ACA42-8DFA-620C-3B4A-D03B0B637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88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BE8D-94FE-56C1-E5B5-970FF9FE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80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66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5207-1DD1-63B2-A00B-64795139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F910D-7D0F-81C6-E713-79F79EF3A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99F50-DC2E-6278-1324-731267BE7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22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A641-E1C9-F6C9-5364-F9CB1A1E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0B03-780C-8B23-4993-D29C820B5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29F41-9782-3001-42D0-E8E200917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200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57CE-7580-4A7A-9439-6E92ABD9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B0D49-EAB3-42F4-1173-F70C3062D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68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06F3E-F0BA-3BE3-B7B9-3447C6811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80288" y="134938"/>
            <a:ext cx="2339975" cy="43195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A1C1A-AF43-3E7A-BF8C-0E9723FDF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0363" y="134938"/>
            <a:ext cx="6867525" cy="43195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37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6DF5-647E-4984-F516-5336A5B04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271A5-9B7D-44E7-3CE5-6C3E34D0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1D90C-B241-A188-A31F-C1927CF7B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1B21-5624-B453-BD4C-4E7F6690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10E5F-4450-F985-A041-0C6F451D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13DC3D2-254C-47B1-A455-9D8A4BAB190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80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A22A-4A98-CAC6-4A49-47AC1605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E7D6E-A306-97E6-C88B-FA7AC9CC3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93AA2-97FF-902A-EC61-470BBB68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D34F0-C1BA-4884-3A46-A3434E3C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91B24-F204-AA91-A9BE-33A9891D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63FFD10-5AEC-4DFB-A600-48EC56E893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14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63F5-FE04-FD45-E133-BC900BB9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EDCFF-2379-9931-A37E-70C1ADD57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A5531-04A0-4D58-245D-187FAB98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CE582-29EE-72A8-3F28-99F0FD1E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7A195-86E3-BF09-C66B-0BF322B2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60621A-16AD-4823-8FF3-DFDEE9D3F9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36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5324-869C-8478-0BBB-F9B371A4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92F14-E09D-9263-8754-BFF1467B5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363" y="1079500"/>
            <a:ext cx="4603750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83223-554B-3950-2978-41A2795EE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1079500"/>
            <a:ext cx="4603750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528B5-965E-2A5B-3439-58CAFD84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BEF66-65A0-DD02-B74F-67B93FE8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D905C-860F-D1A9-2870-AD02BA6F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A02DB7-B05E-4AFB-93F4-5E83BE4894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90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AC179-F337-23D5-F402-9D7988E20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A213E-F8C7-84EF-32B7-FEF8BAD64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485F7-E3F2-EFEA-0A8B-1EA263522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F8334-F432-7AB6-D03D-9D5EB4426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FE6B0-3CE7-4628-CF03-6B6926C09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8A609-8475-7101-2E15-2C883A4F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991CB-7A54-82D4-3368-0737F126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3EA062-25E8-791F-4891-FAB0E7FB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25CFC3-267F-41E8-B46F-CD193F637E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52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0637-102B-0E32-CD6B-10571000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994F1-78ED-EF1A-9076-2A6565AC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B0E2B-B410-9E54-072E-FA4DAC4A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4DCA7-BA67-5224-33D6-12A90F84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3A1EA1-6E66-4DA7-8668-9CA36E1B1E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50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F301C0-6681-75F1-43C5-F464203B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75D278-D0B5-F0BD-B3BB-B05D8AD9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32233-A048-97E9-2CD2-5B54C8A9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48B197-F67A-4210-B7D9-A15FE5084C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40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6CEA-15E2-673F-AE53-04EA645F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83A8E-50ED-62FE-8EE4-EFA68FE26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FF6E7-4C0D-D446-DD0B-96F3A8E0C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F12EC-05F7-C7DE-FEEA-AD8CF77B6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9EF75-347A-B342-8BBB-CD37873B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B0691-B852-46C2-16E9-5F8963EC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2F9366-7EFA-43B5-B3B6-3FCB10EC52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85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2F4A-67EC-CB03-281F-AF5D7EF8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D15D0-4584-39C5-43A0-A976A29DD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DE443-2CC4-5E7B-3960-23DBE44F8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8EF95-D5CE-341F-1B9E-DEB39C55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5A7C4-E2EF-3E27-4614-FFC7C019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E289C-73CD-CAF0-548F-7D5889AC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248DBBA-4CC4-4FAF-BDCE-EEFDB40739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37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BD98-8B9F-B3EC-CC16-9FE8539D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CFF67-9B9E-5A04-C91A-AEF602EC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A13D0-60A1-DDCA-BBBC-21550745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2831E-BF04-5DB7-6E03-85B52A23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A442-4A95-9C50-C9BB-668B3E07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1C48BE-7288-47E1-8EAF-BD18677D20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04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27640-515C-F22D-72FB-29511626C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80288" y="225425"/>
            <a:ext cx="2339975" cy="4143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422B8F-BAD2-F771-3CE5-243845978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0363" y="225425"/>
            <a:ext cx="6867525" cy="4143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A46E-AF38-563F-56E6-0246D8EB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C1BF4-B887-D33E-B1E0-5A2CD4D9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B592A-E939-8958-4DCC-334397B9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B3FB23-29DB-4D73-9085-8202494D67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7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46A271-7C35-5844-511F-96ADA635B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0000" y="1166400"/>
            <a:ext cx="9360000" cy="328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0B0E9012-C92F-4505-78BF-56CF39E3D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000" y="135000"/>
            <a:ext cx="9360000" cy="81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hangingPunct="0">
        <a:tabLst/>
        <a:defRPr lang="en-US" sz="4000" b="1" i="0" u="none" strike="noStrike" kern="1200">
          <a:ln>
            <a:noFill/>
          </a:ln>
          <a:solidFill>
            <a:srgbClr val="051C2C"/>
          </a:solidFill>
          <a:latin typeface="IBM Plex Sans SemiBold" pitchFamily="34"/>
        </a:defRPr>
      </a:lvl1pPr>
    </p:titleStyle>
    <p:bodyStyle>
      <a:lvl1pPr marL="0" marR="0" indent="0" rtl="0" hangingPunct="0">
        <a:spcBef>
          <a:spcPts val="0"/>
        </a:spcBef>
        <a:spcAft>
          <a:spcPts val="445"/>
        </a:spcAft>
        <a:tabLst/>
        <a:defRPr lang="en-US" sz="1950" b="0" i="0" u="none" strike="noStrike" kern="1200">
          <a:ln>
            <a:noFill/>
          </a:ln>
          <a:latin typeface="IBM Plex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999C2-D0E0-42A1-E538-BD99D31C70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000" y="226080"/>
            <a:ext cx="9360000" cy="673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5866F-64FC-69C8-5733-3637E8C17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0000" y="1080000"/>
            <a:ext cx="9360000" cy="328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866A-46BC-081B-5715-B52A235D0A5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60000" y="5165280"/>
            <a:ext cx="2492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000000"/>
                </a:solidFill>
                <a:latin typeface="IBM Plex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DE5BA-F1EB-C811-5765-F23DDAC1653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lvl="0" algn="ctr" rtl="0" hangingPunct="0">
              <a:buNone/>
              <a:tabLst/>
              <a:defRPr lang="en-US" sz="1400" kern="1200">
                <a:solidFill>
                  <a:srgbClr val="000000"/>
                </a:solidFill>
                <a:latin typeface="IBM Plex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A9C0D-F0B7-4EFC-ED4C-CF3AB240F6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000000"/>
                </a:solidFill>
                <a:latin typeface="IBM Plex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90920AD9-ECE7-455A-A92C-80D94D1BBB6F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hangingPunct="0">
        <a:tabLst/>
        <a:defRPr lang="en-US" sz="2400" b="0" i="0" u="none" strike="noStrike" kern="1200">
          <a:ln>
            <a:noFill/>
          </a:ln>
          <a:solidFill>
            <a:srgbClr val="000000"/>
          </a:solidFill>
          <a:latin typeface="IBM Plex Sans" pitchFamily="34"/>
        </a:defRPr>
      </a:lvl1pPr>
    </p:titleStyle>
    <p:bodyStyle>
      <a:lvl1pPr marL="0" marR="0" indent="0" rtl="0" hangingPunct="0">
        <a:spcBef>
          <a:spcPts val="0"/>
        </a:spcBef>
        <a:spcAft>
          <a:spcPts val="445"/>
        </a:spcAft>
        <a:tabLst/>
        <a:defRPr lang="en-US" sz="1950" b="0" i="0" u="none" strike="noStrike" kern="1200">
          <a:ln>
            <a:noFill/>
          </a:ln>
          <a:latin typeface="IBM Plex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B82C624-3DB4-F96C-87AA-E03461DFB7F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6220" y="957262"/>
            <a:ext cx="9359900" cy="3756025"/>
          </a:xfrm>
        </p:spPr>
        <p:txBody>
          <a:bodyPr vert="horz" anchor="ctr" anchorCtr="1"/>
          <a:lstStyle/>
          <a:p>
            <a:pPr lvl="0" algn="ctr"/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Этический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аудит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 ИИ-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системы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 «</a:t>
            </a:r>
            <a:r>
              <a:rPr lang="en-US" sz="4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КадроБот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 3000»</a:t>
            </a:r>
            <a:b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</a:br>
            <a:endParaRPr 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Liberation Sans" pitchFamily="34"/>
            </a:endParaRPr>
          </a:p>
          <a:p>
            <a:pPr lvl="0" algn="ctr"/>
            <a:r>
              <a:rPr lang="en-US" sz="2800" b="1" dirty="0" err="1">
                <a:latin typeface="Liberation Sans" pitchFamily="34"/>
              </a:rPr>
              <a:t>Стратегия</a:t>
            </a:r>
            <a:r>
              <a:rPr lang="en-US" sz="2800" b="1" dirty="0">
                <a:latin typeface="Liberation Sans" pitchFamily="34"/>
              </a:rPr>
              <a:t> </a:t>
            </a:r>
            <a:r>
              <a:rPr lang="en-US" sz="2800" b="1" dirty="0" err="1">
                <a:latin typeface="Liberation Sans" pitchFamily="34"/>
              </a:rPr>
              <a:t>ответственного</a:t>
            </a:r>
            <a:r>
              <a:rPr lang="en-US" sz="2800" b="1" dirty="0">
                <a:latin typeface="Liberation Sans" pitchFamily="34"/>
              </a:rPr>
              <a:t> </a:t>
            </a:r>
            <a:r>
              <a:rPr lang="en-US" sz="2800" b="1" dirty="0" err="1">
                <a:latin typeface="Liberation Sans" pitchFamily="34"/>
              </a:rPr>
              <a:t>внедрения</a:t>
            </a:r>
            <a:r>
              <a:rPr lang="en-US" sz="2800" b="1" dirty="0">
                <a:latin typeface="Liberation Sans" pitchFamily="34"/>
              </a:rPr>
              <a:t> и </a:t>
            </a:r>
            <a:r>
              <a:rPr lang="en-US" sz="2800" b="1" dirty="0" err="1">
                <a:latin typeface="Liberation Sans" pitchFamily="34"/>
              </a:rPr>
              <a:t>смягчения</a:t>
            </a:r>
            <a:r>
              <a:rPr lang="en-US" sz="2800" b="1" dirty="0">
                <a:latin typeface="Liberation Sans" pitchFamily="34"/>
              </a:rPr>
              <a:t> </a:t>
            </a:r>
            <a:r>
              <a:rPr lang="en-US" sz="2800" b="1" dirty="0" err="1">
                <a:latin typeface="Liberation Sans" pitchFamily="34"/>
              </a:rPr>
              <a:t>рисков</a:t>
            </a:r>
            <a:endParaRPr lang="en-US" sz="2800" b="1" dirty="0">
              <a:latin typeface="Liberation Sans" pitchFamily="34"/>
            </a:endParaRPr>
          </a:p>
          <a:p>
            <a:pPr lvl="0" algn="ctr"/>
            <a:endParaRPr lang="en-US" sz="2800" b="1" dirty="0">
              <a:latin typeface="Liberation Sans" pitchFamily="34"/>
            </a:endParaRPr>
          </a:p>
          <a:p>
            <a:pPr lvl="0" algn="ctr"/>
            <a:endParaRPr lang="en-US" sz="2800" b="1" dirty="0">
              <a:latin typeface="Liberation Sans" pitchFamily="34"/>
            </a:endParaRPr>
          </a:p>
          <a:p>
            <a:pPr lvl="0" algn="ctr"/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30 </a:t>
            </a:r>
            <a:r>
              <a:rPr lang="en-US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мая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itchFamily="34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1D48-F473-FC8D-F09A-9A9FC01263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60" y="183106"/>
            <a:ext cx="6903720" cy="615553"/>
          </a:xfrm>
        </p:spPr>
        <p:txBody>
          <a:bodyPr vert="horz" wrap="square">
            <a:spAutoFit/>
          </a:bodyPr>
          <a:lstStyle/>
          <a:p>
            <a:pPr lvl="0"/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Что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мы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обнаружили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04725-1E34-98A9-C8AB-173D5A522CA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18560" y="900000"/>
            <a:ext cx="4681440" cy="46814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B2508CF-8392-DB5E-9E5C-AC32D2B80850}"/>
              </a:ext>
            </a:extLst>
          </p:cNvPr>
          <p:cNvSpPr/>
          <p:nvPr/>
        </p:nvSpPr>
        <p:spPr>
          <a:xfrm>
            <a:off x="5400000" y="3780000"/>
            <a:ext cx="4500000" cy="0"/>
          </a:xfrm>
          <a:prstGeom prst="line">
            <a:avLst/>
          </a:prstGeom>
          <a:noFill/>
          <a:ln w="0">
            <a:solidFill>
              <a:srgbClr val="275B35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400" b="0" i="0" u="none" strike="noStrike" kern="120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5932EF9-EC4B-3C86-BF17-35BA09933AFA}"/>
              </a:ext>
            </a:extLst>
          </p:cNvPr>
          <p:cNvSpPr/>
          <p:nvPr/>
        </p:nvSpPr>
        <p:spPr>
          <a:xfrm>
            <a:off x="7380000" y="3960000"/>
            <a:ext cx="0" cy="72000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vert="horz" wrap="none" lIns="108000" tIns="63000" rIns="108000" bIns="63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400" b="0" i="0" u="none" strike="noStrike" kern="120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6119157-0DFF-71DF-3411-518DF076B290}"/>
              </a:ext>
            </a:extLst>
          </p:cNvPr>
          <p:cNvSpPr/>
          <p:nvPr/>
        </p:nvSpPr>
        <p:spPr>
          <a:xfrm flipV="1">
            <a:off x="8755920" y="1851480"/>
            <a:ext cx="9360" cy="1839600"/>
          </a:xfrm>
          <a:prstGeom prst="line">
            <a:avLst/>
          </a:prstGeom>
          <a:noFill/>
          <a:ln w="36000">
            <a:solidFill>
              <a:srgbClr val="FFFFFF"/>
            </a:solidFill>
            <a:prstDash val="solid"/>
            <a:tailEnd type="arrow"/>
          </a:ln>
        </p:spPr>
        <p:txBody>
          <a:bodyPr vert="horz" wrap="none" lIns="108000" tIns="63000" rIns="108000" bIns="63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400" b="0" i="0" u="none" strike="noStrike" kern="120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C3013F-617E-4D91-36E1-362791EA6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898435"/>
              </p:ext>
            </p:extLst>
          </p:nvPr>
        </p:nvGraphicFramePr>
        <p:xfrm>
          <a:off x="311760" y="905039"/>
          <a:ext cx="4843079" cy="2672280"/>
        </p:xfrm>
        <a:graphic>
          <a:graphicData uri="http://schemas.openxmlformats.org/drawingml/2006/table">
            <a:tbl>
              <a:tblPr firstRow="1" bandRow="1">
                <a:tableStyleId>{EA769F70-DE9B-4358-8003-987BA8F05632}</a:tableStyleId>
              </a:tblPr>
              <a:tblGrid>
                <a:gridCol w="1318920">
                  <a:extLst>
                    <a:ext uri="{9D8B030D-6E8A-4147-A177-3AD203B41FA5}">
                      <a16:colId xmlns:a16="http://schemas.microsoft.com/office/drawing/2014/main" val="1655005065"/>
                    </a:ext>
                  </a:extLst>
                </a:gridCol>
                <a:gridCol w="1102104">
                  <a:extLst>
                    <a:ext uri="{9D8B030D-6E8A-4147-A177-3AD203B41FA5}">
                      <a16:colId xmlns:a16="http://schemas.microsoft.com/office/drawing/2014/main" val="2869038461"/>
                    </a:ext>
                  </a:extLst>
                </a:gridCol>
                <a:gridCol w="1210512">
                  <a:extLst>
                    <a:ext uri="{9D8B030D-6E8A-4147-A177-3AD203B41FA5}">
                      <a16:colId xmlns:a16="http://schemas.microsoft.com/office/drawing/2014/main" val="4118176095"/>
                    </a:ext>
                  </a:extLst>
                </a:gridCol>
                <a:gridCol w="1211543">
                  <a:extLst>
                    <a:ext uri="{9D8B030D-6E8A-4147-A177-3AD203B41FA5}">
                      <a16:colId xmlns:a16="http://schemas.microsoft.com/office/drawing/2014/main" val="1016890462"/>
                    </a:ext>
                  </a:extLst>
                </a:gridCol>
              </a:tblGrid>
              <a:tr h="6469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Группа &lt;30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Группа 45+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Разница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477254"/>
                  </a:ext>
                </a:extLst>
              </a:tr>
              <a:tr h="6469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Доля</a:t>
                      </a:r>
                      <a:r>
                        <a:rPr lang="en-US" sz="1400" b="0" i="0" u="none" strike="noStrike" kern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 </a:t>
                      </a:r>
                      <a:r>
                        <a:rPr lang="en-US" sz="1400" b="0" i="0" u="none" strike="noStrike" kern="12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приглашений</a:t>
                      </a:r>
                      <a:endParaRPr lang="en-US" sz="1400" b="0" i="0" u="none" strike="noStrike" kern="120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Liberation Sans" pitchFamily="34"/>
                        <a:ea typeface="Liberation Sans" pitchFamily="34"/>
                        <a:cs typeface="Liberation Sans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Δ = 0.903 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12726"/>
                  </a:ext>
                </a:extLst>
              </a:tr>
              <a:tr h="6469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True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Δ = 0.890 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801508"/>
                  </a:ext>
                </a:extLst>
              </a:tr>
              <a:tr h="6469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Средняя оценка 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0.705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0.247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400"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defRPr>
                      </a:pPr>
                      <a:r>
                        <a:rPr lang="en-US" sz="1400" b="0" i="0" u="none" strike="noStrike" kern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Δ = -0.458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28293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BA308B-C9D3-3B32-9BC4-CB85601DB1F3}"/>
              </a:ext>
            </a:extLst>
          </p:cNvPr>
          <p:cNvSpPr txBox="1"/>
          <p:nvPr/>
        </p:nvSpPr>
        <p:spPr>
          <a:xfrm>
            <a:off x="311760" y="3780000"/>
            <a:ext cx="4632120" cy="1677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Модель </a:t>
            </a:r>
            <a:r>
              <a:rPr lang="en-US" sz="1400" b="0" i="0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систематически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 </a:t>
            </a:r>
            <a:r>
              <a:rPr lang="en-US" sz="1400" b="0" i="0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дискриминирует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 </a:t>
            </a:r>
            <a:r>
              <a:rPr lang="en-US" sz="1400" b="0" i="0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кандидатов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45+ </a:t>
            </a:r>
            <a:r>
              <a:rPr lang="en-US" sz="1400" b="0" i="0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через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 </a:t>
            </a:r>
            <a:r>
              <a:rPr lang="en-US" sz="1400" b="1" i="0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прокси-переменные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400" b="0" i="0" u="none" strike="noStrike" kern="1200" dirty="0">
              <a:ln>
                <a:noFill/>
              </a:ln>
              <a:latin typeface="IBM Plex Sans" pitchFamily="34"/>
              <a:ea typeface="DejaVu Sans" pitchFamily="2"/>
              <a:cs typeface="Lohit Hind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1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graduation_year</a:t>
            </a:r>
            <a:r>
              <a:rPr lang="en-US" sz="1400" b="0" i="1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 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(r = -0.884 с </a:t>
            </a:r>
            <a:r>
              <a:rPr lang="en-US" sz="1400" b="0" i="0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возрастом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1" u="none" strike="noStrike" kern="1200" dirty="0" err="1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outdated_vocab</a:t>
            </a:r>
            <a:r>
              <a:rPr lang="en-US" sz="1400" b="0" i="1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 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(r = +0.526)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1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experience</a:t>
            </a:r>
            <a:r>
              <a:rPr lang="en-US" sz="1400" b="0" i="0" u="none" strike="noStrike" kern="1200" dirty="0">
                <a:ln>
                  <a:noFill/>
                </a:ln>
                <a:latin typeface="IBM Plex Sans" pitchFamily="34"/>
                <a:ea typeface="DejaVu Sans" pitchFamily="2"/>
                <a:cs typeface="Lohit Hindi" pitchFamily="2"/>
              </a:rPr>
              <a:t> (r = +0.913)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C31B-56CD-79AA-6193-E03FCC2464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9080" y="244475"/>
            <a:ext cx="8542020" cy="615553"/>
          </a:xfrm>
        </p:spPr>
        <p:txBody>
          <a:bodyPr vert="horz" wrap="square">
            <a:spAutoFit/>
          </a:bodyPr>
          <a:lstStyle/>
          <a:p>
            <a:pPr lvl="0"/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Почему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это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важно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сейчас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CEA4B06D-4096-B148-2C18-9A6758EDE07F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941888" y="750888"/>
            <a:ext cx="5138737" cy="4675187"/>
          </a:xfr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ED0F70-70AE-63BF-59F6-D0183F754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254752"/>
              </p:ext>
            </p:extLst>
          </p:nvPr>
        </p:nvGraphicFramePr>
        <p:xfrm>
          <a:off x="542291" y="1182488"/>
          <a:ext cx="4399597" cy="37371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4165">
                  <a:extLst>
                    <a:ext uri="{9D8B030D-6E8A-4147-A177-3AD203B41FA5}">
                      <a16:colId xmlns:a16="http://schemas.microsoft.com/office/drawing/2014/main" val="541922942"/>
                    </a:ext>
                  </a:extLst>
                </a:gridCol>
                <a:gridCol w="3185432">
                  <a:extLst>
                    <a:ext uri="{9D8B030D-6E8A-4147-A177-3AD203B41FA5}">
                      <a16:colId xmlns:a16="http://schemas.microsoft.com/office/drawing/2014/main" val="777717390"/>
                    </a:ext>
                  </a:extLst>
                </a:gridCol>
              </a:tblGrid>
              <a:tr h="5596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Тип риска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Последствия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2840020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b="1" u="none" strike="noStrike" dirty="0">
                          <a:effectLst/>
                        </a:rPr>
                        <a:t>Юридический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Нарушение ст. 3 ТК РФ, 152-ФЗ; </a:t>
                      </a:r>
                      <a:endParaRPr lang="en-US" sz="1200" u="none" strike="noStrike" dirty="0">
                        <a:effectLst/>
                      </a:endParaRPr>
                    </a:p>
                    <a:p>
                      <a:pPr algn="l" fontAlgn="b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риск исков от кандидатов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9509876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b="1" u="none" strike="noStrike" dirty="0">
                          <a:effectLst/>
                        </a:rPr>
                        <a:t>Репутационный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Публичный скандал (прецедент Amazon, 2018); потеря доверия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04313371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b="1" u="none" strike="noStrike" dirty="0">
                          <a:effectLst/>
                        </a:rPr>
                        <a:t>Бизнес-риск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Потеря квалифицированных кадров 45+; снижение качества найма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3933254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b="1" u="none" strike="noStrike" dirty="0">
                          <a:effectLst/>
                        </a:rPr>
                        <a:t>Этический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Нарушение принципов справедливости и равных возможностей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04730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87BC-920E-14ED-89D1-12663213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605155"/>
          </a:xfrm>
        </p:spPr>
        <p:txBody>
          <a:bodyPr/>
          <a:lstStyle/>
          <a:p>
            <a:r>
              <a:rPr lang="ru-RU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Как обеспечить справедливость?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F6FCC-DF6E-7D75-2204-1DFF7110C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1193799"/>
            <a:ext cx="4265612" cy="681038"/>
          </a:xfrm>
        </p:spPr>
        <p:txBody>
          <a:bodyPr/>
          <a:lstStyle/>
          <a:p>
            <a:r>
              <a:rPr lang="ru-RU" dirty="0"/>
              <a:t>Выбранные метрики справедливости: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310CA-7DBF-6B40-D8C4-087E3235F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150" y="2161858"/>
            <a:ext cx="4265612" cy="1806892"/>
          </a:xfrm>
        </p:spPr>
        <p:txBody>
          <a:bodyPr/>
          <a:lstStyle/>
          <a:p>
            <a:r>
              <a:rPr lang="ru-RU" dirty="0"/>
              <a:t>✅ </a:t>
            </a:r>
            <a:r>
              <a:rPr lang="ru-RU" b="1" dirty="0"/>
              <a:t>Демографический паритет</a:t>
            </a:r>
            <a:r>
              <a:rPr lang="ru-RU" dirty="0"/>
              <a:t> — равенство доступа к возможностям</a:t>
            </a:r>
            <a:br>
              <a:rPr lang="ru-RU" dirty="0"/>
            </a:br>
            <a:r>
              <a:rPr lang="ru-RU" dirty="0"/>
              <a:t>✅ </a:t>
            </a:r>
            <a:r>
              <a:rPr lang="ru-RU" b="1" dirty="0"/>
              <a:t>Равные возможности (</a:t>
            </a:r>
            <a:r>
              <a:rPr lang="ru-RU" b="1" dirty="0" err="1"/>
              <a:t>Equal</a:t>
            </a:r>
            <a:r>
              <a:rPr lang="ru-RU" b="1" dirty="0"/>
              <a:t> </a:t>
            </a:r>
            <a:r>
              <a:rPr lang="ru-RU" b="1" dirty="0" err="1"/>
              <a:t>Opportunity</a:t>
            </a:r>
            <a:r>
              <a:rPr lang="ru-RU" b="1" dirty="0"/>
              <a:t>)</a:t>
            </a:r>
            <a:r>
              <a:rPr lang="ru-RU" dirty="0"/>
              <a:t> — фокус на квалифицированных кандидатах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2F944-00B3-AE77-5B30-7195A139A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193799"/>
            <a:ext cx="4284662" cy="681038"/>
          </a:xfrm>
        </p:spPr>
        <p:txBody>
          <a:bodyPr/>
          <a:lstStyle/>
          <a:p>
            <a:r>
              <a:rPr lang="ru-RU" dirty="0"/>
              <a:t>Технические меры (выполнимы за 2 недели):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C9D1045-B3FD-10A8-7BEE-028DF9BD8E4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506323978"/>
              </p:ext>
            </p:extLst>
          </p:nvPr>
        </p:nvGraphicFramePr>
        <p:xfrm>
          <a:off x="692150" y="3968750"/>
          <a:ext cx="4089400" cy="1400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698228627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669816839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70926538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Метрика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Текущее значение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Целевое значение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013514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1200" u="none" strike="noStrike">
                          <a:effectLst/>
                        </a:rPr>
                        <a:t>Δ </a:t>
                      </a:r>
                      <a:r>
                        <a:rPr lang="ru-RU" sz="1200" u="none" strike="noStrike">
                          <a:effectLst/>
                        </a:rPr>
                        <a:t>Демографический паритет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0.903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≤ 0.15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931388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1200" u="none" strike="noStrike">
                          <a:effectLst/>
                        </a:rPr>
                        <a:t>Δ </a:t>
                      </a:r>
                      <a:r>
                        <a:rPr lang="ru-RU" sz="1200" u="none" strike="noStrike">
                          <a:effectLst/>
                        </a:rPr>
                        <a:t>Равные возможности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0.890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≤ 0.10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3716129"/>
                  </a:ext>
                </a:extLst>
              </a:tr>
            </a:tbl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7B8F95E-095D-7F65-003C-B00351C307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483209"/>
              </p:ext>
            </p:extLst>
          </p:nvPr>
        </p:nvGraphicFramePr>
        <p:xfrm>
          <a:off x="5040312" y="2161857"/>
          <a:ext cx="4789488" cy="3207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749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AB66-4C68-1220-CD8F-910E01F1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Правила работы с «</a:t>
            </a:r>
            <a:r>
              <a:rPr lang="ru-RU" b="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КадроБот</a:t>
            </a:r>
            <a:r>
              <a:rPr lang="ru-RU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3000»</a:t>
            </a:r>
            <a:endParaRPr lang="ru-RU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FEF410-D2CD-B97B-27F1-66211848CB99}"/>
              </a:ext>
            </a:extLst>
          </p:cNvPr>
          <p:cNvSpPr/>
          <p:nvPr/>
        </p:nvSpPr>
        <p:spPr>
          <a:xfrm>
            <a:off x="360000" y="945000"/>
            <a:ext cx="4680312" cy="16534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1. «Человек в контуре»</a:t>
            </a:r>
            <a:r>
              <a:rPr lang="ru-RU" dirty="0"/>
              <a:t> — Решение модели является рекомендацией, а не вердиктом. Каждый отказ требует обязательного человеческого обоснования в системе.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4FAB4-E7D0-C6C2-575D-953968BFB367}"/>
              </a:ext>
            </a:extLst>
          </p:cNvPr>
          <p:cNvSpPr/>
          <p:nvPr/>
        </p:nvSpPr>
        <p:spPr>
          <a:xfrm>
            <a:off x="5040000" y="945000"/>
            <a:ext cx="4680312" cy="16534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2. Мониторинг воронки</a:t>
            </a:r>
            <a:r>
              <a:rPr lang="ru-RU" dirty="0"/>
              <a:t> — Ежемесячный аудит распределения кандидатов. Падение доли возрастной группы 45+ ниже 15% служит автоматическим триггером для ручной проверки выборки резюме.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60743-966A-0C4B-F954-0F67A81CAB85}"/>
              </a:ext>
            </a:extLst>
          </p:cNvPr>
          <p:cNvSpPr/>
          <p:nvPr/>
        </p:nvSpPr>
        <p:spPr>
          <a:xfrm>
            <a:off x="360000" y="2598420"/>
            <a:ext cx="4680312" cy="16534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3. Право на объяснение </a:t>
            </a:r>
            <a:r>
              <a:rPr lang="ru-RU" dirty="0"/>
              <a:t>— Кандидат имеет право запросить топ-3 фактора, повлиявших на скоринг. Срок запуска процедуры апелляции — до 5 рабочих дней.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D994AE-8D1E-EC53-9140-2BD8901A5C3B}"/>
              </a:ext>
            </a:extLst>
          </p:cNvPr>
          <p:cNvSpPr/>
          <p:nvPr/>
        </p:nvSpPr>
        <p:spPr>
          <a:xfrm>
            <a:off x="5040000" y="2598420"/>
            <a:ext cx="4680312" cy="16534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4. Экспертный отбор </a:t>
            </a:r>
            <a:r>
              <a:rPr lang="ru-RU" dirty="0"/>
              <a:t>— Обязательное участие в финальном отборе специалиста, прошедшего обучение этике ИИ и принципам возрастного разнообразия.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BC5DAB-7306-3A0C-A07B-858C8297FC19}"/>
              </a:ext>
            </a:extLst>
          </p:cNvPr>
          <p:cNvSpPr/>
          <p:nvPr/>
        </p:nvSpPr>
        <p:spPr>
          <a:xfrm>
            <a:off x="360000" y="4251840"/>
            <a:ext cx="9360000" cy="10057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5. Запрет предвзятости</a:t>
            </a:r>
            <a:r>
              <a:rPr lang="ru-RU" dirty="0"/>
              <a:t> — Категорически запрещено использовать </a:t>
            </a:r>
            <a:r>
              <a:rPr lang="ru-RU" i="1" dirty="0" err="1"/>
              <a:t>model_score</a:t>
            </a:r>
            <a:r>
              <a:rPr lang="ru-RU" i="1" dirty="0"/>
              <a:t> </a:t>
            </a:r>
            <a:r>
              <a:rPr lang="ru-RU" dirty="0"/>
              <a:t>и изменять пороги для скрытого или явного отсечения соискателей по возрасту.</a:t>
            </a:r>
          </a:p>
        </p:txBody>
      </p:sp>
    </p:spTree>
    <p:extLst>
      <p:ext uri="{BB962C8B-B14F-4D97-AF65-F5344CB8AC3E}">
        <p14:creationId xmlns:p14="http://schemas.microsoft.com/office/powerpoint/2010/main" val="243602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CF9B-5949-AA60-692C-D3B1EDAB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Почему контракт будет подписан?</a:t>
            </a:r>
            <a:endParaRPr lang="ru-RU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226F52-ED14-685B-A3FC-CD93EA8535C8}"/>
              </a:ext>
            </a:extLst>
          </p:cNvPr>
          <p:cNvGrpSpPr/>
          <p:nvPr/>
        </p:nvGrpSpPr>
        <p:grpSpPr>
          <a:xfrm>
            <a:off x="359999" y="1021080"/>
            <a:ext cx="2646672" cy="4290060"/>
            <a:chOff x="359999" y="1021080"/>
            <a:chExt cx="2576929" cy="4290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6A4D92-E968-D32D-463B-6445E2423375}"/>
                </a:ext>
              </a:extLst>
            </p:cNvPr>
            <p:cNvSpPr/>
            <p:nvPr/>
          </p:nvSpPr>
          <p:spPr>
            <a:xfrm>
              <a:off x="360000" y="1021080"/>
              <a:ext cx="2576928" cy="429006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B19D46-CE99-B99F-A52E-33EADFCD0AA3}"/>
                </a:ext>
              </a:extLst>
            </p:cNvPr>
            <p:cNvSpPr txBox="1"/>
            <p:nvPr/>
          </p:nvSpPr>
          <p:spPr>
            <a:xfrm>
              <a:off x="360000" y="1021080"/>
              <a:ext cx="25769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b="1" dirty="0">
                  <a:latin typeface="Liberation Sans"/>
                </a:rPr>
                <a:t>Алексей, </a:t>
              </a:r>
              <a:r>
                <a:rPr lang="en-US" sz="2800" b="1" dirty="0">
                  <a:latin typeface="Liberation Sans"/>
                </a:rPr>
                <a:t>CEO</a:t>
              </a:r>
              <a:endParaRPr lang="ru-RU" sz="2000" b="1" dirty="0">
                <a:latin typeface="Liberation San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8E6FC9-AF6F-DA1A-A8EF-0C4E0A8B0BE2}"/>
                </a:ext>
              </a:extLst>
            </p:cNvPr>
            <p:cNvSpPr txBox="1"/>
            <p:nvPr/>
          </p:nvSpPr>
          <p:spPr>
            <a:xfrm>
              <a:off x="359999" y="1727180"/>
              <a:ext cx="2576929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Модель</a:t>
              </a:r>
              <a:r>
                <a:rPr lang="ru-RU" sz="1400" dirty="0">
                  <a:latin typeface="Liberation Sans"/>
                </a:rPr>
                <a:t> не переобучается с нуля — применяются </a:t>
              </a:r>
              <a:r>
                <a:rPr lang="ru-RU" sz="1400" dirty="0" err="1">
                  <a:latin typeface="Liberation Sans"/>
                </a:rPr>
                <a:t>post-processing</a:t>
              </a:r>
              <a:r>
                <a:rPr lang="ru-RU" sz="1400" dirty="0">
                  <a:latin typeface="Liberation Sans"/>
                </a:rPr>
                <a:t> меры</a:t>
              </a:r>
              <a:endParaRPr lang="en-US" sz="1400" dirty="0">
                <a:latin typeface="Liberation Sans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Контракт</a:t>
              </a:r>
              <a:r>
                <a:rPr lang="ru-RU" sz="1400" dirty="0">
                  <a:latin typeface="Liberation Sans"/>
                </a:rPr>
                <a:t> подписывается с приложением «Этического паспорта»</a:t>
              </a:r>
              <a:endParaRPr lang="en-US" sz="1400" dirty="0">
                <a:latin typeface="Liberation Sans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План</a:t>
              </a:r>
              <a:r>
                <a:rPr lang="ru-RU" sz="1400" dirty="0">
                  <a:latin typeface="Liberation Sans"/>
                </a:rPr>
                <a:t> внедрения: две недели на коррекцию + мониторинг</a:t>
              </a:r>
              <a:endParaRPr lang="ru-RU" dirty="0">
                <a:latin typeface="Liberation San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32914A-4711-95EA-F789-8AC30183A4E5}"/>
                </a:ext>
              </a:extLst>
            </p:cNvPr>
            <p:cNvSpPr txBox="1"/>
            <p:nvPr/>
          </p:nvSpPr>
          <p:spPr>
            <a:xfrm>
              <a:off x="360000" y="4387810"/>
              <a:ext cx="2576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💼Прибыль сохранена, репутация защищена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91B4C6-40FD-ED52-A746-2DEABCDF976B}"/>
              </a:ext>
            </a:extLst>
          </p:cNvPr>
          <p:cNvGrpSpPr/>
          <p:nvPr/>
        </p:nvGrpSpPr>
        <p:grpSpPr>
          <a:xfrm>
            <a:off x="3432529" y="1021080"/>
            <a:ext cx="3214942" cy="4290060"/>
            <a:chOff x="3209105" y="1021080"/>
            <a:chExt cx="3214942" cy="42900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9995CA-874A-1EB4-2C7E-9B46FE671309}"/>
                </a:ext>
              </a:extLst>
            </p:cNvPr>
            <p:cNvSpPr/>
            <p:nvPr/>
          </p:nvSpPr>
          <p:spPr>
            <a:xfrm>
              <a:off x="3209105" y="1021080"/>
              <a:ext cx="3214942" cy="429006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0267FE-A8A6-4169-77CE-1CFB0035A41C}"/>
                </a:ext>
              </a:extLst>
            </p:cNvPr>
            <p:cNvSpPr txBox="1"/>
            <p:nvPr/>
          </p:nvSpPr>
          <p:spPr>
            <a:xfrm>
              <a:off x="3209105" y="1021080"/>
              <a:ext cx="32149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b="1" dirty="0">
                  <a:latin typeface="Liberation Sans"/>
                </a:rPr>
                <a:t>Ирина, </a:t>
              </a:r>
              <a:r>
                <a:rPr lang="en-US" sz="2800" b="1" dirty="0">
                  <a:latin typeface="Liberation Sans"/>
                </a:rPr>
                <a:t>HR</a:t>
              </a:r>
              <a:endParaRPr lang="ru-RU" sz="2800" b="1" dirty="0">
                <a:latin typeface="Liberation San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F14538-812A-91A9-F4D5-D3DB70063520}"/>
                </a:ext>
              </a:extLst>
            </p:cNvPr>
            <p:cNvSpPr txBox="1"/>
            <p:nvPr/>
          </p:nvSpPr>
          <p:spPr>
            <a:xfrm>
              <a:off x="3209105" y="1727180"/>
              <a:ext cx="3214942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Прозрачные </a:t>
              </a:r>
              <a:r>
                <a:rPr lang="ru-RU" sz="1400" dirty="0">
                  <a:latin typeface="Liberation Sans"/>
                </a:rPr>
                <a:t>метрики справедливости в договоре</a:t>
              </a:r>
            </a:p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Автоматический </a:t>
              </a:r>
              <a:r>
                <a:rPr lang="ru-RU" sz="1400" dirty="0">
                  <a:latin typeface="Liberation Sans"/>
                </a:rPr>
                <a:t>триггер аудита воронки найма при дисбалансе</a:t>
              </a:r>
            </a:p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«Человек </a:t>
              </a:r>
              <a:r>
                <a:rPr lang="ru-RU" sz="1400" dirty="0">
                  <a:latin typeface="Liberation Sans"/>
                </a:rPr>
                <a:t>в контуре» — финальное решение за вами</a:t>
              </a:r>
              <a:endParaRPr lang="ru-RU" dirty="0">
                <a:latin typeface="Liberation San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737504-C9F6-226B-893E-960F43A88E80}"/>
                </a:ext>
              </a:extLst>
            </p:cNvPr>
            <p:cNvSpPr txBox="1"/>
            <p:nvPr/>
          </p:nvSpPr>
          <p:spPr>
            <a:xfrm>
              <a:off x="3209105" y="4387810"/>
              <a:ext cx="32149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👥 Разнообразие команды, комфортная среда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C83BE6-2570-DF87-D13B-174B6AF3B951}"/>
              </a:ext>
            </a:extLst>
          </p:cNvPr>
          <p:cNvGrpSpPr/>
          <p:nvPr/>
        </p:nvGrpSpPr>
        <p:grpSpPr>
          <a:xfrm>
            <a:off x="7073327" y="1021080"/>
            <a:ext cx="2646672" cy="4290060"/>
            <a:chOff x="359999" y="1021080"/>
            <a:chExt cx="2576929" cy="429006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DF66C2-7A28-E2EE-724C-5795BCC98E76}"/>
                </a:ext>
              </a:extLst>
            </p:cNvPr>
            <p:cNvSpPr/>
            <p:nvPr/>
          </p:nvSpPr>
          <p:spPr>
            <a:xfrm>
              <a:off x="360000" y="1021080"/>
              <a:ext cx="2576928" cy="429006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A4BEAD-3F5B-7AC9-0798-777AA552C12F}"/>
                </a:ext>
              </a:extLst>
            </p:cNvPr>
            <p:cNvSpPr txBox="1"/>
            <p:nvPr/>
          </p:nvSpPr>
          <p:spPr>
            <a:xfrm>
              <a:off x="360000" y="1021080"/>
              <a:ext cx="25769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b="1" dirty="0">
                  <a:latin typeface="Liberation Sans"/>
                </a:rPr>
                <a:t>Пётр, юрист</a:t>
              </a:r>
              <a:endParaRPr lang="ru-RU" sz="2000" b="1" dirty="0">
                <a:latin typeface="Liberation San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2213CC-ADD2-184E-3C87-F5A673FA7B11}"/>
                </a:ext>
              </a:extLst>
            </p:cNvPr>
            <p:cNvSpPr txBox="1"/>
            <p:nvPr/>
          </p:nvSpPr>
          <p:spPr>
            <a:xfrm>
              <a:off x="359999" y="1727180"/>
              <a:ext cx="2576929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Лицензионный</a:t>
              </a:r>
              <a:r>
                <a:rPr lang="ru-RU" sz="1400" dirty="0">
                  <a:latin typeface="Liberation Sans"/>
                </a:rPr>
                <a:t> договор с ограничением ответственности разработчика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Процедуры</a:t>
              </a:r>
              <a:r>
                <a:rPr lang="ru-RU" sz="1400" dirty="0">
                  <a:latin typeface="Liberation Sans"/>
                </a:rPr>
                <a:t> обработки </a:t>
              </a:r>
              <a:r>
                <a:rPr lang="ru-RU" sz="1400" dirty="0" err="1">
                  <a:latin typeface="Liberation Sans"/>
                </a:rPr>
                <a:t>ПДн</a:t>
              </a:r>
              <a:r>
                <a:rPr lang="ru-RU" sz="1400" dirty="0">
                  <a:latin typeface="Liberation Sans"/>
                </a:rPr>
                <a:t> по 152-ФЗ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400" b="1" dirty="0">
                  <a:latin typeface="Liberation Sans"/>
                </a:rPr>
                <a:t>Механизм</a:t>
              </a:r>
              <a:r>
                <a:rPr lang="ru-RU" sz="1400" dirty="0">
                  <a:latin typeface="Liberation Sans"/>
                </a:rPr>
                <a:t> апелляции для кандидатов — снижение судебных рисков</a:t>
              </a:r>
              <a:endParaRPr lang="ru-RU" dirty="0">
                <a:latin typeface="Liberation San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06B73A-7304-601F-F2BD-E997A1642031}"/>
                </a:ext>
              </a:extLst>
            </p:cNvPr>
            <p:cNvSpPr txBox="1"/>
            <p:nvPr/>
          </p:nvSpPr>
          <p:spPr>
            <a:xfrm>
              <a:off x="360000" y="4387810"/>
              <a:ext cx="2576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⚖️ Соответствие законодательству РФ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4755B73-D7DF-E84C-7D38-2E2D98C7D03E}"/>
              </a:ext>
            </a:extLst>
          </p:cNvPr>
          <p:cNvSpPr/>
          <p:nvPr/>
        </p:nvSpPr>
        <p:spPr>
          <a:xfrm>
            <a:off x="359999" y="911646"/>
            <a:ext cx="2646672" cy="45089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700" b="1" spc="50" dirty="0">
                <a:ln w="0"/>
                <a:solidFill>
                  <a:schemeClr val="bg2">
                    <a:alpha val="1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А</a:t>
            </a:r>
            <a:endParaRPr lang="en-US" sz="19900" b="1" cap="none" spc="50" dirty="0">
              <a:ln w="0"/>
              <a:solidFill>
                <a:schemeClr val="bg2">
                  <a:alpha val="15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57BC7-F2CF-3AD5-B51E-C0FB4A6D183C}"/>
              </a:ext>
            </a:extLst>
          </p:cNvPr>
          <p:cNvSpPr txBox="1"/>
          <p:nvPr/>
        </p:nvSpPr>
        <p:spPr>
          <a:xfrm>
            <a:off x="3432528" y="1026623"/>
            <a:ext cx="3214942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700" b="1" spc="50" dirty="0">
                <a:ln w="0"/>
                <a:solidFill>
                  <a:schemeClr val="bg2">
                    <a:alpha val="1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И</a:t>
            </a:r>
            <a:endParaRPr lang="ru-RU" sz="287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7F228D-4D11-74DC-F2F9-97930B7306E7}"/>
              </a:ext>
            </a:extLst>
          </p:cNvPr>
          <p:cNvSpPr/>
          <p:nvPr/>
        </p:nvSpPr>
        <p:spPr>
          <a:xfrm>
            <a:off x="7153423" y="773871"/>
            <a:ext cx="2646672" cy="45089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700" b="1" spc="50" dirty="0">
                <a:ln w="0"/>
                <a:solidFill>
                  <a:schemeClr val="bg2">
                    <a:alpha val="1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П</a:t>
            </a:r>
            <a:endParaRPr lang="en-US" sz="19900" b="1" cap="none" spc="50" dirty="0">
              <a:ln w="0"/>
              <a:solidFill>
                <a:schemeClr val="bg2">
                  <a:alpha val="15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58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05680-603F-8827-056E-A2C9BF1BE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4362390"/>
            <a:ext cx="9172620" cy="278190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ru-RU" sz="1800" dirty="0">
                <a:solidFill>
                  <a:schemeClr val="bg1"/>
                </a:solidFill>
              </a:rPr>
              <a:t>«</a:t>
            </a:r>
            <a:r>
              <a:rPr lang="ru-RU" sz="1800" dirty="0" err="1">
                <a:solidFill>
                  <a:schemeClr val="bg1"/>
                </a:solidFill>
              </a:rPr>
              <a:t>Кадробот</a:t>
            </a:r>
            <a:r>
              <a:rPr lang="ru-RU" sz="1800" dirty="0">
                <a:solidFill>
                  <a:schemeClr val="bg1"/>
                </a:solidFill>
              </a:rPr>
              <a:t> 3000» — это платформа для справедливого и эффективного найма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D7C826-AC86-F6C3-FFFE-428A4A4F53A6}"/>
              </a:ext>
            </a:extLst>
          </p:cNvPr>
          <p:cNvSpPr txBox="1">
            <a:spLocks/>
          </p:cNvSpPr>
          <p:nvPr/>
        </p:nvSpPr>
        <p:spPr>
          <a:xfrm>
            <a:off x="360000" y="104520"/>
            <a:ext cx="9360000" cy="81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algn="l" rtl="0" hangingPunct="0">
              <a:tabLst/>
              <a:defRPr lang="en-US" sz="6000" b="1" i="0" u="none" strike="noStrike" kern="1200">
                <a:ln>
                  <a:noFill/>
                </a:ln>
                <a:solidFill>
                  <a:srgbClr val="051C2C"/>
                </a:solidFill>
                <a:latin typeface="IBM Plex Sans SemiBold" pitchFamily="34"/>
              </a:defRPr>
            </a:lvl1pPr>
          </a:lstStyle>
          <a:p>
            <a:r>
              <a:rPr lang="ru-RU" sz="4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План действий на 2 недели</a:t>
            </a:r>
            <a:endParaRPr lang="ru-RU" sz="4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ADF25FA-5F29-3B8B-93AC-2971D87B10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748999"/>
              </p:ext>
            </p:extLst>
          </p:nvPr>
        </p:nvGraphicFramePr>
        <p:xfrm>
          <a:off x="360000" y="777360"/>
          <a:ext cx="9172620" cy="331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2AA8249-AC0E-E213-1A7E-DBF492D22553}"/>
              </a:ext>
            </a:extLst>
          </p:cNvPr>
          <p:cNvSpPr txBox="1">
            <a:spLocks/>
          </p:cNvSpPr>
          <p:nvPr/>
        </p:nvSpPr>
        <p:spPr>
          <a:xfrm>
            <a:off x="360000" y="4893190"/>
            <a:ext cx="9172620" cy="2781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lIns="0" tIns="0" rIns="0" bIns="0"/>
          <a:lstStyle>
            <a:lvl1pPr marL="0" marR="0" indent="0" rtl="0" hangingPunct="0">
              <a:spcBef>
                <a:spcPts val="0"/>
              </a:spcBef>
              <a:spcAft>
                <a:spcPts val="445"/>
              </a:spcAft>
              <a:buNone/>
              <a:tabLst/>
              <a:defRPr lang="en-US" sz="2400" b="0" i="0" u="none" strike="noStrike" kern="1200">
                <a:ln>
                  <a:noFill/>
                </a:ln>
                <a:solidFill>
                  <a:schemeClr val="tx1">
                    <a:tint val="82000"/>
                  </a:schemeClr>
                </a:solidFill>
                <a:latin typeface="IBM Plex Sans" pitchFamily="34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dirty="0">
                <a:solidFill>
                  <a:schemeClr val="bg1"/>
                </a:solidFill>
              </a:rPr>
              <a:t>Риски под контролем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ru-RU" dirty="0">
                <a:solidFill>
                  <a:schemeClr val="bg1"/>
                </a:solidFill>
              </a:rPr>
              <a:t>Стандарты соблюдены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ru-RU" dirty="0">
                <a:solidFill>
                  <a:schemeClr val="bg1"/>
                </a:solidFill>
              </a:rPr>
              <a:t>Бизнес-цели достигнуты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0229060"/>
      </p:ext>
    </p:extLst>
  </p:cSld>
  <p:clrMapOvr>
    <a:masterClrMapping/>
  </p:clrMapOvr>
</p:sld>
</file>

<file path=ppt/theme/theme1.xml><?xml version="1.0" encoding="utf-8"?>
<a:theme xmlns:a="http://schemas.openxmlformats.org/drawingml/2006/main" name="First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541</Words>
  <Application>Microsoft Office PowerPoint</Application>
  <PresentationFormat>Custom</PresentationFormat>
  <Paragraphs>101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IBM Plex Sans</vt:lpstr>
      <vt:lpstr>IBM Plex Sans SemiBold</vt:lpstr>
      <vt:lpstr>Liberation Sans</vt:lpstr>
      <vt:lpstr>First Slide</vt:lpstr>
      <vt:lpstr>Default</vt:lpstr>
      <vt:lpstr>PowerPoint Presentation</vt:lpstr>
      <vt:lpstr>Что мы обнаружили?</vt:lpstr>
      <vt:lpstr>Почему это важно сейчас?</vt:lpstr>
      <vt:lpstr>Как обеспечить справедливость?</vt:lpstr>
      <vt:lpstr>Правила работы с «КадроБот 3000»</vt:lpstr>
      <vt:lpstr>Почему контракт будет подписан?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_YS-Generic Presentation Template</dc:title>
  <cp:keywords>IBM Plex Sans,Consulting,Business</cp:keywords>
  <cp:lastModifiedBy>iTony Jah</cp:lastModifiedBy>
  <cp:revision>16</cp:revision>
  <dcterms:created xsi:type="dcterms:W3CDTF">2026-05-30T14:06:05Z</dcterms:created>
  <dcterms:modified xsi:type="dcterms:W3CDTF">2026-05-30T14:39:15Z</dcterms:modified>
</cp:coreProperties>
</file>